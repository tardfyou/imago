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64c1e55fec41e5" /><Relationship Type="http://schemas.openxmlformats.org/officeDocument/2006/relationships/extended-properties" Target="/docProps/app.xml" Id="R805c354375054dff" /><Relationship Type="http://schemas.openxmlformats.org/officeDocument/2006/relationships/officeDocument" Target="/ppt/presentation.xml" Id="Reb4dc0bd26d64c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e2769483d04a3b"/>
  </p:sldMasterIdLst>
  <p:notesMasterIdLst>
    <p:notesMasterId xmlns:r="http://schemas.openxmlformats.org/officeDocument/2006/relationships" r:id="R04addf0f64dc4c97"/>
  </p:notesMasterIdLst>
  <p:sldIdLst>
    <p:sldId xmlns:r="http://schemas.openxmlformats.org/officeDocument/2006/relationships" id="256" r:id="R7eca448240934a9b"/>
  </p:sldIdLst>
  <p:sldSz cx="13030200" cy="4171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7e63c5e9b3415f" /><Relationship Type="http://schemas.openxmlformats.org/officeDocument/2006/relationships/slideMaster" Target="/ppt/slideMasters/slideMaster1.xml" Id="R61e2769483d04a3b" /><Relationship Type="http://schemas.openxmlformats.org/officeDocument/2006/relationships/notesMaster" Target="/ppt/notesMasters/notesMaster1.xml" Id="R04addf0f64dc4c97" /><Relationship Type="http://schemas.openxmlformats.org/officeDocument/2006/relationships/presProps" Target="/ppt/presProps.xml" Id="R3ee0f30cf481453c" /><Relationship Type="http://schemas.openxmlformats.org/officeDocument/2006/relationships/tableStyles" Target="/ppt/tableStyles.xml" Id="R51dc8867a1224dc9" /><Relationship Type="http://schemas.openxmlformats.org/officeDocument/2006/relationships/slide" Target="/ppt/slides/slide1.xml" Id="R7eca448240934a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0b73d1cde043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42ffeb00904b7a" /><Relationship Type="http://schemas.openxmlformats.org/officeDocument/2006/relationships/notesMaster" Target="/ppt/notesMasters/notesMaster1.xml" Id="R9a5faa07da614c3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素材ID：AI-037</ns1:t>
            </ns1:r>
          </ns1:p>
          <ns1:p>
            <ns1:r>
              <ns1:t>论文：VeriTaS: The First Dynamic Benchmark for Multimodal Automated Fact-Checking</ns1:t>
            </ns1:r>
          </ns1:p>
          <ns1:p>
            <ns1:r>
              <ns1:t>会议：ACL 2026</ns1:t>
            </ns1:r>
          </ns1:p>
          <ns1:p>
            <ns1:r>
              <ns1:t>奖项：Best Resource Paper</ns1:t>
            </ns1:r>
          </ns1:p>
          <ns1:p>
            <ns1:r>
              <ns1:t>图号：Figure 4，PDF第7页</ns1:t>
            </ns1:r>
          </ns1:p>
          <ns1:p>
            <ns1:r>
              <ns1:t>类型：实验图表</ns1:t>
            </ns1:r>
          </ns1:p>
          <ns1:p>
            <ns1:r>
              <ns1:t>借鉴点：用规模信息、真实性评分分布和两个环形图展示多模态基准的结构与构成。</ns1:t>
            </ns1:r>
          </ns1:p>
          <ns1:p>
            <ns1:r>
              <ns1:t>论文URL：https://aclanthology.org/2026.acl-long.1948/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f57f722b647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da73937e394e93" /><Relationship Type="http://schemas.openxmlformats.org/officeDocument/2006/relationships/slideLayout" Target="/ppt/slideLayouts/slideLayout1.xml" Id="Rad6527e510e5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6527e510e5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72e889ad24875" /><Relationship Type="http://schemas.openxmlformats.org/officeDocument/2006/relationships/notesSlide" Target="/ppt/notesSlides/notesSlide1.xml" Id="R3c9c2bc78e4b48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79B51-220F-4C3F-99D0-6DC8B209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162" y="857521"/>
            <a:ext cx="1201792" cy="505616"/>
          </a:xfrm>
          <a:custGeom xmlns:a="http://schemas.openxmlformats.org/drawingml/2006/main">
            <a:pathLst>
              <a:path w="1201792" h="505616">
                <a:moveTo>
                  <a:pt x="1201792" y="107586"/>
                </a:moveTo>
                <a:lnTo>
                  <a:pt x="1201792" y="398030"/>
                </a:lnTo>
                <a:cubicBezTo>
                  <a:pt x="1201792" y="457398"/>
                  <a:pt x="1153574" y="505616"/>
                  <a:pt x="1094206" y="505616"/>
                </a:cubicBezTo>
                <a:lnTo>
                  <a:pt x="107583" y="505616"/>
                </a:lnTo>
                <a:cubicBezTo>
                  <a:pt x="48206" y="505616"/>
                  <a:pt x="0" y="457398"/>
                  <a:pt x="0" y="398030"/>
                </a:cubicBezTo>
                <a:lnTo>
                  <a:pt x="0" y="107586"/>
                </a:lnTo>
                <a:cubicBezTo>
                  <a:pt x="0" y="48201"/>
                  <a:pt x="48206" y="0"/>
                  <a:pt x="107583" y="0"/>
                </a:cubicBezTo>
                <a:lnTo>
                  <a:pt x="1094206" y="0"/>
                </a:lnTo>
                <a:cubicBezTo>
                  <a:pt x="1153574" y="0"/>
                  <a:pt x="1201792" y="48201"/>
                  <a:pt x="1201792" y="107586"/>
                </a:cubicBezTo>
                <a:close/>
              </a:path>
            </a:pathLst>
          </a:custGeom>
          <a:solidFill xmlns:a="http://schemas.openxmlformats.org/drawingml/2006/main">
            <a:srgbClr val="F5A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⊷">
            <a:extLst xmlns:a="http://schemas.openxmlformats.org/drawingml/2006/main">
              <a:ext uri="{FF2B5EF4-FFF2-40B4-BE49-F238E27FC236}">
                <a16:creationId xmlns:a16="http://schemas.microsoft.com/office/drawing/2014/main" id="{E200402E-06CB-44B1-ADFC-99DF5452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631" y="963311"/>
            <a:ext cx="276630" cy="276630"/>
          </a:xfrm>
          <a:custGeom xmlns:a="http://schemas.openxmlformats.org/drawingml/2006/main">
            <a:pathLst>
              <a:path w="276630" h="276630">
                <a:moveTo>
                  <a:pt x="39519" y="0"/>
                </a:moveTo>
                <a:cubicBezTo>
                  <a:pt x="17907" y="0"/>
                  <a:pt x="0" y="17907"/>
                  <a:pt x="0" y="39519"/>
                </a:cubicBezTo>
                <a:lnTo>
                  <a:pt x="0" y="237111"/>
                </a:lnTo>
                <a:cubicBezTo>
                  <a:pt x="0" y="258723"/>
                  <a:pt x="17907" y="276630"/>
                  <a:pt x="39519" y="276630"/>
                </a:cubicBezTo>
                <a:lnTo>
                  <a:pt x="237111" y="276630"/>
                </a:lnTo>
                <a:cubicBezTo>
                  <a:pt x="258723" y="276630"/>
                  <a:pt x="276630" y="258723"/>
                  <a:pt x="276630" y="237111"/>
                </a:cubicBezTo>
                <a:lnTo>
                  <a:pt x="276630" y="39519"/>
                </a:lnTo>
                <a:cubicBezTo>
                  <a:pt x="276630" y="17907"/>
                  <a:pt x="258723" y="0"/>
                  <a:pt x="237111" y="0"/>
                </a:cubicBezTo>
                <a:lnTo>
                  <a:pt x="39519" y="0"/>
                </a:lnTo>
                <a:moveTo>
                  <a:pt x="79037" y="49398"/>
                </a:moveTo>
                <a:cubicBezTo>
                  <a:pt x="95709" y="49398"/>
                  <a:pt x="108676" y="62365"/>
                  <a:pt x="108676" y="79037"/>
                </a:cubicBezTo>
                <a:cubicBezTo>
                  <a:pt x="108676" y="95709"/>
                  <a:pt x="95709" y="108676"/>
                  <a:pt x="79037" y="108676"/>
                </a:cubicBezTo>
                <a:cubicBezTo>
                  <a:pt x="62365" y="108676"/>
                  <a:pt x="49398" y="95709"/>
                  <a:pt x="49398" y="79037"/>
                </a:cubicBezTo>
                <a:cubicBezTo>
                  <a:pt x="49398" y="62365"/>
                  <a:pt x="62365" y="49398"/>
                  <a:pt x="79037" y="49398"/>
                </a:cubicBezTo>
                <a:moveTo>
                  <a:pt x="167954" y="118556"/>
                </a:moveTo>
                <a:cubicBezTo>
                  <a:pt x="172893" y="118556"/>
                  <a:pt x="177833" y="121025"/>
                  <a:pt x="180921" y="125965"/>
                </a:cubicBezTo>
                <a:lnTo>
                  <a:pt x="235259" y="214882"/>
                </a:lnTo>
                <a:cubicBezTo>
                  <a:pt x="237728" y="219204"/>
                  <a:pt x="237728" y="224761"/>
                  <a:pt x="235259" y="229701"/>
                </a:cubicBezTo>
                <a:cubicBezTo>
                  <a:pt x="232789" y="234024"/>
                  <a:pt x="227849" y="237111"/>
                  <a:pt x="222292" y="237111"/>
                </a:cubicBezTo>
                <a:lnTo>
                  <a:pt x="54338" y="237111"/>
                </a:lnTo>
                <a:cubicBezTo>
                  <a:pt x="48781" y="237111"/>
                  <a:pt x="43841" y="234024"/>
                  <a:pt x="41371" y="229084"/>
                </a:cubicBezTo>
                <a:cubicBezTo>
                  <a:pt x="38901" y="224144"/>
                  <a:pt x="38901" y="218587"/>
                  <a:pt x="41988" y="213647"/>
                </a:cubicBezTo>
                <a:lnTo>
                  <a:pt x="76567" y="164249"/>
                </a:lnTo>
                <a:cubicBezTo>
                  <a:pt x="79654" y="160544"/>
                  <a:pt x="83977" y="158074"/>
                  <a:pt x="88917" y="158074"/>
                </a:cubicBezTo>
                <a:cubicBezTo>
                  <a:pt x="93856" y="158074"/>
                  <a:pt x="98179" y="160544"/>
                  <a:pt x="101266" y="164249"/>
                </a:cubicBezTo>
                <a:lnTo>
                  <a:pt x="117321" y="187713"/>
                </a:lnTo>
                <a:lnTo>
                  <a:pt x="155604" y="125965"/>
                </a:lnTo>
                <a:cubicBezTo>
                  <a:pt x="158074" y="121643"/>
                  <a:pt x="163014" y="118556"/>
                  <a:pt x="167954" y="11855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8,692">
            <a:extLst xmlns:a="http://schemas.openxmlformats.org/drawingml/2006/main">
              <a:ext uri="{FF2B5EF4-FFF2-40B4-BE49-F238E27FC236}">
                <a16:creationId xmlns:a16="http://schemas.microsoft.com/office/drawing/2014/main" id="{CD9DA623-F557-4945-B344-B467DFB5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679" y="956114"/>
            <a:ext cx="492832" cy="179602"/>
          </a:xfrm>
          <a:custGeom xmlns:a="http://schemas.openxmlformats.org/drawingml/2006/main">
            <a:pathLst>
              <a:path w="492832" h="179602">
                <a:moveTo>
                  <a:pt x="24446" y="67903"/>
                </a:moveTo>
                <a:cubicBezTo>
                  <a:pt x="17195" y="64845"/>
                  <a:pt x="11924" y="60641"/>
                  <a:pt x="8631" y="55290"/>
                </a:cubicBezTo>
                <a:cubicBezTo>
                  <a:pt x="5338" y="49939"/>
                  <a:pt x="3692" y="44073"/>
                  <a:pt x="3692" y="37692"/>
                </a:cubicBezTo>
                <a:cubicBezTo>
                  <a:pt x="3692" y="26789"/>
                  <a:pt x="7500" y="17781"/>
                  <a:pt x="15117" y="10670"/>
                </a:cubicBezTo>
                <a:cubicBezTo>
                  <a:pt x="22733" y="3557"/>
                  <a:pt x="33559" y="0"/>
                  <a:pt x="47595" y="0"/>
                </a:cubicBezTo>
                <a:cubicBezTo>
                  <a:pt x="61497" y="0"/>
                  <a:pt x="72290" y="3557"/>
                  <a:pt x="79973" y="10670"/>
                </a:cubicBezTo>
                <a:cubicBezTo>
                  <a:pt x="87656" y="17781"/>
                  <a:pt x="91497" y="26789"/>
                  <a:pt x="91497" y="37692"/>
                </a:cubicBezTo>
                <a:cubicBezTo>
                  <a:pt x="91497" y="44470"/>
                  <a:pt x="89735" y="50503"/>
                  <a:pt x="86209" y="55789"/>
                </a:cubicBezTo>
                <a:cubicBezTo>
                  <a:pt x="82684" y="61073"/>
                  <a:pt x="77728" y="65111"/>
                  <a:pt x="71342" y="67903"/>
                </a:cubicBezTo>
                <a:cubicBezTo>
                  <a:pt x="79457" y="71173"/>
                  <a:pt x="85627" y="75943"/>
                  <a:pt x="89851" y="82215"/>
                </a:cubicBezTo>
                <a:cubicBezTo>
                  <a:pt x="94075" y="88486"/>
                  <a:pt x="96187" y="95726"/>
                  <a:pt x="96187" y="103932"/>
                </a:cubicBezTo>
                <a:cubicBezTo>
                  <a:pt x="96187" y="117475"/>
                  <a:pt x="91880" y="128484"/>
                  <a:pt x="83266" y="136959"/>
                </a:cubicBezTo>
                <a:cubicBezTo>
                  <a:pt x="74651" y="145432"/>
                  <a:pt x="63193" y="149669"/>
                  <a:pt x="48892" y="149669"/>
                </a:cubicBezTo>
                <a:cubicBezTo>
                  <a:pt x="35588" y="149669"/>
                  <a:pt x="24512" y="146166"/>
                  <a:pt x="15665" y="139161"/>
                </a:cubicBezTo>
                <a:cubicBezTo>
                  <a:pt x="5222" y="130887"/>
                  <a:pt x="0" y="119545"/>
                  <a:pt x="0" y="105133"/>
                </a:cubicBezTo>
                <a:cubicBezTo>
                  <a:pt x="0" y="97192"/>
                  <a:pt x="1962" y="89903"/>
                  <a:pt x="5887" y="83266"/>
                </a:cubicBezTo>
                <a:cubicBezTo>
                  <a:pt x="9812" y="76626"/>
                  <a:pt x="15998" y="71505"/>
                  <a:pt x="24446" y="67903"/>
                </a:cubicBezTo>
                <a:moveTo>
                  <a:pt x="30233" y="39762"/>
                </a:moveTo>
                <a:cubicBezTo>
                  <a:pt x="30233" y="45335"/>
                  <a:pt x="31813" y="49681"/>
                  <a:pt x="34973" y="52799"/>
                </a:cubicBezTo>
                <a:cubicBezTo>
                  <a:pt x="38132" y="55915"/>
                  <a:pt x="42340" y="57473"/>
                  <a:pt x="47595" y="57473"/>
                </a:cubicBezTo>
                <a:cubicBezTo>
                  <a:pt x="52916" y="57473"/>
                  <a:pt x="57173" y="55898"/>
                  <a:pt x="60366" y="52749"/>
                </a:cubicBezTo>
                <a:cubicBezTo>
                  <a:pt x="63559" y="49598"/>
                  <a:pt x="65156" y="45235"/>
                  <a:pt x="65156" y="39662"/>
                </a:cubicBezTo>
                <a:cubicBezTo>
                  <a:pt x="65156" y="34422"/>
                  <a:pt x="63576" y="30227"/>
                  <a:pt x="60416" y="27078"/>
                </a:cubicBezTo>
                <a:cubicBezTo>
                  <a:pt x="57257" y="23926"/>
                  <a:pt x="53082" y="22351"/>
                  <a:pt x="47894" y="22351"/>
                </a:cubicBezTo>
                <a:cubicBezTo>
                  <a:pt x="42506" y="22351"/>
                  <a:pt x="38215" y="23943"/>
                  <a:pt x="35022" y="27127"/>
                </a:cubicBezTo>
                <a:cubicBezTo>
                  <a:pt x="31830" y="30310"/>
                  <a:pt x="30233" y="34521"/>
                  <a:pt x="30233" y="39762"/>
                </a:cubicBezTo>
                <a:moveTo>
                  <a:pt x="27639" y="102417"/>
                </a:moveTo>
                <a:cubicBezTo>
                  <a:pt x="27639" y="110183"/>
                  <a:pt x="29618" y="116242"/>
                  <a:pt x="33576" y="120592"/>
                </a:cubicBezTo>
                <a:cubicBezTo>
                  <a:pt x="37534" y="124943"/>
                  <a:pt x="42473" y="127119"/>
                  <a:pt x="48393" y="127119"/>
                </a:cubicBezTo>
                <a:cubicBezTo>
                  <a:pt x="54180" y="127119"/>
                  <a:pt x="58969" y="125027"/>
                  <a:pt x="62761" y="120845"/>
                </a:cubicBezTo>
                <a:cubicBezTo>
                  <a:pt x="66553" y="116660"/>
                  <a:pt x="68448" y="110618"/>
                  <a:pt x="68448" y="102716"/>
                </a:cubicBezTo>
                <a:cubicBezTo>
                  <a:pt x="68448" y="95821"/>
                  <a:pt x="66519" y="90282"/>
                  <a:pt x="62661" y="86100"/>
                </a:cubicBezTo>
                <a:cubicBezTo>
                  <a:pt x="58803" y="81916"/>
                  <a:pt x="53914" y="79823"/>
                  <a:pt x="47994" y="79823"/>
                </a:cubicBezTo>
                <a:cubicBezTo>
                  <a:pt x="41142" y="79823"/>
                  <a:pt x="36037" y="82200"/>
                  <a:pt x="32678" y="86954"/>
                </a:cubicBezTo>
                <a:cubicBezTo>
                  <a:pt x="29318" y="91706"/>
                  <a:pt x="27639" y="96861"/>
                  <a:pt x="27639" y="102417"/>
                </a:cubicBezTo>
                <a:close/>
                <a:moveTo>
                  <a:pt x="119346" y="118737"/>
                </a:moveTo>
                <a:lnTo>
                  <a:pt x="147384" y="118737"/>
                </a:lnTo>
                <a:lnTo>
                  <a:pt x="147384" y="138858"/>
                </a:lnTo>
                <a:cubicBezTo>
                  <a:pt x="147384" y="147001"/>
                  <a:pt x="146685" y="153424"/>
                  <a:pt x="145288" y="158128"/>
                </a:cubicBezTo>
                <a:cubicBezTo>
                  <a:pt x="143891" y="162834"/>
                  <a:pt x="141247" y="167056"/>
                  <a:pt x="137356" y="170794"/>
                </a:cubicBezTo>
                <a:cubicBezTo>
                  <a:pt x="133464" y="174531"/>
                  <a:pt x="128525" y="177468"/>
                  <a:pt x="122539" y="179602"/>
                </a:cubicBezTo>
                <a:lnTo>
                  <a:pt x="117051" y="168028"/>
                </a:lnTo>
                <a:cubicBezTo>
                  <a:pt x="122705" y="166157"/>
                  <a:pt x="126729" y="163584"/>
                  <a:pt x="129124" y="160308"/>
                </a:cubicBezTo>
                <a:cubicBezTo>
                  <a:pt x="131519" y="157034"/>
                  <a:pt x="132783" y="152556"/>
                  <a:pt x="132916" y="146875"/>
                </a:cubicBezTo>
                <a:lnTo>
                  <a:pt x="119346" y="146875"/>
                </a:lnTo>
                <a:lnTo>
                  <a:pt x="119346" y="118737"/>
                </a:lnTo>
                <a:close/>
                <a:moveTo>
                  <a:pt x="265815" y="36719"/>
                </a:moveTo>
                <a:lnTo>
                  <a:pt x="238675" y="39712"/>
                </a:lnTo>
                <a:cubicBezTo>
                  <a:pt x="238010" y="34124"/>
                  <a:pt x="236280" y="30000"/>
                  <a:pt x="233487" y="27339"/>
                </a:cubicBezTo>
                <a:cubicBezTo>
                  <a:pt x="230693" y="24679"/>
                  <a:pt x="227067" y="23348"/>
                  <a:pt x="222611" y="23348"/>
                </a:cubicBezTo>
                <a:cubicBezTo>
                  <a:pt x="216690" y="23348"/>
                  <a:pt x="211685" y="26018"/>
                  <a:pt x="207594" y="31359"/>
                </a:cubicBezTo>
                <a:cubicBezTo>
                  <a:pt x="203503" y="36699"/>
                  <a:pt x="200925" y="47798"/>
                  <a:pt x="199861" y="64657"/>
                </a:cubicBezTo>
                <a:cubicBezTo>
                  <a:pt x="206846" y="56408"/>
                  <a:pt x="215526" y="52284"/>
                  <a:pt x="225903" y="52284"/>
                </a:cubicBezTo>
                <a:cubicBezTo>
                  <a:pt x="237611" y="52284"/>
                  <a:pt x="247639" y="56728"/>
                  <a:pt x="255987" y="65614"/>
                </a:cubicBezTo>
                <a:cubicBezTo>
                  <a:pt x="264335" y="74501"/>
                  <a:pt x="268509" y="85973"/>
                  <a:pt x="268509" y="100032"/>
                </a:cubicBezTo>
                <a:cubicBezTo>
                  <a:pt x="268509" y="114953"/>
                  <a:pt x="264119" y="126923"/>
                  <a:pt x="255338" y="135943"/>
                </a:cubicBezTo>
                <a:cubicBezTo>
                  <a:pt x="246558" y="144960"/>
                  <a:pt x="235283" y="149469"/>
                  <a:pt x="221513" y="149469"/>
                </a:cubicBezTo>
                <a:cubicBezTo>
                  <a:pt x="206746" y="149469"/>
                  <a:pt x="194606" y="143729"/>
                  <a:pt x="185094" y="132248"/>
                </a:cubicBezTo>
                <a:cubicBezTo>
                  <a:pt x="175581" y="120765"/>
                  <a:pt x="170825" y="101943"/>
                  <a:pt x="170825" y="75782"/>
                </a:cubicBezTo>
                <a:cubicBezTo>
                  <a:pt x="170825" y="48958"/>
                  <a:pt x="175781" y="29622"/>
                  <a:pt x="185692" y="17773"/>
                </a:cubicBezTo>
                <a:cubicBezTo>
                  <a:pt x="195604" y="5924"/>
                  <a:pt x="208475" y="0"/>
                  <a:pt x="224307" y="0"/>
                </a:cubicBezTo>
                <a:cubicBezTo>
                  <a:pt x="235416" y="0"/>
                  <a:pt x="244612" y="3136"/>
                  <a:pt x="251896" y="9407"/>
                </a:cubicBezTo>
                <a:cubicBezTo>
                  <a:pt x="259180" y="15677"/>
                  <a:pt x="263819" y="24781"/>
                  <a:pt x="265815" y="36719"/>
                </a:cubicBezTo>
                <a:moveTo>
                  <a:pt x="202256" y="97849"/>
                </a:moveTo>
                <a:cubicBezTo>
                  <a:pt x="202256" y="106877"/>
                  <a:pt x="204351" y="113846"/>
                  <a:pt x="208542" y="118756"/>
                </a:cubicBezTo>
                <a:cubicBezTo>
                  <a:pt x="212733" y="123666"/>
                  <a:pt x="217522" y="126121"/>
                  <a:pt x="222910" y="126121"/>
                </a:cubicBezTo>
                <a:cubicBezTo>
                  <a:pt x="228098" y="126121"/>
                  <a:pt x="232422" y="124111"/>
                  <a:pt x="235881" y="120090"/>
                </a:cubicBezTo>
                <a:cubicBezTo>
                  <a:pt x="239340" y="116070"/>
                  <a:pt x="241070" y="109481"/>
                  <a:pt x="241070" y="100322"/>
                </a:cubicBezTo>
                <a:cubicBezTo>
                  <a:pt x="241070" y="90897"/>
                  <a:pt x="239207" y="83993"/>
                  <a:pt x="235482" y="79611"/>
                </a:cubicBezTo>
                <a:cubicBezTo>
                  <a:pt x="231757" y="75229"/>
                  <a:pt x="227101" y="73038"/>
                  <a:pt x="221513" y="73038"/>
                </a:cubicBezTo>
                <a:cubicBezTo>
                  <a:pt x="216125" y="73038"/>
                  <a:pt x="211568" y="75131"/>
                  <a:pt x="207843" y="79315"/>
                </a:cubicBezTo>
                <a:cubicBezTo>
                  <a:pt x="204118" y="83500"/>
                  <a:pt x="202256" y="89678"/>
                  <a:pt x="202256" y="97849"/>
                </a:cubicBezTo>
                <a:close/>
                <a:moveTo>
                  <a:pt x="285082" y="112969"/>
                </a:moveTo>
                <a:lnTo>
                  <a:pt x="312222" y="109957"/>
                </a:lnTo>
                <a:cubicBezTo>
                  <a:pt x="312887" y="115511"/>
                  <a:pt x="314617" y="119627"/>
                  <a:pt x="317411" y="122304"/>
                </a:cubicBezTo>
                <a:cubicBezTo>
                  <a:pt x="320204" y="124982"/>
                  <a:pt x="323896" y="126320"/>
                  <a:pt x="328486" y="126320"/>
                </a:cubicBezTo>
                <a:cubicBezTo>
                  <a:pt x="334273" y="126320"/>
                  <a:pt x="339196" y="123650"/>
                  <a:pt x="343253" y="118310"/>
                </a:cubicBezTo>
                <a:cubicBezTo>
                  <a:pt x="347311" y="112970"/>
                  <a:pt x="349905" y="101904"/>
                  <a:pt x="351036" y="85112"/>
                </a:cubicBezTo>
                <a:cubicBezTo>
                  <a:pt x="343985" y="93293"/>
                  <a:pt x="335171" y="97384"/>
                  <a:pt x="324595" y="97384"/>
                </a:cubicBezTo>
                <a:cubicBezTo>
                  <a:pt x="313087" y="97384"/>
                  <a:pt x="303159" y="92949"/>
                  <a:pt x="294811" y="84079"/>
                </a:cubicBezTo>
                <a:cubicBezTo>
                  <a:pt x="286462" y="75207"/>
                  <a:pt x="282288" y="63661"/>
                  <a:pt x="282288" y="49441"/>
                </a:cubicBezTo>
                <a:cubicBezTo>
                  <a:pt x="282288" y="34621"/>
                  <a:pt x="286695" y="22677"/>
                  <a:pt x="295509" y="13607"/>
                </a:cubicBezTo>
                <a:cubicBezTo>
                  <a:pt x="304323" y="4536"/>
                  <a:pt x="315548" y="0"/>
                  <a:pt x="329185" y="0"/>
                </a:cubicBezTo>
                <a:cubicBezTo>
                  <a:pt x="344018" y="0"/>
                  <a:pt x="356191" y="5746"/>
                  <a:pt x="365704" y="17237"/>
                </a:cubicBezTo>
                <a:cubicBezTo>
                  <a:pt x="375216" y="28726"/>
                  <a:pt x="379972" y="47626"/>
                  <a:pt x="379972" y="73936"/>
                </a:cubicBezTo>
                <a:cubicBezTo>
                  <a:pt x="379972" y="100712"/>
                  <a:pt x="375016" y="120029"/>
                  <a:pt x="365105" y="131886"/>
                </a:cubicBezTo>
                <a:cubicBezTo>
                  <a:pt x="355194" y="143741"/>
                  <a:pt x="342289" y="149669"/>
                  <a:pt x="326391" y="149669"/>
                </a:cubicBezTo>
                <a:cubicBezTo>
                  <a:pt x="314949" y="149669"/>
                  <a:pt x="305703" y="146603"/>
                  <a:pt x="298652" y="140470"/>
                </a:cubicBezTo>
                <a:cubicBezTo>
                  <a:pt x="291601" y="134336"/>
                  <a:pt x="287078" y="125169"/>
                  <a:pt x="285082" y="112969"/>
                </a:cubicBezTo>
                <a:moveTo>
                  <a:pt x="348542" y="51779"/>
                </a:moveTo>
                <a:cubicBezTo>
                  <a:pt x="348542" y="42766"/>
                  <a:pt x="346463" y="35774"/>
                  <a:pt x="342305" y="30804"/>
                </a:cubicBezTo>
                <a:cubicBezTo>
                  <a:pt x="338148" y="25833"/>
                  <a:pt x="333342" y="23348"/>
                  <a:pt x="327887" y="23348"/>
                </a:cubicBezTo>
                <a:cubicBezTo>
                  <a:pt x="322699" y="23348"/>
                  <a:pt x="318392" y="25387"/>
                  <a:pt x="314966" y="29463"/>
                </a:cubicBezTo>
                <a:cubicBezTo>
                  <a:pt x="311540" y="33537"/>
                  <a:pt x="309827" y="40214"/>
                  <a:pt x="309827" y="49494"/>
                </a:cubicBezTo>
                <a:cubicBezTo>
                  <a:pt x="309827" y="58904"/>
                  <a:pt x="311690" y="65813"/>
                  <a:pt x="315415" y="70220"/>
                </a:cubicBezTo>
                <a:cubicBezTo>
                  <a:pt x="319140" y="74626"/>
                  <a:pt x="323796" y="76830"/>
                  <a:pt x="329384" y="76830"/>
                </a:cubicBezTo>
                <a:cubicBezTo>
                  <a:pt x="334772" y="76830"/>
                  <a:pt x="339312" y="74710"/>
                  <a:pt x="343004" y="70469"/>
                </a:cubicBezTo>
                <a:cubicBezTo>
                  <a:pt x="346696" y="66226"/>
                  <a:pt x="348542" y="59996"/>
                  <a:pt x="348542" y="51779"/>
                </a:cubicBezTo>
                <a:close/>
                <a:moveTo>
                  <a:pt x="492832" y="120733"/>
                </a:moveTo>
                <a:lnTo>
                  <a:pt x="492832" y="146875"/>
                </a:lnTo>
                <a:lnTo>
                  <a:pt x="394550" y="146875"/>
                </a:lnTo>
                <a:cubicBezTo>
                  <a:pt x="395614" y="137038"/>
                  <a:pt x="398807" y="127717"/>
                  <a:pt x="404128" y="118912"/>
                </a:cubicBezTo>
                <a:cubicBezTo>
                  <a:pt x="409450" y="110104"/>
                  <a:pt x="419960" y="98422"/>
                  <a:pt x="435659" y="83864"/>
                </a:cubicBezTo>
                <a:cubicBezTo>
                  <a:pt x="448297" y="72101"/>
                  <a:pt x="456047" y="64126"/>
                  <a:pt x="458907" y="59939"/>
                </a:cubicBezTo>
                <a:cubicBezTo>
                  <a:pt x="462765" y="54156"/>
                  <a:pt x="464694" y="48440"/>
                  <a:pt x="464694" y="42790"/>
                </a:cubicBezTo>
                <a:cubicBezTo>
                  <a:pt x="464694" y="36541"/>
                  <a:pt x="463015" y="31739"/>
                  <a:pt x="459656" y="28384"/>
                </a:cubicBezTo>
                <a:cubicBezTo>
                  <a:pt x="456296" y="25027"/>
                  <a:pt x="451657" y="23348"/>
                  <a:pt x="445736" y="23348"/>
                </a:cubicBezTo>
                <a:cubicBezTo>
                  <a:pt x="439883" y="23348"/>
                  <a:pt x="435226" y="25119"/>
                  <a:pt x="431767" y="28662"/>
                </a:cubicBezTo>
                <a:cubicBezTo>
                  <a:pt x="428308" y="32202"/>
                  <a:pt x="426313" y="38080"/>
                  <a:pt x="425781" y="46298"/>
                </a:cubicBezTo>
                <a:lnTo>
                  <a:pt x="397842" y="43491"/>
                </a:lnTo>
                <a:cubicBezTo>
                  <a:pt x="399505" y="27992"/>
                  <a:pt x="404727" y="16869"/>
                  <a:pt x="413508" y="10121"/>
                </a:cubicBezTo>
                <a:cubicBezTo>
                  <a:pt x="422288" y="3374"/>
                  <a:pt x="433264" y="0"/>
                  <a:pt x="446435" y="0"/>
                </a:cubicBezTo>
                <a:cubicBezTo>
                  <a:pt x="460869" y="0"/>
                  <a:pt x="472211" y="3888"/>
                  <a:pt x="480459" y="11665"/>
                </a:cubicBezTo>
                <a:cubicBezTo>
                  <a:pt x="488708" y="19441"/>
                  <a:pt x="492832" y="29112"/>
                  <a:pt x="492832" y="40676"/>
                </a:cubicBezTo>
                <a:cubicBezTo>
                  <a:pt x="492832" y="47257"/>
                  <a:pt x="491651" y="53522"/>
                  <a:pt x="489290" y="59471"/>
                </a:cubicBezTo>
                <a:cubicBezTo>
                  <a:pt x="486928" y="65419"/>
                  <a:pt x="483187" y="71649"/>
                  <a:pt x="478065" y="78161"/>
                </a:cubicBezTo>
                <a:cubicBezTo>
                  <a:pt x="474672" y="82483"/>
                  <a:pt x="468552" y="88698"/>
                  <a:pt x="459705" y="96808"/>
                </a:cubicBezTo>
                <a:cubicBezTo>
                  <a:pt x="450858" y="104915"/>
                  <a:pt x="445254" y="110297"/>
                  <a:pt x="442893" y="112956"/>
                </a:cubicBezTo>
                <a:cubicBezTo>
                  <a:pt x="440531" y="115615"/>
                  <a:pt x="438619" y="118207"/>
                  <a:pt x="437155" y="120733"/>
                </a:cubicBezTo>
                <a:lnTo>
                  <a:pt x="492832" y="1207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Images">
            <a:extLst xmlns:a="http://schemas.openxmlformats.org/drawingml/2006/main">
              <a:ext uri="{FF2B5EF4-FFF2-40B4-BE49-F238E27FC236}">
                <a16:creationId xmlns:a16="http://schemas.microsoft.com/office/drawing/2014/main" id="{21D07B49-6A98-4FC5-86BF-DFFBB524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03" y="1170863"/>
            <a:ext cx="382241" cy="106391"/>
          </a:xfrm>
          <a:custGeom xmlns:a="http://schemas.openxmlformats.org/drawingml/2006/main">
            <a:pathLst>
              <a:path w="382241" h="106391">
                <a:moveTo>
                  <a:pt x="0" y="82175"/>
                </a:moveTo>
                <a:lnTo>
                  <a:pt x="0" y="0"/>
                </a:lnTo>
                <a:lnTo>
                  <a:pt x="16592" y="0"/>
                </a:lnTo>
                <a:lnTo>
                  <a:pt x="16592" y="82175"/>
                </a:lnTo>
                <a:lnTo>
                  <a:pt x="0" y="82175"/>
                </a:lnTo>
                <a:close/>
                <a:moveTo>
                  <a:pt x="31106" y="22646"/>
                </a:moveTo>
                <a:lnTo>
                  <a:pt x="45624" y="22646"/>
                </a:lnTo>
                <a:lnTo>
                  <a:pt x="45624" y="30774"/>
                </a:lnTo>
                <a:cubicBezTo>
                  <a:pt x="50819" y="24458"/>
                  <a:pt x="57003" y="21301"/>
                  <a:pt x="64178" y="21301"/>
                </a:cubicBezTo>
                <a:cubicBezTo>
                  <a:pt x="67990" y="21301"/>
                  <a:pt x="71297" y="22089"/>
                  <a:pt x="74100" y="23665"/>
                </a:cubicBezTo>
                <a:cubicBezTo>
                  <a:pt x="76903" y="25242"/>
                  <a:pt x="79201" y="27626"/>
                  <a:pt x="80995" y="30818"/>
                </a:cubicBezTo>
                <a:cubicBezTo>
                  <a:pt x="83611" y="27626"/>
                  <a:pt x="86432" y="25242"/>
                  <a:pt x="89459" y="23665"/>
                </a:cubicBezTo>
                <a:cubicBezTo>
                  <a:pt x="92486" y="22089"/>
                  <a:pt x="95718" y="21301"/>
                  <a:pt x="99156" y="21301"/>
                </a:cubicBezTo>
                <a:cubicBezTo>
                  <a:pt x="103528" y="21301"/>
                  <a:pt x="107228" y="22188"/>
                  <a:pt x="110255" y="23963"/>
                </a:cubicBezTo>
                <a:cubicBezTo>
                  <a:pt x="113282" y="25738"/>
                  <a:pt x="115543" y="28345"/>
                  <a:pt x="117038" y="31783"/>
                </a:cubicBezTo>
                <a:cubicBezTo>
                  <a:pt x="118121" y="34324"/>
                  <a:pt x="118663" y="38435"/>
                  <a:pt x="118663" y="44115"/>
                </a:cubicBezTo>
                <a:lnTo>
                  <a:pt x="118663" y="82175"/>
                </a:lnTo>
                <a:lnTo>
                  <a:pt x="102912" y="82175"/>
                </a:lnTo>
                <a:lnTo>
                  <a:pt x="102912" y="48189"/>
                </a:lnTo>
                <a:cubicBezTo>
                  <a:pt x="102912" y="42292"/>
                  <a:pt x="102370" y="38485"/>
                  <a:pt x="101286" y="36768"/>
                </a:cubicBezTo>
                <a:cubicBezTo>
                  <a:pt x="99829" y="34528"/>
                  <a:pt x="97587" y="33408"/>
                  <a:pt x="94560" y="33408"/>
                </a:cubicBezTo>
                <a:cubicBezTo>
                  <a:pt x="92355" y="33408"/>
                  <a:pt x="90281" y="34080"/>
                  <a:pt x="88338" y="35425"/>
                </a:cubicBezTo>
                <a:cubicBezTo>
                  <a:pt x="86395" y="36767"/>
                  <a:pt x="84993" y="38736"/>
                  <a:pt x="84134" y="41331"/>
                </a:cubicBezTo>
                <a:cubicBezTo>
                  <a:pt x="83274" y="43925"/>
                  <a:pt x="82844" y="48022"/>
                  <a:pt x="82844" y="53621"/>
                </a:cubicBezTo>
                <a:lnTo>
                  <a:pt x="82844" y="82175"/>
                </a:lnTo>
                <a:lnTo>
                  <a:pt x="67093" y="82175"/>
                </a:lnTo>
                <a:lnTo>
                  <a:pt x="67093" y="49589"/>
                </a:lnTo>
                <a:cubicBezTo>
                  <a:pt x="67093" y="43803"/>
                  <a:pt x="66813" y="40071"/>
                  <a:pt x="66252" y="38392"/>
                </a:cubicBezTo>
                <a:cubicBezTo>
                  <a:pt x="65692" y="36711"/>
                  <a:pt x="64823" y="35461"/>
                  <a:pt x="63646" y="34640"/>
                </a:cubicBezTo>
                <a:cubicBezTo>
                  <a:pt x="62469" y="33819"/>
                  <a:pt x="60871" y="33408"/>
                  <a:pt x="58853" y="33408"/>
                </a:cubicBezTo>
                <a:cubicBezTo>
                  <a:pt x="56424" y="33408"/>
                  <a:pt x="54238" y="34062"/>
                  <a:pt x="52295" y="35368"/>
                </a:cubicBezTo>
                <a:cubicBezTo>
                  <a:pt x="50352" y="36674"/>
                  <a:pt x="48960" y="38559"/>
                  <a:pt x="48119" y="41023"/>
                </a:cubicBezTo>
                <a:cubicBezTo>
                  <a:pt x="47278" y="43487"/>
                  <a:pt x="46858" y="47574"/>
                  <a:pt x="46858" y="53285"/>
                </a:cubicBezTo>
                <a:lnTo>
                  <a:pt x="46858" y="82175"/>
                </a:lnTo>
                <a:lnTo>
                  <a:pt x="31106" y="82175"/>
                </a:lnTo>
                <a:lnTo>
                  <a:pt x="31106" y="22646"/>
                </a:lnTo>
                <a:close/>
                <a:moveTo>
                  <a:pt x="146134" y="41032"/>
                </a:moveTo>
                <a:lnTo>
                  <a:pt x="131840" y="38453"/>
                </a:lnTo>
                <a:cubicBezTo>
                  <a:pt x="133447" y="32622"/>
                  <a:pt x="136212" y="28306"/>
                  <a:pt x="140136" y="25505"/>
                </a:cubicBezTo>
                <a:cubicBezTo>
                  <a:pt x="144060" y="22702"/>
                  <a:pt x="149890" y="21301"/>
                  <a:pt x="157625" y="21301"/>
                </a:cubicBezTo>
                <a:cubicBezTo>
                  <a:pt x="164651" y="21301"/>
                  <a:pt x="169882" y="22132"/>
                  <a:pt x="173320" y="23795"/>
                </a:cubicBezTo>
                <a:cubicBezTo>
                  <a:pt x="176758" y="25458"/>
                  <a:pt x="179178" y="27569"/>
                  <a:pt x="180579" y="30129"/>
                </a:cubicBezTo>
                <a:cubicBezTo>
                  <a:pt x="181981" y="32689"/>
                  <a:pt x="182681" y="37388"/>
                  <a:pt x="182681" y="44227"/>
                </a:cubicBezTo>
                <a:lnTo>
                  <a:pt x="182513" y="62613"/>
                </a:lnTo>
                <a:cubicBezTo>
                  <a:pt x="182513" y="67844"/>
                  <a:pt x="182765" y="71703"/>
                  <a:pt x="183270" y="74188"/>
                </a:cubicBezTo>
                <a:cubicBezTo>
                  <a:pt x="183774" y="76673"/>
                  <a:pt x="184718" y="79335"/>
                  <a:pt x="186101" y="82175"/>
                </a:cubicBezTo>
                <a:lnTo>
                  <a:pt x="170518" y="82175"/>
                </a:lnTo>
                <a:cubicBezTo>
                  <a:pt x="170106" y="81129"/>
                  <a:pt x="169602" y="79578"/>
                  <a:pt x="169004" y="77523"/>
                </a:cubicBezTo>
                <a:cubicBezTo>
                  <a:pt x="168742" y="76589"/>
                  <a:pt x="168556" y="75972"/>
                  <a:pt x="168444" y="75673"/>
                </a:cubicBezTo>
                <a:cubicBezTo>
                  <a:pt x="165753" y="78289"/>
                  <a:pt x="162875" y="80251"/>
                  <a:pt x="159811" y="81559"/>
                </a:cubicBezTo>
                <a:cubicBezTo>
                  <a:pt x="156747" y="82867"/>
                  <a:pt x="153477" y="83521"/>
                  <a:pt x="150002" y="83521"/>
                </a:cubicBezTo>
                <a:cubicBezTo>
                  <a:pt x="143873" y="83521"/>
                  <a:pt x="139043" y="81865"/>
                  <a:pt x="135512" y="78553"/>
                </a:cubicBezTo>
                <a:cubicBezTo>
                  <a:pt x="131980" y="75241"/>
                  <a:pt x="130215" y="71055"/>
                  <a:pt x="130215" y="65993"/>
                </a:cubicBezTo>
                <a:cubicBezTo>
                  <a:pt x="130215" y="62644"/>
                  <a:pt x="131018" y="59658"/>
                  <a:pt x="132625" y="57035"/>
                </a:cubicBezTo>
                <a:cubicBezTo>
                  <a:pt x="134232" y="54411"/>
                  <a:pt x="136483" y="52401"/>
                  <a:pt x="139379" y="51006"/>
                </a:cubicBezTo>
                <a:cubicBezTo>
                  <a:pt x="142276" y="49610"/>
                  <a:pt x="146452" y="48392"/>
                  <a:pt x="151908" y="47350"/>
                </a:cubicBezTo>
                <a:cubicBezTo>
                  <a:pt x="159269" y="45973"/>
                  <a:pt x="164370" y="44689"/>
                  <a:pt x="167210" y="43498"/>
                </a:cubicBezTo>
                <a:lnTo>
                  <a:pt x="167210" y="41911"/>
                </a:lnTo>
                <a:cubicBezTo>
                  <a:pt x="167210" y="38850"/>
                  <a:pt x="166463" y="36668"/>
                  <a:pt x="164968" y="35365"/>
                </a:cubicBezTo>
                <a:cubicBezTo>
                  <a:pt x="163473" y="34061"/>
                  <a:pt x="160652" y="33408"/>
                  <a:pt x="156504" y="33408"/>
                </a:cubicBezTo>
                <a:cubicBezTo>
                  <a:pt x="153701" y="33408"/>
                  <a:pt x="151515" y="33972"/>
                  <a:pt x="149946" y="35100"/>
                </a:cubicBezTo>
                <a:cubicBezTo>
                  <a:pt x="148376" y="36227"/>
                  <a:pt x="147106" y="38204"/>
                  <a:pt x="146134" y="41032"/>
                </a:cubicBezTo>
                <a:moveTo>
                  <a:pt x="167210" y="53812"/>
                </a:moveTo>
                <a:cubicBezTo>
                  <a:pt x="165192" y="54477"/>
                  <a:pt x="161997" y="55271"/>
                  <a:pt x="157625" y="56194"/>
                </a:cubicBezTo>
                <a:cubicBezTo>
                  <a:pt x="153253" y="57117"/>
                  <a:pt x="150394" y="58021"/>
                  <a:pt x="149049" y="58908"/>
                </a:cubicBezTo>
                <a:cubicBezTo>
                  <a:pt x="146993" y="60348"/>
                  <a:pt x="145966" y="62175"/>
                  <a:pt x="145966" y="64391"/>
                </a:cubicBezTo>
                <a:cubicBezTo>
                  <a:pt x="145966" y="66570"/>
                  <a:pt x="146788" y="68453"/>
                  <a:pt x="148432" y="70041"/>
                </a:cubicBezTo>
                <a:cubicBezTo>
                  <a:pt x="150076" y="71629"/>
                  <a:pt x="152169" y="72422"/>
                  <a:pt x="154710" y="72422"/>
                </a:cubicBezTo>
                <a:cubicBezTo>
                  <a:pt x="157550" y="72422"/>
                  <a:pt x="160260" y="71499"/>
                  <a:pt x="162838" y="69653"/>
                </a:cubicBezTo>
                <a:cubicBezTo>
                  <a:pt x="164744" y="68250"/>
                  <a:pt x="165996" y="66533"/>
                  <a:pt x="166594" y="64501"/>
                </a:cubicBezTo>
                <a:cubicBezTo>
                  <a:pt x="167005" y="63172"/>
                  <a:pt x="167210" y="60643"/>
                  <a:pt x="167210" y="56914"/>
                </a:cubicBezTo>
                <a:lnTo>
                  <a:pt x="167210" y="53812"/>
                </a:lnTo>
                <a:close/>
                <a:moveTo>
                  <a:pt x="196757" y="85987"/>
                </a:moveTo>
                <a:lnTo>
                  <a:pt x="214750" y="88229"/>
                </a:lnTo>
                <a:cubicBezTo>
                  <a:pt x="215049" y="90342"/>
                  <a:pt x="215740" y="91794"/>
                  <a:pt x="216824" y="92586"/>
                </a:cubicBezTo>
                <a:cubicBezTo>
                  <a:pt x="218319" y="93717"/>
                  <a:pt x="220673" y="94283"/>
                  <a:pt x="223887" y="94283"/>
                </a:cubicBezTo>
                <a:cubicBezTo>
                  <a:pt x="227997" y="94283"/>
                  <a:pt x="231080" y="93662"/>
                  <a:pt x="233136" y="92419"/>
                </a:cubicBezTo>
                <a:cubicBezTo>
                  <a:pt x="234518" y="91591"/>
                  <a:pt x="235565" y="90255"/>
                  <a:pt x="236275" y="88412"/>
                </a:cubicBezTo>
                <a:cubicBezTo>
                  <a:pt x="236761" y="87094"/>
                  <a:pt x="237004" y="84667"/>
                  <a:pt x="237004" y="81130"/>
                </a:cubicBezTo>
                <a:lnTo>
                  <a:pt x="237004" y="72378"/>
                </a:lnTo>
                <a:cubicBezTo>
                  <a:pt x="232295" y="78910"/>
                  <a:pt x="226353" y="82175"/>
                  <a:pt x="219178" y="82175"/>
                </a:cubicBezTo>
                <a:cubicBezTo>
                  <a:pt x="211181" y="82175"/>
                  <a:pt x="204847" y="78794"/>
                  <a:pt x="200176" y="72030"/>
                </a:cubicBezTo>
                <a:cubicBezTo>
                  <a:pt x="196514" y="66686"/>
                  <a:pt x="194683" y="60034"/>
                  <a:pt x="194683" y="52074"/>
                </a:cubicBezTo>
                <a:cubicBezTo>
                  <a:pt x="194683" y="42097"/>
                  <a:pt x="197084" y="34473"/>
                  <a:pt x="201886" y="29204"/>
                </a:cubicBezTo>
                <a:cubicBezTo>
                  <a:pt x="206688" y="23935"/>
                  <a:pt x="212657" y="21301"/>
                  <a:pt x="219795" y="21301"/>
                </a:cubicBezTo>
                <a:cubicBezTo>
                  <a:pt x="227157" y="21301"/>
                  <a:pt x="233229" y="24548"/>
                  <a:pt x="238012" y="31044"/>
                </a:cubicBezTo>
                <a:lnTo>
                  <a:pt x="238012" y="22646"/>
                </a:lnTo>
                <a:lnTo>
                  <a:pt x="252755" y="22646"/>
                </a:lnTo>
                <a:lnTo>
                  <a:pt x="252755" y="76101"/>
                </a:lnTo>
                <a:cubicBezTo>
                  <a:pt x="252755" y="83131"/>
                  <a:pt x="252176" y="88385"/>
                  <a:pt x="251017" y="91862"/>
                </a:cubicBezTo>
                <a:cubicBezTo>
                  <a:pt x="249859" y="95340"/>
                  <a:pt x="248233" y="98070"/>
                  <a:pt x="246140" y="100052"/>
                </a:cubicBezTo>
                <a:cubicBezTo>
                  <a:pt x="244048" y="102034"/>
                  <a:pt x="241254" y="103586"/>
                  <a:pt x="237760" y="104708"/>
                </a:cubicBezTo>
                <a:cubicBezTo>
                  <a:pt x="234266" y="105830"/>
                  <a:pt x="229847" y="106391"/>
                  <a:pt x="224503" y="106391"/>
                </a:cubicBezTo>
                <a:cubicBezTo>
                  <a:pt x="214414" y="106391"/>
                  <a:pt x="207257" y="104648"/>
                  <a:pt x="203035" y="101162"/>
                </a:cubicBezTo>
                <a:cubicBezTo>
                  <a:pt x="198812" y="97677"/>
                  <a:pt x="196701" y="93260"/>
                  <a:pt x="196701" y="87909"/>
                </a:cubicBezTo>
                <a:cubicBezTo>
                  <a:pt x="196701" y="87381"/>
                  <a:pt x="196719" y="86740"/>
                  <a:pt x="196757" y="85987"/>
                </a:cubicBezTo>
                <a:moveTo>
                  <a:pt x="210826" y="51177"/>
                </a:moveTo>
                <a:cubicBezTo>
                  <a:pt x="210826" y="57474"/>
                  <a:pt x="212050" y="62085"/>
                  <a:pt x="214498" y="65009"/>
                </a:cubicBezTo>
                <a:cubicBezTo>
                  <a:pt x="216945" y="67933"/>
                  <a:pt x="219963" y="69395"/>
                  <a:pt x="223550" y="69395"/>
                </a:cubicBezTo>
                <a:cubicBezTo>
                  <a:pt x="227400" y="69395"/>
                  <a:pt x="230651" y="67896"/>
                  <a:pt x="233304" y="64897"/>
                </a:cubicBezTo>
                <a:cubicBezTo>
                  <a:pt x="235957" y="61898"/>
                  <a:pt x="237284" y="57456"/>
                  <a:pt x="237284" y="51570"/>
                </a:cubicBezTo>
                <a:cubicBezTo>
                  <a:pt x="237284" y="45423"/>
                  <a:pt x="236013" y="40859"/>
                  <a:pt x="233472" y="37879"/>
                </a:cubicBezTo>
                <a:cubicBezTo>
                  <a:pt x="230931" y="34898"/>
                  <a:pt x="227717" y="33408"/>
                  <a:pt x="223831" y="33408"/>
                </a:cubicBezTo>
                <a:cubicBezTo>
                  <a:pt x="220056" y="33408"/>
                  <a:pt x="216945" y="34870"/>
                  <a:pt x="214498" y="37795"/>
                </a:cubicBezTo>
                <a:cubicBezTo>
                  <a:pt x="212050" y="40719"/>
                  <a:pt x="210826" y="45180"/>
                  <a:pt x="210826" y="51177"/>
                </a:cubicBezTo>
                <a:close/>
                <a:moveTo>
                  <a:pt x="302807" y="63229"/>
                </a:moveTo>
                <a:lnTo>
                  <a:pt x="318502" y="65920"/>
                </a:lnTo>
                <a:cubicBezTo>
                  <a:pt x="316484" y="71656"/>
                  <a:pt x="313298" y="76024"/>
                  <a:pt x="308945" y="79022"/>
                </a:cubicBezTo>
                <a:cubicBezTo>
                  <a:pt x="304591" y="82021"/>
                  <a:pt x="299144" y="83521"/>
                  <a:pt x="292605" y="83521"/>
                </a:cubicBezTo>
                <a:cubicBezTo>
                  <a:pt x="282253" y="83521"/>
                  <a:pt x="274593" y="80139"/>
                  <a:pt x="269623" y="73375"/>
                </a:cubicBezTo>
                <a:cubicBezTo>
                  <a:pt x="265699" y="67956"/>
                  <a:pt x="263737" y="61118"/>
                  <a:pt x="263737" y="52859"/>
                </a:cubicBezTo>
                <a:cubicBezTo>
                  <a:pt x="263737" y="42994"/>
                  <a:pt x="266315" y="35267"/>
                  <a:pt x="271472" y="29681"/>
                </a:cubicBezTo>
                <a:cubicBezTo>
                  <a:pt x="276629" y="24094"/>
                  <a:pt x="283150" y="21301"/>
                  <a:pt x="291035" y="21301"/>
                </a:cubicBezTo>
                <a:cubicBezTo>
                  <a:pt x="299892" y="21301"/>
                  <a:pt x="306880" y="24225"/>
                  <a:pt x="312000" y="30073"/>
                </a:cubicBezTo>
                <a:cubicBezTo>
                  <a:pt x="317119" y="35921"/>
                  <a:pt x="319567" y="44881"/>
                  <a:pt x="319343" y="56951"/>
                </a:cubicBezTo>
                <a:lnTo>
                  <a:pt x="279880" y="56951"/>
                </a:lnTo>
                <a:cubicBezTo>
                  <a:pt x="279993" y="61622"/>
                  <a:pt x="281263" y="65256"/>
                  <a:pt x="283692" y="67854"/>
                </a:cubicBezTo>
                <a:cubicBezTo>
                  <a:pt x="286121" y="70451"/>
                  <a:pt x="289148" y="71749"/>
                  <a:pt x="292773" y="71749"/>
                </a:cubicBezTo>
                <a:cubicBezTo>
                  <a:pt x="295239" y="71749"/>
                  <a:pt x="297313" y="71077"/>
                  <a:pt x="298995" y="69731"/>
                </a:cubicBezTo>
                <a:cubicBezTo>
                  <a:pt x="300677" y="68386"/>
                  <a:pt x="301947" y="66219"/>
                  <a:pt x="302807" y="63229"/>
                </a:cubicBezTo>
                <a:moveTo>
                  <a:pt x="303704" y="47310"/>
                </a:moveTo>
                <a:cubicBezTo>
                  <a:pt x="303591" y="42769"/>
                  <a:pt x="302414" y="39317"/>
                  <a:pt x="300172" y="36954"/>
                </a:cubicBezTo>
                <a:cubicBezTo>
                  <a:pt x="297930" y="34590"/>
                  <a:pt x="295202" y="33408"/>
                  <a:pt x="291988" y="33408"/>
                </a:cubicBezTo>
                <a:cubicBezTo>
                  <a:pt x="288550" y="33408"/>
                  <a:pt x="285710" y="34655"/>
                  <a:pt x="283468" y="37148"/>
                </a:cubicBezTo>
                <a:cubicBezTo>
                  <a:pt x="281226" y="39643"/>
                  <a:pt x="280123" y="43030"/>
                  <a:pt x="280161" y="47310"/>
                </a:cubicBezTo>
                <a:lnTo>
                  <a:pt x="303704" y="47310"/>
                </a:lnTo>
                <a:close/>
                <a:moveTo>
                  <a:pt x="326635" y="65247"/>
                </a:moveTo>
                <a:lnTo>
                  <a:pt x="342442" y="62781"/>
                </a:lnTo>
                <a:cubicBezTo>
                  <a:pt x="343115" y="65826"/>
                  <a:pt x="344479" y="68139"/>
                  <a:pt x="346534" y="69717"/>
                </a:cubicBezTo>
                <a:cubicBezTo>
                  <a:pt x="348590" y="71296"/>
                  <a:pt x="351467" y="72086"/>
                  <a:pt x="355167" y="72086"/>
                </a:cubicBezTo>
                <a:cubicBezTo>
                  <a:pt x="359240" y="72086"/>
                  <a:pt x="362304" y="71339"/>
                  <a:pt x="364360" y="69847"/>
                </a:cubicBezTo>
                <a:cubicBezTo>
                  <a:pt x="365742" y="68802"/>
                  <a:pt x="366434" y="67402"/>
                  <a:pt x="366434" y="65648"/>
                </a:cubicBezTo>
                <a:cubicBezTo>
                  <a:pt x="366434" y="64454"/>
                  <a:pt x="366060" y="63464"/>
                  <a:pt x="365312" y="62681"/>
                </a:cubicBezTo>
                <a:cubicBezTo>
                  <a:pt x="364528" y="61935"/>
                  <a:pt x="362771" y="61244"/>
                  <a:pt x="360043" y="60610"/>
                </a:cubicBezTo>
                <a:cubicBezTo>
                  <a:pt x="347338" y="57812"/>
                  <a:pt x="339285" y="55256"/>
                  <a:pt x="335884" y="52941"/>
                </a:cubicBezTo>
                <a:cubicBezTo>
                  <a:pt x="331175" y="49730"/>
                  <a:pt x="328821" y="45268"/>
                  <a:pt x="328821" y="39557"/>
                </a:cubicBezTo>
                <a:cubicBezTo>
                  <a:pt x="328821" y="34404"/>
                  <a:pt x="330858" y="30074"/>
                  <a:pt x="334931" y="26564"/>
                </a:cubicBezTo>
                <a:cubicBezTo>
                  <a:pt x="339004" y="23055"/>
                  <a:pt x="345320" y="21301"/>
                  <a:pt x="353877" y="21301"/>
                </a:cubicBezTo>
                <a:cubicBezTo>
                  <a:pt x="362024" y="21301"/>
                  <a:pt x="368078" y="22623"/>
                  <a:pt x="372039" y="25266"/>
                </a:cubicBezTo>
                <a:cubicBezTo>
                  <a:pt x="376000" y="27910"/>
                  <a:pt x="378728" y="31820"/>
                  <a:pt x="380223" y="36996"/>
                </a:cubicBezTo>
                <a:lnTo>
                  <a:pt x="365369" y="39798"/>
                </a:lnTo>
                <a:cubicBezTo>
                  <a:pt x="364733" y="37482"/>
                  <a:pt x="363528" y="35707"/>
                  <a:pt x="361753" y="34473"/>
                </a:cubicBezTo>
                <a:cubicBezTo>
                  <a:pt x="359978" y="33240"/>
                  <a:pt x="357446" y="32624"/>
                  <a:pt x="354158" y="32624"/>
                </a:cubicBezTo>
                <a:cubicBezTo>
                  <a:pt x="350010" y="32624"/>
                  <a:pt x="347039" y="33202"/>
                  <a:pt x="345245" y="34359"/>
                </a:cubicBezTo>
                <a:cubicBezTo>
                  <a:pt x="344049" y="35179"/>
                  <a:pt x="343451" y="36243"/>
                  <a:pt x="343451" y="37549"/>
                </a:cubicBezTo>
                <a:cubicBezTo>
                  <a:pt x="343451" y="38668"/>
                  <a:pt x="343975" y="39619"/>
                  <a:pt x="345021" y="40403"/>
                </a:cubicBezTo>
                <a:cubicBezTo>
                  <a:pt x="346441" y="41448"/>
                  <a:pt x="351346" y="42922"/>
                  <a:pt x="359735" y="44826"/>
                </a:cubicBezTo>
                <a:cubicBezTo>
                  <a:pt x="368125" y="46729"/>
                  <a:pt x="373982" y="49064"/>
                  <a:pt x="377308" y="51831"/>
                </a:cubicBezTo>
                <a:cubicBezTo>
                  <a:pt x="380597" y="54636"/>
                  <a:pt x="382241" y="58543"/>
                  <a:pt x="382241" y="63553"/>
                </a:cubicBezTo>
                <a:cubicBezTo>
                  <a:pt x="382241" y="69013"/>
                  <a:pt x="379961" y="73705"/>
                  <a:pt x="375402" y="77632"/>
                </a:cubicBezTo>
                <a:cubicBezTo>
                  <a:pt x="370843" y="81558"/>
                  <a:pt x="364098" y="83521"/>
                  <a:pt x="355167" y="83521"/>
                </a:cubicBezTo>
                <a:cubicBezTo>
                  <a:pt x="347058" y="83521"/>
                  <a:pt x="340639" y="81882"/>
                  <a:pt x="335912" y="78604"/>
                </a:cubicBezTo>
                <a:cubicBezTo>
                  <a:pt x="331185" y="75325"/>
                  <a:pt x="328092" y="70872"/>
                  <a:pt x="326635" y="6524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7F841-C741-4748-A324-55493595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5" y="857521"/>
            <a:ext cx="1201789" cy="505616"/>
          </a:xfrm>
          <a:custGeom xmlns:a="http://schemas.openxmlformats.org/drawingml/2006/main">
            <a:pathLst>
              <a:path w="1201789" h="505616">
                <a:moveTo>
                  <a:pt x="1201789" y="107586"/>
                </a:moveTo>
                <a:lnTo>
                  <a:pt x="1201789" y="398030"/>
                </a:lnTo>
                <a:cubicBezTo>
                  <a:pt x="1201789" y="457398"/>
                  <a:pt x="1153583" y="505616"/>
                  <a:pt x="1094206" y="505616"/>
                </a:cubicBezTo>
                <a:lnTo>
                  <a:pt x="107584" y="505616"/>
                </a:lnTo>
                <a:cubicBezTo>
                  <a:pt x="48207" y="505616"/>
                  <a:pt x="0" y="457398"/>
                  <a:pt x="0" y="398030"/>
                </a:cubicBezTo>
                <a:lnTo>
                  <a:pt x="0" y="107586"/>
                </a:lnTo>
                <a:cubicBezTo>
                  <a:pt x="0" y="48201"/>
                  <a:pt x="48207" y="0"/>
                  <a:pt x="107584" y="0"/>
                </a:cubicBezTo>
                <a:lnTo>
                  <a:pt x="1094206" y="0"/>
                </a:lnTo>
                <a:cubicBezTo>
                  <a:pt x="1153583" y="0"/>
                  <a:pt x="1201789" y="48201"/>
                  <a:pt x="1201789" y="107586"/>
                </a:cubicBez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�">
            <a:extLst xmlns:a="http://schemas.openxmlformats.org/drawingml/2006/main">
              <a:ext uri="{FF2B5EF4-FFF2-40B4-BE49-F238E27FC236}">
                <a16:creationId xmlns:a16="http://schemas.microsoft.com/office/drawing/2014/main" id="{E8D6750F-DCAF-497C-94A3-390B6C5A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92" y="966358"/>
            <a:ext cx="277827" cy="277827"/>
          </a:xfrm>
          <a:custGeom xmlns:a="http://schemas.openxmlformats.org/drawingml/2006/main">
            <a:pathLst>
              <a:path w="277827" h="277827">
                <a:moveTo>
                  <a:pt x="0" y="173642"/>
                </a:moveTo>
                <a:lnTo>
                  <a:pt x="0" y="52093"/>
                </a:lnTo>
                <a:cubicBezTo>
                  <a:pt x="0" y="23333"/>
                  <a:pt x="23333" y="0"/>
                  <a:pt x="52093" y="0"/>
                </a:cubicBezTo>
                <a:lnTo>
                  <a:pt x="225734" y="0"/>
                </a:lnTo>
                <a:cubicBezTo>
                  <a:pt x="254494" y="0"/>
                  <a:pt x="277827" y="23333"/>
                  <a:pt x="277827" y="52093"/>
                </a:cubicBezTo>
                <a:lnTo>
                  <a:pt x="277827" y="173642"/>
                </a:lnTo>
                <a:cubicBezTo>
                  <a:pt x="277827" y="202401"/>
                  <a:pt x="254494" y="225734"/>
                  <a:pt x="225734" y="225734"/>
                </a:cubicBezTo>
                <a:lnTo>
                  <a:pt x="160619" y="225734"/>
                </a:lnTo>
                <a:cubicBezTo>
                  <a:pt x="157905" y="225734"/>
                  <a:pt x="155192" y="226819"/>
                  <a:pt x="153022" y="228447"/>
                </a:cubicBezTo>
                <a:lnTo>
                  <a:pt x="90077" y="275114"/>
                </a:lnTo>
                <a:cubicBezTo>
                  <a:pt x="87906" y="276741"/>
                  <a:pt x="85193" y="277827"/>
                  <a:pt x="82480" y="277827"/>
                </a:cubicBezTo>
                <a:cubicBezTo>
                  <a:pt x="75426" y="277827"/>
                  <a:pt x="69457" y="271858"/>
                  <a:pt x="69457" y="264804"/>
                </a:cubicBezTo>
                <a:lnTo>
                  <a:pt x="69457" y="225734"/>
                </a:lnTo>
                <a:lnTo>
                  <a:pt x="52093" y="225734"/>
                </a:lnTo>
                <a:cubicBezTo>
                  <a:pt x="23333" y="225734"/>
                  <a:pt x="0" y="202401"/>
                  <a:pt x="0" y="1736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25,000">
            <a:extLst xmlns:a="http://schemas.openxmlformats.org/drawingml/2006/main">
              <a:ext uri="{FF2B5EF4-FFF2-40B4-BE49-F238E27FC236}">
                <a16:creationId xmlns:a16="http://schemas.microsoft.com/office/drawing/2014/main" id="{E38EBEF7-1F1C-4245-86FE-2FC77390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46" y="956114"/>
            <a:ext cx="609882" cy="179602"/>
          </a:xfrm>
          <a:custGeom xmlns:a="http://schemas.openxmlformats.org/drawingml/2006/main">
            <a:pathLst>
              <a:path w="609882" h="179602">
                <a:moveTo>
                  <a:pt x="98282" y="120733"/>
                </a:moveTo>
                <a:lnTo>
                  <a:pt x="98282" y="146875"/>
                </a:lnTo>
                <a:lnTo>
                  <a:pt x="0" y="146875"/>
                </a:lnTo>
                <a:cubicBezTo>
                  <a:pt x="1064" y="137038"/>
                  <a:pt x="4257" y="127717"/>
                  <a:pt x="9579" y="118912"/>
                </a:cubicBezTo>
                <a:cubicBezTo>
                  <a:pt x="14900" y="110104"/>
                  <a:pt x="25410" y="98422"/>
                  <a:pt x="41109" y="83864"/>
                </a:cubicBezTo>
                <a:cubicBezTo>
                  <a:pt x="53748" y="72101"/>
                  <a:pt x="61497" y="64126"/>
                  <a:pt x="64358" y="59939"/>
                </a:cubicBezTo>
                <a:cubicBezTo>
                  <a:pt x="68216" y="54156"/>
                  <a:pt x="70145" y="48440"/>
                  <a:pt x="70145" y="42790"/>
                </a:cubicBezTo>
                <a:cubicBezTo>
                  <a:pt x="70145" y="36541"/>
                  <a:pt x="68465" y="31739"/>
                  <a:pt x="65106" y="28384"/>
                </a:cubicBezTo>
                <a:cubicBezTo>
                  <a:pt x="61747" y="25027"/>
                  <a:pt x="57107" y="23348"/>
                  <a:pt x="51187" y="23348"/>
                </a:cubicBezTo>
                <a:cubicBezTo>
                  <a:pt x="45333" y="23348"/>
                  <a:pt x="40677" y="25119"/>
                  <a:pt x="37218" y="28662"/>
                </a:cubicBezTo>
                <a:cubicBezTo>
                  <a:pt x="33759" y="32202"/>
                  <a:pt x="31763" y="38080"/>
                  <a:pt x="31231" y="46298"/>
                </a:cubicBezTo>
                <a:lnTo>
                  <a:pt x="3293" y="43491"/>
                </a:lnTo>
                <a:cubicBezTo>
                  <a:pt x="4956" y="27992"/>
                  <a:pt x="10177" y="16869"/>
                  <a:pt x="18958" y="10121"/>
                </a:cubicBezTo>
                <a:cubicBezTo>
                  <a:pt x="27739" y="3374"/>
                  <a:pt x="38714" y="0"/>
                  <a:pt x="51885" y="0"/>
                </a:cubicBezTo>
                <a:cubicBezTo>
                  <a:pt x="66320" y="0"/>
                  <a:pt x="77661" y="3888"/>
                  <a:pt x="85910" y="11665"/>
                </a:cubicBezTo>
                <a:cubicBezTo>
                  <a:pt x="94158" y="19441"/>
                  <a:pt x="98282" y="29112"/>
                  <a:pt x="98282" y="40676"/>
                </a:cubicBezTo>
                <a:cubicBezTo>
                  <a:pt x="98282" y="47257"/>
                  <a:pt x="97102" y="53522"/>
                  <a:pt x="94740" y="59471"/>
                </a:cubicBezTo>
                <a:cubicBezTo>
                  <a:pt x="92379" y="65419"/>
                  <a:pt x="88637" y="71649"/>
                  <a:pt x="83515" y="78161"/>
                </a:cubicBezTo>
                <a:cubicBezTo>
                  <a:pt x="80123" y="82483"/>
                  <a:pt x="74003" y="88698"/>
                  <a:pt x="65156" y="96808"/>
                </a:cubicBezTo>
                <a:cubicBezTo>
                  <a:pt x="56309" y="104915"/>
                  <a:pt x="50704" y="110297"/>
                  <a:pt x="48343" y="112956"/>
                </a:cubicBezTo>
                <a:cubicBezTo>
                  <a:pt x="45982" y="115615"/>
                  <a:pt x="44069" y="118207"/>
                  <a:pt x="42606" y="120733"/>
                </a:cubicBezTo>
                <a:lnTo>
                  <a:pt x="98282" y="120733"/>
                </a:lnTo>
                <a:close/>
                <a:moveTo>
                  <a:pt x="117649" y="109258"/>
                </a:moveTo>
                <a:lnTo>
                  <a:pt x="145587" y="106365"/>
                </a:lnTo>
                <a:cubicBezTo>
                  <a:pt x="146386" y="112684"/>
                  <a:pt x="148747" y="117689"/>
                  <a:pt x="152672" y="121381"/>
                </a:cubicBezTo>
                <a:cubicBezTo>
                  <a:pt x="156596" y="125073"/>
                  <a:pt x="161120" y="126919"/>
                  <a:pt x="166242" y="126919"/>
                </a:cubicBezTo>
                <a:cubicBezTo>
                  <a:pt x="172095" y="126919"/>
                  <a:pt x="177051" y="124537"/>
                  <a:pt x="181109" y="119772"/>
                </a:cubicBezTo>
                <a:cubicBezTo>
                  <a:pt x="185167" y="115008"/>
                  <a:pt x="187195" y="107828"/>
                  <a:pt x="187195" y="98233"/>
                </a:cubicBezTo>
                <a:cubicBezTo>
                  <a:pt x="187195" y="89236"/>
                  <a:pt x="185183" y="82488"/>
                  <a:pt x="181159" y="77990"/>
                </a:cubicBezTo>
                <a:cubicBezTo>
                  <a:pt x="177134" y="73491"/>
                  <a:pt x="171896" y="71242"/>
                  <a:pt x="165444" y="71242"/>
                </a:cubicBezTo>
                <a:cubicBezTo>
                  <a:pt x="157395" y="71242"/>
                  <a:pt x="150177" y="74834"/>
                  <a:pt x="143791" y="82018"/>
                </a:cubicBezTo>
                <a:lnTo>
                  <a:pt x="121042" y="78695"/>
                </a:lnTo>
                <a:lnTo>
                  <a:pt x="135410" y="2395"/>
                </a:lnTo>
                <a:lnTo>
                  <a:pt x="209546" y="2395"/>
                </a:lnTo>
                <a:lnTo>
                  <a:pt x="209546" y="28736"/>
                </a:lnTo>
                <a:lnTo>
                  <a:pt x="156663" y="28736"/>
                </a:lnTo>
                <a:lnTo>
                  <a:pt x="152273" y="53566"/>
                </a:lnTo>
                <a:cubicBezTo>
                  <a:pt x="158526" y="50450"/>
                  <a:pt x="164911" y="48892"/>
                  <a:pt x="171430" y="48892"/>
                </a:cubicBezTo>
                <a:cubicBezTo>
                  <a:pt x="183869" y="48892"/>
                  <a:pt x="194413" y="53424"/>
                  <a:pt x="203060" y="62490"/>
                </a:cubicBezTo>
                <a:cubicBezTo>
                  <a:pt x="211708" y="71553"/>
                  <a:pt x="216032" y="83317"/>
                  <a:pt x="216032" y="97780"/>
                </a:cubicBezTo>
                <a:cubicBezTo>
                  <a:pt x="216032" y="109845"/>
                  <a:pt x="212539" y="120610"/>
                  <a:pt x="205555" y="130075"/>
                </a:cubicBezTo>
                <a:cubicBezTo>
                  <a:pt x="196042" y="143004"/>
                  <a:pt x="182838" y="149469"/>
                  <a:pt x="165942" y="149469"/>
                </a:cubicBezTo>
                <a:cubicBezTo>
                  <a:pt x="152439" y="149469"/>
                  <a:pt x="141430" y="145835"/>
                  <a:pt x="132916" y="138568"/>
                </a:cubicBezTo>
                <a:cubicBezTo>
                  <a:pt x="124401" y="131299"/>
                  <a:pt x="119312" y="121529"/>
                  <a:pt x="117649" y="109258"/>
                </a:cubicBezTo>
                <a:close/>
                <a:moveTo>
                  <a:pt x="236197" y="118737"/>
                </a:moveTo>
                <a:lnTo>
                  <a:pt x="264235" y="118737"/>
                </a:lnTo>
                <a:lnTo>
                  <a:pt x="264235" y="138858"/>
                </a:lnTo>
                <a:cubicBezTo>
                  <a:pt x="264235" y="147001"/>
                  <a:pt x="263536" y="153424"/>
                  <a:pt x="262139" y="158128"/>
                </a:cubicBezTo>
                <a:cubicBezTo>
                  <a:pt x="260742" y="162834"/>
                  <a:pt x="258098" y="167056"/>
                  <a:pt x="254207" y="170794"/>
                </a:cubicBezTo>
                <a:cubicBezTo>
                  <a:pt x="250315" y="174531"/>
                  <a:pt x="245376" y="177468"/>
                  <a:pt x="239390" y="179602"/>
                </a:cubicBezTo>
                <a:lnTo>
                  <a:pt x="233902" y="168028"/>
                </a:lnTo>
                <a:cubicBezTo>
                  <a:pt x="239556" y="166157"/>
                  <a:pt x="243580" y="163584"/>
                  <a:pt x="245975" y="160308"/>
                </a:cubicBezTo>
                <a:cubicBezTo>
                  <a:pt x="248370" y="157034"/>
                  <a:pt x="249634" y="152556"/>
                  <a:pt x="249767" y="146875"/>
                </a:cubicBezTo>
                <a:lnTo>
                  <a:pt x="236197" y="146875"/>
                </a:lnTo>
                <a:lnTo>
                  <a:pt x="236197" y="118737"/>
                </a:lnTo>
                <a:close/>
                <a:moveTo>
                  <a:pt x="335071" y="0"/>
                </a:moveTo>
                <a:cubicBezTo>
                  <a:pt x="349240" y="0"/>
                  <a:pt x="360315" y="5059"/>
                  <a:pt x="368298" y="15176"/>
                </a:cubicBezTo>
                <a:cubicBezTo>
                  <a:pt x="377810" y="27158"/>
                  <a:pt x="382566" y="47027"/>
                  <a:pt x="382566" y="74784"/>
                </a:cubicBezTo>
                <a:cubicBezTo>
                  <a:pt x="382566" y="102475"/>
                  <a:pt x="377777" y="122378"/>
                  <a:pt x="368198" y="134493"/>
                </a:cubicBezTo>
                <a:cubicBezTo>
                  <a:pt x="360282" y="144477"/>
                  <a:pt x="349240" y="149469"/>
                  <a:pt x="335071" y="149469"/>
                </a:cubicBezTo>
                <a:cubicBezTo>
                  <a:pt x="320836" y="149469"/>
                  <a:pt x="309361" y="143995"/>
                  <a:pt x="300647" y="133046"/>
                </a:cubicBezTo>
                <a:cubicBezTo>
                  <a:pt x="291933" y="122095"/>
                  <a:pt x="287576" y="102575"/>
                  <a:pt x="287576" y="74485"/>
                </a:cubicBezTo>
                <a:cubicBezTo>
                  <a:pt x="287576" y="46927"/>
                  <a:pt x="292366" y="27091"/>
                  <a:pt x="301945" y="14976"/>
                </a:cubicBezTo>
                <a:cubicBezTo>
                  <a:pt x="309860" y="4992"/>
                  <a:pt x="320903" y="0"/>
                  <a:pt x="335071" y="0"/>
                </a:cubicBezTo>
                <a:moveTo>
                  <a:pt x="335071" y="23348"/>
                </a:moveTo>
                <a:cubicBezTo>
                  <a:pt x="331679" y="23348"/>
                  <a:pt x="328652" y="24428"/>
                  <a:pt x="325991" y="26588"/>
                </a:cubicBezTo>
                <a:cubicBezTo>
                  <a:pt x="323331" y="28748"/>
                  <a:pt x="321268" y="32618"/>
                  <a:pt x="319805" y="38200"/>
                </a:cubicBezTo>
                <a:cubicBezTo>
                  <a:pt x="317876" y="45444"/>
                  <a:pt x="316911" y="57639"/>
                  <a:pt x="316911" y="74784"/>
                </a:cubicBezTo>
                <a:cubicBezTo>
                  <a:pt x="316911" y="91930"/>
                  <a:pt x="317776" y="103709"/>
                  <a:pt x="319506" y="110122"/>
                </a:cubicBezTo>
                <a:cubicBezTo>
                  <a:pt x="321235" y="116535"/>
                  <a:pt x="323414" y="120804"/>
                  <a:pt x="326041" y="122931"/>
                </a:cubicBezTo>
                <a:cubicBezTo>
                  <a:pt x="328669" y="125058"/>
                  <a:pt x="331679" y="126121"/>
                  <a:pt x="335071" y="126121"/>
                </a:cubicBezTo>
                <a:cubicBezTo>
                  <a:pt x="338464" y="126121"/>
                  <a:pt x="341490" y="125041"/>
                  <a:pt x="344151" y="122881"/>
                </a:cubicBezTo>
                <a:cubicBezTo>
                  <a:pt x="346812" y="120721"/>
                  <a:pt x="348874" y="116851"/>
                  <a:pt x="350337" y="111269"/>
                </a:cubicBezTo>
                <a:cubicBezTo>
                  <a:pt x="352266" y="104091"/>
                  <a:pt x="353231" y="91930"/>
                  <a:pt x="353231" y="74784"/>
                </a:cubicBezTo>
                <a:cubicBezTo>
                  <a:pt x="353231" y="57639"/>
                  <a:pt x="352366" y="45860"/>
                  <a:pt x="350637" y="39447"/>
                </a:cubicBezTo>
                <a:cubicBezTo>
                  <a:pt x="348907" y="33034"/>
                  <a:pt x="346729" y="28748"/>
                  <a:pt x="344101" y="26588"/>
                </a:cubicBezTo>
                <a:cubicBezTo>
                  <a:pt x="341474" y="24428"/>
                  <a:pt x="338464" y="23348"/>
                  <a:pt x="335071" y="23348"/>
                </a:cubicBezTo>
                <a:close/>
                <a:moveTo>
                  <a:pt x="448729" y="0"/>
                </a:moveTo>
                <a:cubicBezTo>
                  <a:pt x="462898" y="0"/>
                  <a:pt x="473974" y="5059"/>
                  <a:pt x="481956" y="15176"/>
                </a:cubicBezTo>
                <a:cubicBezTo>
                  <a:pt x="491468" y="27158"/>
                  <a:pt x="496224" y="47027"/>
                  <a:pt x="496224" y="74784"/>
                </a:cubicBezTo>
                <a:cubicBezTo>
                  <a:pt x="496224" y="102475"/>
                  <a:pt x="491435" y="122378"/>
                  <a:pt x="481856" y="134493"/>
                </a:cubicBezTo>
                <a:cubicBezTo>
                  <a:pt x="473940" y="144477"/>
                  <a:pt x="462898" y="149469"/>
                  <a:pt x="448729" y="149469"/>
                </a:cubicBezTo>
                <a:cubicBezTo>
                  <a:pt x="434494" y="149469"/>
                  <a:pt x="423020" y="143995"/>
                  <a:pt x="414306" y="133046"/>
                </a:cubicBezTo>
                <a:cubicBezTo>
                  <a:pt x="405592" y="122095"/>
                  <a:pt x="401235" y="102575"/>
                  <a:pt x="401235" y="74485"/>
                </a:cubicBezTo>
                <a:cubicBezTo>
                  <a:pt x="401235" y="46927"/>
                  <a:pt x="406024" y="27091"/>
                  <a:pt x="415603" y="14976"/>
                </a:cubicBezTo>
                <a:cubicBezTo>
                  <a:pt x="423519" y="4992"/>
                  <a:pt x="434561" y="0"/>
                  <a:pt x="448729" y="0"/>
                </a:cubicBezTo>
                <a:moveTo>
                  <a:pt x="448729" y="23348"/>
                </a:moveTo>
                <a:cubicBezTo>
                  <a:pt x="445337" y="23348"/>
                  <a:pt x="442310" y="24428"/>
                  <a:pt x="439650" y="26588"/>
                </a:cubicBezTo>
                <a:cubicBezTo>
                  <a:pt x="436989" y="28748"/>
                  <a:pt x="434927" y="32618"/>
                  <a:pt x="433463" y="38200"/>
                </a:cubicBezTo>
                <a:cubicBezTo>
                  <a:pt x="431534" y="45444"/>
                  <a:pt x="430570" y="57639"/>
                  <a:pt x="430570" y="74784"/>
                </a:cubicBezTo>
                <a:cubicBezTo>
                  <a:pt x="430570" y="91930"/>
                  <a:pt x="431434" y="103709"/>
                  <a:pt x="433164" y="110122"/>
                </a:cubicBezTo>
                <a:cubicBezTo>
                  <a:pt x="434893" y="116535"/>
                  <a:pt x="437072" y="120804"/>
                  <a:pt x="439699" y="122931"/>
                </a:cubicBezTo>
                <a:cubicBezTo>
                  <a:pt x="442327" y="125058"/>
                  <a:pt x="445337" y="126121"/>
                  <a:pt x="448729" y="126121"/>
                </a:cubicBezTo>
                <a:cubicBezTo>
                  <a:pt x="452122" y="126121"/>
                  <a:pt x="455149" y="125041"/>
                  <a:pt x="457809" y="122881"/>
                </a:cubicBezTo>
                <a:cubicBezTo>
                  <a:pt x="460470" y="120721"/>
                  <a:pt x="462532" y="116851"/>
                  <a:pt x="463996" y="111269"/>
                </a:cubicBezTo>
                <a:cubicBezTo>
                  <a:pt x="465925" y="104091"/>
                  <a:pt x="466889" y="91930"/>
                  <a:pt x="466889" y="74784"/>
                </a:cubicBezTo>
                <a:cubicBezTo>
                  <a:pt x="466889" y="57639"/>
                  <a:pt x="466024" y="45860"/>
                  <a:pt x="464295" y="39447"/>
                </a:cubicBezTo>
                <a:cubicBezTo>
                  <a:pt x="462565" y="33034"/>
                  <a:pt x="460387" y="28748"/>
                  <a:pt x="457759" y="26588"/>
                </a:cubicBezTo>
                <a:cubicBezTo>
                  <a:pt x="455132" y="24428"/>
                  <a:pt x="452122" y="23348"/>
                  <a:pt x="448729" y="23348"/>
                </a:cubicBezTo>
                <a:close/>
                <a:moveTo>
                  <a:pt x="562388" y="0"/>
                </a:moveTo>
                <a:cubicBezTo>
                  <a:pt x="576556" y="0"/>
                  <a:pt x="587632" y="5059"/>
                  <a:pt x="595614" y="15176"/>
                </a:cubicBezTo>
                <a:cubicBezTo>
                  <a:pt x="605126" y="27158"/>
                  <a:pt x="609882" y="47027"/>
                  <a:pt x="609882" y="74784"/>
                </a:cubicBezTo>
                <a:cubicBezTo>
                  <a:pt x="609882" y="102475"/>
                  <a:pt x="605093" y="122378"/>
                  <a:pt x="595514" y="134493"/>
                </a:cubicBezTo>
                <a:cubicBezTo>
                  <a:pt x="587598" y="144477"/>
                  <a:pt x="576556" y="149469"/>
                  <a:pt x="562388" y="149469"/>
                </a:cubicBezTo>
                <a:cubicBezTo>
                  <a:pt x="548152" y="149469"/>
                  <a:pt x="536678" y="143995"/>
                  <a:pt x="527964" y="133046"/>
                </a:cubicBezTo>
                <a:cubicBezTo>
                  <a:pt x="519250" y="122095"/>
                  <a:pt x="514893" y="102575"/>
                  <a:pt x="514893" y="74485"/>
                </a:cubicBezTo>
                <a:cubicBezTo>
                  <a:pt x="514893" y="46927"/>
                  <a:pt x="519682" y="27091"/>
                  <a:pt x="529261" y="14976"/>
                </a:cubicBezTo>
                <a:cubicBezTo>
                  <a:pt x="537177" y="4992"/>
                  <a:pt x="548219" y="0"/>
                  <a:pt x="562388" y="0"/>
                </a:cubicBezTo>
                <a:moveTo>
                  <a:pt x="562388" y="23348"/>
                </a:moveTo>
                <a:cubicBezTo>
                  <a:pt x="558995" y="23348"/>
                  <a:pt x="555968" y="24428"/>
                  <a:pt x="553308" y="26588"/>
                </a:cubicBezTo>
                <a:cubicBezTo>
                  <a:pt x="550647" y="28748"/>
                  <a:pt x="548585" y="32618"/>
                  <a:pt x="547121" y="38200"/>
                </a:cubicBezTo>
                <a:cubicBezTo>
                  <a:pt x="545192" y="45444"/>
                  <a:pt x="544228" y="57639"/>
                  <a:pt x="544228" y="74784"/>
                </a:cubicBezTo>
                <a:cubicBezTo>
                  <a:pt x="544228" y="91930"/>
                  <a:pt x="545093" y="103709"/>
                  <a:pt x="546822" y="110122"/>
                </a:cubicBezTo>
                <a:cubicBezTo>
                  <a:pt x="548552" y="116535"/>
                  <a:pt x="550730" y="120804"/>
                  <a:pt x="553358" y="122931"/>
                </a:cubicBezTo>
                <a:cubicBezTo>
                  <a:pt x="555985" y="125058"/>
                  <a:pt x="558995" y="126121"/>
                  <a:pt x="562388" y="126121"/>
                </a:cubicBezTo>
                <a:cubicBezTo>
                  <a:pt x="565780" y="126121"/>
                  <a:pt x="568807" y="125041"/>
                  <a:pt x="571467" y="122881"/>
                </a:cubicBezTo>
                <a:cubicBezTo>
                  <a:pt x="574128" y="120721"/>
                  <a:pt x="576190" y="116851"/>
                  <a:pt x="577654" y="111269"/>
                </a:cubicBezTo>
                <a:cubicBezTo>
                  <a:pt x="579583" y="104091"/>
                  <a:pt x="580547" y="91930"/>
                  <a:pt x="580547" y="74784"/>
                </a:cubicBezTo>
                <a:cubicBezTo>
                  <a:pt x="580547" y="57639"/>
                  <a:pt x="579683" y="45860"/>
                  <a:pt x="577953" y="39447"/>
                </a:cubicBezTo>
                <a:cubicBezTo>
                  <a:pt x="576224" y="33034"/>
                  <a:pt x="574045" y="28748"/>
                  <a:pt x="571418" y="26588"/>
                </a:cubicBezTo>
                <a:cubicBezTo>
                  <a:pt x="568790" y="24428"/>
                  <a:pt x="565780" y="23348"/>
                  <a:pt x="562388" y="2334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Claims">
            <a:extLst xmlns:a="http://schemas.openxmlformats.org/drawingml/2006/main">
              <a:ext uri="{FF2B5EF4-FFF2-40B4-BE49-F238E27FC236}">
                <a16:creationId xmlns:a16="http://schemas.microsoft.com/office/drawing/2014/main" id="{694571F7-3272-4B4B-81C8-4CB9F3F2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3" y="1169406"/>
            <a:ext cx="365480" cy="85090"/>
          </a:xfrm>
          <a:custGeom xmlns:a="http://schemas.openxmlformats.org/drawingml/2006/main">
            <a:pathLst>
              <a:path w="365480" h="85090">
                <a:moveTo>
                  <a:pt x="55494" y="53364"/>
                </a:moveTo>
                <a:lnTo>
                  <a:pt x="71581" y="58408"/>
                </a:lnTo>
                <a:cubicBezTo>
                  <a:pt x="69115" y="67434"/>
                  <a:pt x="65014" y="74138"/>
                  <a:pt x="59277" y="78520"/>
                </a:cubicBezTo>
                <a:cubicBezTo>
                  <a:pt x="53541" y="82900"/>
                  <a:pt x="46263" y="85090"/>
                  <a:pt x="37444" y="85090"/>
                </a:cubicBezTo>
                <a:cubicBezTo>
                  <a:pt x="26532" y="85090"/>
                  <a:pt x="17564" y="81358"/>
                  <a:pt x="10538" y="73893"/>
                </a:cubicBezTo>
                <a:cubicBezTo>
                  <a:pt x="3513" y="66428"/>
                  <a:pt x="0" y="56222"/>
                  <a:pt x="0" y="43276"/>
                </a:cubicBezTo>
                <a:cubicBezTo>
                  <a:pt x="0" y="29580"/>
                  <a:pt x="3531" y="18943"/>
                  <a:pt x="10594" y="11367"/>
                </a:cubicBezTo>
                <a:cubicBezTo>
                  <a:pt x="17657" y="3789"/>
                  <a:pt x="26943" y="0"/>
                  <a:pt x="38453" y="0"/>
                </a:cubicBezTo>
                <a:cubicBezTo>
                  <a:pt x="48506" y="0"/>
                  <a:pt x="56671" y="2978"/>
                  <a:pt x="62949" y="8934"/>
                </a:cubicBezTo>
                <a:cubicBezTo>
                  <a:pt x="66686" y="12455"/>
                  <a:pt x="69489" y="17511"/>
                  <a:pt x="71357" y="24103"/>
                </a:cubicBezTo>
                <a:lnTo>
                  <a:pt x="54933" y="28027"/>
                </a:lnTo>
                <a:cubicBezTo>
                  <a:pt x="53962" y="23767"/>
                  <a:pt x="51934" y="20404"/>
                  <a:pt x="48851" y="17937"/>
                </a:cubicBezTo>
                <a:cubicBezTo>
                  <a:pt x="45768" y="15471"/>
                  <a:pt x="42022" y="14238"/>
                  <a:pt x="37612" y="14238"/>
                </a:cubicBezTo>
                <a:cubicBezTo>
                  <a:pt x="31521" y="14238"/>
                  <a:pt x="26579" y="16424"/>
                  <a:pt x="22786" y="20796"/>
                </a:cubicBezTo>
                <a:cubicBezTo>
                  <a:pt x="18993" y="25168"/>
                  <a:pt x="17097" y="32250"/>
                  <a:pt x="17097" y="42041"/>
                </a:cubicBezTo>
                <a:cubicBezTo>
                  <a:pt x="17097" y="52429"/>
                  <a:pt x="18965" y="59829"/>
                  <a:pt x="22702" y="64238"/>
                </a:cubicBezTo>
                <a:cubicBezTo>
                  <a:pt x="26439" y="68648"/>
                  <a:pt x="31297" y="70853"/>
                  <a:pt x="37276" y="70853"/>
                </a:cubicBezTo>
                <a:cubicBezTo>
                  <a:pt x="41686" y="70853"/>
                  <a:pt x="45479" y="69447"/>
                  <a:pt x="48655" y="66636"/>
                </a:cubicBezTo>
                <a:cubicBezTo>
                  <a:pt x="51831" y="63824"/>
                  <a:pt x="54111" y="59400"/>
                  <a:pt x="55494" y="53364"/>
                </a:cubicBezTo>
                <a:close/>
                <a:moveTo>
                  <a:pt x="85711" y="83633"/>
                </a:moveTo>
                <a:lnTo>
                  <a:pt x="85711" y="1457"/>
                </a:lnTo>
                <a:lnTo>
                  <a:pt x="101462" y="1457"/>
                </a:lnTo>
                <a:lnTo>
                  <a:pt x="101462" y="83633"/>
                </a:lnTo>
                <a:lnTo>
                  <a:pt x="85711" y="83633"/>
                </a:lnTo>
                <a:close/>
                <a:moveTo>
                  <a:pt x="129373" y="42489"/>
                </a:moveTo>
                <a:lnTo>
                  <a:pt x="115079" y="39911"/>
                </a:lnTo>
                <a:cubicBezTo>
                  <a:pt x="116686" y="34080"/>
                  <a:pt x="119452" y="29764"/>
                  <a:pt x="123375" y="26962"/>
                </a:cubicBezTo>
                <a:cubicBezTo>
                  <a:pt x="127299" y="24159"/>
                  <a:pt x="133129" y="22758"/>
                  <a:pt x="140864" y="22758"/>
                </a:cubicBezTo>
                <a:cubicBezTo>
                  <a:pt x="147890" y="22758"/>
                  <a:pt x="153121" y="23589"/>
                  <a:pt x="156559" y="25252"/>
                </a:cubicBezTo>
                <a:cubicBezTo>
                  <a:pt x="159997" y="26915"/>
                  <a:pt x="162417" y="29027"/>
                  <a:pt x="163818" y="31587"/>
                </a:cubicBezTo>
                <a:cubicBezTo>
                  <a:pt x="165220" y="34146"/>
                  <a:pt x="165920" y="38846"/>
                  <a:pt x="165920" y="45684"/>
                </a:cubicBezTo>
                <a:lnTo>
                  <a:pt x="165752" y="64070"/>
                </a:lnTo>
                <a:cubicBezTo>
                  <a:pt x="165752" y="69302"/>
                  <a:pt x="166005" y="73160"/>
                  <a:pt x="166509" y="75645"/>
                </a:cubicBezTo>
                <a:cubicBezTo>
                  <a:pt x="167014" y="78130"/>
                  <a:pt x="167957" y="80793"/>
                  <a:pt x="169340" y="83633"/>
                </a:cubicBezTo>
                <a:lnTo>
                  <a:pt x="153757" y="83633"/>
                </a:lnTo>
                <a:cubicBezTo>
                  <a:pt x="153346" y="82587"/>
                  <a:pt x="152841" y="81036"/>
                  <a:pt x="152243" y="78980"/>
                </a:cubicBezTo>
                <a:cubicBezTo>
                  <a:pt x="151982" y="78046"/>
                  <a:pt x="151795" y="77430"/>
                  <a:pt x="151683" y="77131"/>
                </a:cubicBezTo>
                <a:cubicBezTo>
                  <a:pt x="148992" y="79746"/>
                  <a:pt x="146115" y="81708"/>
                  <a:pt x="143050" y="83016"/>
                </a:cubicBezTo>
                <a:cubicBezTo>
                  <a:pt x="139986" y="84324"/>
                  <a:pt x="136716" y="84978"/>
                  <a:pt x="133241" y="84978"/>
                </a:cubicBezTo>
                <a:cubicBezTo>
                  <a:pt x="127112" y="84978"/>
                  <a:pt x="122282" y="83322"/>
                  <a:pt x="118751" y="80010"/>
                </a:cubicBezTo>
                <a:cubicBezTo>
                  <a:pt x="115219" y="76699"/>
                  <a:pt x="113454" y="72512"/>
                  <a:pt x="113454" y="67451"/>
                </a:cubicBezTo>
                <a:cubicBezTo>
                  <a:pt x="113454" y="64101"/>
                  <a:pt x="114257" y="61115"/>
                  <a:pt x="115864" y="58493"/>
                </a:cubicBezTo>
                <a:cubicBezTo>
                  <a:pt x="117471" y="55869"/>
                  <a:pt x="119722" y="53859"/>
                  <a:pt x="122619" y="52463"/>
                </a:cubicBezTo>
                <a:cubicBezTo>
                  <a:pt x="125515" y="51068"/>
                  <a:pt x="129691" y="49849"/>
                  <a:pt x="135147" y="48807"/>
                </a:cubicBezTo>
                <a:cubicBezTo>
                  <a:pt x="142509" y="47431"/>
                  <a:pt x="147609" y="46147"/>
                  <a:pt x="150450" y="44955"/>
                </a:cubicBezTo>
                <a:lnTo>
                  <a:pt x="150450" y="43368"/>
                </a:lnTo>
                <a:cubicBezTo>
                  <a:pt x="150450" y="40308"/>
                  <a:pt x="149702" y="38126"/>
                  <a:pt x="148207" y="36822"/>
                </a:cubicBezTo>
                <a:cubicBezTo>
                  <a:pt x="146713" y="35518"/>
                  <a:pt x="143891" y="34866"/>
                  <a:pt x="139743" y="34866"/>
                </a:cubicBezTo>
                <a:cubicBezTo>
                  <a:pt x="136940" y="34866"/>
                  <a:pt x="134754" y="35430"/>
                  <a:pt x="133185" y="36558"/>
                </a:cubicBezTo>
                <a:cubicBezTo>
                  <a:pt x="131615" y="37685"/>
                  <a:pt x="130345" y="39662"/>
                  <a:pt x="129373" y="42489"/>
                </a:cubicBezTo>
                <a:moveTo>
                  <a:pt x="150450" y="55269"/>
                </a:moveTo>
                <a:cubicBezTo>
                  <a:pt x="148432" y="55934"/>
                  <a:pt x="145236" y="56728"/>
                  <a:pt x="140864" y="57652"/>
                </a:cubicBezTo>
                <a:cubicBezTo>
                  <a:pt x="136492" y="58574"/>
                  <a:pt x="133633" y="59479"/>
                  <a:pt x="132288" y="60365"/>
                </a:cubicBezTo>
                <a:cubicBezTo>
                  <a:pt x="130233" y="61805"/>
                  <a:pt x="129205" y="63633"/>
                  <a:pt x="129205" y="65848"/>
                </a:cubicBezTo>
                <a:cubicBezTo>
                  <a:pt x="129205" y="68027"/>
                  <a:pt x="130027" y="69911"/>
                  <a:pt x="131671" y="71499"/>
                </a:cubicBezTo>
                <a:cubicBezTo>
                  <a:pt x="133316" y="73086"/>
                  <a:pt x="135408" y="73879"/>
                  <a:pt x="137949" y="73879"/>
                </a:cubicBezTo>
                <a:cubicBezTo>
                  <a:pt x="140790" y="73879"/>
                  <a:pt x="143499" y="72956"/>
                  <a:pt x="146077" y="71110"/>
                </a:cubicBezTo>
                <a:cubicBezTo>
                  <a:pt x="147983" y="69707"/>
                  <a:pt x="149235" y="67990"/>
                  <a:pt x="149833" y="65958"/>
                </a:cubicBezTo>
                <a:cubicBezTo>
                  <a:pt x="150244" y="64629"/>
                  <a:pt x="150450" y="62100"/>
                  <a:pt x="150450" y="58372"/>
                </a:cubicBezTo>
                <a:lnTo>
                  <a:pt x="150450" y="55269"/>
                </a:lnTo>
                <a:close/>
                <a:moveTo>
                  <a:pt x="181453" y="16032"/>
                </a:moveTo>
                <a:lnTo>
                  <a:pt x="181453" y="1457"/>
                </a:lnTo>
                <a:lnTo>
                  <a:pt x="197204" y="1457"/>
                </a:lnTo>
                <a:lnTo>
                  <a:pt x="197204" y="16032"/>
                </a:lnTo>
                <a:lnTo>
                  <a:pt x="181453" y="16032"/>
                </a:lnTo>
                <a:moveTo>
                  <a:pt x="181453" y="83633"/>
                </a:moveTo>
                <a:lnTo>
                  <a:pt x="181453" y="24103"/>
                </a:lnTo>
                <a:lnTo>
                  <a:pt x="197204" y="24103"/>
                </a:lnTo>
                <a:lnTo>
                  <a:pt x="197204" y="83633"/>
                </a:lnTo>
                <a:lnTo>
                  <a:pt x="181453" y="83633"/>
                </a:lnTo>
                <a:close/>
                <a:moveTo>
                  <a:pt x="212167" y="24103"/>
                </a:moveTo>
                <a:lnTo>
                  <a:pt x="226685" y="24103"/>
                </a:lnTo>
                <a:lnTo>
                  <a:pt x="226685" y="32231"/>
                </a:lnTo>
                <a:cubicBezTo>
                  <a:pt x="231879" y="25916"/>
                  <a:pt x="238064" y="22758"/>
                  <a:pt x="245239" y="22758"/>
                </a:cubicBezTo>
                <a:cubicBezTo>
                  <a:pt x="249051" y="22758"/>
                  <a:pt x="252358" y="23546"/>
                  <a:pt x="255161" y="25123"/>
                </a:cubicBezTo>
                <a:cubicBezTo>
                  <a:pt x="257963" y="26699"/>
                  <a:pt x="260262" y="29083"/>
                  <a:pt x="262055" y="32275"/>
                </a:cubicBezTo>
                <a:cubicBezTo>
                  <a:pt x="264671" y="29083"/>
                  <a:pt x="267493" y="26699"/>
                  <a:pt x="270519" y="25123"/>
                </a:cubicBezTo>
                <a:cubicBezTo>
                  <a:pt x="273546" y="23546"/>
                  <a:pt x="276779" y="22758"/>
                  <a:pt x="280217" y="22758"/>
                </a:cubicBezTo>
                <a:cubicBezTo>
                  <a:pt x="284589" y="22758"/>
                  <a:pt x="288289" y="23646"/>
                  <a:pt x="291316" y="25421"/>
                </a:cubicBezTo>
                <a:cubicBezTo>
                  <a:pt x="294342" y="27196"/>
                  <a:pt x="296603" y="29802"/>
                  <a:pt x="298098" y="33240"/>
                </a:cubicBezTo>
                <a:cubicBezTo>
                  <a:pt x="299182" y="35781"/>
                  <a:pt x="299724" y="39892"/>
                  <a:pt x="299724" y="45572"/>
                </a:cubicBezTo>
                <a:lnTo>
                  <a:pt x="299724" y="83633"/>
                </a:lnTo>
                <a:lnTo>
                  <a:pt x="283972" y="83633"/>
                </a:lnTo>
                <a:lnTo>
                  <a:pt x="283972" y="49647"/>
                </a:lnTo>
                <a:cubicBezTo>
                  <a:pt x="283972" y="43749"/>
                  <a:pt x="283431" y="39942"/>
                  <a:pt x="282347" y="38225"/>
                </a:cubicBezTo>
                <a:cubicBezTo>
                  <a:pt x="280889" y="35986"/>
                  <a:pt x="278647" y="34866"/>
                  <a:pt x="275620" y="34866"/>
                </a:cubicBezTo>
                <a:cubicBezTo>
                  <a:pt x="273416" y="34866"/>
                  <a:pt x="271342" y="35538"/>
                  <a:pt x="269398" y="36882"/>
                </a:cubicBezTo>
                <a:cubicBezTo>
                  <a:pt x="267455" y="38225"/>
                  <a:pt x="266054" y="40194"/>
                  <a:pt x="265194" y="42789"/>
                </a:cubicBezTo>
                <a:cubicBezTo>
                  <a:pt x="264335" y="45382"/>
                  <a:pt x="263905" y="49479"/>
                  <a:pt x="263905" y="55079"/>
                </a:cubicBezTo>
                <a:lnTo>
                  <a:pt x="263905" y="83633"/>
                </a:lnTo>
                <a:lnTo>
                  <a:pt x="248154" y="83633"/>
                </a:lnTo>
                <a:lnTo>
                  <a:pt x="248154" y="51046"/>
                </a:lnTo>
                <a:cubicBezTo>
                  <a:pt x="248154" y="45261"/>
                  <a:pt x="247874" y="41529"/>
                  <a:pt x="247313" y="39849"/>
                </a:cubicBezTo>
                <a:cubicBezTo>
                  <a:pt x="246752" y="38169"/>
                  <a:pt x="245884" y="36918"/>
                  <a:pt x="244706" y="36097"/>
                </a:cubicBezTo>
                <a:cubicBezTo>
                  <a:pt x="243529" y="35276"/>
                  <a:pt x="241932" y="34866"/>
                  <a:pt x="239914" y="34866"/>
                </a:cubicBezTo>
                <a:cubicBezTo>
                  <a:pt x="237485" y="34866"/>
                  <a:pt x="235299" y="35519"/>
                  <a:pt x="233355" y="36826"/>
                </a:cubicBezTo>
                <a:cubicBezTo>
                  <a:pt x="231412" y="38131"/>
                  <a:pt x="230020" y="40016"/>
                  <a:pt x="229179" y="42480"/>
                </a:cubicBezTo>
                <a:cubicBezTo>
                  <a:pt x="228339" y="44944"/>
                  <a:pt x="227918" y="49032"/>
                  <a:pt x="227918" y="54742"/>
                </a:cubicBezTo>
                <a:lnTo>
                  <a:pt x="227918" y="83633"/>
                </a:lnTo>
                <a:lnTo>
                  <a:pt x="212167" y="83633"/>
                </a:lnTo>
                <a:lnTo>
                  <a:pt x="212167" y="24103"/>
                </a:lnTo>
                <a:close/>
                <a:moveTo>
                  <a:pt x="309874" y="66705"/>
                </a:moveTo>
                <a:lnTo>
                  <a:pt x="325681" y="64238"/>
                </a:lnTo>
                <a:cubicBezTo>
                  <a:pt x="326354" y="67284"/>
                  <a:pt x="327718" y="69596"/>
                  <a:pt x="329773" y="71175"/>
                </a:cubicBezTo>
                <a:cubicBezTo>
                  <a:pt x="331829" y="72754"/>
                  <a:pt x="334706" y="73543"/>
                  <a:pt x="338406" y="73543"/>
                </a:cubicBezTo>
                <a:cubicBezTo>
                  <a:pt x="342479" y="73543"/>
                  <a:pt x="345543" y="72797"/>
                  <a:pt x="347599" y="71304"/>
                </a:cubicBezTo>
                <a:cubicBezTo>
                  <a:pt x="348981" y="70259"/>
                  <a:pt x="349673" y="68860"/>
                  <a:pt x="349673" y="67106"/>
                </a:cubicBezTo>
                <a:cubicBezTo>
                  <a:pt x="349673" y="65911"/>
                  <a:pt x="349299" y="64922"/>
                  <a:pt x="348552" y="64138"/>
                </a:cubicBezTo>
                <a:cubicBezTo>
                  <a:pt x="347767" y="63392"/>
                  <a:pt x="346010" y="62702"/>
                  <a:pt x="343282" y="62068"/>
                </a:cubicBezTo>
                <a:cubicBezTo>
                  <a:pt x="330577" y="59270"/>
                  <a:pt x="322524" y="56713"/>
                  <a:pt x="319123" y="54399"/>
                </a:cubicBezTo>
                <a:cubicBezTo>
                  <a:pt x="314415" y="51187"/>
                  <a:pt x="312060" y="46726"/>
                  <a:pt x="312060" y="41014"/>
                </a:cubicBezTo>
                <a:cubicBezTo>
                  <a:pt x="312060" y="35862"/>
                  <a:pt x="314097" y="31531"/>
                  <a:pt x="318170" y="28022"/>
                </a:cubicBezTo>
                <a:cubicBezTo>
                  <a:pt x="322243" y="24513"/>
                  <a:pt x="328559" y="22758"/>
                  <a:pt x="337116" y="22758"/>
                </a:cubicBezTo>
                <a:cubicBezTo>
                  <a:pt x="345263" y="22758"/>
                  <a:pt x="351317" y="24080"/>
                  <a:pt x="355278" y="26724"/>
                </a:cubicBezTo>
                <a:cubicBezTo>
                  <a:pt x="359239" y="29368"/>
                  <a:pt x="361967" y="33278"/>
                  <a:pt x="363462" y="38453"/>
                </a:cubicBezTo>
                <a:lnTo>
                  <a:pt x="348608" y="41256"/>
                </a:lnTo>
                <a:cubicBezTo>
                  <a:pt x="347972" y="38939"/>
                  <a:pt x="346767" y="37164"/>
                  <a:pt x="344992" y="35931"/>
                </a:cubicBezTo>
                <a:cubicBezTo>
                  <a:pt x="343217" y="34698"/>
                  <a:pt x="340685" y="34081"/>
                  <a:pt x="337397" y="34081"/>
                </a:cubicBezTo>
                <a:cubicBezTo>
                  <a:pt x="333249" y="34081"/>
                  <a:pt x="330278" y="34660"/>
                  <a:pt x="328484" y="35817"/>
                </a:cubicBezTo>
                <a:cubicBezTo>
                  <a:pt x="327288" y="36637"/>
                  <a:pt x="326690" y="37700"/>
                  <a:pt x="326690" y="39007"/>
                </a:cubicBezTo>
                <a:cubicBezTo>
                  <a:pt x="326690" y="40125"/>
                  <a:pt x="327214" y="41077"/>
                  <a:pt x="328260" y="41860"/>
                </a:cubicBezTo>
                <a:cubicBezTo>
                  <a:pt x="329680" y="42905"/>
                  <a:pt x="334585" y="44380"/>
                  <a:pt x="342974" y="46283"/>
                </a:cubicBezTo>
                <a:cubicBezTo>
                  <a:pt x="351364" y="48187"/>
                  <a:pt x="357221" y="50522"/>
                  <a:pt x="360547" y="53288"/>
                </a:cubicBezTo>
                <a:cubicBezTo>
                  <a:pt x="363836" y="56093"/>
                  <a:pt x="365480" y="60001"/>
                  <a:pt x="365480" y="65011"/>
                </a:cubicBezTo>
                <a:cubicBezTo>
                  <a:pt x="365480" y="70470"/>
                  <a:pt x="363200" y="75163"/>
                  <a:pt x="358641" y="79089"/>
                </a:cubicBezTo>
                <a:cubicBezTo>
                  <a:pt x="354082" y="83015"/>
                  <a:pt x="347337" y="84978"/>
                  <a:pt x="338406" y="84978"/>
                </a:cubicBezTo>
                <a:cubicBezTo>
                  <a:pt x="330297" y="84978"/>
                  <a:pt x="323878" y="83339"/>
                  <a:pt x="319151" y="80061"/>
                </a:cubicBezTo>
                <a:cubicBezTo>
                  <a:pt x="314424" y="76782"/>
                  <a:pt x="311332" y="72330"/>
                  <a:pt x="309874" y="6670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A5E1F-3FEE-4C45-9448-BEE6B35A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742" y="857521"/>
            <a:ext cx="1201795" cy="505616"/>
          </a:xfrm>
          <a:custGeom xmlns:a="http://schemas.openxmlformats.org/drawingml/2006/main">
            <a:pathLst>
              <a:path w="1201795" h="505616">
                <a:moveTo>
                  <a:pt x="1201795" y="107586"/>
                </a:moveTo>
                <a:lnTo>
                  <a:pt x="1201795" y="398030"/>
                </a:lnTo>
                <a:cubicBezTo>
                  <a:pt x="1201795" y="457398"/>
                  <a:pt x="1153594" y="505616"/>
                  <a:pt x="1094209" y="505616"/>
                </a:cubicBezTo>
                <a:lnTo>
                  <a:pt x="107586" y="505616"/>
                </a:lnTo>
                <a:cubicBezTo>
                  <a:pt x="48218" y="505616"/>
                  <a:pt x="0" y="457398"/>
                  <a:pt x="0" y="398030"/>
                </a:cubicBezTo>
                <a:lnTo>
                  <a:pt x="0" y="107586"/>
                </a:lnTo>
                <a:cubicBezTo>
                  <a:pt x="0" y="48201"/>
                  <a:pt x="48218" y="0"/>
                  <a:pt x="107586" y="0"/>
                </a:cubicBezTo>
                <a:lnTo>
                  <a:pt x="1094209" y="0"/>
                </a:lnTo>
                <a:cubicBezTo>
                  <a:pt x="1153594" y="0"/>
                  <a:pt x="1201795" y="48201"/>
                  <a:pt x="1201795" y="107586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�">
            <a:extLst xmlns:a="http://schemas.openxmlformats.org/drawingml/2006/main">
              <a:ext uri="{FF2B5EF4-FFF2-40B4-BE49-F238E27FC236}">
                <a16:creationId xmlns:a16="http://schemas.microsoft.com/office/drawing/2014/main" id="{6C07DB48-4767-47D7-88AA-0EFF19F9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373" y="963313"/>
            <a:ext cx="276630" cy="276630"/>
          </a:xfrm>
          <a:custGeom xmlns:a="http://schemas.openxmlformats.org/drawingml/2006/main">
            <a:pathLst>
              <a:path w="276630" h="276630">
                <a:moveTo>
                  <a:pt x="0" y="138315"/>
                </a:moveTo>
                <a:cubicBezTo>
                  <a:pt x="0" y="62134"/>
                  <a:pt x="62134" y="0"/>
                  <a:pt x="138315" y="0"/>
                </a:cubicBezTo>
                <a:cubicBezTo>
                  <a:pt x="214496" y="0"/>
                  <a:pt x="276630" y="62134"/>
                  <a:pt x="276630" y="138315"/>
                </a:cubicBezTo>
                <a:cubicBezTo>
                  <a:pt x="276630" y="214496"/>
                  <a:pt x="214496" y="276630"/>
                  <a:pt x="138315" y="276630"/>
                </a:cubicBezTo>
                <a:cubicBezTo>
                  <a:pt x="62134" y="276630"/>
                  <a:pt x="0" y="214496"/>
                  <a:pt x="0" y="138315"/>
                </a:cubicBezTo>
                <a:moveTo>
                  <a:pt x="101575" y="79423"/>
                </a:moveTo>
                <a:cubicBezTo>
                  <a:pt x="97793" y="81584"/>
                  <a:pt x="95092" y="85907"/>
                  <a:pt x="95092" y="90769"/>
                </a:cubicBezTo>
                <a:lnTo>
                  <a:pt x="95092" y="185861"/>
                </a:lnTo>
                <a:cubicBezTo>
                  <a:pt x="95092" y="190724"/>
                  <a:pt x="97793" y="195046"/>
                  <a:pt x="101575" y="197207"/>
                </a:cubicBezTo>
                <a:cubicBezTo>
                  <a:pt x="105897" y="199368"/>
                  <a:pt x="110760" y="199368"/>
                  <a:pt x="115082" y="196667"/>
                </a:cubicBezTo>
                <a:lnTo>
                  <a:pt x="192885" y="149121"/>
                </a:lnTo>
                <a:cubicBezTo>
                  <a:pt x="196667" y="146960"/>
                  <a:pt x="198828" y="142637"/>
                  <a:pt x="198828" y="138315"/>
                </a:cubicBezTo>
                <a:cubicBezTo>
                  <a:pt x="198828" y="133993"/>
                  <a:pt x="196667" y="129670"/>
                  <a:pt x="192885" y="126969"/>
                </a:cubicBezTo>
                <a:lnTo>
                  <a:pt x="115082" y="79423"/>
                </a:lnTo>
                <a:cubicBezTo>
                  <a:pt x="110760" y="77262"/>
                  <a:pt x="105897" y="77262"/>
                  <a:pt x="101575" y="7942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5,334">
            <a:extLst xmlns:a="http://schemas.openxmlformats.org/drawingml/2006/main">
              <a:ext uri="{FF2B5EF4-FFF2-40B4-BE49-F238E27FC236}">
                <a16:creationId xmlns:a16="http://schemas.microsoft.com/office/drawing/2014/main" id="{0327139A-92DA-461F-8248-1A15CBE6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854" y="956114"/>
            <a:ext cx="497621" cy="179602"/>
          </a:xfrm>
          <a:custGeom xmlns:a="http://schemas.openxmlformats.org/drawingml/2006/main">
            <a:pathLst>
              <a:path w="497621" h="179602">
                <a:moveTo>
                  <a:pt x="0" y="109258"/>
                </a:moveTo>
                <a:lnTo>
                  <a:pt x="27938" y="106365"/>
                </a:lnTo>
                <a:cubicBezTo>
                  <a:pt x="28736" y="112684"/>
                  <a:pt x="31098" y="117689"/>
                  <a:pt x="35022" y="121381"/>
                </a:cubicBezTo>
                <a:cubicBezTo>
                  <a:pt x="38947" y="125073"/>
                  <a:pt x="43470" y="126919"/>
                  <a:pt x="48592" y="126919"/>
                </a:cubicBezTo>
                <a:cubicBezTo>
                  <a:pt x="54446" y="126919"/>
                  <a:pt x="59402" y="124537"/>
                  <a:pt x="63460" y="119772"/>
                </a:cubicBezTo>
                <a:cubicBezTo>
                  <a:pt x="67517" y="115008"/>
                  <a:pt x="69546" y="107828"/>
                  <a:pt x="69546" y="98233"/>
                </a:cubicBezTo>
                <a:cubicBezTo>
                  <a:pt x="69546" y="89236"/>
                  <a:pt x="67534" y="82488"/>
                  <a:pt x="63509" y="77990"/>
                </a:cubicBezTo>
                <a:cubicBezTo>
                  <a:pt x="59485" y="73491"/>
                  <a:pt x="54247" y="71242"/>
                  <a:pt x="47794" y="71242"/>
                </a:cubicBezTo>
                <a:cubicBezTo>
                  <a:pt x="39745" y="71242"/>
                  <a:pt x="32528" y="74834"/>
                  <a:pt x="26142" y="82018"/>
                </a:cubicBezTo>
                <a:lnTo>
                  <a:pt x="3392" y="78695"/>
                </a:lnTo>
                <a:lnTo>
                  <a:pt x="17761" y="2395"/>
                </a:lnTo>
                <a:lnTo>
                  <a:pt x="91897" y="2395"/>
                </a:lnTo>
                <a:lnTo>
                  <a:pt x="91897" y="28736"/>
                </a:lnTo>
                <a:lnTo>
                  <a:pt x="39014" y="28736"/>
                </a:lnTo>
                <a:lnTo>
                  <a:pt x="34623" y="53566"/>
                </a:lnTo>
                <a:cubicBezTo>
                  <a:pt x="40876" y="50450"/>
                  <a:pt x="47262" y="48892"/>
                  <a:pt x="53781" y="48892"/>
                </a:cubicBezTo>
                <a:cubicBezTo>
                  <a:pt x="66220" y="48892"/>
                  <a:pt x="76763" y="53424"/>
                  <a:pt x="85411" y="62490"/>
                </a:cubicBezTo>
                <a:cubicBezTo>
                  <a:pt x="94058" y="71553"/>
                  <a:pt x="98382" y="83317"/>
                  <a:pt x="98382" y="97780"/>
                </a:cubicBezTo>
                <a:cubicBezTo>
                  <a:pt x="98382" y="109845"/>
                  <a:pt x="94890" y="120610"/>
                  <a:pt x="87905" y="130075"/>
                </a:cubicBezTo>
                <a:cubicBezTo>
                  <a:pt x="78393" y="143004"/>
                  <a:pt x="65189" y="149469"/>
                  <a:pt x="48293" y="149469"/>
                </a:cubicBezTo>
                <a:cubicBezTo>
                  <a:pt x="34790" y="149469"/>
                  <a:pt x="23781" y="145835"/>
                  <a:pt x="15266" y="138568"/>
                </a:cubicBezTo>
                <a:cubicBezTo>
                  <a:pt x="6752" y="131299"/>
                  <a:pt x="1663" y="121529"/>
                  <a:pt x="0" y="109258"/>
                </a:cubicBezTo>
                <a:close/>
                <a:moveTo>
                  <a:pt x="118547" y="118737"/>
                </a:moveTo>
                <a:lnTo>
                  <a:pt x="146585" y="118737"/>
                </a:lnTo>
                <a:lnTo>
                  <a:pt x="146585" y="138858"/>
                </a:lnTo>
                <a:cubicBezTo>
                  <a:pt x="146585" y="147001"/>
                  <a:pt x="145887" y="153424"/>
                  <a:pt x="144490" y="158128"/>
                </a:cubicBezTo>
                <a:cubicBezTo>
                  <a:pt x="143093" y="162834"/>
                  <a:pt x="140449" y="167056"/>
                  <a:pt x="136558" y="170794"/>
                </a:cubicBezTo>
                <a:cubicBezTo>
                  <a:pt x="132666" y="174531"/>
                  <a:pt x="127727" y="177468"/>
                  <a:pt x="121740" y="179602"/>
                </a:cubicBezTo>
                <a:lnTo>
                  <a:pt x="116252" y="168028"/>
                </a:lnTo>
                <a:cubicBezTo>
                  <a:pt x="121907" y="166157"/>
                  <a:pt x="125931" y="163584"/>
                  <a:pt x="128326" y="160308"/>
                </a:cubicBezTo>
                <a:cubicBezTo>
                  <a:pt x="130720" y="157034"/>
                  <a:pt x="131984" y="152556"/>
                  <a:pt x="132117" y="146875"/>
                </a:cubicBezTo>
                <a:lnTo>
                  <a:pt x="118547" y="146875"/>
                </a:lnTo>
                <a:lnTo>
                  <a:pt x="118547" y="118737"/>
                </a:lnTo>
                <a:close/>
                <a:moveTo>
                  <a:pt x="169029" y="108061"/>
                </a:moveTo>
                <a:lnTo>
                  <a:pt x="196169" y="104768"/>
                </a:lnTo>
                <a:cubicBezTo>
                  <a:pt x="197034" y="111686"/>
                  <a:pt x="199362" y="116974"/>
                  <a:pt x="203154" y="120633"/>
                </a:cubicBezTo>
                <a:cubicBezTo>
                  <a:pt x="206945" y="124292"/>
                  <a:pt x="211535" y="126121"/>
                  <a:pt x="216923" y="126121"/>
                </a:cubicBezTo>
                <a:cubicBezTo>
                  <a:pt x="222710" y="126121"/>
                  <a:pt x="227583" y="123926"/>
                  <a:pt x="231541" y="119535"/>
                </a:cubicBezTo>
                <a:cubicBezTo>
                  <a:pt x="235499" y="115145"/>
                  <a:pt x="237478" y="109225"/>
                  <a:pt x="237478" y="101775"/>
                </a:cubicBezTo>
                <a:cubicBezTo>
                  <a:pt x="237478" y="94724"/>
                  <a:pt x="235582" y="89136"/>
                  <a:pt x="231790" y="85012"/>
                </a:cubicBezTo>
                <a:cubicBezTo>
                  <a:pt x="227999" y="80888"/>
                  <a:pt x="223376" y="78826"/>
                  <a:pt x="217921" y="78826"/>
                </a:cubicBezTo>
                <a:cubicBezTo>
                  <a:pt x="214329" y="78826"/>
                  <a:pt x="210038" y="79524"/>
                  <a:pt x="205050" y="80921"/>
                </a:cubicBezTo>
                <a:lnTo>
                  <a:pt x="208143" y="58271"/>
                </a:lnTo>
                <a:cubicBezTo>
                  <a:pt x="215726" y="58471"/>
                  <a:pt x="221513" y="56829"/>
                  <a:pt x="225504" y="53348"/>
                </a:cubicBezTo>
                <a:cubicBezTo>
                  <a:pt x="229495" y="49864"/>
                  <a:pt x="231491" y="45236"/>
                  <a:pt x="231491" y="39466"/>
                </a:cubicBezTo>
                <a:cubicBezTo>
                  <a:pt x="231491" y="34558"/>
                  <a:pt x="230028" y="30645"/>
                  <a:pt x="227101" y="27726"/>
                </a:cubicBezTo>
                <a:cubicBezTo>
                  <a:pt x="224174" y="24808"/>
                  <a:pt x="220282" y="23348"/>
                  <a:pt x="215427" y="23348"/>
                </a:cubicBezTo>
                <a:cubicBezTo>
                  <a:pt x="210637" y="23348"/>
                  <a:pt x="206546" y="25011"/>
                  <a:pt x="203154" y="28337"/>
                </a:cubicBezTo>
                <a:cubicBezTo>
                  <a:pt x="199761" y="31663"/>
                  <a:pt x="197699" y="36519"/>
                  <a:pt x="196967" y="42905"/>
                </a:cubicBezTo>
                <a:lnTo>
                  <a:pt x="171125" y="38515"/>
                </a:lnTo>
                <a:cubicBezTo>
                  <a:pt x="172921" y="29599"/>
                  <a:pt x="175631" y="22476"/>
                  <a:pt x="179257" y="17146"/>
                </a:cubicBezTo>
                <a:cubicBezTo>
                  <a:pt x="182882" y="11817"/>
                  <a:pt x="187937" y="7627"/>
                  <a:pt x="194423" y="4577"/>
                </a:cubicBezTo>
                <a:cubicBezTo>
                  <a:pt x="200909" y="1526"/>
                  <a:pt x="208176" y="0"/>
                  <a:pt x="216225" y="0"/>
                </a:cubicBezTo>
                <a:cubicBezTo>
                  <a:pt x="229994" y="0"/>
                  <a:pt x="241037" y="4397"/>
                  <a:pt x="249351" y="13190"/>
                </a:cubicBezTo>
                <a:cubicBezTo>
                  <a:pt x="256203" y="20386"/>
                  <a:pt x="259629" y="28514"/>
                  <a:pt x="259629" y="37573"/>
                </a:cubicBezTo>
                <a:cubicBezTo>
                  <a:pt x="259629" y="50430"/>
                  <a:pt x="252611" y="60690"/>
                  <a:pt x="238575" y="68352"/>
                </a:cubicBezTo>
                <a:cubicBezTo>
                  <a:pt x="246957" y="70148"/>
                  <a:pt x="253659" y="74172"/>
                  <a:pt x="258681" y="80425"/>
                </a:cubicBezTo>
                <a:cubicBezTo>
                  <a:pt x="263703" y="86678"/>
                  <a:pt x="266214" y="94228"/>
                  <a:pt x="266214" y="103075"/>
                </a:cubicBezTo>
                <a:cubicBezTo>
                  <a:pt x="266214" y="115911"/>
                  <a:pt x="261524" y="126853"/>
                  <a:pt x="252145" y="135899"/>
                </a:cubicBezTo>
                <a:cubicBezTo>
                  <a:pt x="242766" y="144946"/>
                  <a:pt x="231092" y="149469"/>
                  <a:pt x="217123" y="149469"/>
                </a:cubicBezTo>
                <a:cubicBezTo>
                  <a:pt x="203885" y="149469"/>
                  <a:pt x="192910" y="145652"/>
                  <a:pt x="184196" y="138016"/>
                </a:cubicBezTo>
                <a:cubicBezTo>
                  <a:pt x="175482" y="130381"/>
                  <a:pt x="170426" y="120396"/>
                  <a:pt x="169029" y="108061"/>
                </a:cubicBezTo>
                <a:close/>
                <a:moveTo>
                  <a:pt x="282687" y="108061"/>
                </a:moveTo>
                <a:lnTo>
                  <a:pt x="309827" y="104768"/>
                </a:lnTo>
                <a:cubicBezTo>
                  <a:pt x="310692" y="111686"/>
                  <a:pt x="313020" y="116974"/>
                  <a:pt x="316812" y="120633"/>
                </a:cubicBezTo>
                <a:cubicBezTo>
                  <a:pt x="320603" y="124292"/>
                  <a:pt x="325193" y="126121"/>
                  <a:pt x="330581" y="126121"/>
                </a:cubicBezTo>
                <a:cubicBezTo>
                  <a:pt x="336369" y="126121"/>
                  <a:pt x="341241" y="123926"/>
                  <a:pt x="345199" y="119535"/>
                </a:cubicBezTo>
                <a:cubicBezTo>
                  <a:pt x="349157" y="115145"/>
                  <a:pt x="351136" y="109225"/>
                  <a:pt x="351136" y="101775"/>
                </a:cubicBezTo>
                <a:cubicBezTo>
                  <a:pt x="351136" y="94724"/>
                  <a:pt x="349240" y="89136"/>
                  <a:pt x="345448" y="85012"/>
                </a:cubicBezTo>
                <a:cubicBezTo>
                  <a:pt x="341657" y="80888"/>
                  <a:pt x="337034" y="78826"/>
                  <a:pt x="331579" y="78826"/>
                </a:cubicBezTo>
                <a:cubicBezTo>
                  <a:pt x="327987" y="78826"/>
                  <a:pt x="323697" y="79524"/>
                  <a:pt x="318708" y="80921"/>
                </a:cubicBezTo>
                <a:lnTo>
                  <a:pt x="321801" y="58271"/>
                </a:lnTo>
                <a:cubicBezTo>
                  <a:pt x="329384" y="58471"/>
                  <a:pt x="335171" y="56829"/>
                  <a:pt x="339162" y="53348"/>
                </a:cubicBezTo>
                <a:cubicBezTo>
                  <a:pt x="343154" y="49864"/>
                  <a:pt x="345149" y="45236"/>
                  <a:pt x="345149" y="39466"/>
                </a:cubicBezTo>
                <a:cubicBezTo>
                  <a:pt x="345149" y="34558"/>
                  <a:pt x="343686" y="30645"/>
                  <a:pt x="340759" y="27726"/>
                </a:cubicBezTo>
                <a:cubicBezTo>
                  <a:pt x="337832" y="24808"/>
                  <a:pt x="333941" y="23348"/>
                  <a:pt x="329085" y="23348"/>
                </a:cubicBezTo>
                <a:cubicBezTo>
                  <a:pt x="324295" y="23348"/>
                  <a:pt x="320204" y="25011"/>
                  <a:pt x="316812" y="28337"/>
                </a:cubicBezTo>
                <a:cubicBezTo>
                  <a:pt x="313419" y="31663"/>
                  <a:pt x="311357" y="36519"/>
                  <a:pt x="310626" y="42905"/>
                </a:cubicBezTo>
                <a:lnTo>
                  <a:pt x="284783" y="38515"/>
                </a:lnTo>
                <a:cubicBezTo>
                  <a:pt x="286579" y="29599"/>
                  <a:pt x="289289" y="22476"/>
                  <a:pt x="292915" y="17146"/>
                </a:cubicBezTo>
                <a:cubicBezTo>
                  <a:pt x="296540" y="11817"/>
                  <a:pt x="301596" y="7627"/>
                  <a:pt x="308081" y="4577"/>
                </a:cubicBezTo>
                <a:cubicBezTo>
                  <a:pt x="314567" y="1526"/>
                  <a:pt x="321834" y="0"/>
                  <a:pt x="329883" y="0"/>
                </a:cubicBezTo>
                <a:cubicBezTo>
                  <a:pt x="343652" y="0"/>
                  <a:pt x="354695" y="4397"/>
                  <a:pt x="363010" y="13190"/>
                </a:cubicBezTo>
                <a:cubicBezTo>
                  <a:pt x="369861" y="20386"/>
                  <a:pt x="373287" y="28514"/>
                  <a:pt x="373287" y="37573"/>
                </a:cubicBezTo>
                <a:cubicBezTo>
                  <a:pt x="373287" y="50430"/>
                  <a:pt x="366269" y="60690"/>
                  <a:pt x="352233" y="68352"/>
                </a:cubicBezTo>
                <a:cubicBezTo>
                  <a:pt x="360615" y="70148"/>
                  <a:pt x="367317" y="74172"/>
                  <a:pt x="372339" y="80425"/>
                </a:cubicBezTo>
                <a:cubicBezTo>
                  <a:pt x="377361" y="86678"/>
                  <a:pt x="379872" y="94228"/>
                  <a:pt x="379872" y="103075"/>
                </a:cubicBezTo>
                <a:cubicBezTo>
                  <a:pt x="379872" y="115911"/>
                  <a:pt x="375183" y="126853"/>
                  <a:pt x="365803" y="135899"/>
                </a:cubicBezTo>
                <a:cubicBezTo>
                  <a:pt x="356424" y="144946"/>
                  <a:pt x="344750" y="149469"/>
                  <a:pt x="330781" y="149469"/>
                </a:cubicBezTo>
                <a:cubicBezTo>
                  <a:pt x="317544" y="149469"/>
                  <a:pt x="306568" y="145652"/>
                  <a:pt x="297854" y="138016"/>
                </a:cubicBezTo>
                <a:cubicBezTo>
                  <a:pt x="289140" y="130381"/>
                  <a:pt x="284084" y="120396"/>
                  <a:pt x="282687" y="108061"/>
                </a:cubicBezTo>
                <a:close/>
                <a:moveTo>
                  <a:pt x="452322" y="146875"/>
                </a:moveTo>
                <a:lnTo>
                  <a:pt x="452322" y="117340"/>
                </a:lnTo>
                <a:lnTo>
                  <a:pt x="392454" y="117340"/>
                </a:lnTo>
                <a:lnTo>
                  <a:pt x="392454" y="92894"/>
                </a:lnTo>
                <a:lnTo>
                  <a:pt x="455914" y="0"/>
                </a:lnTo>
                <a:lnTo>
                  <a:pt x="479462" y="0"/>
                </a:lnTo>
                <a:lnTo>
                  <a:pt x="479462" y="92795"/>
                </a:lnTo>
                <a:lnTo>
                  <a:pt x="497621" y="92795"/>
                </a:lnTo>
                <a:lnTo>
                  <a:pt x="497621" y="117340"/>
                </a:lnTo>
                <a:lnTo>
                  <a:pt x="479462" y="117340"/>
                </a:lnTo>
                <a:lnTo>
                  <a:pt x="479462" y="146875"/>
                </a:lnTo>
                <a:lnTo>
                  <a:pt x="452322" y="146875"/>
                </a:lnTo>
                <a:moveTo>
                  <a:pt x="452322" y="92795"/>
                </a:moveTo>
                <a:lnTo>
                  <a:pt x="452322" y="42861"/>
                </a:lnTo>
                <a:lnTo>
                  <a:pt x="418696" y="92795"/>
                </a:lnTo>
                <a:lnTo>
                  <a:pt x="452322" y="927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Videos">
            <a:extLst xmlns:a="http://schemas.openxmlformats.org/drawingml/2006/main">
              <a:ext uri="{FF2B5EF4-FFF2-40B4-BE49-F238E27FC236}">
                <a16:creationId xmlns:a16="http://schemas.microsoft.com/office/drawing/2014/main" id="{52334EA5-C6FF-433C-8A7A-8792D945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234" y="1170863"/>
            <a:ext cx="368826" cy="83521"/>
          </a:xfrm>
          <a:custGeom xmlns:a="http://schemas.openxmlformats.org/drawingml/2006/main">
            <a:pathLst>
              <a:path w="368826" h="83521">
                <a:moveTo>
                  <a:pt x="29372" y="82175"/>
                </a:moveTo>
                <a:lnTo>
                  <a:pt x="0" y="0"/>
                </a:lnTo>
                <a:lnTo>
                  <a:pt x="17993" y="0"/>
                </a:lnTo>
                <a:lnTo>
                  <a:pt x="38790" y="60763"/>
                </a:lnTo>
                <a:lnTo>
                  <a:pt x="58913" y="0"/>
                </a:lnTo>
                <a:lnTo>
                  <a:pt x="76514" y="0"/>
                </a:lnTo>
                <a:lnTo>
                  <a:pt x="47086" y="82175"/>
                </a:lnTo>
                <a:lnTo>
                  <a:pt x="29372" y="82175"/>
                </a:lnTo>
                <a:close/>
                <a:moveTo>
                  <a:pt x="82789" y="14574"/>
                </a:moveTo>
                <a:lnTo>
                  <a:pt x="82789" y="0"/>
                </a:lnTo>
                <a:lnTo>
                  <a:pt x="98540" y="0"/>
                </a:lnTo>
                <a:lnTo>
                  <a:pt x="98540" y="14574"/>
                </a:lnTo>
                <a:lnTo>
                  <a:pt x="82789" y="14574"/>
                </a:lnTo>
                <a:moveTo>
                  <a:pt x="82789" y="82175"/>
                </a:moveTo>
                <a:lnTo>
                  <a:pt x="82789" y="22646"/>
                </a:lnTo>
                <a:lnTo>
                  <a:pt x="98540" y="22646"/>
                </a:lnTo>
                <a:lnTo>
                  <a:pt x="98540" y="82175"/>
                </a:lnTo>
                <a:lnTo>
                  <a:pt x="82789" y="82175"/>
                </a:lnTo>
                <a:close/>
                <a:moveTo>
                  <a:pt x="169277" y="82175"/>
                </a:moveTo>
                <a:lnTo>
                  <a:pt x="154647" y="82175"/>
                </a:lnTo>
                <a:lnTo>
                  <a:pt x="154647" y="73431"/>
                </a:lnTo>
                <a:cubicBezTo>
                  <a:pt x="152218" y="76832"/>
                  <a:pt x="149350" y="79363"/>
                  <a:pt x="146043" y="81026"/>
                </a:cubicBezTo>
                <a:cubicBezTo>
                  <a:pt x="142735" y="82689"/>
                  <a:pt x="139400" y="83521"/>
                  <a:pt x="136037" y="83521"/>
                </a:cubicBezTo>
                <a:cubicBezTo>
                  <a:pt x="129198" y="83521"/>
                  <a:pt x="123341" y="80765"/>
                  <a:pt x="118464" y="75253"/>
                </a:cubicBezTo>
                <a:cubicBezTo>
                  <a:pt x="113587" y="69741"/>
                  <a:pt x="111149" y="62052"/>
                  <a:pt x="111149" y="52186"/>
                </a:cubicBezTo>
                <a:cubicBezTo>
                  <a:pt x="111149" y="42097"/>
                  <a:pt x="113522" y="34427"/>
                  <a:pt x="118268" y="29176"/>
                </a:cubicBezTo>
                <a:cubicBezTo>
                  <a:pt x="123014" y="23926"/>
                  <a:pt x="129011" y="21301"/>
                  <a:pt x="136261" y="21301"/>
                </a:cubicBezTo>
                <a:cubicBezTo>
                  <a:pt x="142913" y="21301"/>
                  <a:pt x="148668" y="24066"/>
                  <a:pt x="153526" y="29597"/>
                </a:cubicBezTo>
                <a:lnTo>
                  <a:pt x="153526" y="0"/>
                </a:lnTo>
                <a:lnTo>
                  <a:pt x="169277" y="0"/>
                </a:lnTo>
                <a:lnTo>
                  <a:pt x="169277" y="82175"/>
                </a:lnTo>
                <a:moveTo>
                  <a:pt x="127236" y="51151"/>
                </a:moveTo>
                <a:cubicBezTo>
                  <a:pt x="127236" y="57495"/>
                  <a:pt x="128115" y="62084"/>
                  <a:pt x="129871" y="64920"/>
                </a:cubicBezTo>
                <a:cubicBezTo>
                  <a:pt x="132412" y="69024"/>
                  <a:pt x="135962" y="71077"/>
                  <a:pt x="140521" y="71077"/>
                </a:cubicBezTo>
                <a:cubicBezTo>
                  <a:pt x="144146" y="71077"/>
                  <a:pt x="147229" y="69538"/>
                  <a:pt x="149770" y="66459"/>
                </a:cubicBezTo>
                <a:cubicBezTo>
                  <a:pt x="152311" y="63381"/>
                  <a:pt x="153582" y="58782"/>
                  <a:pt x="153582" y="52663"/>
                </a:cubicBezTo>
                <a:cubicBezTo>
                  <a:pt x="153582" y="45834"/>
                  <a:pt x="152349" y="40917"/>
                  <a:pt x="149882" y="37914"/>
                </a:cubicBezTo>
                <a:cubicBezTo>
                  <a:pt x="147416" y="34910"/>
                  <a:pt x="144258" y="33408"/>
                  <a:pt x="140409" y="33408"/>
                </a:cubicBezTo>
                <a:cubicBezTo>
                  <a:pt x="136672" y="33408"/>
                  <a:pt x="133542" y="34891"/>
                  <a:pt x="131020" y="37858"/>
                </a:cubicBezTo>
                <a:cubicBezTo>
                  <a:pt x="128498" y="40824"/>
                  <a:pt x="127236" y="45255"/>
                  <a:pt x="127236" y="51151"/>
                </a:cubicBezTo>
                <a:close/>
                <a:moveTo>
                  <a:pt x="219273" y="63229"/>
                </a:moveTo>
                <a:lnTo>
                  <a:pt x="234968" y="65920"/>
                </a:lnTo>
                <a:cubicBezTo>
                  <a:pt x="232950" y="71656"/>
                  <a:pt x="229764" y="76024"/>
                  <a:pt x="225411" y="79022"/>
                </a:cubicBezTo>
                <a:cubicBezTo>
                  <a:pt x="221057" y="82021"/>
                  <a:pt x="215611" y="83521"/>
                  <a:pt x="209071" y="83521"/>
                </a:cubicBezTo>
                <a:cubicBezTo>
                  <a:pt x="198720" y="83521"/>
                  <a:pt x="191059" y="80139"/>
                  <a:pt x="186089" y="73375"/>
                </a:cubicBezTo>
                <a:cubicBezTo>
                  <a:pt x="182165" y="67956"/>
                  <a:pt x="180203" y="61118"/>
                  <a:pt x="180203" y="52859"/>
                </a:cubicBezTo>
                <a:cubicBezTo>
                  <a:pt x="180203" y="42994"/>
                  <a:pt x="182782" y="35267"/>
                  <a:pt x="187939" y="29681"/>
                </a:cubicBezTo>
                <a:cubicBezTo>
                  <a:pt x="193096" y="24094"/>
                  <a:pt x="199616" y="21301"/>
                  <a:pt x="207501" y="21301"/>
                </a:cubicBezTo>
                <a:cubicBezTo>
                  <a:pt x="216358" y="21301"/>
                  <a:pt x="223346" y="24225"/>
                  <a:pt x="228466" y="30073"/>
                </a:cubicBezTo>
                <a:cubicBezTo>
                  <a:pt x="233585" y="35921"/>
                  <a:pt x="236033" y="44881"/>
                  <a:pt x="235809" y="56951"/>
                </a:cubicBezTo>
                <a:lnTo>
                  <a:pt x="196347" y="56951"/>
                </a:lnTo>
                <a:cubicBezTo>
                  <a:pt x="196459" y="61622"/>
                  <a:pt x="197729" y="65256"/>
                  <a:pt x="200158" y="67854"/>
                </a:cubicBezTo>
                <a:cubicBezTo>
                  <a:pt x="202587" y="70451"/>
                  <a:pt x="205614" y="71749"/>
                  <a:pt x="209239" y="71749"/>
                </a:cubicBezTo>
                <a:cubicBezTo>
                  <a:pt x="211706" y="71749"/>
                  <a:pt x="213780" y="71077"/>
                  <a:pt x="215461" y="69731"/>
                </a:cubicBezTo>
                <a:cubicBezTo>
                  <a:pt x="217143" y="68386"/>
                  <a:pt x="218413" y="66219"/>
                  <a:pt x="219273" y="63229"/>
                </a:cubicBezTo>
                <a:moveTo>
                  <a:pt x="220170" y="47310"/>
                </a:moveTo>
                <a:cubicBezTo>
                  <a:pt x="220058" y="42769"/>
                  <a:pt x="218880" y="39317"/>
                  <a:pt x="216638" y="36954"/>
                </a:cubicBezTo>
                <a:cubicBezTo>
                  <a:pt x="214396" y="34590"/>
                  <a:pt x="211668" y="33408"/>
                  <a:pt x="208454" y="33408"/>
                </a:cubicBezTo>
                <a:cubicBezTo>
                  <a:pt x="205016" y="33408"/>
                  <a:pt x="202176" y="34655"/>
                  <a:pt x="199934" y="37148"/>
                </a:cubicBezTo>
                <a:cubicBezTo>
                  <a:pt x="197692" y="39643"/>
                  <a:pt x="196590" y="43030"/>
                  <a:pt x="196627" y="47310"/>
                </a:cubicBezTo>
                <a:lnTo>
                  <a:pt x="220170" y="47310"/>
                </a:lnTo>
                <a:close/>
                <a:moveTo>
                  <a:pt x="245007" y="51570"/>
                </a:moveTo>
                <a:cubicBezTo>
                  <a:pt x="245007" y="46338"/>
                  <a:pt x="246296" y="41275"/>
                  <a:pt x="248875" y="36379"/>
                </a:cubicBezTo>
                <a:cubicBezTo>
                  <a:pt x="251453" y="31484"/>
                  <a:pt x="255106" y="27747"/>
                  <a:pt x="259833" y="25168"/>
                </a:cubicBezTo>
                <a:cubicBezTo>
                  <a:pt x="264561" y="22590"/>
                  <a:pt x="269839" y="21301"/>
                  <a:pt x="275669" y="21301"/>
                </a:cubicBezTo>
                <a:cubicBezTo>
                  <a:pt x="284675" y="21301"/>
                  <a:pt x="292055" y="24225"/>
                  <a:pt x="297810" y="30073"/>
                </a:cubicBezTo>
                <a:cubicBezTo>
                  <a:pt x="303565" y="35921"/>
                  <a:pt x="306443" y="43311"/>
                  <a:pt x="306443" y="52243"/>
                </a:cubicBezTo>
                <a:cubicBezTo>
                  <a:pt x="306443" y="61249"/>
                  <a:pt x="303537" y="68713"/>
                  <a:pt x="297726" y="74636"/>
                </a:cubicBezTo>
                <a:cubicBezTo>
                  <a:pt x="291915" y="80559"/>
                  <a:pt x="284600" y="83521"/>
                  <a:pt x="275781" y="83521"/>
                </a:cubicBezTo>
                <a:cubicBezTo>
                  <a:pt x="270325" y="83521"/>
                  <a:pt x="265121" y="82288"/>
                  <a:pt x="260170" y="79821"/>
                </a:cubicBezTo>
                <a:cubicBezTo>
                  <a:pt x="255218" y="77355"/>
                  <a:pt x="251453" y="73739"/>
                  <a:pt x="248875" y="68975"/>
                </a:cubicBezTo>
                <a:cubicBezTo>
                  <a:pt x="246296" y="64210"/>
                  <a:pt x="245007" y="58408"/>
                  <a:pt x="245007" y="51570"/>
                </a:cubicBezTo>
                <a:moveTo>
                  <a:pt x="261151" y="52411"/>
                </a:moveTo>
                <a:cubicBezTo>
                  <a:pt x="261151" y="58296"/>
                  <a:pt x="262552" y="62804"/>
                  <a:pt x="265355" y="65934"/>
                </a:cubicBezTo>
                <a:cubicBezTo>
                  <a:pt x="268158" y="69063"/>
                  <a:pt x="271614" y="70628"/>
                  <a:pt x="275725" y="70628"/>
                </a:cubicBezTo>
                <a:cubicBezTo>
                  <a:pt x="279835" y="70628"/>
                  <a:pt x="283283" y="69063"/>
                  <a:pt x="286067" y="65934"/>
                </a:cubicBezTo>
                <a:cubicBezTo>
                  <a:pt x="288851" y="62804"/>
                  <a:pt x="290243" y="58259"/>
                  <a:pt x="290243" y="52299"/>
                </a:cubicBezTo>
                <a:cubicBezTo>
                  <a:pt x="290243" y="46488"/>
                  <a:pt x="288851" y="42017"/>
                  <a:pt x="286067" y="38888"/>
                </a:cubicBezTo>
                <a:cubicBezTo>
                  <a:pt x="283283" y="35758"/>
                  <a:pt x="279835" y="34193"/>
                  <a:pt x="275725" y="34193"/>
                </a:cubicBezTo>
                <a:cubicBezTo>
                  <a:pt x="271614" y="34193"/>
                  <a:pt x="268158" y="35758"/>
                  <a:pt x="265355" y="38888"/>
                </a:cubicBezTo>
                <a:cubicBezTo>
                  <a:pt x="262552" y="42017"/>
                  <a:pt x="261151" y="46525"/>
                  <a:pt x="261151" y="52411"/>
                </a:cubicBezTo>
                <a:close/>
                <a:moveTo>
                  <a:pt x="313221" y="65247"/>
                </a:moveTo>
                <a:lnTo>
                  <a:pt x="329028" y="62781"/>
                </a:lnTo>
                <a:cubicBezTo>
                  <a:pt x="329701" y="65826"/>
                  <a:pt x="331065" y="68139"/>
                  <a:pt x="333120" y="69717"/>
                </a:cubicBezTo>
                <a:cubicBezTo>
                  <a:pt x="335175" y="71296"/>
                  <a:pt x="338053" y="72086"/>
                  <a:pt x="341752" y="72086"/>
                </a:cubicBezTo>
                <a:cubicBezTo>
                  <a:pt x="345826" y="72086"/>
                  <a:pt x="348890" y="71339"/>
                  <a:pt x="350945" y="69847"/>
                </a:cubicBezTo>
                <a:cubicBezTo>
                  <a:pt x="352328" y="68802"/>
                  <a:pt x="353019" y="67402"/>
                  <a:pt x="353019" y="65648"/>
                </a:cubicBezTo>
                <a:cubicBezTo>
                  <a:pt x="353019" y="64454"/>
                  <a:pt x="352645" y="63464"/>
                  <a:pt x="351898" y="62681"/>
                </a:cubicBezTo>
                <a:cubicBezTo>
                  <a:pt x="351113" y="61935"/>
                  <a:pt x="349357" y="61244"/>
                  <a:pt x="346629" y="60610"/>
                </a:cubicBezTo>
                <a:cubicBezTo>
                  <a:pt x="333923" y="57812"/>
                  <a:pt x="325870" y="55256"/>
                  <a:pt x="322470" y="52941"/>
                </a:cubicBezTo>
                <a:cubicBezTo>
                  <a:pt x="317761" y="49730"/>
                  <a:pt x="315407" y="45268"/>
                  <a:pt x="315407" y="39557"/>
                </a:cubicBezTo>
                <a:cubicBezTo>
                  <a:pt x="315407" y="34404"/>
                  <a:pt x="317443" y="30074"/>
                  <a:pt x="321517" y="26564"/>
                </a:cubicBezTo>
                <a:cubicBezTo>
                  <a:pt x="325590" y="23055"/>
                  <a:pt x="331905" y="21301"/>
                  <a:pt x="340463" y="21301"/>
                </a:cubicBezTo>
                <a:cubicBezTo>
                  <a:pt x="348610" y="21301"/>
                  <a:pt x="354663" y="22623"/>
                  <a:pt x="358625" y="25266"/>
                </a:cubicBezTo>
                <a:cubicBezTo>
                  <a:pt x="362586" y="27910"/>
                  <a:pt x="365314" y="31820"/>
                  <a:pt x="366808" y="36996"/>
                </a:cubicBezTo>
                <a:lnTo>
                  <a:pt x="351954" y="39798"/>
                </a:lnTo>
                <a:cubicBezTo>
                  <a:pt x="351319" y="37482"/>
                  <a:pt x="350114" y="35707"/>
                  <a:pt x="348339" y="34473"/>
                </a:cubicBezTo>
                <a:cubicBezTo>
                  <a:pt x="346564" y="33240"/>
                  <a:pt x="344032" y="32624"/>
                  <a:pt x="340743" y="32624"/>
                </a:cubicBezTo>
                <a:cubicBezTo>
                  <a:pt x="336595" y="32624"/>
                  <a:pt x="333624" y="33202"/>
                  <a:pt x="331831" y="34359"/>
                </a:cubicBezTo>
                <a:cubicBezTo>
                  <a:pt x="330635" y="35179"/>
                  <a:pt x="330037" y="36243"/>
                  <a:pt x="330037" y="37549"/>
                </a:cubicBezTo>
                <a:cubicBezTo>
                  <a:pt x="330037" y="38668"/>
                  <a:pt x="330560" y="39619"/>
                  <a:pt x="331606" y="40403"/>
                </a:cubicBezTo>
                <a:cubicBezTo>
                  <a:pt x="333026" y="41448"/>
                  <a:pt x="337931" y="42922"/>
                  <a:pt x="346321" y="44826"/>
                </a:cubicBezTo>
                <a:cubicBezTo>
                  <a:pt x="354710" y="46729"/>
                  <a:pt x="360568" y="49064"/>
                  <a:pt x="363894" y="51831"/>
                </a:cubicBezTo>
                <a:cubicBezTo>
                  <a:pt x="367182" y="54636"/>
                  <a:pt x="368826" y="58543"/>
                  <a:pt x="368826" y="63553"/>
                </a:cubicBezTo>
                <a:cubicBezTo>
                  <a:pt x="368826" y="69013"/>
                  <a:pt x="366547" y="73705"/>
                  <a:pt x="361988" y="77632"/>
                </a:cubicBezTo>
                <a:cubicBezTo>
                  <a:pt x="357429" y="81558"/>
                  <a:pt x="350684" y="83521"/>
                  <a:pt x="341752" y="83521"/>
                </a:cubicBezTo>
                <a:cubicBezTo>
                  <a:pt x="333643" y="83521"/>
                  <a:pt x="327225" y="81882"/>
                  <a:pt x="322498" y="78604"/>
                </a:cubicBezTo>
                <a:cubicBezTo>
                  <a:pt x="317770" y="75325"/>
                  <a:pt x="314678" y="70872"/>
                  <a:pt x="313221" y="6524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169D7-EBA0-4563-98EA-5D7A46A9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342" y="857521"/>
            <a:ext cx="1201778" cy="505616"/>
          </a:xfrm>
          <a:custGeom xmlns:a="http://schemas.openxmlformats.org/drawingml/2006/main">
            <a:pathLst>
              <a:path w="1201778" h="505616">
                <a:moveTo>
                  <a:pt x="1201778" y="107586"/>
                </a:moveTo>
                <a:lnTo>
                  <a:pt x="1201778" y="398030"/>
                </a:lnTo>
                <a:cubicBezTo>
                  <a:pt x="1201778" y="457398"/>
                  <a:pt x="1153578" y="505616"/>
                  <a:pt x="1094192" y="505616"/>
                </a:cubicBezTo>
                <a:lnTo>
                  <a:pt x="107569" y="505616"/>
                </a:lnTo>
                <a:cubicBezTo>
                  <a:pt x="48201" y="505616"/>
                  <a:pt x="0" y="457398"/>
                  <a:pt x="0" y="398030"/>
                </a:cubicBezTo>
                <a:lnTo>
                  <a:pt x="0" y="107586"/>
                </a:lnTo>
                <a:cubicBezTo>
                  <a:pt x="0" y="48201"/>
                  <a:pt x="48201" y="0"/>
                  <a:pt x="107569" y="0"/>
                </a:cubicBezTo>
                <a:lnTo>
                  <a:pt x="1094192" y="0"/>
                </a:lnTo>
                <a:cubicBezTo>
                  <a:pt x="1153578" y="0"/>
                  <a:pt x="1201778" y="48201"/>
                  <a:pt x="1201778" y="107586"/>
                </a:cubicBezTo>
                <a:close/>
              </a:path>
            </a:pathLst>
          </a:custGeom>
          <a:solidFill xmlns:a="http://schemas.openxmlformats.org/drawingml/2006/main">
            <a:srgbClr val="008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�">
            <a:extLst xmlns:a="http://schemas.openxmlformats.org/drawingml/2006/main">
              <a:ext uri="{FF2B5EF4-FFF2-40B4-BE49-F238E27FC236}">
                <a16:creationId xmlns:a16="http://schemas.microsoft.com/office/drawing/2014/main" id="{03CDF6C4-4B19-4ABD-B6E5-0E7AA33D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235" y="963312"/>
            <a:ext cx="313547" cy="278949"/>
          </a:xfrm>
          <a:custGeom xmlns:a="http://schemas.openxmlformats.org/drawingml/2006/main">
            <a:pathLst>
              <a:path w="313547" h="278949">
                <a:moveTo>
                  <a:pt x="86496" y="0"/>
                </a:moveTo>
                <a:cubicBezTo>
                  <a:pt x="96226" y="0"/>
                  <a:pt x="103795" y="7568"/>
                  <a:pt x="103795" y="17299"/>
                </a:cubicBezTo>
                <a:lnTo>
                  <a:pt x="103795" y="34598"/>
                </a:lnTo>
                <a:lnTo>
                  <a:pt x="172991" y="34598"/>
                </a:lnTo>
                <a:cubicBezTo>
                  <a:pt x="182722" y="34598"/>
                  <a:pt x="190291" y="42167"/>
                  <a:pt x="190291" y="51897"/>
                </a:cubicBezTo>
                <a:cubicBezTo>
                  <a:pt x="190291" y="61628"/>
                  <a:pt x="182722" y="69197"/>
                  <a:pt x="172991" y="69197"/>
                </a:cubicBezTo>
                <a:lnTo>
                  <a:pt x="167585" y="69197"/>
                </a:lnTo>
                <a:lnTo>
                  <a:pt x="163261" y="81630"/>
                </a:lnTo>
                <a:cubicBezTo>
                  <a:pt x="154611" y="105957"/>
                  <a:pt x="141096" y="128662"/>
                  <a:pt x="124338" y="147583"/>
                </a:cubicBezTo>
                <a:cubicBezTo>
                  <a:pt x="131906" y="152449"/>
                  <a:pt x="140015" y="156773"/>
                  <a:pt x="148124" y="160558"/>
                </a:cubicBezTo>
                <a:lnTo>
                  <a:pt x="175694" y="172451"/>
                </a:lnTo>
                <a:lnTo>
                  <a:pt x="209212" y="96767"/>
                </a:lnTo>
                <a:cubicBezTo>
                  <a:pt x="211915" y="90280"/>
                  <a:pt x="217861" y="86496"/>
                  <a:pt x="224889" y="86496"/>
                </a:cubicBezTo>
                <a:cubicBezTo>
                  <a:pt x="231917" y="86496"/>
                  <a:pt x="237863" y="90280"/>
                  <a:pt x="240566" y="96767"/>
                </a:cubicBezTo>
                <a:lnTo>
                  <a:pt x="309763" y="252459"/>
                </a:lnTo>
                <a:cubicBezTo>
                  <a:pt x="313547" y="261109"/>
                  <a:pt x="309763" y="271380"/>
                  <a:pt x="301113" y="275165"/>
                </a:cubicBezTo>
                <a:cubicBezTo>
                  <a:pt x="292464" y="278949"/>
                  <a:pt x="282192" y="275165"/>
                  <a:pt x="278408" y="266515"/>
                </a:cubicBezTo>
                <a:lnTo>
                  <a:pt x="267596" y="242188"/>
                </a:lnTo>
                <a:lnTo>
                  <a:pt x="182182" y="242188"/>
                </a:lnTo>
                <a:lnTo>
                  <a:pt x="171370" y="266515"/>
                </a:lnTo>
                <a:cubicBezTo>
                  <a:pt x="167585" y="275165"/>
                  <a:pt x="157314" y="278949"/>
                  <a:pt x="148665" y="275165"/>
                </a:cubicBezTo>
                <a:cubicBezTo>
                  <a:pt x="140015" y="271380"/>
                  <a:pt x="136231" y="261109"/>
                  <a:pt x="140015" y="252459"/>
                </a:cubicBezTo>
                <a:lnTo>
                  <a:pt x="161639" y="204346"/>
                </a:lnTo>
                <a:lnTo>
                  <a:pt x="134068" y="191912"/>
                </a:lnTo>
                <a:cubicBezTo>
                  <a:pt x="121635" y="186506"/>
                  <a:pt x="109741" y="180019"/>
                  <a:pt x="98929" y="172451"/>
                </a:cubicBezTo>
                <a:cubicBezTo>
                  <a:pt x="87036" y="181641"/>
                  <a:pt x="74603" y="189750"/>
                  <a:pt x="61088" y="196237"/>
                </a:cubicBezTo>
                <a:lnTo>
                  <a:pt x="42167" y="205968"/>
                </a:lnTo>
                <a:cubicBezTo>
                  <a:pt x="34058" y="210293"/>
                  <a:pt x="23246" y="206509"/>
                  <a:pt x="18921" y="197859"/>
                </a:cubicBezTo>
                <a:cubicBezTo>
                  <a:pt x="15137" y="189750"/>
                  <a:pt x="18380" y="178938"/>
                  <a:pt x="27030" y="174613"/>
                </a:cubicBezTo>
                <a:lnTo>
                  <a:pt x="45410" y="165423"/>
                </a:lnTo>
                <a:cubicBezTo>
                  <a:pt x="54600" y="161098"/>
                  <a:pt x="62709" y="155692"/>
                  <a:pt x="70818" y="150286"/>
                </a:cubicBezTo>
                <a:cubicBezTo>
                  <a:pt x="63250" y="143259"/>
                  <a:pt x="56222" y="135690"/>
                  <a:pt x="49735" y="128122"/>
                </a:cubicBezTo>
                <a:lnTo>
                  <a:pt x="44329" y="121635"/>
                </a:lnTo>
                <a:cubicBezTo>
                  <a:pt x="37842" y="114066"/>
                  <a:pt x="38923" y="103254"/>
                  <a:pt x="46491" y="97308"/>
                </a:cubicBezTo>
                <a:cubicBezTo>
                  <a:pt x="53519" y="90821"/>
                  <a:pt x="64872" y="91902"/>
                  <a:pt x="70818" y="99470"/>
                </a:cubicBezTo>
                <a:lnTo>
                  <a:pt x="76224" y="105957"/>
                </a:lnTo>
                <a:cubicBezTo>
                  <a:pt x="82712" y="113526"/>
                  <a:pt x="89199" y="120553"/>
                  <a:pt x="96226" y="127041"/>
                </a:cubicBezTo>
                <a:cubicBezTo>
                  <a:pt x="111363" y="110282"/>
                  <a:pt x="123256" y="91361"/>
                  <a:pt x="130825" y="69737"/>
                </a:cubicBezTo>
                <a:lnTo>
                  <a:pt x="130825" y="69197"/>
                </a:lnTo>
                <a:lnTo>
                  <a:pt x="17299" y="69197"/>
                </a:lnTo>
                <a:cubicBezTo>
                  <a:pt x="7568" y="69197"/>
                  <a:pt x="0" y="61628"/>
                  <a:pt x="0" y="51897"/>
                </a:cubicBezTo>
                <a:cubicBezTo>
                  <a:pt x="0" y="42167"/>
                  <a:pt x="7568" y="34598"/>
                  <a:pt x="17299" y="34598"/>
                </a:cubicBezTo>
                <a:lnTo>
                  <a:pt x="69197" y="34598"/>
                </a:lnTo>
                <a:lnTo>
                  <a:pt x="69197" y="17299"/>
                </a:lnTo>
                <a:cubicBezTo>
                  <a:pt x="69197" y="7568"/>
                  <a:pt x="76765" y="0"/>
                  <a:pt x="86496" y="0"/>
                </a:cubicBezTo>
                <a:moveTo>
                  <a:pt x="224889" y="146502"/>
                </a:moveTo>
                <a:lnTo>
                  <a:pt x="197859" y="207590"/>
                </a:lnTo>
                <a:lnTo>
                  <a:pt x="251919" y="207590"/>
                </a:lnTo>
                <a:lnTo>
                  <a:pt x="224889" y="14650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54">
            <a:extLst xmlns:a="http://schemas.openxmlformats.org/drawingml/2006/main">
              <a:ext uri="{FF2B5EF4-FFF2-40B4-BE49-F238E27FC236}">
                <a16:creationId xmlns:a16="http://schemas.microsoft.com/office/drawing/2014/main" id="{860C81A4-74A5-4992-9B87-4F70AB61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668" y="956114"/>
            <a:ext cx="213537" cy="149469"/>
          </a:xfrm>
          <a:custGeom xmlns:a="http://schemas.openxmlformats.org/drawingml/2006/main">
            <a:pathLst>
              <a:path w="213537" h="149469">
                <a:moveTo>
                  <a:pt x="0" y="109258"/>
                </a:moveTo>
                <a:lnTo>
                  <a:pt x="27938" y="106365"/>
                </a:lnTo>
                <a:cubicBezTo>
                  <a:pt x="28736" y="112684"/>
                  <a:pt x="31098" y="117689"/>
                  <a:pt x="35022" y="121381"/>
                </a:cubicBezTo>
                <a:cubicBezTo>
                  <a:pt x="38947" y="125073"/>
                  <a:pt x="43470" y="126919"/>
                  <a:pt x="48592" y="126919"/>
                </a:cubicBezTo>
                <a:cubicBezTo>
                  <a:pt x="54446" y="126919"/>
                  <a:pt x="59402" y="124537"/>
                  <a:pt x="63460" y="119772"/>
                </a:cubicBezTo>
                <a:cubicBezTo>
                  <a:pt x="67517" y="115008"/>
                  <a:pt x="69546" y="107828"/>
                  <a:pt x="69546" y="98233"/>
                </a:cubicBezTo>
                <a:cubicBezTo>
                  <a:pt x="69546" y="89236"/>
                  <a:pt x="67534" y="82488"/>
                  <a:pt x="63509" y="77990"/>
                </a:cubicBezTo>
                <a:cubicBezTo>
                  <a:pt x="59485" y="73491"/>
                  <a:pt x="54247" y="71242"/>
                  <a:pt x="47794" y="71242"/>
                </a:cubicBezTo>
                <a:cubicBezTo>
                  <a:pt x="39745" y="71242"/>
                  <a:pt x="32528" y="74834"/>
                  <a:pt x="26142" y="82018"/>
                </a:cubicBezTo>
                <a:lnTo>
                  <a:pt x="3392" y="78695"/>
                </a:lnTo>
                <a:lnTo>
                  <a:pt x="17761" y="2395"/>
                </a:lnTo>
                <a:lnTo>
                  <a:pt x="91897" y="2395"/>
                </a:lnTo>
                <a:lnTo>
                  <a:pt x="91897" y="28736"/>
                </a:lnTo>
                <a:lnTo>
                  <a:pt x="39014" y="28736"/>
                </a:lnTo>
                <a:lnTo>
                  <a:pt x="34623" y="53566"/>
                </a:lnTo>
                <a:cubicBezTo>
                  <a:pt x="40876" y="50450"/>
                  <a:pt x="47262" y="48892"/>
                  <a:pt x="53781" y="48892"/>
                </a:cubicBezTo>
                <a:cubicBezTo>
                  <a:pt x="66220" y="48892"/>
                  <a:pt x="76763" y="53424"/>
                  <a:pt x="85411" y="62490"/>
                </a:cubicBezTo>
                <a:cubicBezTo>
                  <a:pt x="94058" y="71553"/>
                  <a:pt x="98382" y="83317"/>
                  <a:pt x="98382" y="97780"/>
                </a:cubicBezTo>
                <a:cubicBezTo>
                  <a:pt x="98382" y="109845"/>
                  <a:pt x="94890" y="120610"/>
                  <a:pt x="87905" y="130075"/>
                </a:cubicBezTo>
                <a:cubicBezTo>
                  <a:pt x="78393" y="143004"/>
                  <a:pt x="65189" y="149469"/>
                  <a:pt x="48293" y="149469"/>
                </a:cubicBezTo>
                <a:cubicBezTo>
                  <a:pt x="34790" y="149469"/>
                  <a:pt x="23781" y="145835"/>
                  <a:pt x="15266" y="138568"/>
                </a:cubicBezTo>
                <a:cubicBezTo>
                  <a:pt x="6752" y="131299"/>
                  <a:pt x="1663" y="121529"/>
                  <a:pt x="0" y="109258"/>
                </a:cubicBezTo>
                <a:close/>
                <a:moveTo>
                  <a:pt x="168237" y="146875"/>
                </a:moveTo>
                <a:lnTo>
                  <a:pt x="168237" y="117340"/>
                </a:lnTo>
                <a:lnTo>
                  <a:pt x="108370" y="117340"/>
                </a:lnTo>
                <a:lnTo>
                  <a:pt x="108370" y="92894"/>
                </a:lnTo>
                <a:lnTo>
                  <a:pt x="171829" y="0"/>
                </a:lnTo>
                <a:lnTo>
                  <a:pt x="195377" y="0"/>
                </a:lnTo>
                <a:lnTo>
                  <a:pt x="195377" y="92795"/>
                </a:lnTo>
                <a:lnTo>
                  <a:pt x="213537" y="92795"/>
                </a:lnTo>
                <a:lnTo>
                  <a:pt x="213537" y="117340"/>
                </a:lnTo>
                <a:lnTo>
                  <a:pt x="195377" y="117340"/>
                </a:lnTo>
                <a:lnTo>
                  <a:pt x="195377" y="146875"/>
                </a:lnTo>
                <a:lnTo>
                  <a:pt x="168237" y="146875"/>
                </a:lnTo>
                <a:moveTo>
                  <a:pt x="168237" y="92795"/>
                </a:moveTo>
                <a:lnTo>
                  <a:pt x="168237" y="42861"/>
                </a:lnTo>
                <a:lnTo>
                  <a:pt x="134612" y="92795"/>
                </a:lnTo>
                <a:lnTo>
                  <a:pt x="168237" y="927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Languages">
            <a:extLst xmlns:a="http://schemas.openxmlformats.org/drawingml/2006/main">
              <a:ext uri="{FF2B5EF4-FFF2-40B4-BE49-F238E27FC236}">
                <a16:creationId xmlns:a16="http://schemas.microsoft.com/office/drawing/2014/main" id="{3F473671-167B-48FD-9784-3B5EADB9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031" y="1171536"/>
            <a:ext cx="591645" cy="105718"/>
          </a:xfrm>
          <a:custGeom xmlns:a="http://schemas.openxmlformats.org/drawingml/2006/main">
            <a:pathLst>
              <a:path w="591645" h="105718">
                <a:moveTo>
                  <a:pt x="0" y="81503"/>
                </a:moveTo>
                <a:lnTo>
                  <a:pt x="0" y="0"/>
                </a:lnTo>
                <a:lnTo>
                  <a:pt x="16592" y="0"/>
                </a:lnTo>
                <a:lnTo>
                  <a:pt x="16592" y="67601"/>
                </a:lnTo>
                <a:lnTo>
                  <a:pt x="57848" y="67601"/>
                </a:lnTo>
                <a:lnTo>
                  <a:pt x="57848" y="81503"/>
                </a:lnTo>
                <a:lnTo>
                  <a:pt x="0" y="81503"/>
                </a:lnTo>
                <a:close/>
                <a:moveTo>
                  <a:pt x="81330" y="40359"/>
                </a:moveTo>
                <a:lnTo>
                  <a:pt x="67036" y="37781"/>
                </a:lnTo>
                <a:cubicBezTo>
                  <a:pt x="68643" y="31950"/>
                  <a:pt x="71409" y="27634"/>
                  <a:pt x="75332" y="24832"/>
                </a:cubicBezTo>
                <a:cubicBezTo>
                  <a:pt x="79256" y="22029"/>
                  <a:pt x="85086" y="20628"/>
                  <a:pt x="92821" y="20628"/>
                </a:cubicBezTo>
                <a:cubicBezTo>
                  <a:pt x="99847" y="20628"/>
                  <a:pt x="105078" y="21459"/>
                  <a:pt x="108516" y="23122"/>
                </a:cubicBezTo>
                <a:cubicBezTo>
                  <a:pt x="111954" y="24785"/>
                  <a:pt x="114374" y="26897"/>
                  <a:pt x="115775" y="29456"/>
                </a:cubicBezTo>
                <a:cubicBezTo>
                  <a:pt x="117177" y="32016"/>
                  <a:pt x="117878" y="36716"/>
                  <a:pt x="117878" y="43554"/>
                </a:cubicBezTo>
                <a:lnTo>
                  <a:pt x="117709" y="61940"/>
                </a:lnTo>
                <a:cubicBezTo>
                  <a:pt x="117709" y="67172"/>
                  <a:pt x="117962" y="71030"/>
                  <a:pt x="118466" y="73515"/>
                </a:cubicBezTo>
                <a:cubicBezTo>
                  <a:pt x="118971" y="76000"/>
                  <a:pt x="119914" y="78663"/>
                  <a:pt x="121297" y="81503"/>
                </a:cubicBezTo>
                <a:lnTo>
                  <a:pt x="105714" y="81503"/>
                </a:lnTo>
                <a:cubicBezTo>
                  <a:pt x="105303" y="80456"/>
                  <a:pt x="104798" y="78906"/>
                  <a:pt x="104200" y="76850"/>
                </a:cubicBezTo>
                <a:cubicBezTo>
                  <a:pt x="103939" y="75916"/>
                  <a:pt x="103752" y="75299"/>
                  <a:pt x="103640" y="75001"/>
                </a:cubicBezTo>
                <a:cubicBezTo>
                  <a:pt x="100949" y="77616"/>
                  <a:pt x="98072" y="79578"/>
                  <a:pt x="95007" y="80886"/>
                </a:cubicBezTo>
                <a:cubicBezTo>
                  <a:pt x="91943" y="82194"/>
                  <a:pt x="88673" y="82848"/>
                  <a:pt x="85198" y="82848"/>
                </a:cubicBezTo>
                <a:cubicBezTo>
                  <a:pt x="79069" y="82848"/>
                  <a:pt x="74239" y="81192"/>
                  <a:pt x="70708" y="77880"/>
                </a:cubicBezTo>
                <a:cubicBezTo>
                  <a:pt x="67176" y="74568"/>
                  <a:pt x="65411" y="70382"/>
                  <a:pt x="65411" y="65321"/>
                </a:cubicBezTo>
                <a:cubicBezTo>
                  <a:pt x="65411" y="61971"/>
                  <a:pt x="66214" y="58985"/>
                  <a:pt x="67821" y="56363"/>
                </a:cubicBezTo>
                <a:cubicBezTo>
                  <a:pt x="69428" y="53738"/>
                  <a:pt x="71680" y="51729"/>
                  <a:pt x="74576" y="50333"/>
                </a:cubicBezTo>
                <a:cubicBezTo>
                  <a:pt x="77472" y="48938"/>
                  <a:pt x="81648" y="47719"/>
                  <a:pt x="87104" y="46677"/>
                </a:cubicBezTo>
                <a:cubicBezTo>
                  <a:pt x="94466" y="45301"/>
                  <a:pt x="99566" y="44017"/>
                  <a:pt x="102407" y="42825"/>
                </a:cubicBezTo>
                <a:lnTo>
                  <a:pt x="102407" y="41238"/>
                </a:lnTo>
                <a:cubicBezTo>
                  <a:pt x="102407" y="38178"/>
                  <a:pt x="101659" y="35996"/>
                  <a:pt x="100164" y="34692"/>
                </a:cubicBezTo>
                <a:cubicBezTo>
                  <a:pt x="98670" y="33388"/>
                  <a:pt x="95848" y="32736"/>
                  <a:pt x="91700" y="32736"/>
                </a:cubicBezTo>
                <a:cubicBezTo>
                  <a:pt x="88897" y="32736"/>
                  <a:pt x="86711" y="33300"/>
                  <a:pt x="85142" y="34428"/>
                </a:cubicBezTo>
                <a:cubicBezTo>
                  <a:pt x="83572" y="35555"/>
                  <a:pt x="82302" y="37532"/>
                  <a:pt x="81330" y="40359"/>
                </a:cubicBezTo>
                <a:moveTo>
                  <a:pt x="102407" y="53139"/>
                </a:moveTo>
                <a:cubicBezTo>
                  <a:pt x="100389" y="53804"/>
                  <a:pt x="97194" y="54598"/>
                  <a:pt x="92821" y="55522"/>
                </a:cubicBezTo>
                <a:cubicBezTo>
                  <a:pt x="88449" y="56444"/>
                  <a:pt x="85590" y="57349"/>
                  <a:pt x="84245" y="58235"/>
                </a:cubicBezTo>
                <a:cubicBezTo>
                  <a:pt x="82190" y="59675"/>
                  <a:pt x="81162" y="61503"/>
                  <a:pt x="81162" y="63718"/>
                </a:cubicBezTo>
                <a:cubicBezTo>
                  <a:pt x="81162" y="65897"/>
                  <a:pt x="81984" y="67781"/>
                  <a:pt x="83628" y="69369"/>
                </a:cubicBezTo>
                <a:cubicBezTo>
                  <a:pt x="85273" y="70956"/>
                  <a:pt x="87365" y="71749"/>
                  <a:pt x="89906" y="71749"/>
                </a:cubicBezTo>
                <a:cubicBezTo>
                  <a:pt x="92747" y="71749"/>
                  <a:pt x="95456" y="70826"/>
                  <a:pt x="98034" y="68980"/>
                </a:cubicBezTo>
                <a:cubicBezTo>
                  <a:pt x="99940" y="67577"/>
                  <a:pt x="101192" y="65860"/>
                  <a:pt x="101790" y="63828"/>
                </a:cubicBezTo>
                <a:cubicBezTo>
                  <a:pt x="102201" y="62499"/>
                  <a:pt x="102407" y="59970"/>
                  <a:pt x="102407" y="56242"/>
                </a:cubicBezTo>
                <a:lnTo>
                  <a:pt x="102407" y="53139"/>
                </a:lnTo>
                <a:close/>
                <a:moveTo>
                  <a:pt x="187558" y="81503"/>
                </a:moveTo>
                <a:lnTo>
                  <a:pt x="171807" y="81503"/>
                </a:lnTo>
                <a:lnTo>
                  <a:pt x="171807" y="51156"/>
                </a:lnTo>
                <a:cubicBezTo>
                  <a:pt x="171807" y="44736"/>
                  <a:pt x="171471" y="40583"/>
                  <a:pt x="170798" y="38698"/>
                </a:cubicBezTo>
                <a:cubicBezTo>
                  <a:pt x="170125" y="36814"/>
                  <a:pt x="169032" y="35349"/>
                  <a:pt x="167519" y="34303"/>
                </a:cubicBezTo>
                <a:cubicBezTo>
                  <a:pt x="166005" y="33258"/>
                  <a:pt x="164184" y="32736"/>
                  <a:pt x="162054" y="32736"/>
                </a:cubicBezTo>
                <a:cubicBezTo>
                  <a:pt x="159326" y="32736"/>
                  <a:pt x="156878" y="33482"/>
                  <a:pt x="154711" y="34976"/>
                </a:cubicBezTo>
                <a:cubicBezTo>
                  <a:pt x="152543" y="36469"/>
                  <a:pt x="151058" y="38447"/>
                  <a:pt x="150254" y="40911"/>
                </a:cubicBezTo>
                <a:cubicBezTo>
                  <a:pt x="149451" y="43374"/>
                  <a:pt x="149049" y="47928"/>
                  <a:pt x="149049" y="54572"/>
                </a:cubicBezTo>
                <a:lnTo>
                  <a:pt x="149049" y="81503"/>
                </a:lnTo>
                <a:lnTo>
                  <a:pt x="133298" y="81503"/>
                </a:lnTo>
                <a:lnTo>
                  <a:pt x="133298" y="21973"/>
                </a:lnTo>
                <a:lnTo>
                  <a:pt x="147928" y="21973"/>
                </a:lnTo>
                <a:lnTo>
                  <a:pt x="147928" y="30718"/>
                </a:lnTo>
                <a:cubicBezTo>
                  <a:pt x="153122" y="23991"/>
                  <a:pt x="159662" y="20628"/>
                  <a:pt x="167547" y="20628"/>
                </a:cubicBezTo>
                <a:cubicBezTo>
                  <a:pt x="171022" y="20628"/>
                  <a:pt x="174199" y="21254"/>
                  <a:pt x="177076" y="22506"/>
                </a:cubicBezTo>
                <a:cubicBezTo>
                  <a:pt x="179954" y="23758"/>
                  <a:pt x="182130" y="25355"/>
                  <a:pt x="183606" y="27298"/>
                </a:cubicBezTo>
                <a:cubicBezTo>
                  <a:pt x="185083" y="29242"/>
                  <a:pt x="186110" y="31446"/>
                  <a:pt x="186689" y="33913"/>
                </a:cubicBezTo>
                <a:cubicBezTo>
                  <a:pt x="187269" y="36379"/>
                  <a:pt x="187558" y="39911"/>
                  <a:pt x="187558" y="44507"/>
                </a:cubicBezTo>
                <a:lnTo>
                  <a:pt x="187558" y="81503"/>
                </a:lnTo>
                <a:close/>
                <a:moveTo>
                  <a:pt x="202072" y="85315"/>
                </a:moveTo>
                <a:lnTo>
                  <a:pt x="220065" y="87557"/>
                </a:lnTo>
                <a:cubicBezTo>
                  <a:pt x="220364" y="89669"/>
                  <a:pt x="221055" y="91121"/>
                  <a:pt x="222139" y="91913"/>
                </a:cubicBezTo>
                <a:cubicBezTo>
                  <a:pt x="223634" y="93045"/>
                  <a:pt x="225988" y="93611"/>
                  <a:pt x="229202" y="93611"/>
                </a:cubicBezTo>
                <a:cubicBezTo>
                  <a:pt x="233312" y="93611"/>
                  <a:pt x="236395" y="92989"/>
                  <a:pt x="238451" y="91747"/>
                </a:cubicBezTo>
                <a:cubicBezTo>
                  <a:pt x="239833" y="90919"/>
                  <a:pt x="240880" y="89583"/>
                  <a:pt x="241590" y="87739"/>
                </a:cubicBezTo>
                <a:cubicBezTo>
                  <a:pt x="242076" y="86422"/>
                  <a:pt x="242318" y="83994"/>
                  <a:pt x="242318" y="80457"/>
                </a:cubicBezTo>
                <a:lnTo>
                  <a:pt x="242318" y="71706"/>
                </a:lnTo>
                <a:cubicBezTo>
                  <a:pt x="237610" y="78237"/>
                  <a:pt x="231668" y="81503"/>
                  <a:pt x="224493" y="81503"/>
                </a:cubicBezTo>
                <a:cubicBezTo>
                  <a:pt x="216496" y="81503"/>
                  <a:pt x="210162" y="78121"/>
                  <a:pt x="205491" y="71357"/>
                </a:cubicBezTo>
                <a:cubicBezTo>
                  <a:pt x="201829" y="66013"/>
                  <a:pt x="199998" y="59361"/>
                  <a:pt x="199998" y="51402"/>
                </a:cubicBezTo>
                <a:cubicBezTo>
                  <a:pt x="199998" y="41424"/>
                  <a:pt x="202399" y="33801"/>
                  <a:pt x="207201" y="28532"/>
                </a:cubicBezTo>
                <a:cubicBezTo>
                  <a:pt x="212002" y="23263"/>
                  <a:pt x="217972" y="20628"/>
                  <a:pt x="225110" y="20628"/>
                </a:cubicBezTo>
                <a:cubicBezTo>
                  <a:pt x="232472" y="20628"/>
                  <a:pt x="238544" y="23876"/>
                  <a:pt x="243327" y="30371"/>
                </a:cubicBezTo>
                <a:lnTo>
                  <a:pt x="243327" y="21973"/>
                </a:lnTo>
                <a:lnTo>
                  <a:pt x="258070" y="21973"/>
                </a:lnTo>
                <a:lnTo>
                  <a:pt x="258070" y="75428"/>
                </a:lnTo>
                <a:cubicBezTo>
                  <a:pt x="258070" y="82458"/>
                  <a:pt x="257490" y="87712"/>
                  <a:pt x="256332" y="91190"/>
                </a:cubicBezTo>
                <a:cubicBezTo>
                  <a:pt x="255174" y="94667"/>
                  <a:pt x="253548" y="97397"/>
                  <a:pt x="251455" y="99379"/>
                </a:cubicBezTo>
                <a:cubicBezTo>
                  <a:pt x="249363" y="101362"/>
                  <a:pt x="246569" y="102914"/>
                  <a:pt x="243075" y="104035"/>
                </a:cubicBezTo>
                <a:cubicBezTo>
                  <a:pt x="239581" y="105157"/>
                  <a:pt x="235162" y="105718"/>
                  <a:pt x="229818" y="105718"/>
                </a:cubicBezTo>
                <a:cubicBezTo>
                  <a:pt x="219729" y="105718"/>
                  <a:pt x="212572" y="103975"/>
                  <a:pt x="208350" y="100489"/>
                </a:cubicBezTo>
                <a:cubicBezTo>
                  <a:pt x="204127" y="97005"/>
                  <a:pt x="202016" y="92587"/>
                  <a:pt x="202016" y="87236"/>
                </a:cubicBezTo>
                <a:cubicBezTo>
                  <a:pt x="202016" y="86708"/>
                  <a:pt x="202034" y="86068"/>
                  <a:pt x="202072" y="85315"/>
                </a:cubicBezTo>
                <a:moveTo>
                  <a:pt x="216141" y="50505"/>
                </a:moveTo>
                <a:cubicBezTo>
                  <a:pt x="216141" y="56802"/>
                  <a:pt x="217365" y="61412"/>
                  <a:pt x="219813" y="64336"/>
                </a:cubicBezTo>
                <a:cubicBezTo>
                  <a:pt x="222260" y="67260"/>
                  <a:pt x="225278" y="68722"/>
                  <a:pt x="228865" y="68722"/>
                </a:cubicBezTo>
                <a:cubicBezTo>
                  <a:pt x="232715" y="68722"/>
                  <a:pt x="235966" y="67223"/>
                  <a:pt x="238619" y="64224"/>
                </a:cubicBezTo>
                <a:cubicBezTo>
                  <a:pt x="241272" y="61225"/>
                  <a:pt x="242599" y="56783"/>
                  <a:pt x="242599" y="50897"/>
                </a:cubicBezTo>
                <a:cubicBezTo>
                  <a:pt x="242599" y="44750"/>
                  <a:pt x="241328" y="40186"/>
                  <a:pt x="238787" y="37206"/>
                </a:cubicBezTo>
                <a:cubicBezTo>
                  <a:pt x="236246" y="34226"/>
                  <a:pt x="233032" y="32736"/>
                  <a:pt x="229146" y="32736"/>
                </a:cubicBezTo>
                <a:cubicBezTo>
                  <a:pt x="225371" y="32736"/>
                  <a:pt x="222260" y="34198"/>
                  <a:pt x="219813" y="37122"/>
                </a:cubicBezTo>
                <a:cubicBezTo>
                  <a:pt x="217365" y="40046"/>
                  <a:pt x="216141" y="44507"/>
                  <a:pt x="216141" y="50505"/>
                </a:cubicBezTo>
                <a:close/>
                <a:moveTo>
                  <a:pt x="312830" y="81503"/>
                </a:moveTo>
                <a:lnTo>
                  <a:pt x="312830" y="72590"/>
                </a:lnTo>
                <a:cubicBezTo>
                  <a:pt x="310663" y="75767"/>
                  <a:pt x="307813" y="78270"/>
                  <a:pt x="304282" y="80101"/>
                </a:cubicBezTo>
                <a:cubicBezTo>
                  <a:pt x="300751" y="81933"/>
                  <a:pt x="297023" y="82848"/>
                  <a:pt x="293099" y="82848"/>
                </a:cubicBezTo>
                <a:cubicBezTo>
                  <a:pt x="289101" y="82848"/>
                  <a:pt x="285513" y="81970"/>
                  <a:pt x="282337" y="80214"/>
                </a:cubicBezTo>
                <a:cubicBezTo>
                  <a:pt x="279160" y="78457"/>
                  <a:pt x="276862" y="75991"/>
                  <a:pt x="275442" y="72814"/>
                </a:cubicBezTo>
                <a:cubicBezTo>
                  <a:pt x="274022" y="69638"/>
                  <a:pt x="273312" y="65247"/>
                  <a:pt x="273312" y="59642"/>
                </a:cubicBezTo>
                <a:lnTo>
                  <a:pt x="273312" y="21973"/>
                </a:lnTo>
                <a:lnTo>
                  <a:pt x="289063" y="21973"/>
                </a:lnTo>
                <a:lnTo>
                  <a:pt x="289063" y="49265"/>
                </a:lnTo>
                <a:cubicBezTo>
                  <a:pt x="289063" y="57617"/>
                  <a:pt x="289353" y="62734"/>
                  <a:pt x="289932" y="64616"/>
                </a:cubicBezTo>
                <a:cubicBezTo>
                  <a:pt x="290511" y="66499"/>
                  <a:pt x="291567" y="67990"/>
                  <a:pt x="293099" y="69090"/>
                </a:cubicBezTo>
                <a:cubicBezTo>
                  <a:pt x="294631" y="70190"/>
                  <a:pt x="296574" y="70740"/>
                  <a:pt x="298929" y="70740"/>
                </a:cubicBezTo>
                <a:cubicBezTo>
                  <a:pt x="301619" y="70740"/>
                  <a:pt x="304030" y="70004"/>
                  <a:pt x="306160" y="68532"/>
                </a:cubicBezTo>
                <a:cubicBezTo>
                  <a:pt x="308290" y="67059"/>
                  <a:pt x="309747" y="65232"/>
                  <a:pt x="310532" y="63050"/>
                </a:cubicBezTo>
                <a:cubicBezTo>
                  <a:pt x="311317" y="60869"/>
                  <a:pt x="311709" y="55528"/>
                  <a:pt x="311709" y="47028"/>
                </a:cubicBezTo>
                <a:lnTo>
                  <a:pt x="311709" y="21973"/>
                </a:lnTo>
                <a:lnTo>
                  <a:pt x="327460" y="21973"/>
                </a:lnTo>
                <a:lnTo>
                  <a:pt x="327460" y="81503"/>
                </a:lnTo>
                <a:lnTo>
                  <a:pt x="312830" y="81503"/>
                </a:lnTo>
                <a:close/>
                <a:moveTo>
                  <a:pt x="355539" y="40359"/>
                </a:moveTo>
                <a:lnTo>
                  <a:pt x="341245" y="37781"/>
                </a:lnTo>
                <a:cubicBezTo>
                  <a:pt x="342852" y="31950"/>
                  <a:pt x="345618" y="27634"/>
                  <a:pt x="349542" y="24832"/>
                </a:cubicBezTo>
                <a:cubicBezTo>
                  <a:pt x="353465" y="22029"/>
                  <a:pt x="359295" y="20628"/>
                  <a:pt x="367030" y="20628"/>
                </a:cubicBezTo>
                <a:cubicBezTo>
                  <a:pt x="374056" y="20628"/>
                  <a:pt x="379288" y="21459"/>
                  <a:pt x="382726" y="23122"/>
                </a:cubicBezTo>
                <a:cubicBezTo>
                  <a:pt x="386164" y="24785"/>
                  <a:pt x="388583" y="26897"/>
                  <a:pt x="389985" y="29456"/>
                </a:cubicBezTo>
                <a:cubicBezTo>
                  <a:pt x="391386" y="32016"/>
                  <a:pt x="392087" y="36716"/>
                  <a:pt x="392087" y="43554"/>
                </a:cubicBezTo>
                <a:lnTo>
                  <a:pt x="391918" y="61940"/>
                </a:lnTo>
                <a:cubicBezTo>
                  <a:pt x="391918" y="67172"/>
                  <a:pt x="392171" y="71030"/>
                  <a:pt x="392675" y="73515"/>
                </a:cubicBezTo>
                <a:cubicBezTo>
                  <a:pt x="393180" y="76000"/>
                  <a:pt x="394123" y="78663"/>
                  <a:pt x="395506" y="81503"/>
                </a:cubicBezTo>
                <a:lnTo>
                  <a:pt x="379923" y="81503"/>
                </a:lnTo>
                <a:cubicBezTo>
                  <a:pt x="379512" y="80456"/>
                  <a:pt x="379007" y="78906"/>
                  <a:pt x="378409" y="76850"/>
                </a:cubicBezTo>
                <a:cubicBezTo>
                  <a:pt x="378148" y="75916"/>
                  <a:pt x="377961" y="75299"/>
                  <a:pt x="377849" y="75001"/>
                </a:cubicBezTo>
                <a:cubicBezTo>
                  <a:pt x="375158" y="77616"/>
                  <a:pt x="372281" y="79578"/>
                  <a:pt x="369217" y="80886"/>
                </a:cubicBezTo>
                <a:cubicBezTo>
                  <a:pt x="366152" y="82194"/>
                  <a:pt x="362882" y="82848"/>
                  <a:pt x="359407" y="82848"/>
                </a:cubicBezTo>
                <a:cubicBezTo>
                  <a:pt x="353278" y="82848"/>
                  <a:pt x="348448" y="81192"/>
                  <a:pt x="344917" y="77880"/>
                </a:cubicBezTo>
                <a:cubicBezTo>
                  <a:pt x="341386" y="74568"/>
                  <a:pt x="339620" y="70382"/>
                  <a:pt x="339620" y="65321"/>
                </a:cubicBezTo>
                <a:cubicBezTo>
                  <a:pt x="339620" y="61971"/>
                  <a:pt x="340423" y="58985"/>
                  <a:pt x="342030" y="56363"/>
                </a:cubicBezTo>
                <a:cubicBezTo>
                  <a:pt x="343637" y="53738"/>
                  <a:pt x="345889" y="51729"/>
                  <a:pt x="348785" y="50333"/>
                </a:cubicBezTo>
                <a:cubicBezTo>
                  <a:pt x="351681" y="48938"/>
                  <a:pt x="355857" y="47719"/>
                  <a:pt x="361313" y="46677"/>
                </a:cubicBezTo>
                <a:cubicBezTo>
                  <a:pt x="368675" y="45301"/>
                  <a:pt x="373776" y="44017"/>
                  <a:pt x="376616" y="42825"/>
                </a:cubicBezTo>
                <a:lnTo>
                  <a:pt x="376616" y="41238"/>
                </a:lnTo>
                <a:cubicBezTo>
                  <a:pt x="376616" y="38178"/>
                  <a:pt x="375868" y="35996"/>
                  <a:pt x="374374" y="34692"/>
                </a:cubicBezTo>
                <a:cubicBezTo>
                  <a:pt x="372879" y="33388"/>
                  <a:pt x="370057" y="32736"/>
                  <a:pt x="365909" y="32736"/>
                </a:cubicBezTo>
                <a:cubicBezTo>
                  <a:pt x="363107" y="32736"/>
                  <a:pt x="360921" y="33300"/>
                  <a:pt x="359351" y="34428"/>
                </a:cubicBezTo>
                <a:cubicBezTo>
                  <a:pt x="357781" y="35555"/>
                  <a:pt x="356511" y="37532"/>
                  <a:pt x="355539" y="40359"/>
                </a:cubicBezTo>
                <a:moveTo>
                  <a:pt x="376616" y="53139"/>
                </a:moveTo>
                <a:cubicBezTo>
                  <a:pt x="374598" y="53804"/>
                  <a:pt x="371403" y="54598"/>
                  <a:pt x="367030" y="55522"/>
                </a:cubicBezTo>
                <a:cubicBezTo>
                  <a:pt x="362658" y="56444"/>
                  <a:pt x="359799" y="57349"/>
                  <a:pt x="358454" y="58235"/>
                </a:cubicBezTo>
                <a:cubicBezTo>
                  <a:pt x="356399" y="59675"/>
                  <a:pt x="355371" y="61503"/>
                  <a:pt x="355371" y="63718"/>
                </a:cubicBezTo>
                <a:cubicBezTo>
                  <a:pt x="355371" y="65897"/>
                  <a:pt x="356193" y="67781"/>
                  <a:pt x="357838" y="69369"/>
                </a:cubicBezTo>
                <a:cubicBezTo>
                  <a:pt x="359482" y="70956"/>
                  <a:pt x="361574" y="71749"/>
                  <a:pt x="364116" y="71749"/>
                </a:cubicBezTo>
                <a:cubicBezTo>
                  <a:pt x="366956" y="71749"/>
                  <a:pt x="369665" y="70826"/>
                  <a:pt x="372243" y="68980"/>
                </a:cubicBezTo>
                <a:cubicBezTo>
                  <a:pt x="374149" y="67577"/>
                  <a:pt x="375401" y="65860"/>
                  <a:pt x="375999" y="63828"/>
                </a:cubicBezTo>
                <a:cubicBezTo>
                  <a:pt x="376410" y="62499"/>
                  <a:pt x="376616" y="59970"/>
                  <a:pt x="376616" y="56242"/>
                </a:cubicBezTo>
                <a:lnTo>
                  <a:pt x="376616" y="53139"/>
                </a:lnTo>
                <a:close/>
                <a:moveTo>
                  <a:pt x="406162" y="85315"/>
                </a:moveTo>
                <a:lnTo>
                  <a:pt x="424155" y="87557"/>
                </a:lnTo>
                <a:cubicBezTo>
                  <a:pt x="424454" y="89669"/>
                  <a:pt x="425145" y="91121"/>
                  <a:pt x="426229" y="91913"/>
                </a:cubicBezTo>
                <a:cubicBezTo>
                  <a:pt x="427724" y="93045"/>
                  <a:pt x="430078" y="93611"/>
                  <a:pt x="433292" y="93611"/>
                </a:cubicBezTo>
                <a:cubicBezTo>
                  <a:pt x="437403" y="93611"/>
                  <a:pt x="440485" y="92989"/>
                  <a:pt x="442541" y="91747"/>
                </a:cubicBezTo>
                <a:cubicBezTo>
                  <a:pt x="443923" y="90919"/>
                  <a:pt x="444970" y="89583"/>
                  <a:pt x="445680" y="87739"/>
                </a:cubicBezTo>
                <a:cubicBezTo>
                  <a:pt x="446166" y="86422"/>
                  <a:pt x="446409" y="83994"/>
                  <a:pt x="446409" y="80457"/>
                </a:cubicBezTo>
                <a:lnTo>
                  <a:pt x="446409" y="71706"/>
                </a:lnTo>
                <a:cubicBezTo>
                  <a:pt x="441700" y="78237"/>
                  <a:pt x="435758" y="81503"/>
                  <a:pt x="428583" y="81503"/>
                </a:cubicBezTo>
                <a:cubicBezTo>
                  <a:pt x="420586" y="81503"/>
                  <a:pt x="414252" y="78121"/>
                  <a:pt x="409581" y="71357"/>
                </a:cubicBezTo>
                <a:cubicBezTo>
                  <a:pt x="405919" y="66013"/>
                  <a:pt x="404088" y="59361"/>
                  <a:pt x="404088" y="51402"/>
                </a:cubicBezTo>
                <a:cubicBezTo>
                  <a:pt x="404088" y="41424"/>
                  <a:pt x="406489" y="33801"/>
                  <a:pt x="411291" y="28532"/>
                </a:cubicBezTo>
                <a:cubicBezTo>
                  <a:pt x="416093" y="23263"/>
                  <a:pt x="422062" y="20628"/>
                  <a:pt x="429200" y="20628"/>
                </a:cubicBezTo>
                <a:cubicBezTo>
                  <a:pt x="436562" y="20628"/>
                  <a:pt x="442634" y="23876"/>
                  <a:pt x="447418" y="30371"/>
                </a:cubicBezTo>
                <a:lnTo>
                  <a:pt x="447418" y="21973"/>
                </a:lnTo>
                <a:lnTo>
                  <a:pt x="462160" y="21973"/>
                </a:lnTo>
                <a:lnTo>
                  <a:pt x="462160" y="75428"/>
                </a:lnTo>
                <a:cubicBezTo>
                  <a:pt x="462160" y="82458"/>
                  <a:pt x="461581" y="87712"/>
                  <a:pt x="460422" y="91190"/>
                </a:cubicBezTo>
                <a:cubicBezTo>
                  <a:pt x="459264" y="94667"/>
                  <a:pt x="457638" y="97397"/>
                  <a:pt x="455545" y="99379"/>
                </a:cubicBezTo>
                <a:cubicBezTo>
                  <a:pt x="453453" y="101362"/>
                  <a:pt x="450659" y="102914"/>
                  <a:pt x="447165" y="104035"/>
                </a:cubicBezTo>
                <a:cubicBezTo>
                  <a:pt x="443671" y="105157"/>
                  <a:pt x="439252" y="105718"/>
                  <a:pt x="433908" y="105718"/>
                </a:cubicBezTo>
                <a:cubicBezTo>
                  <a:pt x="423819" y="105718"/>
                  <a:pt x="416662" y="103975"/>
                  <a:pt x="412440" y="100489"/>
                </a:cubicBezTo>
                <a:cubicBezTo>
                  <a:pt x="408217" y="97005"/>
                  <a:pt x="406106" y="92587"/>
                  <a:pt x="406106" y="87236"/>
                </a:cubicBezTo>
                <a:cubicBezTo>
                  <a:pt x="406106" y="86708"/>
                  <a:pt x="406124" y="86068"/>
                  <a:pt x="406162" y="85315"/>
                </a:cubicBezTo>
                <a:moveTo>
                  <a:pt x="420231" y="50505"/>
                </a:moveTo>
                <a:cubicBezTo>
                  <a:pt x="420231" y="56802"/>
                  <a:pt x="421455" y="61412"/>
                  <a:pt x="423903" y="64336"/>
                </a:cubicBezTo>
                <a:cubicBezTo>
                  <a:pt x="426350" y="67260"/>
                  <a:pt x="429368" y="68722"/>
                  <a:pt x="432956" y="68722"/>
                </a:cubicBezTo>
                <a:cubicBezTo>
                  <a:pt x="436805" y="68722"/>
                  <a:pt x="440056" y="67223"/>
                  <a:pt x="442709" y="64224"/>
                </a:cubicBezTo>
                <a:cubicBezTo>
                  <a:pt x="445362" y="61225"/>
                  <a:pt x="446689" y="56783"/>
                  <a:pt x="446689" y="50897"/>
                </a:cubicBezTo>
                <a:cubicBezTo>
                  <a:pt x="446689" y="44750"/>
                  <a:pt x="445418" y="40186"/>
                  <a:pt x="442877" y="37206"/>
                </a:cubicBezTo>
                <a:cubicBezTo>
                  <a:pt x="440336" y="34226"/>
                  <a:pt x="437122" y="32736"/>
                  <a:pt x="433236" y="32736"/>
                </a:cubicBezTo>
                <a:cubicBezTo>
                  <a:pt x="429462" y="32736"/>
                  <a:pt x="426350" y="34198"/>
                  <a:pt x="423903" y="37122"/>
                </a:cubicBezTo>
                <a:cubicBezTo>
                  <a:pt x="421455" y="40046"/>
                  <a:pt x="420231" y="44507"/>
                  <a:pt x="420231" y="50505"/>
                </a:cubicBezTo>
                <a:close/>
                <a:moveTo>
                  <a:pt x="512211" y="62557"/>
                </a:moveTo>
                <a:lnTo>
                  <a:pt x="527907" y="65247"/>
                </a:lnTo>
                <a:cubicBezTo>
                  <a:pt x="525889" y="70983"/>
                  <a:pt x="522703" y="75351"/>
                  <a:pt x="518349" y="78350"/>
                </a:cubicBezTo>
                <a:cubicBezTo>
                  <a:pt x="513996" y="81349"/>
                  <a:pt x="508549" y="82848"/>
                  <a:pt x="502010" y="82848"/>
                </a:cubicBezTo>
                <a:cubicBezTo>
                  <a:pt x="491658" y="82848"/>
                  <a:pt x="483997" y="79466"/>
                  <a:pt x="479027" y="72702"/>
                </a:cubicBezTo>
                <a:cubicBezTo>
                  <a:pt x="475104" y="67284"/>
                  <a:pt x="473142" y="60445"/>
                  <a:pt x="473142" y="52186"/>
                </a:cubicBezTo>
                <a:cubicBezTo>
                  <a:pt x="473142" y="42321"/>
                  <a:pt x="475720" y="34595"/>
                  <a:pt x="480877" y="29008"/>
                </a:cubicBezTo>
                <a:cubicBezTo>
                  <a:pt x="486034" y="23421"/>
                  <a:pt x="492555" y="20628"/>
                  <a:pt x="500440" y="20628"/>
                </a:cubicBezTo>
                <a:cubicBezTo>
                  <a:pt x="509297" y="20628"/>
                  <a:pt x="516285" y="23552"/>
                  <a:pt x="521404" y="29400"/>
                </a:cubicBezTo>
                <a:cubicBezTo>
                  <a:pt x="526524" y="35249"/>
                  <a:pt x="528972" y="44208"/>
                  <a:pt x="528747" y="56278"/>
                </a:cubicBezTo>
                <a:lnTo>
                  <a:pt x="489285" y="56278"/>
                </a:lnTo>
                <a:cubicBezTo>
                  <a:pt x="489397" y="60950"/>
                  <a:pt x="490668" y="64584"/>
                  <a:pt x="493097" y="67181"/>
                </a:cubicBezTo>
                <a:cubicBezTo>
                  <a:pt x="495526" y="69778"/>
                  <a:pt x="498553" y="71077"/>
                  <a:pt x="502178" y="71077"/>
                </a:cubicBezTo>
                <a:cubicBezTo>
                  <a:pt x="504644" y="71077"/>
                  <a:pt x="506718" y="70404"/>
                  <a:pt x="508400" y="69059"/>
                </a:cubicBezTo>
                <a:cubicBezTo>
                  <a:pt x="510081" y="67713"/>
                  <a:pt x="511352" y="65546"/>
                  <a:pt x="512211" y="62557"/>
                </a:cubicBezTo>
                <a:moveTo>
                  <a:pt x="513108" y="46637"/>
                </a:moveTo>
                <a:cubicBezTo>
                  <a:pt x="512996" y="42097"/>
                  <a:pt x="511819" y="38645"/>
                  <a:pt x="509577" y="36281"/>
                </a:cubicBezTo>
                <a:cubicBezTo>
                  <a:pt x="507335" y="33917"/>
                  <a:pt x="504607" y="32736"/>
                  <a:pt x="501393" y="32736"/>
                </a:cubicBezTo>
                <a:cubicBezTo>
                  <a:pt x="497955" y="32736"/>
                  <a:pt x="495115" y="33982"/>
                  <a:pt x="492873" y="36476"/>
                </a:cubicBezTo>
                <a:cubicBezTo>
                  <a:pt x="490631" y="38970"/>
                  <a:pt x="489528" y="42357"/>
                  <a:pt x="489566" y="46637"/>
                </a:cubicBezTo>
                <a:lnTo>
                  <a:pt x="513108" y="46637"/>
                </a:lnTo>
                <a:close/>
                <a:moveTo>
                  <a:pt x="536040" y="64574"/>
                </a:moveTo>
                <a:lnTo>
                  <a:pt x="551847" y="62108"/>
                </a:lnTo>
                <a:cubicBezTo>
                  <a:pt x="552520" y="65154"/>
                  <a:pt x="553883" y="67466"/>
                  <a:pt x="555939" y="69045"/>
                </a:cubicBezTo>
                <a:cubicBezTo>
                  <a:pt x="557994" y="70624"/>
                  <a:pt x="560872" y="71413"/>
                  <a:pt x="564571" y="71413"/>
                </a:cubicBezTo>
                <a:cubicBezTo>
                  <a:pt x="568644" y="71413"/>
                  <a:pt x="571709" y="70667"/>
                  <a:pt x="573764" y="69174"/>
                </a:cubicBezTo>
                <a:cubicBezTo>
                  <a:pt x="575147" y="68129"/>
                  <a:pt x="575838" y="66730"/>
                  <a:pt x="575838" y="64976"/>
                </a:cubicBezTo>
                <a:cubicBezTo>
                  <a:pt x="575838" y="63781"/>
                  <a:pt x="575464" y="62792"/>
                  <a:pt x="574717" y="62008"/>
                </a:cubicBezTo>
                <a:cubicBezTo>
                  <a:pt x="573932" y="61262"/>
                  <a:pt x="572176" y="60572"/>
                  <a:pt x="569448" y="59938"/>
                </a:cubicBezTo>
                <a:cubicBezTo>
                  <a:pt x="556742" y="57140"/>
                  <a:pt x="548689" y="54583"/>
                  <a:pt x="545289" y="52269"/>
                </a:cubicBezTo>
                <a:cubicBezTo>
                  <a:pt x="540580" y="49057"/>
                  <a:pt x="538226" y="44596"/>
                  <a:pt x="538226" y="38884"/>
                </a:cubicBezTo>
                <a:cubicBezTo>
                  <a:pt x="538226" y="33732"/>
                  <a:pt x="540262" y="29401"/>
                  <a:pt x="544336" y="25892"/>
                </a:cubicBezTo>
                <a:cubicBezTo>
                  <a:pt x="548409" y="22383"/>
                  <a:pt x="554724" y="20628"/>
                  <a:pt x="563282" y="20628"/>
                </a:cubicBezTo>
                <a:cubicBezTo>
                  <a:pt x="571428" y="20628"/>
                  <a:pt x="577482" y="21950"/>
                  <a:pt x="581443" y="24594"/>
                </a:cubicBezTo>
                <a:cubicBezTo>
                  <a:pt x="585405" y="27238"/>
                  <a:pt x="588133" y="31147"/>
                  <a:pt x="589627" y="36323"/>
                </a:cubicBezTo>
                <a:lnTo>
                  <a:pt x="574773" y="39126"/>
                </a:lnTo>
                <a:cubicBezTo>
                  <a:pt x="574138" y="36809"/>
                  <a:pt x="572933" y="35034"/>
                  <a:pt x="571158" y="33801"/>
                </a:cubicBezTo>
                <a:cubicBezTo>
                  <a:pt x="569382" y="32568"/>
                  <a:pt x="566851" y="31951"/>
                  <a:pt x="563562" y="31951"/>
                </a:cubicBezTo>
                <a:cubicBezTo>
                  <a:pt x="559414" y="31951"/>
                  <a:pt x="556443" y="32530"/>
                  <a:pt x="554650" y="33687"/>
                </a:cubicBezTo>
                <a:cubicBezTo>
                  <a:pt x="553454" y="34507"/>
                  <a:pt x="552856" y="35570"/>
                  <a:pt x="552856" y="36877"/>
                </a:cubicBezTo>
                <a:cubicBezTo>
                  <a:pt x="552856" y="37995"/>
                  <a:pt x="553379" y="38947"/>
                  <a:pt x="554425" y="39730"/>
                </a:cubicBezTo>
                <a:cubicBezTo>
                  <a:pt x="555845" y="40775"/>
                  <a:pt x="560750" y="42250"/>
                  <a:pt x="569140" y="44153"/>
                </a:cubicBezTo>
                <a:cubicBezTo>
                  <a:pt x="577529" y="46057"/>
                  <a:pt x="583387" y="48392"/>
                  <a:pt x="586713" y="51158"/>
                </a:cubicBezTo>
                <a:cubicBezTo>
                  <a:pt x="590001" y="53963"/>
                  <a:pt x="591645" y="57871"/>
                  <a:pt x="591645" y="62881"/>
                </a:cubicBezTo>
                <a:cubicBezTo>
                  <a:pt x="591645" y="68340"/>
                  <a:pt x="589366" y="73033"/>
                  <a:pt x="584807" y="76959"/>
                </a:cubicBezTo>
                <a:cubicBezTo>
                  <a:pt x="580248" y="80885"/>
                  <a:pt x="573502" y="82848"/>
                  <a:pt x="564571" y="82848"/>
                </a:cubicBezTo>
                <a:cubicBezTo>
                  <a:pt x="556462" y="82848"/>
                  <a:pt x="550044" y="81209"/>
                  <a:pt x="545317" y="77931"/>
                </a:cubicBezTo>
                <a:cubicBezTo>
                  <a:pt x="540589" y="74652"/>
                  <a:pt x="537497" y="70200"/>
                  <a:pt x="536040" y="6457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8C63F-2636-48B4-8D4F-68CFBBAF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925" y="857521"/>
            <a:ext cx="1201778" cy="505616"/>
          </a:xfrm>
          <a:custGeom xmlns:a="http://schemas.openxmlformats.org/drawingml/2006/main">
            <a:pathLst>
              <a:path w="1201778" h="505616">
                <a:moveTo>
                  <a:pt x="1201778" y="107586"/>
                </a:moveTo>
                <a:lnTo>
                  <a:pt x="1201778" y="398030"/>
                </a:lnTo>
                <a:cubicBezTo>
                  <a:pt x="1201778" y="457398"/>
                  <a:pt x="1153578" y="505616"/>
                  <a:pt x="1094209" y="505616"/>
                </a:cubicBezTo>
                <a:lnTo>
                  <a:pt x="107586" y="505616"/>
                </a:lnTo>
                <a:cubicBezTo>
                  <a:pt x="48201" y="505616"/>
                  <a:pt x="0" y="457398"/>
                  <a:pt x="0" y="398030"/>
                </a:cubicBezTo>
                <a:lnTo>
                  <a:pt x="0" y="107586"/>
                </a:lnTo>
                <a:cubicBezTo>
                  <a:pt x="0" y="48201"/>
                  <a:pt x="48201" y="0"/>
                  <a:pt x="107586" y="0"/>
                </a:cubicBezTo>
                <a:lnTo>
                  <a:pt x="1094209" y="0"/>
                </a:lnTo>
                <a:cubicBezTo>
                  <a:pt x="1153578" y="0"/>
                  <a:pt x="1201778" y="48201"/>
                  <a:pt x="1201778" y="107586"/>
                </a:cubicBezTo>
                <a:close/>
              </a:path>
            </a:pathLst>
          </a:custGeom>
          <a:solidFill xmlns:a="http://schemas.openxmlformats.org/drawingml/2006/main">
            <a:srgbClr val="004E7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�">
            <a:extLst xmlns:a="http://schemas.openxmlformats.org/drawingml/2006/main">
              <a:ext uri="{FF2B5EF4-FFF2-40B4-BE49-F238E27FC236}">
                <a16:creationId xmlns:a16="http://schemas.microsoft.com/office/drawing/2014/main" id="{9108929B-A4CD-4344-9C18-A2747348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762" y="963311"/>
            <a:ext cx="316148" cy="276630"/>
          </a:xfrm>
          <a:custGeom xmlns:a="http://schemas.openxmlformats.org/drawingml/2006/main">
            <a:pathLst>
              <a:path w="316148" h="276630">
                <a:moveTo>
                  <a:pt x="0" y="237111"/>
                </a:moveTo>
                <a:lnTo>
                  <a:pt x="0" y="54338"/>
                </a:lnTo>
                <a:cubicBezTo>
                  <a:pt x="0" y="46311"/>
                  <a:pt x="6792" y="39519"/>
                  <a:pt x="14819" y="39519"/>
                </a:cubicBezTo>
                <a:cubicBezTo>
                  <a:pt x="22847" y="39519"/>
                  <a:pt x="29639" y="46311"/>
                  <a:pt x="29639" y="54338"/>
                </a:cubicBezTo>
                <a:lnTo>
                  <a:pt x="29639" y="232171"/>
                </a:lnTo>
                <a:cubicBezTo>
                  <a:pt x="29639" y="240198"/>
                  <a:pt x="36431" y="246991"/>
                  <a:pt x="44458" y="246991"/>
                </a:cubicBezTo>
                <a:cubicBezTo>
                  <a:pt x="52486" y="246991"/>
                  <a:pt x="59278" y="240198"/>
                  <a:pt x="59278" y="232171"/>
                </a:cubicBezTo>
                <a:lnTo>
                  <a:pt x="59278" y="39519"/>
                </a:lnTo>
                <a:cubicBezTo>
                  <a:pt x="59278" y="17907"/>
                  <a:pt x="77185" y="0"/>
                  <a:pt x="98796" y="0"/>
                </a:cubicBezTo>
                <a:lnTo>
                  <a:pt x="276630" y="0"/>
                </a:lnTo>
                <a:cubicBezTo>
                  <a:pt x="298241" y="0"/>
                  <a:pt x="316148" y="17907"/>
                  <a:pt x="316148" y="39519"/>
                </a:cubicBezTo>
                <a:lnTo>
                  <a:pt x="316148" y="237111"/>
                </a:lnTo>
                <a:cubicBezTo>
                  <a:pt x="316148" y="258723"/>
                  <a:pt x="298241" y="276630"/>
                  <a:pt x="276630" y="276630"/>
                </a:cubicBezTo>
                <a:lnTo>
                  <a:pt x="39519" y="276630"/>
                </a:lnTo>
                <a:cubicBezTo>
                  <a:pt x="17907" y="276630"/>
                  <a:pt x="0" y="258723"/>
                  <a:pt x="0" y="237111"/>
                </a:cubicBezTo>
                <a:moveTo>
                  <a:pt x="98796" y="59278"/>
                </a:moveTo>
                <a:lnTo>
                  <a:pt x="98796" y="98796"/>
                </a:lnTo>
                <a:cubicBezTo>
                  <a:pt x="98796" y="109911"/>
                  <a:pt x="107441" y="118556"/>
                  <a:pt x="118556" y="118556"/>
                </a:cubicBezTo>
                <a:lnTo>
                  <a:pt x="158074" y="118556"/>
                </a:lnTo>
                <a:cubicBezTo>
                  <a:pt x="169189" y="118556"/>
                  <a:pt x="177833" y="109911"/>
                  <a:pt x="177833" y="98796"/>
                </a:cubicBezTo>
                <a:lnTo>
                  <a:pt x="177833" y="59278"/>
                </a:lnTo>
                <a:cubicBezTo>
                  <a:pt x="177833" y="48163"/>
                  <a:pt x="169189" y="39519"/>
                  <a:pt x="158074" y="39519"/>
                </a:cubicBezTo>
                <a:lnTo>
                  <a:pt x="118556" y="39519"/>
                </a:lnTo>
                <a:cubicBezTo>
                  <a:pt x="107441" y="39519"/>
                  <a:pt x="98796" y="48163"/>
                  <a:pt x="98796" y="59278"/>
                </a:cubicBezTo>
                <a:moveTo>
                  <a:pt x="113616" y="207472"/>
                </a:moveTo>
                <a:cubicBezTo>
                  <a:pt x="105589" y="207472"/>
                  <a:pt x="98796" y="214264"/>
                  <a:pt x="98796" y="222292"/>
                </a:cubicBezTo>
                <a:cubicBezTo>
                  <a:pt x="98796" y="230319"/>
                  <a:pt x="105589" y="237111"/>
                  <a:pt x="113616" y="237111"/>
                </a:cubicBezTo>
                <a:lnTo>
                  <a:pt x="261810" y="237111"/>
                </a:lnTo>
                <a:cubicBezTo>
                  <a:pt x="269837" y="237111"/>
                  <a:pt x="276630" y="230319"/>
                  <a:pt x="276630" y="222292"/>
                </a:cubicBezTo>
                <a:cubicBezTo>
                  <a:pt x="276630" y="214264"/>
                  <a:pt x="269837" y="207472"/>
                  <a:pt x="261810" y="207472"/>
                </a:cubicBezTo>
                <a:lnTo>
                  <a:pt x="113616" y="207472"/>
                </a:lnTo>
                <a:moveTo>
                  <a:pt x="98796" y="163014"/>
                </a:moveTo>
                <a:cubicBezTo>
                  <a:pt x="98796" y="171041"/>
                  <a:pt x="105589" y="177833"/>
                  <a:pt x="113616" y="177833"/>
                </a:cubicBezTo>
                <a:lnTo>
                  <a:pt x="261810" y="177833"/>
                </a:lnTo>
                <a:cubicBezTo>
                  <a:pt x="269837" y="177833"/>
                  <a:pt x="276630" y="171041"/>
                  <a:pt x="276630" y="163014"/>
                </a:cubicBezTo>
                <a:cubicBezTo>
                  <a:pt x="276630" y="154987"/>
                  <a:pt x="269837" y="148194"/>
                  <a:pt x="261810" y="148194"/>
                </a:cubicBezTo>
                <a:lnTo>
                  <a:pt x="113616" y="148194"/>
                </a:lnTo>
                <a:cubicBezTo>
                  <a:pt x="105589" y="148194"/>
                  <a:pt x="98796" y="154987"/>
                  <a:pt x="98796" y="163014"/>
                </a:cubicBezTo>
                <a:moveTo>
                  <a:pt x="222292" y="88917"/>
                </a:moveTo>
                <a:cubicBezTo>
                  <a:pt x="214264" y="88917"/>
                  <a:pt x="207472" y="95709"/>
                  <a:pt x="207472" y="103736"/>
                </a:cubicBezTo>
                <a:cubicBezTo>
                  <a:pt x="207472" y="111763"/>
                  <a:pt x="214264" y="118556"/>
                  <a:pt x="222292" y="118556"/>
                </a:cubicBezTo>
                <a:lnTo>
                  <a:pt x="261810" y="118556"/>
                </a:lnTo>
                <a:cubicBezTo>
                  <a:pt x="269837" y="118556"/>
                  <a:pt x="276630" y="111763"/>
                  <a:pt x="276630" y="103736"/>
                </a:cubicBezTo>
                <a:cubicBezTo>
                  <a:pt x="276630" y="95709"/>
                  <a:pt x="269837" y="88917"/>
                  <a:pt x="261810" y="88917"/>
                </a:cubicBezTo>
                <a:lnTo>
                  <a:pt x="222292" y="889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104">
            <a:extLst xmlns:a="http://schemas.openxmlformats.org/drawingml/2006/main">
              <a:ext uri="{FF2B5EF4-FFF2-40B4-BE49-F238E27FC236}">
                <a16:creationId xmlns:a16="http://schemas.microsoft.com/office/drawing/2014/main" id="{E61869E1-8EAA-4926-8E63-9436B0F4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902" y="956114"/>
            <a:ext cx="320111" cy="149469"/>
          </a:xfrm>
          <a:custGeom xmlns:a="http://schemas.openxmlformats.org/drawingml/2006/main">
            <a:pathLst>
              <a:path w="320111" h="149469">
                <a:moveTo>
                  <a:pt x="64258" y="146875"/>
                </a:moveTo>
                <a:lnTo>
                  <a:pt x="36220" y="146875"/>
                </a:lnTo>
                <a:lnTo>
                  <a:pt x="36220" y="41324"/>
                </a:lnTo>
                <a:cubicBezTo>
                  <a:pt x="25976" y="50940"/>
                  <a:pt x="13903" y="58053"/>
                  <a:pt x="0" y="62661"/>
                </a:cubicBezTo>
                <a:lnTo>
                  <a:pt x="0" y="37118"/>
                </a:lnTo>
                <a:cubicBezTo>
                  <a:pt x="7317" y="34717"/>
                  <a:pt x="15266" y="30166"/>
                  <a:pt x="23847" y="23464"/>
                </a:cubicBezTo>
                <a:cubicBezTo>
                  <a:pt x="32428" y="16760"/>
                  <a:pt x="38315" y="8939"/>
                  <a:pt x="41508" y="0"/>
                </a:cubicBezTo>
                <a:lnTo>
                  <a:pt x="64258" y="0"/>
                </a:lnTo>
                <a:lnTo>
                  <a:pt x="64258" y="146875"/>
                </a:lnTo>
                <a:close/>
                <a:moveTo>
                  <a:pt x="153570" y="0"/>
                </a:moveTo>
                <a:cubicBezTo>
                  <a:pt x="167738" y="0"/>
                  <a:pt x="178814" y="5059"/>
                  <a:pt x="186796" y="15176"/>
                </a:cubicBezTo>
                <a:cubicBezTo>
                  <a:pt x="196309" y="27158"/>
                  <a:pt x="201065" y="47027"/>
                  <a:pt x="201065" y="74784"/>
                </a:cubicBezTo>
                <a:cubicBezTo>
                  <a:pt x="201065" y="102475"/>
                  <a:pt x="196275" y="122378"/>
                  <a:pt x="186697" y="134493"/>
                </a:cubicBezTo>
                <a:cubicBezTo>
                  <a:pt x="178781" y="144477"/>
                  <a:pt x="167738" y="149469"/>
                  <a:pt x="153570" y="149469"/>
                </a:cubicBezTo>
                <a:cubicBezTo>
                  <a:pt x="139335" y="149469"/>
                  <a:pt x="127860" y="143995"/>
                  <a:pt x="119146" y="133046"/>
                </a:cubicBezTo>
                <a:cubicBezTo>
                  <a:pt x="110432" y="122095"/>
                  <a:pt x="106075" y="102575"/>
                  <a:pt x="106075" y="74485"/>
                </a:cubicBezTo>
                <a:cubicBezTo>
                  <a:pt x="106075" y="46927"/>
                  <a:pt x="110864" y="27091"/>
                  <a:pt x="120443" y="14976"/>
                </a:cubicBezTo>
                <a:cubicBezTo>
                  <a:pt x="128359" y="4992"/>
                  <a:pt x="139401" y="0"/>
                  <a:pt x="153570" y="0"/>
                </a:cubicBezTo>
                <a:moveTo>
                  <a:pt x="153570" y="23348"/>
                </a:moveTo>
                <a:cubicBezTo>
                  <a:pt x="150177" y="23348"/>
                  <a:pt x="147151" y="24428"/>
                  <a:pt x="144490" y="26588"/>
                </a:cubicBezTo>
                <a:cubicBezTo>
                  <a:pt x="141829" y="28748"/>
                  <a:pt x="139767" y="32618"/>
                  <a:pt x="138304" y="38200"/>
                </a:cubicBezTo>
                <a:cubicBezTo>
                  <a:pt x="136375" y="45444"/>
                  <a:pt x="135410" y="57639"/>
                  <a:pt x="135410" y="74784"/>
                </a:cubicBezTo>
                <a:cubicBezTo>
                  <a:pt x="135410" y="91930"/>
                  <a:pt x="136275" y="103709"/>
                  <a:pt x="138004" y="110122"/>
                </a:cubicBezTo>
                <a:cubicBezTo>
                  <a:pt x="139734" y="116535"/>
                  <a:pt x="141912" y="120804"/>
                  <a:pt x="144540" y="122931"/>
                </a:cubicBezTo>
                <a:cubicBezTo>
                  <a:pt x="147167" y="125058"/>
                  <a:pt x="150177" y="126121"/>
                  <a:pt x="153570" y="126121"/>
                </a:cubicBezTo>
                <a:cubicBezTo>
                  <a:pt x="156962" y="126121"/>
                  <a:pt x="159989" y="125041"/>
                  <a:pt x="162650" y="122881"/>
                </a:cubicBezTo>
                <a:cubicBezTo>
                  <a:pt x="165311" y="120721"/>
                  <a:pt x="167373" y="116851"/>
                  <a:pt x="168836" y="111269"/>
                </a:cubicBezTo>
                <a:cubicBezTo>
                  <a:pt x="170765" y="104091"/>
                  <a:pt x="171730" y="91930"/>
                  <a:pt x="171730" y="74784"/>
                </a:cubicBezTo>
                <a:cubicBezTo>
                  <a:pt x="171730" y="57639"/>
                  <a:pt x="170865" y="45860"/>
                  <a:pt x="169135" y="39447"/>
                </a:cubicBezTo>
                <a:cubicBezTo>
                  <a:pt x="167406" y="33034"/>
                  <a:pt x="165227" y="28748"/>
                  <a:pt x="162600" y="26588"/>
                </a:cubicBezTo>
                <a:cubicBezTo>
                  <a:pt x="159972" y="24428"/>
                  <a:pt x="156962" y="23348"/>
                  <a:pt x="153570" y="23348"/>
                </a:cubicBezTo>
                <a:close/>
                <a:moveTo>
                  <a:pt x="274811" y="146875"/>
                </a:moveTo>
                <a:lnTo>
                  <a:pt x="274811" y="117340"/>
                </a:lnTo>
                <a:lnTo>
                  <a:pt x="214944" y="117340"/>
                </a:lnTo>
                <a:lnTo>
                  <a:pt x="214944" y="92894"/>
                </a:lnTo>
                <a:lnTo>
                  <a:pt x="278403" y="0"/>
                </a:lnTo>
                <a:lnTo>
                  <a:pt x="301951" y="0"/>
                </a:lnTo>
                <a:lnTo>
                  <a:pt x="301951" y="92795"/>
                </a:lnTo>
                <a:lnTo>
                  <a:pt x="320111" y="92795"/>
                </a:lnTo>
                <a:lnTo>
                  <a:pt x="320111" y="117340"/>
                </a:lnTo>
                <a:lnTo>
                  <a:pt x="301951" y="117340"/>
                </a:lnTo>
                <a:lnTo>
                  <a:pt x="301951" y="146875"/>
                </a:lnTo>
                <a:lnTo>
                  <a:pt x="274811" y="146875"/>
                </a:lnTo>
                <a:moveTo>
                  <a:pt x="274811" y="92795"/>
                </a:moveTo>
                <a:lnTo>
                  <a:pt x="274811" y="42861"/>
                </a:lnTo>
                <a:lnTo>
                  <a:pt x="241186" y="92795"/>
                </a:lnTo>
                <a:lnTo>
                  <a:pt x="274811" y="927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FCOrgs">
            <a:extLst xmlns:a="http://schemas.openxmlformats.org/drawingml/2006/main">
              <a:ext uri="{FF2B5EF4-FFF2-40B4-BE49-F238E27FC236}">
                <a16:creationId xmlns:a16="http://schemas.microsoft.com/office/drawing/2014/main" id="{1C84A663-11B9-4897-B938-5F93C777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245" y="1169406"/>
            <a:ext cx="438840" cy="107848"/>
          </a:xfrm>
          <a:custGeom xmlns:a="http://schemas.openxmlformats.org/drawingml/2006/main">
            <a:pathLst>
              <a:path w="438840" h="107848">
                <a:moveTo>
                  <a:pt x="0" y="83633"/>
                </a:moveTo>
                <a:lnTo>
                  <a:pt x="0" y="1457"/>
                </a:lnTo>
                <a:lnTo>
                  <a:pt x="56334" y="1457"/>
                </a:lnTo>
                <a:lnTo>
                  <a:pt x="56334" y="15359"/>
                </a:lnTo>
                <a:lnTo>
                  <a:pt x="16592" y="15359"/>
                </a:lnTo>
                <a:lnTo>
                  <a:pt x="16592" y="34754"/>
                </a:lnTo>
                <a:lnTo>
                  <a:pt x="50897" y="34754"/>
                </a:lnTo>
                <a:lnTo>
                  <a:pt x="50897" y="48655"/>
                </a:lnTo>
                <a:lnTo>
                  <a:pt x="16592" y="48655"/>
                </a:lnTo>
                <a:lnTo>
                  <a:pt x="16592" y="83633"/>
                </a:lnTo>
                <a:lnTo>
                  <a:pt x="0" y="83633"/>
                </a:lnTo>
                <a:close/>
                <a:moveTo>
                  <a:pt x="122586" y="53364"/>
                </a:moveTo>
                <a:lnTo>
                  <a:pt x="138674" y="58408"/>
                </a:lnTo>
                <a:cubicBezTo>
                  <a:pt x="136207" y="67434"/>
                  <a:pt x="132106" y="74138"/>
                  <a:pt x="126370" y="78520"/>
                </a:cubicBezTo>
                <a:cubicBezTo>
                  <a:pt x="120634" y="82900"/>
                  <a:pt x="113356" y="85090"/>
                  <a:pt x="104537" y="85090"/>
                </a:cubicBezTo>
                <a:cubicBezTo>
                  <a:pt x="93625" y="85090"/>
                  <a:pt x="84656" y="81358"/>
                  <a:pt x="77631" y="73893"/>
                </a:cubicBezTo>
                <a:cubicBezTo>
                  <a:pt x="70605" y="66428"/>
                  <a:pt x="67092" y="56222"/>
                  <a:pt x="67092" y="43276"/>
                </a:cubicBezTo>
                <a:cubicBezTo>
                  <a:pt x="67092" y="29580"/>
                  <a:pt x="70624" y="18943"/>
                  <a:pt x="77687" y="11367"/>
                </a:cubicBezTo>
                <a:cubicBezTo>
                  <a:pt x="84749" y="3789"/>
                  <a:pt x="94036" y="0"/>
                  <a:pt x="105546" y="0"/>
                </a:cubicBezTo>
                <a:cubicBezTo>
                  <a:pt x="115598" y="0"/>
                  <a:pt x="123763" y="2978"/>
                  <a:pt x="130041" y="8934"/>
                </a:cubicBezTo>
                <a:cubicBezTo>
                  <a:pt x="133778" y="12455"/>
                  <a:pt x="136581" y="17511"/>
                  <a:pt x="138449" y="24103"/>
                </a:cubicBezTo>
                <a:lnTo>
                  <a:pt x="122026" y="28027"/>
                </a:lnTo>
                <a:cubicBezTo>
                  <a:pt x="121054" y="23767"/>
                  <a:pt x="119027" y="20404"/>
                  <a:pt x="115944" y="17937"/>
                </a:cubicBezTo>
                <a:cubicBezTo>
                  <a:pt x="112861" y="15471"/>
                  <a:pt x="109114" y="14238"/>
                  <a:pt x="104705" y="14238"/>
                </a:cubicBezTo>
                <a:cubicBezTo>
                  <a:pt x="98614" y="14238"/>
                  <a:pt x="93671" y="16424"/>
                  <a:pt x="89878" y="20796"/>
                </a:cubicBezTo>
                <a:cubicBezTo>
                  <a:pt x="86085" y="25168"/>
                  <a:pt x="84189" y="32250"/>
                  <a:pt x="84189" y="42041"/>
                </a:cubicBezTo>
                <a:cubicBezTo>
                  <a:pt x="84189" y="52429"/>
                  <a:pt x="86057" y="59829"/>
                  <a:pt x="89794" y="64238"/>
                </a:cubicBezTo>
                <a:cubicBezTo>
                  <a:pt x="93531" y="68648"/>
                  <a:pt x="98389" y="70853"/>
                  <a:pt x="104368" y="70853"/>
                </a:cubicBezTo>
                <a:cubicBezTo>
                  <a:pt x="108778" y="70853"/>
                  <a:pt x="112571" y="69447"/>
                  <a:pt x="115747" y="66636"/>
                </a:cubicBezTo>
                <a:cubicBezTo>
                  <a:pt x="118924" y="63824"/>
                  <a:pt x="121203" y="59400"/>
                  <a:pt x="122586" y="53364"/>
                </a:cubicBezTo>
                <a:close/>
                <a:moveTo>
                  <a:pt x="181443" y="43050"/>
                </a:moveTo>
                <a:cubicBezTo>
                  <a:pt x="181443" y="34668"/>
                  <a:pt x="182695" y="27634"/>
                  <a:pt x="185199" y="21947"/>
                </a:cubicBezTo>
                <a:cubicBezTo>
                  <a:pt x="187067" y="17756"/>
                  <a:pt x="189617" y="13995"/>
                  <a:pt x="192850" y="10664"/>
                </a:cubicBezTo>
                <a:cubicBezTo>
                  <a:pt x="196082" y="7334"/>
                  <a:pt x="199623" y="4864"/>
                  <a:pt x="203472" y="3255"/>
                </a:cubicBezTo>
                <a:cubicBezTo>
                  <a:pt x="208592" y="1085"/>
                  <a:pt x="214496" y="0"/>
                  <a:pt x="221185" y="0"/>
                </a:cubicBezTo>
                <a:cubicBezTo>
                  <a:pt x="233293" y="0"/>
                  <a:pt x="242981" y="3761"/>
                  <a:pt x="250249" y="11283"/>
                </a:cubicBezTo>
                <a:cubicBezTo>
                  <a:pt x="257518" y="18803"/>
                  <a:pt x="261152" y="29261"/>
                  <a:pt x="261152" y="42657"/>
                </a:cubicBezTo>
                <a:cubicBezTo>
                  <a:pt x="261152" y="55941"/>
                  <a:pt x="257546" y="66334"/>
                  <a:pt x="250334" y="73837"/>
                </a:cubicBezTo>
                <a:cubicBezTo>
                  <a:pt x="243121" y="81339"/>
                  <a:pt x="233480" y="85090"/>
                  <a:pt x="221410" y="85090"/>
                </a:cubicBezTo>
                <a:cubicBezTo>
                  <a:pt x="209190" y="85090"/>
                  <a:pt x="199474" y="81358"/>
                  <a:pt x="192261" y="73893"/>
                </a:cubicBezTo>
                <a:cubicBezTo>
                  <a:pt x="185049" y="66428"/>
                  <a:pt x="181443" y="56146"/>
                  <a:pt x="181443" y="43050"/>
                </a:cubicBezTo>
                <a:moveTo>
                  <a:pt x="198539" y="42489"/>
                </a:moveTo>
                <a:cubicBezTo>
                  <a:pt x="198539" y="51794"/>
                  <a:pt x="200688" y="58848"/>
                  <a:pt x="204986" y="63650"/>
                </a:cubicBezTo>
                <a:cubicBezTo>
                  <a:pt x="209283" y="68452"/>
                  <a:pt x="214739" y="70853"/>
                  <a:pt x="221353" y="70853"/>
                </a:cubicBezTo>
                <a:cubicBezTo>
                  <a:pt x="227968" y="70853"/>
                  <a:pt x="233396" y="68470"/>
                  <a:pt x="237637" y="63706"/>
                </a:cubicBezTo>
                <a:cubicBezTo>
                  <a:pt x="241879" y="58941"/>
                  <a:pt x="243999" y="51794"/>
                  <a:pt x="243999" y="42265"/>
                </a:cubicBezTo>
                <a:cubicBezTo>
                  <a:pt x="243999" y="32848"/>
                  <a:pt x="241935" y="25822"/>
                  <a:pt x="237805" y="21188"/>
                </a:cubicBezTo>
                <a:cubicBezTo>
                  <a:pt x="233676" y="16555"/>
                  <a:pt x="228192" y="14238"/>
                  <a:pt x="221353" y="14238"/>
                </a:cubicBezTo>
                <a:cubicBezTo>
                  <a:pt x="214515" y="14238"/>
                  <a:pt x="209003" y="16583"/>
                  <a:pt x="204818" y="21273"/>
                </a:cubicBezTo>
                <a:cubicBezTo>
                  <a:pt x="200632" y="25962"/>
                  <a:pt x="198539" y="33035"/>
                  <a:pt x="198539" y="42489"/>
                </a:cubicBezTo>
                <a:close/>
                <a:moveTo>
                  <a:pt x="289063" y="83633"/>
                </a:moveTo>
                <a:lnTo>
                  <a:pt x="273312" y="83633"/>
                </a:lnTo>
                <a:lnTo>
                  <a:pt x="273312" y="24103"/>
                </a:lnTo>
                <a:lnTo>
                  <a:pt x="287942" y="24103"/>
                </a:lnTo>
                <a:lnTo>
                  <a:pt x="287942" y="32567"/>
                </a:lnTo>
                <a:cubicBezTo>
                  <a:pt x="290446" y="28569"/>
                  <a:pt x="292697" y="25934"/>
                  <a:pt x="294697" y="24664"/>
                </a:cubicBezTo>
                <a:cubicBezTo>
                  <a:pt x="296696" y="23393"/>
                  <a:pt x="298966" y="22758"/>
                  <a:pt x="301507" y="22758"/>
                </a:cubicBezTo>
                <a:cubicBezTo>
                  <a:pt x="305095" y="22758"/>
                  <a:pt x="308551" y="23748"/>
                  <a:pt x="311877" y="25729"/>
                </a:cubicBezTo>
                <a:lnTo>
                  <a:pt x="307001" y="39462"/>
                </a:lnTo>
                <a:cubicBezTo>
                  <a:pt x="304347" y="37743"/>
                  <a:pt x="301881" y="36884"/>
                  <a:pt x="299601" y="36884"/>
                </a:cubicBezTo>
                <a:cubicBezTo>
                  <a:pt x="297397" y="36884"/>
                  <a:pt x="295528" y="37491"/>
                  <a:pt x="293996" y="38705"/>
                </a:cubicBezTo>
                <a:cubicBezTo>
                  <a:pt x="292464" y="39920"/>
                  <a:pt x="291259" y="42115"/>
                  <a:pt x="290380" y="45292"/>
                </a:cubicBezTo>
                <a:cubicBezTo>
                  <a:pt x="289502" y="48468"/>
                  <a:pt x="289063" y="55120"/>
                  <a:pt x="289063" y="65247"/>
                </a:cubicBezTo>
                <a:lnTo>
                  <a:pt x="289063" y="83633"/>
                </a:lnTo>
                <a:close/>
                <a:moveTo>
                  <a:pt x="317207" y="87445"/>
                </a:moveTo>
                <a:lnTo>
                  <a:pt x="335200" y="89687"/>
                </a:lnTo>
                <a:cubicBezTo>
                  <a:pt x="335499" y="91799"/>
                  <a:pt x="336191" y="93251"/>
                  <a:pt x="337274" y="94043"/>
                </a:cubicBezTo>
                <a:cubicBezTo>
                  <a:pt x="338769" y="95175"/>
                  <a:pt x="341124" y="95741"/>
                  <a:pt x="344337" y="95741"/>
                </a:cubicBezTo>
                <a:cubicBezTo>
                  <a:pt x="348448" y="95741"/>
                  <a:pt x="351531" y="95119"/>
                  <a:pt x="353586" y="93877"/>
                </a:cubicBezTo>
                <a:cubicBezTo>
                  <a:pt x="354969" y="93049"/>
                  <a:pt x="356015" y="91713"/>
                  <a:pt x="356725" y="89869"/>
                </a:cubicBezTo>
                <a:cubicBezTo>
                  <a:pt x="357211" y="88552"/>
                  <a:pt x="357454" y="86124"/>
                  <a:pt x="357454" y="82587"/>
                </a:cubicBezTo>
                <a:lnTo>
                  <a:pt x="357454" y="73836"/>
                </a:lnTo>
                <a:cubicBezTo>
                  <a:pt x="352745" y="80367"/>
                  <a:pt x="346804" y="83633"/>
                  <a:pt x="339629" y="83633"/>
                </a:cubicBezTo>
                <a:cubicBezTo>
                  <a:pt x="331632" y="83633"/>
                  <a:pt x="325298" y="80251"/>
                  <a:pt x="320626" y="73487"/>
                </a:cubicBezTo>
                <a:cubicBezTo>
                  <a:pt x="316964" y="68143"/>
                  <a:pt x="315133" y="61491"/>
                  <a:pt x="315133" y="53532"/>
                </a:cubicBezTo>
                <a:cubicBezTo>
                  <a:pt x="315133" y="43554"/>
                  <a:pt x="317534" y="35931"/>
                  <a:pt x="322336" y="30662"/>
                </a:cubicBezTo>
                <a:cubicBezTo>
                  <a:pt x="327138" y="25393"/>
                  <a:pt x="333108" y="22758"/>
                  <a:pt x="340245" y="22758"/>
                </a:cubicBezTo>
                <a:cubicBezTo>
                  <a:pt x="347607" y="22758"/>
                  <a:pt x="353680" y="26006"/>
                  <a:pt x="358463" y="32501"/>
                </a:cubicBezTo>
                <a:lnTo>
                  <a:pt x="358463" y="24103"/>
                </a:lnTo>
                <a:lnTo>
                  <a:pt x="373205" y="24103"/>
                </a:lnTo>
                <a:lnTo>
                  <a:pt x="373205" y="77558"/>
                </a:lnTo>
                <a:cubicBezTo>
                  <a:pt x="373205" y="84588"/>
                  <a:pt x="372626" y="89842"/>
                  <a:pt x="371468" y="93320"/>
                </a:cubicBezTo>
                <a:cubicBezTo>
                  <a:pt x="370309" y="96797"/>
                  <a:pt x="368684" y="99527"/>
                  <a:pt x="366591" y="101509"/>
                </a:cubicBezTo>
                <a:cubicBezTo>
                  <a:pt x="364498" y="103492"/>
                  <a:pt x="361705" y="105044"/>
                  <a:pt x="358211" y="106165"/>
                </a:cubicBezTo>
                <a:cubicBezTo>
                  <a:pt x="354717" y="107287"/>
                  <a:pt x="350298" y="107848"/>
                  <a:pt x="344954" y="107848"/>
                </a:cubicBezTo>
                <a:cubicBezTo>
                  <a:pt x="334864" y="107848"/>
                  <a:pt x="327708" y="106105"/>
                  <a:pt x="323485" y="102619"/>
                </a:cubicBezTo>
                <a:cubicBezTo>
                  <a:pt x="319262" y="99135"/>
                  <a:pt x="317151" y="94717"/>
                  <a:pt x="317151" y="89366"/>
                </a:cubicBezTo>
                <a:cubicBezTo>
                  <a:pt x="317151" y="88838"/>
                  <a:pt x="317170" y="88198"/>
                  <a:pt x="317207" y="87445"/>
                </a:cubicBezTo>
                <a:moveTo>
                  <a:pt x="331277" y="52635"/>
                </a:moveTo>
                <a:cubicBezTo>
                  <a:pt x="331277" y="58932"/>
                  <a:pt x="332501" y="63542"/>
                  <a:pt x="334948" y="66466"/>
                </a:cubicBezTo>
                <a:cubicBezTo>
                  <a:pt x="337396" y="69390"/>
                  <a:pt x="340414" y="70853"/>
                  <a:pt x="344001" y="70853"/>
                </a:cubicBezTo>
                <a:cubicBezTo>
                  <a:pt x="347850" y="70853"/>
                  <a:pt x="351101" y="69353"/>
                  <a:pt x="353754" y="66354"/>
                </a:cubicBezTo>
                <a:cubicBezTo>
                  <a:pt x="356408" y="63355"/>
                  <a:pt x="357734" y="58913"/>
                  <a:pt x="357734" y="53027"/>
                </a:cubicBezTo>
                <a:cubicBezTo>
                  <a:pt x="357734" y="46880"/>
                  <a:pt x="356464" y="42316"/>
                  <a:pt x="353923" y="39336"/>
                </a:cubicBezTo>
                <a:cubicBezTo>
                  <a:pt x="351381" y="36356"/>
                  <a:pt x="348168" y="34866"/>
                  <a:pt x="344281" y="34866"/>
                </a:cubicBezTo>
                <a:cubicBezTo>
                  <a:pt x="340507" y="34866"/>
                  <a:pt x="337396" y="36328"/>
                  <a:pt x="334948" y="39252"/>
                </a:cubicBezTo>
                <a:cubicBezTo>
                  <a:pt x="332501" y="42176"/>
                  <a:pt x="331277" y="46637"/>
                  <a:pt x="331277" y="52635"/>
                </a:cubicBezTo>
                <a:close/>
                <a:moveTo>
                  <a:pt x="383234" y="66705"/>
                </a:moveTo>
                <a:lnTo>
                  <a:pt x="399041" y="64238"/>
                </a:lnTo>
                <a:cubicBezTo>
                  <a:pt x="399714" y="67284"/>
                  <a:pt x="401078" y="69596"/>
                  <a:pt x="403133" y="71175"/>
                </a:cubicBezTo>
                <a:cubicBezTo>
                  <a:pt x="405189" y="72754"/>
                  <a:pt x="408066" y="73543"/>
                  <a:pt x="411766" y="73543"/>
                </a:cubicBezTo>
                <a:cubicBezTo>
                  <a:pt x="415839" y="73543"/>
                  <a:pt x="418903" y="72797"/>
                  <a:pt x="420959" y="71304"/>
                </a:cubicBezTo>
                <a:cubicBezTo>
                  <a:pt x="422341" y="70259"/>
                  <a:pt x="423033" y="68860"/>
                  <a:pt x="423033" y="67106"/>
                </a:cubicBezTo>
                <a:cubicBezTo>
                  <a:pt x="423033" y="65911"/>
                  <a:pt x="422659" y="64922"/>
                  <a:pt x="421912" y="64138"/>
                </a:cubicBezTo>
                <a:cubicBezTo>
                  <a:pt x="421127" y="63392"/>
                  <a:pt x="419370" y="62702"/>
                  <a:pt x="416642" y="62068"/>
                </a:cubicBezTo>
                <a:cubicBezTo>
                  <a:pt x="403937" y="59270"/>
                  <a:pt x="395884" y="56713"/>
                  <a:pt x="392483" y="54399"/>
                </a:cubicBezTo>
                <a:cubicBezTo>
                  <a:pt x="387775" y="51187"/>
                  <a:pt x="385420" y="46726"/>
                  <a:pt x="385420" y="41014"/>
                </a:cubicBezTo>
                <a:cubicBezTo>
                  <a:pt x="385420" y="35862"/>
                  <a:pt x="387457" y="31531"/>
                  <a:pt x="391530" y="28022"/>
                </a:cubicBezTo>
                <a:cubicBezTo>
                  <a:pt x="395603" y="24513"/>
                  <a:pt x="401919" y="22758"/>
                  <a:pt x="410477" y="22758"/>
                </a:cubicBezTo>
                <a:cubicBezTo>
                  <a:pt x="418623" y="22758"/>
                  <a:pt x="424677" y="24080"/>
                  <a:pt x="428638" y="26724"/>
                </a:cubicBezTo>
                <a:cubicBezTo>
                  <a:pt x="432599" y="29368"/>
                  <a:pt x="435327" y="33278"/>
                  <a:pt x="436822" y="38453"/>
                </a:cubicBezTo>
                <a:lnTo>
                  <a:pt x="421968" y="41256"/>
                </a:lnTo>
                <a:cubicBezTo>
                  <a:pt x="421332" y="38939"/>
                  <a:pt x="420127" y="37164"/>
                  <a:pt x="418352" y="35931"/>
                </a:cubicBezTo>
                <a:cubicBezTo>
                  <a:pt x="416577" y="34698"/>
                  <a:pt x="414045" y="34081"/>
                  <a:pt x="410757" y="34081"/>
                </a:cubicBezTo>
                <a:cubicBezTo>
                  <a:pt x="406609" y="34081"/>
                  <a:pt x="403638" y="34660"/>
                  <a:pt x="401844" y="35817"/>
                </a:cubicBezTo>
                <a:cubicBezTo>
                  <a:pt x="400648" y="36637"/>
                  <a:pt x="400050" y="37700"/>
                  <a:pt x="400050" y="39007"/>
                </a:cubicBezTo>
                <a:cubicBezTo>
                  <a:pt x="400050" y="40125"/>
                  <a:pt x="400574" y="41077"/>
                  <a:pt x="401620" y="41860"/>
                </a:cubicBezTo>
                <a:cubicBezTo>
                  <a:pt x="403040" y="42905"/>
                  <a:pt x="407945" y="44380"/>
                  <a:pt x="416334" y="46283"/>
                </a:cubicBezTo>
                <a:cubicBezTo>
                  <a:pt x="424724" y="48187"/>
                  <a:pt x="430581" y="50522"/>
                  <a:pt x="433907" y="53288"/>
                </a:cubicBezTo>
                <a:cubicBezTo>
                  <a:pt x="437196" y="56093"/>
                  <a:pt x="438840" y="60001"/>
                  <a:pt x="438840" y="65011"/>
                </a:cubicBezTo>
                <a:cubicBezTo>
                  <a:pt x="438840" y="70470"/>
                  <a:pt x="436560" y="75163"/>
                  <a:pt x="432001" y="79089"/>
                </a:cubicBezTo>
                <a:cubicBezTo>
                  <a:pt x="427442" y="83015"/>
                  <a:pt x="420697" y="84978"/>
                  <a:pt x="411766" y="84978"/>
                </a:cubicBezTo>
                <a:cubicBezTo>
                  <a:pt x="403657" y="84978"/>
                  <a:pt x="397238" y="83339"/>
                  <a:pt x="392511" y="80061"/>
                </a:cubicBezTo>
                <a:cubicBezTo>
                  <a:pt x="387784" y="76782"/>
                  <a:pt x="384692" y="72330"/>
                  <a:pt x="383234" y="6670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30491-18A9-4AAA-85F4-895023AC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936" y="1954225"/>
            <a:ext cx="2862058" cy="2091104"/>
          </a:xfrm>
          <a:custGeom xmlns:a="http://schemas.openxmlformats.org/drawingml/2006/main">
            <a:pathLst>
              <a:path w="2862058" h="2091104">
                <a:moveTo>
                  <a:pt x="2862058" y="185200"/>
                </a:moveTo>
                <a:lnTo>
                  <a:pt x="2862058" y="1905907"/>
                </a:lnTo>
                <a:cubicBezTo>
                  <a:pt x="2862058" y="2008119"/>
                  <a:pt x="2779065" y="2091104"/>
                  <a:pt x="2676859" y="2091104"/>
                </a:cubicBezTo>
                <a:lnTo>
                  <a:pt x="185183" y="2091104"/>
                </a:lnTo>
                <a:cubicBezTo>
                  <a:pt x="82977" y="2091104"/>
                  <a:pt x="0" y="2008119"/>
                  <a:pt x="0" y="1905907"/>
                </a:cubicBezTo>
                <a:lnTo>
                  <a:pt x="0" y="185200"/>
                </a:lnTo>
                <a:cubicBezTo>
                  <a:pt x="0" y="82994"/>
                  <a:pt x="82977" y="0"/>
                  <a:pt x="185183" y="0"/>
                </a:cubicBezTo>
                <a:lnTo>
                  <a:pt x="2676859" y="0"/>
                </a:lnTo>
                <a:cubicBezTo>
                  <a:pt x="2779065" y="0"/>
                  <a:pt x="2862058" y="82994"/>
                  <a:pt x="2862058" y="185200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94C983-0ABA-4095-8D9E-87B09FA3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342" y="3631180"/>
            <a:ext cx="1173163" cy="338008"/>
          </a:xfrm>
          <a:custGeom xmlns:a="http://schemas.openxmlformats.org/drawingml/2006/main">
            <a:pathLst>
              <a:path w="1173163" h="338008">
                <a:moveTo>
                  <a:pt x="1173163" y="169003"/>
                </a:moveTo>
                <a:cubicBezTo>
                  <a:pt x="1173163" y="262280"/>
                  <a:pt x="1097434" y="338008"/>
                  <a:pt x="1004172" y="338008"/>
                </a:cubicBezTo>
                <a:lnTo>
                  <a:pt x="169008" y="338008"/>
                </a:lnTo>
                <a:cubicBezTo>
                  <a:pt x="75730" y="338008"/>
                  <a:pt x="0" y="262280"/>
                  <a:pt x="0" y="169003"/>
                </a:cubicBezTo>
                <a:cubicBezTo>
                  <a:pt x="0" y="75728"/>
                  <a:pt x="75730" y="0"/>
                  <a:pt x="169008" y="0"/>
                </a:cubicBezTo>
                <a:lnTo>
                  <a:pt x="1004172" y="0"/>
                </a:lnTo>
                <a:cubicBezTo>
                  <a:pt x="1097434" y="0"/>
                  <a:pt x="1173163" y="75728"/>
                  <a:pt x="1173163" y="169003"/>
                </a:cubicBezTo>
                <a:close/>
              </a:path>
            </a:pathLst>
          </a:custGeom>
          <a:solidFill xmlns:a="http://schemas.openxmlformats.org/drawingml/2006/main">
            <a:srgbClr val="0083CC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Text-only">
            <a:extLst xmlns:a="http://schemas.openxmlformats.org/drawingml/2006/main">
              <a:ext uri="{FF2B5EF4-FFF2-40B4-BE49-F238E27FC236}">
                <a16:creationId xmlns:a16="http://schemas.microsoft.com/office/drawing/2014/main" id="{F7FF2DAA-2F72-4824-ADE7-EF0CE356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608" y="3669829"/>
            <a:ext cx="697224" cy="128660"/>
          </a:xfrm>
          <a:custGeom xmlns:a="http://schemas.openxmlformats.org/drawingml/2006/main">
            <a:pathLst>
              <a:path w="697224" h="128660">
                <a:moveTo>
                  <a:pt x="0" y="0"/>
                </a:moveTo>
                <a:lnTo>
                  <a:pt x="93343" y="0"/>
                </a:lnTo>
                <a:lnTo>
                  <a:pt x="93343" y="24539"/>
                </a:lnTo>
                <a:lnTo>
                  <a:pt x="62025" y="24539"/>
                </a:lnTo>
                <a:lnTo>
                  <a:pt x="62025" y="99376"/>
                </a:lnTo>
                <a:lnTo>
                  <a:pt x="31318" y="99376"/>
                </a:lnTo>
                <a:lnTo>
                  <a:pt x="31318" y="24539"/>
                </a:lnTo>
                <a:lnTo>
                  <a:pt x="0" y="24539"/>
                </a:lnTo>
                <a:lnTo>
                  <a:pt x="0" y="0"/>
                </a:lnTo>
                <a:close/>
                <a:moveTo>
                  <a:pt x="176991" y="70228"/>
                </a:moveTo>
                <a:lnTo>
                  <a:pt x="121677" y="70228"/>
                </a:lnTo>
                <a:cubicBezTo>
                  <a:pt x="122174" y="74635"/>
                  <a:pt x="123371" y="77919"/>
                  <a:pt x="125269" y="80078"/>
                </a:cubicBezTo>
                <a:cubicBezTo>
                  <a:pt x="127936" y="83182"/>
                  <a:pt x="131415" y="84734"/>
                  <a:pt x="135709" y="84734"/>
                </a:cubicBezTo>
                <a:cubicBezTo>
                  <a:pt x="138420" y="84734"/>
                  <a:pt x="140996" y="84063"/>
                  <a:pt x="143436" y="82722"/>
                </a:cubicBezTo>
                <a:cubicBezTo>
                  <a:pt x="144928" y="81871"/>
                  <a:pt x="146532" y="80373"/>
                  <a:pt x="148249" y="78226"/>
                </a:cubicBezTo>
                <a:lnTo>
                  <a:pt x="175432" y="80667"/>
                </a:lnTo>
                <a:cubicBezTo>
                  <a:pt x="171274" y="87921"/>
                  <a:pt x="166258" y="93125"/>
                  <a:pt x="160383" y="96277"/>
                </a:cubicBezTo>
                <a:cubicBezTo>
                  <a:pt x="154508" y="99428"/>
                  <a:pt x="146080" y="101003"/>
                  <a:pt x="135098" y="101003"/>
                </a:cubicBezTo>
                <a:cubicBezTo>
                  <a:pt x="125563" y="101003"/>
                  <a:pt x="118061" y="99658"/>
                  <a:pt x="112593" y="96970"/>
                </a:cubicBezTo>
                <a:cubicBezTo>
                  <a:pt x="107125" y="94281"/>
                  <a:pt x="102595" y="90010"/>
                  <a:pt x="99002" y="84158"/>
                </a:cubicBezTo>
                <a:cubicBezTo>
                  <a:pt x="95409" y="78305"/>
                  <a:pt x="93613" y="71425"/>
                  <a:pt x="93613" y="63517"/>
                </a:cubicBezTo>
                <a:cubicBezTo>
                  <a:pt x="93613" y="52264"/>
                  <a:pt x="97217" y="43158"/>
                  <a:pt x="104425" y="36198"/>
                </a:cubicBezTo>
                <a:cubicBezTo>
                  <a:pt x="111633" y="29239"/>
                  <a:pt x="121586" y="25759"/>
                  <a:pt x="134285" y="25759"/>
                </a:cubicBezTo>
                <a:cubicBezTo>
                  <a:pt x="144589" y="25759"/>
                  <a:pt x="152723" y="27318"/>
                  <a:pt x="158688" y="30436"/>
                </a:cubicBezTo>
                <a:cubicBezTo>
                  <a:pt x="164654" y="33555"/>
                  <a:pt x="169195" y="38074"/>
                  <a:pt x="172314" y="43994"/>
                </a:cubicBezTo>
                <a:cubicBezTo>
                  <a:pt x="175432" y="49914"/>
                  <a:pt x="176991" y="57619"/>
                  <a:pt x="176991" y="67109"/>
                </a:cubicBezTo>
                <a:lnTo>
                  <a:pt x="176991" y="70228"/>
                </a:lnTo>
                <a:moveTo>
                  <a:pt x="148927" y="56941"/>
                </a:moveTo>
                <a:cubicBezTo>
                  <a:pt x="148385" y="51657"/>
                  <a:pt x="146950" y="47873"/>
                  <a:pt x="144623" y="45589"/>
                </a:cubicBezTo>
                <a:cubicBezTo>
                  <a:pt x="142295" y="43305"/>
                  <a:pt x="139234" y="42164"/>
                  <a:pt x="135437" y="42164"/>
                </a:cubicBezTo>
                <a:cubicBezTo>
                  <a:pt x="131054" y="42164"/>
                  <a:pt x="127552" y="43888"/>
                  <a:pt x="124930" y="47337"/>
                </a:cubicBezTo>
                <a:cubicBezTo>
                  <a:pt x="123258" y="49486"/>
                  <a:pt x="122196" y="52688"/>
                  <a:pt x="121744" y="56941"/>
                </a:cubicBezTo>
                <a:lnTo>
                  <a:pt x="148927" y="56941"/>
                </a:lnTo>
                <a:close/>
                <a:moveTo>
                  <a:pt x="179837" y="27386"/>
                </a:moveTo>
                <a:lnTo>
                  <a:pt x="212578" y="27386"/>
                </a:lnTo>
                <a:lnTo>
                  <a:pt x="224034" y="47451"/>
                </a:lnTo>
                <a:lnTo>
                  <a:pt x="237320" y="27386"/>
                </a:lnTo>
                <a:lnTo>
                  <a:pt x="267757" y="27386"/>
                </a:lnTo>
                <a:lnTo>
                  <a:pt x="243218" y="61686"/>
                </a:lnTo>
                <a:lnTo>
                  <a:pt x="269519" y="99376"/>
                </a:lnTo>
                <a:lnTo>
                  <a:pt x="237320" y="99376"/>
                </a:lnTo>
                <a:lnTo>
                  <a:pt x="224034" y="76193"/>
                </a:lnTo>
                <a:lnTo>
                  <a:pt x="208375" y="99376"/>
                </a:lnTo>
                <a:lnTo>
                  <a:pt x="178481" y="99376"/>
                </a:lnTo>
                <a:lnTo>
                  <a:pt x="204647" y="61686"/>
                </a:lnTo>
                <a:lnTo>
                  <a:pt x="179837" y="27386"/>
                </a:lnTo>
                <a:close/>
                <a:moveTo>
                  <a:pt x="311941" y="0"/>
                </a:moveTo>
                <a:lnTo>
                  <a:pt x="311941" y="27386"/>
                </a:lnTo>
                <a:lnTo>
                  <a:pt x="327125" y="27386"/>
                </a:lnTo>
                <a:lnTo>
                  <a:pt x="327125" y="47587"/>
                </a:lnTo>
                <a:lnTo>
                  <a:pt x="311941" y="47587"/>
                </a:lnTo>
                <a:lnTo>
                  <a:pt x="311941" y="73092"/>
                </a:lnTo>
                <a:cubicBezTo>
                  <a:pt x="311941" y="76159"/>
                  <a:pt x="312235" y="78188"/>
                  <a:pt x="312822" y="79180"/>
                </a:cubicBezTo>
                <a:cubicBezTo>
                  <a:pt x="313726" y="80713"/>
                  <a:pt x="315308" y="81480"/>
                  <a:pt x="317567" y="81480"/>
                </a:cubicBezTo>
                <a:cubicBezTo>
                  <a:pt x="319601" y="81480"/>
                  <a:pt x="322448" y="80894"/>
                  <a:pt x="326108" y="79722"/>
                </a:cubicBezTo>
                <a:lnTo>
                  <a:pt x="328142" y="98766"/>
                </a:lnTo>
                <a:cubicBezTo>
                  <a:pt x="321318" y="100257"/>
                  <a:pt x="314946" y="101003"/>
                  <a:pt x="309026" y="101003"/>
                </a:cubicBezTo>
                <a:cubicBezTo>
                  <a:pt x="302157" y="101003"/>
                  <a:pt x="297096" y="100123"/>
                  <a:pt x="293842" y="98363"/>
                </a:cubicBezTo>
                <a:cubicBezTo>
                  <a:pt x="290588" y="96602"/>
                  <a:pt x="288182" y="93928"/>
                  <a:pt x="286622" y="90341"/>
                </a:cubicBezTo>
                <a:cubicBezTo>
                  <a:pt x="285063" y="86753"/>
                  <a:pt x="284284" y="80941"/>
                  <a:pt x="284284" y="72907"/>
                </a:cubicBezTo>
                <a:lnTo>
                  <a:pt x="284284" y="47587"/>
                </a:lnTo>
                <a:lnTo>
                  <a:pt x="274116" y="47587"/>
                </a:lnTo>
                <a:lnTo>
                  <a:pt x="274116" y="27386"/>
                </a:lnTo>
                <a:lnTo>
                  <a:pt x="284284" y="27386"/>
                </a:lnTo>
                <a:lnTo>
                  <a:pt x="284284" y="14168"/>
                </a:lnTo>
                <a:lnTo>
                  <a:pt x="311941" y="0"/>
                </a:lnTo>
                <a:close/>
                <a:moveTo>
                  <a:pt x="334981" y="52332"/>
                </a:moveTo>
                <a:lnTo>
                  <a:pt x="375111" y="52332"/>
                </a:lnTo>
                <a:lnTo>
                  <a:pt x="375111" y="73752"/>
                </a:lnTo>
                <a:lnTo>
                  <a:pt x="334981" y="73752"/>
                </a:lnTo>
                <a:lnTo>
                  <a:pt x="334981" y="52332"/>
                </a:lnTo>
                <a:close/>
                <a:moveTo>
                  <a:pt x="383124" y="63584"/>
                </a:moveTo>
                <a:cubicBezTo>
                  <a:pt x="383124" y="52603"/>
                  <a:pt x="386830" y="43553"/>
                  <a:pt x="394241" y="36436"/>
                </a:cubicBezTo>
                <a:cubicBezTo>
                  <a:pt x="401652" y="29318"/>
                  <a:pt x="411662" y="25759"/>
                  <a:pt x="424271" y="25759"/>
                </a:cubicBezTo>
                <a:cubicBezTo>
                  <a:pt x="438687" y="25759"/>
                  <a:pt x="449578" y="29939"/>
                  <a:pt x="456944" y="38300"/>
                </a:cubicBezTo>
                <a:cubicBezTo>
                  <a:pt x="462864" y="45033"/>
                  <a:pt x="465824" y="53326"/>
                  <a:pt x="465824" y="63178"/>
                </a:cubicBezTo>
                <a:cubicBezTo>
                  <a:pt x="465824" y="74250"/>
                  <a:pt x="462152" y="83322"/>
                  <a:pt x="454809" y="90394"/>
                </a:cubicBezTo>
                <a:cubicBezTo>
                  <a:pt x="447465" y="97467"/>
                  <a:pt x="437308" y="101003"/>
                  <a:pt x="424338" y="101003"/>
                </a:cubicBezTo>
                <a:cubicBezTo>
                  <a:pt x="412769" y="101003"/>
                  <a:pt x="403415" y="98065"/>
                  <a:pt x="396275" y="92191"/>
                </a:cubicBezTo>
                <a:cubicBezTo>
                  <a:pt x="387507" y="84915"/>
                  <a:pt x="383124" y="75379"/>
                  <a:pt x="383124" y="63584"/>
                </a:cubicBezTo>
                <a:moveTo>
                  <a:pt x="410781" y="63483"/>
                </a:moveTo>
                <a:cubicBezTo>
                  <a:pt x="410781" y="69889"/>
                  <a:pt x="412080" y="74625"/>
                  <a:pt x="414679" y="77693"/>
                </a:cubicBezTo>
                <a:cubicBezTo>
                  <a:pt x="417277" y="80760"/>
                  <a:pt x="420542" y="82294"/>
                  <a:pt x="424474" y="82294"/>
                </a:cubicBezTo>
                <a:cubicBezTo>
                  <a:pt x="428451" y="82294"/>
                  <a:pt x="431716" y="80783"/>
                  <a:pt x="434269" y="77760"/>
                </a:cubicBezTo>
                <a:cubicBezTo>
                  <a:pt x="436823" y="74738"/>
                  <a:pt x="438099" y="69889"/>
                  <a:pt x="438099" y="63212"/>
                </a:cubicBezTo>
                <a:cubicBezTo>
                  <a:pt x="438099" y="56986"/>
                  <a:pt x="436811" y="52351"/>
                  <a:pt x="434235" y="49307"/>
                </a:cubicBezTo>
                <a:cubicBezTo>
                  <a:pt x="431659" y="46262"/>
                  <a:pt x="428473" y="44740"/>
                  <a:pt x="424677" y="44740"/>
                </a:cubicBezTo>
                <a:cubicBezTo>
                  <a:pt x="420655" y="44740"/>
                  <a:pt x="417334" y="46285"/>
                  <a:pt x="414713" y="49374"/>
                </a:cubicBezTo>
                <a:cubicBezTo>
                  <a:pt x="412092" y="52464"/>
                  <a:pt x="410781" y="57167"/>
                  <a:pt x="410781" y="63483"/>
                </a:cubicBezTo>
                <a:close/>
                <a:moveTo>
                  <a:pt x="479098" y="27386"/>
                </a:moveTo>
                <a:lnTo>
                  <a:pt x="504789" y="27386"/>
                </a:lnTo>
                <a:lnTo>
                  <a:pt x="504789" y="39153"/>
                </a:lnTo>
                <a:cubicBezTo>
                  <a:pt x="508630" y="34349"/>
                  <a:pt x="512517" y="30916"/>
                  <a:pt x="516448" y="28854"/>
                </a:cubicBezTo>
                <a:cubicBezTo>
                  <a:pt x="520380" y="26791"/>
                  <a:pt x="525170" y="25759"/>
                  <a:pt x="530819" y="25759"/>
                </a:cubicBezTo>
                <a:cubicBezTo>
                  <a:pt x="538457" y="25759"/>
                  <a:pt x="544433" y="28030"/>
                  <a:pt x="548749" y="32572"/>
                </a:cubicBezTo>
                <a:cubicBezTo>
                  <a:pt x="553065" y="37113"/>
                  <a:pt x="555223" y="44129"/>
                  <a:pt x="555223" y="53620"/>
                </a:cubicBezTo>
                <a:lnTo>
                  <a:pt x="555223" y="99376"/>
                </a:lnTo>
                <a:lnTo>
                  <a:pt x="527498" y="99376"/>
                </a:lnTo>
                <a:lnTo>
                  <a:pt x="527498" y="59839"/>
                </a:lnTo>
                <a:cubicBezTo>
                  <a:pt x="527498" y="55327"/>
                  <a:pt x="526662" y="52135"/>
                  <a:pt x="524990" y="50262"/>
                </a:cubicBezTo>
                <a:cubicBezTo>
                  <a:pt x="523317" y="48388"/>
                  <a:pt x="520968" y="47451"/>
                  <a:pt x="517940" y="47451"/>
                </a:cubicBezTo>
                <a:cubicBezTo>
                  <a:pt x="514596" y="47451"/>
                  <a:pt x="511884" y="48715"/>
                  <a:pt x="509805" y="51243"/>
                </a:cubicBezTo>
                <a:cubicBezTo>
                  <a:pt x="507726" y="53769"/>
                  <a:pt x="506687" y="58305"/>
                  <a:pt x="506687" y="64849"/>
                </a:cubicBezTo>
                <a:lnTo>
                  <a:pt x="506687" y="99376"/>
                </a:lnTo>
                <a:lnTo>
                  <a:pt x="479098" y="99376"/>
                </a:lnTo>
                <a:lnTo>
                  <a:pt x="479098" y="27386"/>
                </a:lnTo>
                <a:close/>
                <a:moveTo>
                  <a:pt x="572631" y="0"/>
                </a:moveTo>
                <a:lnTo>
                  <a:pt x="600288" y="0"/>
                </a:lnTo>
                <a:lnTo>
                  <a:pt x="600288" y="99376"/>
                </a:lnTo>
                <a:lnTo>
                  <a:pt x="572631" y="99376"/>
                </a:lnTo>
                <a:lnTo>
                  <a:pt x="572631" y="0"/>
                </a:lnTo>
                <a:close/>
                <a:moveTo>
                  <a:pt x="612286" y="27386"/>
                </a:moveTo>
                <a:lnTo>
                  <a:pt x="641435" y="27386"/>
                </a:lnTo>
                <a:lnTo>
                  <a:pt x="656280" y="75312"/>
                </a:lnTo>
                <a:lnTo>
                  <a:pt x="670041" y="27386"/>
                </a:lnTo>
                <a:lnTo>
                  <a:pt x="697224" y="27386"/>
                </a:lnTo>
                <a:lnTo>
                  <a:pt x="668685" y="104352"/>
                </a:lnTo>
                <a:cubicBezTo>
                  <a:pt x="665432" y="113133"/>
                  <a:pt x="662110" y="119063"/>
                  <a:pt x="658721" y="122142"/>
                </a:cubicBezTo>
                <a:cubicBezTo>
                  <a:pt x="653930" y="126487"/>
                  <a:pt x="646632" y="128660"/>
                  <a:pt x="636825" y="128660"/>
                </a:cubicBezTo>
                <a:cubicBezTo>
                  <a:pt x="632849" y="128660"/>
                  <a:pt x="626702" y="128118"/>
                  <a:pt x="618387" y="127033"/>
                </a:cubicBezTo>
                <a:lnTo>
                  <a:pt x="616218" y="107769"/>
                </a:lnTo>
                <a:cubicBezTo>
                  <a:pt x="620195" y="109043"/>
                  <a:pt x="624624" y="109680"/>
                  <a:pt x="629504" y="109680"/>
                </a:cubicBezTo>
                <a:cubicBezTo>
                  <a:pt x="632758" y="109680"/>
                  <a:pt x="635391" y="108929"/>
                  <a:pt x="637402" y="107428"/>
                </a:cubicBezTo>
                <a:cubicBezTo>
                  <a:pt x="639413" y="105927"/>
                  <a:pt x="641119" y="103242"/>
                  <a:pt x="642519" y="99374"/>
                </a:cubicBezTo>
                <a:lnTo>
                  <a:pt x="612286" y="27386"/>
                </a:lnTo>
                <a:close/>
              </a:path>
            </a:pathLst>
          </a:custGeom>
          <a:solidFill xmlns:a="http://schemas.openxmlformats.org/drawingml/2006/main">
            <a:srgbClr val="008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51,9%">
            <a:extLst xmlns:a="http://schemas.openxmlformats.org/drawingml/2006/main">
              <a:ext uri="{FF2B5EF4-FFF2-40B4-BE49-F238E27FC236}">
                <a16:creationId xmlns:a16="http://schemas.microsoft.com/office/drawing/2014/main" id="{A28EA00A-E02E-48FD-9A53-FE524E0F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5184" y="3811571"/>
            <a:ext cx="379353" cy="120661"/>
          </a:xfrm>
          <a:custGeom xmlns:a="http://schemas.openxmlformats.org/drawingml/2006/main">
            <a:pathLst>
              <a:path w="379353" h="120661">
                <a:moveTo>
                  <a:pt x="0" y="74837"/>
                </a:moveTo>
                <a:lnTo>
                  <a:pt x="12812" y="73752"/>
                </a:lnTo>
                <a:cubicBezTo>
                  <a:pt x="13761" y="79968"/>
                  <a:pt x="15964" y="84640"/>
                  <a:pt x="19421" y="87770"/>
                </a:cubicBezTo>
                <a:cubicBezTo>
                  <a:pt x="22878" y="90898"/>
                  <a:pt x="27047" y="92462"/>
                  <a:pt x="31928" y="92462"/>
                </a:cubicBezTo>
                <a:cubicBezTo>
                  <a:pt x="37803" y="92462"/>
                  <a:pt x="42774" y="90251"/>
                  <a:pt x="46841" y="85829"/>
                </a:cubicBezTo>
                <a:cubicBezTo>
                  <a:pt x="50908" y="81406"/>
                  <a:pt x="52942" y="75540"/>
                  <a:pt x="52942" y="68230"/>
                </a:cubicBezTo>
                <a:cubicBezTo>
                  <a:pt x="52942" y="61280"/>
                  <a:pt x="50987" y="55797"/>
                  <a:pt x="47078" y="51781"/>
                </a:cubicBezTo>
                <a:cubicBezTo>
                  <a:pt x="43169" y="47765"/>
                  <a:pt x="38051" y="45756"/>
                  <a:pt x="31724" y="45756"/>
                </a:cubicBezTo>
                <a:cubicBezTo>
                  <a:pt x="27793" y="45756"/>
                  <a:pt x="24245" y="46643"/>
                  <a:pt x="21082" y="48415"/>
                </a:cubicBezTo>
                <a:cubicBezTo>
                  <a:pt x="17918" y="50187"/>
                  <a:pt x="15433" y="52487"/>
                  <a:pt x="13625" y="55314"/>
                </a:cubicBezTo>
                <a:lnTo>
                  <a:pt x="2169" y="53823"/>
                </a:lnTo>
                <a:lnTo>
                  <a:pt x="11795" y="2847"/>
                </a:lnTo>
                <a:lnTo>
                  <a:pt x="61212" y="2847"/>
                </a:lnTo>
                <a:lnTo>
                  <a:pt x="61212" y="14371"/>
                </a:lnTo>
                <a:lnTo>
                  <a:pt x="21556" y="14371"/>
                </a:lnTo>
                <a:lnTo>
                  <a:pt x="16201" y="41147"/>
                </a:lnTo>
                <a:cubicBezTo>
                  <a:pt x="22166" y="37034"/>
                  <a:pt x="28425" y="34978"/>
                  <a:pt x="34978" y="34978"/>
                </a:cubicBezTo>
                <a:cubicBezTo>
                  <a:pt x="43655" y="34978"/>
                  <a:pt x="50976" y="37987"/>
                  <a:pt x="56941" y="44004"/>
                </a:cubicBezTo>
                <a:cubicBezTo>
                  <a:pt x="62906" y="50021"/>
                  <a:pt x="65889" y="57755"/>
                  <a:pt x="65889" y="67209"/>
                </a:cubicBezTo>
                <a:cubicBezTo>
                  <a:pt x="65889" y="76212"/>
                  <a:pt x="63268" y="83993"/>
                  <a:pt x="58026" y="90551"/>
                </a:cubicBezTo>
                <a:cubicBezTo>
                  <a:pt x="51654" y="98604"/>
                  <a:pt x="42954" y="102630"/>
                  <a:pt x="31928" y="102630"/>
                </a:cubicBezTo>
                <a:cubicBezTo>
                  <a:pt x="22889" y="102630"/>
                  <a:pt x="15512" y="100093"/>
                  <a:pt x="9795" y="95019"/>
                </a:cubicBezTo>
                <a:cubicBezTo>
                  <a:pt x="4079" y="89944"/>
                  <a:pt x="813" y="83217"/>
                  <a:pt x="0" y="74837"/>
                </a:cubicBezTo>
                <a:close/>
                <a:moveTo>
                  <a:pt x="123176" y="101003"/>
                </a:moveTo>
                <a:lnTo>
                  <a:pt x="110975" y="101003"/>
                </a:lnTo>
                <a:lnTo>
                  <a:pt x="110975" y="23251"/>
                </a:lnTo>
                <a:cubicBezTo>
                  <a:pt x="108037" y="26053"/>
                  <a:pt x="104185" y="28855"/>
                  <a:pt x="99417" y="31657"/>
                </a:cubicBezTo>
                <a:cubicBezTo>
                  <a:pt x="94649" y="34458"/>
                  <a:pt x="90367" y="36560"/>
                  <a:pt x="86571" y="37961"/>
                </a:cubicBezTo>
                <a:lnTo>
                  <a:pt x="86571" y="26166"/>
                </a:lnTo>
                <a:cubicBezTo>
                  <a:pt x="93395" y="22957"/>
                  <a:pt x="99360" y="19071"/>
                  <a:pt x="104467" y="14506"/>
                </a:cubicBezTo>
                <a:cubicBezTo>
                  <a:pt x="109574" y="9942"/>
                  <a:pt x="113189" y="5513"/>
                  <a:pt x="115313" y="1220"/>
                </a:cubicBezTo>
                <a:lnTo>
                  <a:pt x="123176" y="1220"/>
                </a:lnTo>
                <a:lnTo>
                  <a:pt x="123176" y="101003"/>
                </a:lnTo>
                <a:close/>
                <a:moveTo>
                  <a:pt x="161008" y="101003"/>
                </a:moveTo>
                <a:lnTo>
                  <a:pt x="161008" y="87039"/>
                </a:lnTo>
                <a:lnTo>
                  <a:pt x="174904" y="87039"/>
                </a:lnTo>
                <a:lnTo>
                  <a:pt x="174904" y="100963"/>
                </a:lnTo>
                <a:cubicBezTo>
                  <a:pt x="174904" y="106081"/>
                  <a:pt x="174000" y="110213"/>
                  <a:pt x="172192" y="113359"/>
                </a:cubicBezTo>
                <a:cubicBezTo>
                  <a:pt x="170385" y="116507"/>
                  <a:pt x="167515" y="118941"/>
                  <a:pt x="163583" y="120661"/>
                </a:cubicBezTo>
                <a:lnTo>
                  <a:pt x="160194" y="115374"/>
                </a:lnTo>
                <a:cubicBezTo>
                  <a:pt x="162770" y="114250"/>
                  <a:pt x="164668" y="112597"/>
                  <a:pt x="165888" y="110415"/>
                </a:cubicBezTo>
                <a:cubicBezTo>
                  <a:pt x="167108" y="108233"/>
                  <a:pt x="167786" y="105096"/>
                  <a:pt x="167922" y="101003"/>
                </a:cubicBezTo>
                <a:lnTo>
                  <a:pt x="161008" y="101003"/>
                </a:lnTo>
                <a:close/>
                <a:moveTo>
                  <a:pt x="194829" y="77826"/>
                </a:moveTo>
                <a:lnTo>
                  <a:pt x="206556" y="76735"/>
                </a:lnTo>
                <a:cubicBezTo>
                  <a:pt x="207550" y="82248"/>
                  <a:pt x="209448" y="86248"/>
                  <a:pt x="212250" y="88733"/>
                </a:cubicBezTo>
                <a:cubicBezTo>
                  <a:pt x="215052" y="91219"/>
                  <a:pt x="218645" y="92462"/>
                  <a:pt x="223028" y="92462"/>
                </a:cubicBezTo>
                <a:cubicBezTo>
                  <a:pt x="226779" y="92462"/>
                  <a:pt x="230067" y="91603"/>
                  <a:pt x="232891" y="89886"/>
                </a:cubicBezTo>
                <a:cubicBezTo>
                  <a:pt x="235716" y="88169"/>
                  <a:pt x="238032" y="85875"/>
                  <a:pt x="239839" y="83005"/>
                </a:cubicBezTo>
                <a:cubicBezTo>
                  <a:pt x="241647" y="80136"/>
                  <a:pt x="243161" y="76261"/>
                  <a:pt x="244381" y="71380"/>
                </a:cubicBezTo>
                <a:cubicBezTo>
                  <a:pt x="245601" y="66499"/>
                  <a:pt x="246211" y="61528"/>
                  <a:pt x="246211" y="56467"/>
                </a:cubicBezTo>
                <a:cubicBezTo>
                  <a:pt x="246211" y="55924"/>
                  <a:pt x="246189" y="55111"/>
                  <a:pt x="246144" y="54026"/>
                </a:cubicBezTo>
                <a:cubicBezTo>
                  <a:pt x="243703" y="57913"/>
                  <a:pt x="240370" y="61065"/>
                  <a:pt x="236145" y="63483"/>
                </a:cubicBezTo>
                <a:cubicBezTo>
                  <a:pt x="231920" y="65900"/>
                  <a:pt x="227344" y="67109"/>
                  <a:pt x="222418" y="67109"/>
                </a:cubicBezTo>
                <a:cubicBezTo>
                  <a:pt x="214193" y="67109"/>
                  <a:pt x="207234" y="64136"/>
                  <a:pt x="201540" y="58189"/>
                </a:cubicBezTo>
                <a:cubicBezTo>
                  <a:pt x="195845" y="52242"/>
                  <a:pt x="192998" y="44403"/>
                  <a:pt x="192998" y="34671"/>
                </a:cubicBezTo>
                <a:cubicBezTo>
                  <a:pt x="192998" y="24624"/>
                  <a:pt x="195970" y="16538"/>
                  <a:pt x="201912" y="10412"/>
                </a:cubicBezTo>
                <a:cubicBezTo>
                  <a:pt x="207855" y="4284"/>
                  <a:pt x="215300" y="1220"/>
                  <a:pt x="224248" y="1220"/>
                </a:cubicBezTo>
                <a:cubicBezTo>
                  <a:pt x="230711" y="1220"/>
                  <a:pt x="236619" y="2959"/>
                  <a:pt x="241975" y="6438"/>
                </a:cubicBezTo>
                <a:cubicBezTo>
                  <a:pt x="247330" y="9915"/>
                  <a:pt x="251397" y="14871"/>
                  <a:pt x="254176" y="21306"/>
                </a:cubicBezTo>
                <a:cubicBezTo>
                  <a:pt x="256956" y="27742"/>
                  <a:pt x="258345" y="37056"/>
                  <a:pt x="258345" y="49250"/>
                </a:cubicBezTo>
                <a:cubicBezTo>
                  <a:pt x="258345" y="61940"/>
                  <a:pt x="256967" y="72045"/>
                  <a:pt x="254210" y="79565"/>
                </a:cubicBezTo>
                <a:cubicBezTo>
                  <a:pt x="251454" y="87084"/>
                  <a:pt x="247352" y="92808"/>
                  <a:pt x="241907" y="96737"/>
                </a:cubicBezTo>
                <a:cubicBezTo>
                  <a:pt x="236461" y="100665"/>
                  <a:pt x="230078" y="102630"/>
                  <a:pt x="222757" y="102630"/>
                </a:cubicBezTo>
                <a:cubicBezTo>
                  <a:pt x="214984" y="102630"/>
                  <a:pt x="208635" y="100461"/>
                  <a:pt x="203709" y="96122"/>
                </a:cubicBezTo>
                <a:cubicBezTo>
                  <a:pt x="198783" y="91784"/>
                  <a:pt x="195823" y="85685"/>
                  <a:pt x="194829" y="77826"/>
                </a:cubicBezTo>
                <a:moveTo>
                  <a:pt x="244788" y="34095"/>
                </a:moveTo>
                <a:cubicBezTo>
                  <a:pt x="244788" y="27133"/>
                  <a:pt x="242924" y="21608"/>
                  <a:pt x="239195" y="17521"/>
                </a:cubicBezTo>
                <a:cubicBezTo>
                  <a:pt x="235467" y="13432"/>
                  <a:pt x="230982" y="11388"/>
                  <a:pt x="225740" y="11388"/>
                </a:cubicBezTo>
                <a:cubicBezTo>
                  <a:pt x="220317" y="11388"/>
                  <a:pt x="215594" y="13589"/>
                  <a:pt x="211572" y="17991"/>
                </a:cubicBezTo>
                <a:cubicBezTo>
                  <a:pt x="207550" y="22393"/>
                  <a:pt x="205539" y="28098"/>
                  <a:pt x="205539" y="35105"/>
                </a:cubicBezTo>
                <a:cubicBezTo>
                  <a:pt x="205539" y="41395"/>
                  <a:pt x="207448" y="46506"/>
                  <a:pt x="211267" y="50436"/>
                </a:cubicBezTo>
                <a:cubicBezTo>
                  <a:pt x="215086" y="54366"/>
                  <a:pt x="219797" y="56331"/>
                  <a:pt x="225401" y="56331"/>
                </a:cubicBezTo>
                <a:cubicBezTo>
                  <a:pt x="231050" y="56331"/>
                  <a:pt x="235693" y="54366"/>
                  <a:pt x="239331" y="50436"/>
                </a:cubicBezTo>
                <a:cubicBezTo>
                  <a:pt x="242969" y="46506"/>
                  <a:pt x="244788" y="41059"/>
                  <a:pt x="244788" y="34095"/>
                </a:cubicBezTo>
                <a:close/>
                <a:moveTo>
                  <a:pt x="272520" y="25590"/>
                </a:moveTo>
                <a:cubicBezTo>
                  <a:pt x="272520" y="18485"/>
                  <a:pt x="274305" y="12444"/>
                  <a:pt x="277875" y="7467"/>
                </a:cubicBezTo>
                <a:cubicBezTo>
                  <a:pt x="281446" y="2489"/>
                  <a:pt x="286620" y="0"/>
                  <a:pt x="293399" y="0"/>
                </a:cubicBezTo>
                <a:cubicBezTo>
                  <a:pt x="299635" y="0"/>
                  <a:pt x="304798" y="2229"/>
                  <a:pt x="308888" y="6686"/>
                </a:cubicBezTo>
                <a:cubicBezTo>
                  <a:pt x="312978" y="11143"/>
                  <a:pt x="315023" y="17692"/>
                  <a:pt x="315023" y="26335"/>
                </a:cubicBezTo>
                <a:cubicBezTo>
                  <a:pt x="315023" y="34752"/>
                  <a:pt x="312955" y="41234"/>
                  <a:pt x="308820" y="45782"/>
                </a:cubicBezTo>
                <a:cubicBezTo>
                  <a:pt x="304685" y="50329"/>
                  <a:pt x="299590" y="52603"/>
                  <a:pt x="293534" y="52603"/>
                </a:cubicBezTo>
                <a:cubicBezTo>
                  <a:pt x="287524" y="52603"/>
                  <a:pt x="282519" y="50363"/>
                  <a:pt x="278519" y="45883"/>
                </a:cubicBezTo>
                <a:cubicBezTo>
                  <a:pt x="274520" y="41404"/>
                  <a:pt x="272520" y="34639"/>
                  <a:pt x="272520" y="25590"/>
                </a:cubicBezTo>
                <a:moveTo>
                  <a:pt x="293738" y="8406"/>
                </a:moveTo>
                <a:cubicBezTo>
                  <a:pt x="290710" y="8406"/>
                  <a:pt x="288190" y="9719"/>
                  <a:pt x="286179" y="12346"/>
                </a:cubicBezTo>
                <a:cubicBezTo>
                  <a:pt x="284168" y="14971"/>
                  <a:pt x="283163" y="19792"/>
                  <a:pt x="283163" y="26810"/>
                </a:cubicBezTo>
                <a:cubicBezTo>
                  <a:pt x="283163" y="33195"/>
                  <a:pt x="284180" y="37689"/>
                  <a:pt x="286213" y="40293"/>
                </a:cubicBezTo>
                <a:cubicBezTo>
                  <a:pt x="288247" y="42896"/>
                  <a:pt x="290755" y="44197"/>
                  <a:pt x="293738" y="44197"/>
                </a:cubicBezTo>
                <a:cubicBezTo>
                  <a:pt x="296811" y="44197"/>
                  <a:pt x="299353" y="42885"/>
                  <a:pt x="301364" y="40259"/>
                </a:cubicBezTo>
                <a:cubicBezTo>
                  <a:pt x="303375" y="37632"/>
                  <a:pt x="304380" y="32833"/>
                  <a:pt x="304380" y="25861"/>
                </a:cubicBezTo>
                <a:cubicBezTo>
                  <a:pt x="304380" y="19431"/>
                  <a:pt x="303363" y="14915"/>
                  <a:pt x="301330" y="12312"/>
                </a:cubicBezTo>
                <a:cubicBezTo>
                  <a:pt x="299296" y="9708"/>
                  <a:pt x="296765" y="8406"/>
                  <a:pt x="293738" y="8406"/>
                </a:cubicBezTo>
                <a:moveTo>
                  <a:pt x="293805" y="104663"/>
                </a:moveTo>
                <a:lnTo>
                  <a:pt x="348171" y="0"/>
                </a:lnTo>
                <a:lnTo>
                  <a:pt x="358068" y="0"/>
                </a:lnTo>
                <a:lnTo>
                  <a:pt x="303906" y="104663"/>
                </a:lnTo>
                <a:lnTo>
                  <a:pt x="293805" y="104663"/>
                </a:lnTo>
                <a:moveTo>
                  <a:pt x="336782" y="77650"/>
                </a:moveTo>
                <a:cubicBezTo>
                  <a:pt x="336782" y="70500"/>
                  <a:pt x="338568" y="64448"/>
                  <a:pt x="342138" y="59494"/>
                </a:cubicBezTo>
                <a:cubicBezTo>
                  <a:pt x="345708" y="54538"/>
                  <a:pt x="350905" y="52061"/>
                  <a:pt x="357729" y="52061"/>
                </a:cubicBezTo>
                <a:cubicBezTo>
                  <a:pt x="363965" y="52061"/>
                  <a:pt x="369128" y="54289"/>
                  <a:pt x="373218" y="58746"/>
                </a:cubicBezTo>
                <a:cubicBezTo>
                  <a:pt x="377308" y="63203"/>
                  <a:pt x="379353" y="69753"/>
                  <a:pt x="379353" y="78396"/>
                </a:cubicBezTo>
                <a:cubicBezTo>
                  <a:pt x="379353" y="86813"/>
                  <a:pt x="377285" y="93295"/>
                  <a:pt x="373150" y="97842"/>
                </a:cubicBezTo>
                <a:cubicBezTo>
                  <a:pt x="369015" y="102390"/>
                  <a:pt x="363897" y="104663"/>
                  <a:pt x="357797" y="104663"/>
                </a:cubicBezTo>
                <a:cubicBezTo>
                  <a:pt x="351786" y="104663"/>
                  <a:pt x="346781" y="102412"/>
                  <a:pt x="342782" y="97910"/>
                </a:cubicBezTo>
                <a:cubicBezTo>
                  <a:pt x="338782" y="93408"/>
                  <a:pt x="336782" y="86655"/>
                  <a:pt x="336782" y="77650"/>
                </a:cubicBezTo>
                <a:moveTo>
                  <a:pt x="358068" y="60466"/>
                </a:moveTo>
                <a:cubicBezTo>
                  <a:pt x="354995" y="60466"/>
                  <a:pt x="352453" y="61780"/>
                  <a:pt x="350442" y="64406"/>
                </a:cubicBezTo>
                <a:cubicBezTo>
                  <a:pt x="348431" y="67032"/>
                  <a:pt x="347425" y="71853"/>
                  <a:pt x="347425" y="78870"/>
                </a:cubicBezTo>
                <a:cubicBezTo>
                  <a:pt x="347425" y="85210"/>
                  <a:pt x="348442" y="89693"/>
                  <a:pt x="350476" y="92320"/>
                </a:cubicBezTo>
                <a:cubicBezTo>
                  <a:pt x="352509" y="94945"/>
                  <a:pt x="355017" y="96258"/>
                  <a:pt x="358000" y="96258"/>
                </a:cubicBezTo>
                <a:cubicBezTo>
                  <a:pt x="361118" y="96258"/>
                  <a:pt x="363683" y="94945"/>
                  <a:pt x="365694" y="92320"/>
                </a:cubicBezTo>
                <a:cubicBezTo>
                  <a:pt x="367705" y="89693"/>
                  <a:pt x="368710" y="84894"/>
                  <a:pt x="368710" y="77921"/>
                </a:cubicBezTo>
                <a:cubicBezTo>
                  <a:pt x="368710" y="71491"/>
                  <a:pt x="367693" y="66975"/>
                  <a:pt x="365660" y="64372"/>
                </a:cubicBezTo>
                <a:cubicBezTo>
                  <a:pt x="363626" y="61768"/>
                  <a:pt x="361095" y="60466"/>
                  <a:pt x="358068" y="60466"/>
                </a:cubicBezTo>
                <a:close/>
              </a:path>
            </a:pathLst>
          </a:custGeom>
          <a:solidFill xmlns:a="http://schemas.openxmlformats.org/drawingml/2006/main">
            <a:srgbClr val="008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�">
            <a:extLst xmlns:a="http://schemas.openxmlformats.org/drawingml/2006/main">
              <a:ext uri="{FF2B5EF4-FFF2-40B4-BE49-F238E27FC236}">
                <a16:creationId xmlns:a16="http://schemas.microsoft.com/office/drawing/2014/main" id="{EA237670-94A8-419E-B9F1-98CB99EA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192" y="3690591"/>
            <a:ext cx="162149" cy="216199"/>
          </a:xfrm>
          <a:custGeom xmlns:a="http://schemas.openxmlformats.org/drawingml/2006/main">
            <a:pathLst>
              <a:path w="162149" h="216199">
                <a:moveTo>
                  <a:pt x="0" y="27025"/>
                </a:moveTo>
                <a:cubicBezTo>
                  <a:pt x="0" y="12246"/>
                  <a:pt x="12246" y="0"/>
                  <a:pt x="27025" y="0"/>
                </a:cubicBezTo>
                <a:lnTo>
                  <a:pt x="90365" y="0"/>
                </a:lnTo>
                <a:cubicBezTo>
                  <a:pt x="97543" y="0"/>
                  <a:pt x="104299" y="2956"/>
                  <a:pt x="109366" y="8023"/>
                </a:cubicBezTo>
                <a:lnTo>
                  <a:pt x="154126" y="52783"/>
                </a:lnTo>
                <a:cubicBezTo>
                  <a:pt x="159194" y="57850"/>
                  <a:pt x="162149" y="65029"/>
                  <a:pt x="162149" y="72207"/>
                </a:cubicBezTo>
                <a:lnTo>
                  <a:pt x="162149" y="189174"/>
                </a:lnTo>
                <a:cubicBezTo>
                  <a:pt x="162149" y="203954"/>
                  <a:pt x="149904" y="216199"/>
                  <a:pt x="135125" y="216199"/>
                </a:cubicBezTo>
                <a:lnTo>
                  <a:pt x="27025" y="216199"/>
                </a:lnTo>
                <a:cubicBezTo>
                  <a:pt x="12246" y="216199"/>
                  <a:pt x="0" y="203954"/>
                  <a:pt x="0" y="189174"/>
                </a:cubicBezTo>
                <a:lnTo>
                  <a:pt x="0" y="27025"/>
                </a:lnTo>
                <a:moveTo>
                  <a:pt x="87831" y="24914"/>
                </a:moveTo>
                <a:lnTo>
                  <a:pt x="87831" y="64184"/>
                </a:lnTo>
                <a:cubicBezTo>
                  <a:pt x="87831" y="69674"/>
                  <a:pt x="92476" y="74318"/>
                  <a:pt x="97965" y="74318"/>
                </a:cubicBezTo>
                <a:lnTo>
                  <a:pt x="137658" y="74318"/>
                </a:lnTo>
                <a:lnTo>
                  <a:pt x="87831" y="24914"/>
                </a:lnTo>
                <a:moveTo>
                  <a:pt x="50672" y="108100"/>
                </a:moveTo>
                <a:cubicBezTo>
                  <a:pt x="45182" y="108100"/>
                  <a:pt x="40537" y="112745"/>
                  <a:pt x="40537" y="118234"/>
                </a:cubicBezTo>
                <a:cubicBezTo>
                  <a:pt x="40537" y="123723"/>
                  <a:pt x="45182" y="128368"/>
                  <a:pt x="50672" y="128368"/>
                </a:cubicBezTo>
                <a:lnTo>
                  <a:pt x="111478" y="128368"/>
                </a:lnTo>
                <a:cubicBezTo>
                  <a:pt x="116967" y="128368"/>
                  <a:pt x="121612" y="123723"/>
                  <a:pt x="121612" y="118234"/>
                </a:cubicBezTo>
                <a:cubicBezTo>
                  <a:pt x="121612" y="112745"/>
                  <a:pt x="116967" y="108100"/>
                  <a:pt x="111478" y="108100"/>
                </a:cubicBezTo>
                <a:lnTo>
                  <a:pt x="50672" y="108100"/>
                </a:lnTo>
                <a:moveTo>
                  <a:pt x="50672" y="148637"/>
                </a:moveTo>
                <a:cubicBezTo>
                  <a:pt x="45182" y="148637"/>
                  <a:pt x="40537" y="153282"/>
                  <a:pt x="40537" y="158771"/>
                </a:cubicBezTo>
                <a:cubicBezTo>
                  <a:pt x="40537" y="164261"/>
                  <a:pt x="45182" y="168906"/>
                  <a:pt x="50672" y="168906"/>
                </a:cubicBezTo>
                <a:lnTo>
                  <a:pt x="111478" y="168906"/>
                </a:lnTo>
                <a:cubicBezTo>
                  <a:pt x="116967" y="168906"/>
                  <a:pt x="121612" y="164261"/>
                  <a:pt x="121612" y="158771"/>
                </a:cubicBezTo>
                <a:cubicBezTo>
                  <a:pt x="121612" y="153282"/>
                  <a:pt x="116967" y="148637"/>
                  <a:pt x="111478" y="148637"/>
                </a:cubicBezTo>
                <a:lnTo>
                  <a:pt x="50672" y="148637"/>
                </a:lnTo>
                <a:close/>
              </a:path>
            </a:pathLst>
          </a:custGeom>
          <a:solidFill xmlns:a="http://schemas.openxmlformats.org/drawingml/2006/main">
            <a:srgbClr val="008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341BF-89D6-4E8E-971A-4C697CBA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674" y="2814760"/>
            <a:ext cx="1334942" cy="338010"/>
          </a:xfrm>
          <a:custGeom xmlns:a="http://schemas.openxmlformats.org/drawingml/2006/main">
            <a:pathLst>
              <a:path w="1334942" h="338010">
                <a:moveTo>
                  <a:pt x="1334942" y="169005"/>
                </a:moveTo>
                <a:cubicBezTo>
                  <a:pt x="1334942" y="262282"/>
                  <a:pt x="1259229" y="338010"/>
                  <a:pt x="1165950" y="338010"/>
                </a:cubicBezTo>
                <a:lnTo>
                  <a:pt x="168991" y="338010"/>
                </a:lnTo>
                <a:cubicBezTo>
                  <a:pt x="75730" y="338010"/>
                  <a:pt x="0" y="262282"/>
                  <a:pt x="0" y="169005"/>
                </a:cubicBezTo>
                <a:cubicBezTo>
                  <a:pt x="0" y="75730"/>
                  <a:pt x="75730" y="0"/>
                  <a:pt x="168991" y="0"/>
                </a:cubicBezTo>
                <a:lnTo>
                  <a:pt x="1165950" y="0"/>
                </a:lnTo>
                <a:cubicBezTo>
                  <a:pt x="1259229" y="0"/>
                  <a:pt x="1334942" y="75730"/>
                  <a:pt x="1334942" y="169005"/>
                </a:cubicBezTo>
                <a:close/>
              </a:path>
            </a:pathLst>
          </a:custGeom>
          <a:solidFill xmlns:a="http://schemas.openxmlformats.org/drawingml/2006/main">
            <a:srgbClr val="E0344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Withvideos">
            <a:extLst xmlns:a="http://schemas.openxmlformats.org/drawingml/2006/main">
              <a:ext uri="{FF2B5EF4-FFF2-40B4-BE49-F238E27FC236}">
                <a16:creationId xmlns:a16="http://schemas.microsoft.com/office/drawing/2014/main" id="{170011A0-BB04-4B5B-81C8-1C867D2D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4492" y="2852563"/>
            <a:ext cx="879027" cy="101003"/>
          </a:xfrm>
          <a:custGeom xmlns:a="http://schemas.openxmlformats.org/drawingml/2006/main">
            <a:pathLst>
              <a:path w="879027" h="101003">
                <a:moveTo>
                  <a:pt x="0" y="0"/>
                </a:moveTo>
                <a:lnTo>
                  <a:pt x="29148" y="0"/>
                </a:lnTo>
                <a:lnTo>
                  <a:pt x="39656" y="55518"/>
                </a:lnTo>
                <a:lnTo>
                  <a:pt x="54975" y="0"/>
                </a:lnTo>
                <a:lnTo>
                  <a:pt x="84056" y="0"/>
                </a:lnTo>
                <a:lnTo>
                  <a:pt x="99444" y="55518"/>
                </a:lnTo>
                <a:lnTo>
                  <a:pt x="109951" y="0"/>
                </a:lnTo>
                <a:lnTo>
                  <a:pt x="138964" y="0"/>
                </a:lnTo>
                <a:lnTo>
                  <a:pt x="117068" y="99376"/>
                </a:lnTo>
                <a:lnTo>
                  <a:pt x="86971" y="99376"/>
                </a:lnTo>
                <a:lnTo>
                  <a:pt x="69550" y="36808"/>
                </a:lnTo>
                <a:lnTo>
                  <a:pt x="52196" y="99376"/>
                </a:lnTo>
                <a:lnTo>
                  <a:pt x="22099" y="99376"/>
                </a:lnTo>
                <a:lnTo>
                  <a:pt x="0" y="0"/>
                </a:lnTo>
                <a:close/>
                <a:moveTo>
                  <a:pt x="152860" y="0"/>
                </a:moveTo>
                <a:lnTo>
                  <a:pt x="180450" y="0"/>
                </a:lnTo>
                <a:lnTo>
                  <a:pt x="180450" y="18709"/>
                </a:lnTo>
                <a:lnTo>
                  <a:pt x="152860" y="18709"/>
                </a:lnTo>
                <a:lnTo>
                  <a:pt x="152860" y="0"/>
                </a:lnTo>
                <a:moveTo>
                  <a:pt x="152860" y="27386"/>
                </a:moveTo>
                <a:lnTo>
                  <a:pt x="180450" y="27386"/>
                </a:lnTo>
                <a:lnTo>
                  <a:pt x="180450" y="99376"/>
                </a:lnTo>
                <a:lnTo>
                  <a:pt x="152860" y="99376"/>
                </a:lnTo>
                <a:lnTo>
                  <a:pt x="152860" y="27386"/>
                </a:lnTo>
                <a:close/>
                <a:moveTo>
                  <a:pt x="231370" y="0"/>
                </a:moveTo>
                <a:lnTo>
                  <a:pt x="231370" y="27386"/>
                </a:lnTo>
                <a:lnTo>
                  <a:pt x="246554" y="27386"/>
                </a:lnTo>
                <a:lnTo>
                  <a:pt x="246554" y="47587"/>
                </a:lnTo>
                <a:lnTo>
                  <a:pt x="231370" y="47587"/>
                </a:lnTo>
                <a:lnTo>
                  <a:pt x="231370" y="73092"/>
                </a:lnTo>
                <a:cubicBezTo>
                  <a:pt x="231370" y="76159"/>
                  <a:pt x="231664" y="78188"/>
                  <a:pt x="232251" y="79180"/>
                </a:cubicBezTo>
                <a:cubicBezTo>
                  <a:pt x="233155" y="80713"/>
                  <a:pt x="234737" y="81480"/>
                  <a:pt x="236996" y="81480"/>
                </a:cubicBezTo>
                <a:cubicBezTo>
                  <a:pt x="239030" y="81480"/>
                  <a:pt x="241877" y="80894"/>
                  <a:pt x="245537" y="79722"/>
                </a:cubicBezTo>
                <a:lnTo>
                  <a:pt x="247571" y="98766"/>
                </a:lnTo>
                <a:cubicBezTo>
                  <a:pt x="240747" y="100257"/>
                  <a:pt x="234375" y="101003"/>
                  <a:pt x="228455" y="101003"/>
                </a:cubicBezTo>
                <a:cubicBezTo>
                  <a:pt x="221586" y="101003"/>
                  <a:pt x="216525" y="100123"/>
                  <a:pt x="213271" y="98363"/>
                </a:cubicBezTo>
                <a:cubicBezTo>
                  <a:pt x="210017" y="96602"/>
                  <a:pt x="207611" y="93928"/>
                  <a:pt x="206051" y="90341"/>
                </a:cubicBezTo>
                <a:cubicBezTo>
                  <a:pt x="204492" y="86753"/>
                  <a:pt x="203713" y="80941"/>
                  <a:pt x="203713" y="72907"/>
                </a:cubicBezTo>
                <a:lnTo>
                  <a:pt x="203713" y="47587"/>
                </a:lnTo>
                <a:lnTo>
                  <a:pt x="193545" y="47587"/>
                </a:lnTo>
                <a:lnTo>
                  <a:pt x="193545" y="27386"/>
                </a:lnTo>
                <a:lnTo>
                  <a:pt x="203713" y="27386"/>
                </a:lnTo>
                <a:lnTo>
                  <a:pt x="203713" y="14168"/>
                </a:lnTo>
                <a:lnTo>
                  <a:pt x="231370" y="0"/>
                </a:lnTo>
                <a:close/>
                <a:moveTo>
                  <a:pt x="259699" y="0"/>
                </a:moveTo>
                <a:lnTo>
                  <a:pt x="287288" y="0"/>
                </a:lnTo>
                <a:lnTo>
                  <a:pt x="287288" y="36658"/>
                </a:lnTo>
                <a:cubicBezTo>
                  <a:pt x="291039" y="32753"/>
                  <a:pt x="294768" y="29961"/>
                  <a:pt x="298473" y="28280"/>
                </a:cubicBezTo>
                <a:cubicBezTo>
                  <a:pt x="302179" y="26599"/>
                  <a:pt x="306563" y="25759"/>
                  <a:pt x="311624" y="25759"/>
                </a:cubicBezTo>
                <a:cubicBezTo>
                  <a:pt x="319126" y="25759"/>
                  <a:pt x="325035" y="28041"/>
                  <a:pt x="329350" y="32606"/>
                </a:cubicBezTo>
                <a:cubicBezTo>
                  <a:pt x="333666" y="37170"/>
                  <a:pt x="335824" y="44175"/>
                  <a:pt x="335824" y="53620"/>
                </a:cubicBezTo>
                <a:lnTo>
                  <a:pt x="335824" y="99376"/>
                </a:lnTo>
                <a:lnTo>
                  <a:pt x="308099" y="99376"/>
                </a:lnTo>
                <a:lnTo>
                  <a:pt x="308099" y="59839"/>
                </a:lnTo>
                <a:cubicBezTo>
                  <a:pt x="308099" y="55327"/>
                  <a:pt x="307263" y="52135"/>
                  <a:pt x="305591" y="50262"/>
                </a:cubicBezTo>
                <a:cubicBezTo>
                  <a:pt x="303919" y="48388"/>
                  <a:pt x="301569" y="47451"/>
                  <a:pt x="298541" y="47451"/>
                </a:cubicBezTo>
                <a:cubicBezTo>
                  <a:pt x="295197" y="47451"/>
                  <a:pt x="292485" y="48715"/>
                  <a:pt x="290407" y="51243"/>
                </a:cubicBezTo>
                <a:cubicBezTo>
                  <a:pt x="288328" y="53769"/>
                  <a:pt x="287288" y="58305"/>
                  <a:pt x="287288" y="64849"/>
                </a:cubicBezTo>
                <a:lnTo>
                  <a:pt x="287288" y="99376"/>
                </a:lnTo>
                <a:lnTo>
                  <a:pt x="259699" y="99376"/>
                </a:lnTo>
                <a:lnTo>
                  <a:pt x="259699" y="0"/>
                </a:lnTo>
                <a:close/>
                <a:moveTo>
                  <a:pt x="390380" y="27386"/>
                </a:moveTo>
                <a:lnTo>
                  <a:pt x="419122" y="27386"/>
                </a:lnTo>
                <a:lnTo>
                  <a:pt x="433086" y="73007"/>
                </a:lnTo>
                <a:lnTo>
                  <a:pt x="447525" y="27386"/>
                </a:lnTo>
                <a:lnTo>
                  <a:pt x="475386" y="27386"/>
                </a:lnTo>
                <a:lnTo>
                  <a:pt x="444814" y="99376"/>
                </a:lnTo>
                <a:lnTo>
                  <a:pt x="420342" y="99376"/>
                </a:lnTo>
                <a:lnTo>
                  <a:pt x="390380" y="27386"/>
                </a:lnTo>
                <a:close/>
                <a:moveTo>
                  <a:pt x="484396" y="0"/>
                </a:moveTo>
                <a:lnTo>
                  <a:pt x="511985" y="0"/>
                </a:lnTo>
                <a:lnTo>
                  <a:pt x="511985" y="18709"/>
                </a:lnTo>
                <a:lnTo>
                  <a:pt x="484396" y="18709"/>
                </a:lnTo>
                <a:lnTo>
                  <a:pt x="484396" y="0"/>
                </a:lnTo>
                <a:moveTo>
                  <a:pt x="484396" y="27386"/>
                </a:moveTo>
                <a:lnTo>
                  <a:pt x="511985" y="27386"/>
                </a:lnTo>
                <a:lnTo>
                  <a:pt x="511985" y="99376"/>
                </a:lnTo>
                <a:lnTo>
                  <a:pt x="484396" y="99376"/>
                </a:lnTo>
                <a:lnTo>
                  <a:pt x="484396" y="27386"/>
                </a:lnTo>
                <a:close/>
                <a:moveTo>
                  <a:pt x="605408" y="0"/>
                </a:moveTo>
                <a:lnTo>
                  <a:pt x="605408" y="99376"/>
                </a:lnTo>
                <a:lnTo>
                  <a:pt x="579581" y="99376"/>
                </a:lnTo>
                <a:lnTo>
                  <a:pt x="579581" y="88733"/>
                </a:lnTo>
                <a:cubicBezTo>
                  <a:pt x="575966" y="93253"/>
                  <a:pt x="572667" y="96303"/>
                  <a:pt x="569684" y="97885"/>
                </a:cubicBezTo>
                <a:cubicBezTo>
                  <a:pt x="565708" y="99963"/>
                  <a:pt x="561279" y="101003"/>
                  <a:pt x="556398" y="101003"/>
                </a:cubicBezTo>
                <a:cubicBezTo>
                  <a:pt x="546592" y="101003"/>
                  <a:pt x="539101" y="97275"/>
                  <a:pt x="533927" y="89818"/>
                </a:cubicBezTo>
                <a:cubicBezTo>
                  <a:pt x="528752" y="82361"/>
                  <a:pt x="526165" y="73301"/>
                  <a:pt x="526165" y="62635"/>
                </a:cubicBezTo>
                <a:cubicBezTo>
                  <a:pt x="526165" y="50705"/>
                  <a:pt x="529023" y="41576"/>
                  <a:pt x="534740" y="35249"/>
                </a:cubicBezTo>
                <a:cubicBezTo>
                  <a:pt x="540457" y="28923"/>
                  <a:pt x="547721" y="25759"/>
                  <a:pt x="556534" y="25759"/>
                </a:cubicBezTo>
                <a:cubicBezTo>
                  <a:pt x="560827" y="25759"/>
                  <a:pt x="564725" y="26482"/>
                  <a:pt x="568227" y="27928"/>
                </a:cubicBezTo>
                <a:cubicBezTo>
                  <a:pt x="571729" y="29374"/>
                  <a:pt x="574836" y="31544"/>
                  <a:pt x="577548" y="34436"/>
                </a:cubicBezTo>
                <a:lnTo>
                  <a:pt x="577548" y="0"/>
                </a:lnTo>
                <a:lnTo>
                  <a:pt x="605408" y="0"/>
                </a:lnTo>
                <a:moveTo>
                  <a:pt x="577751" y="63178"/>
                </a:moveTo>
                <a:cubicBezTo>
                  <a:pt x="577751" y="57529"/>
                  <a:pt x="576554" y="53315"/>
                  <a:pt x="574158" y="50535"/>
                </a:cubicBezTo>
                <a:cubicBezTo>
                  <a:pt x="571763" y="47756"/>
                  <a:pt x="568735" y="46366"/>
                  <a:pt x="565075" y="46366"/>
                </a:cubicBezTo>
                <a:cubicBezTo>
                  <a:pt x="561866" y="46366"/>
                  <a:pt x="559177" y="47700"/>
                  <a:pt x="557008" y="50366"/>
                </a:cubicBezTo>
                <a:cubicBezTo>
                  <a:pt x="554839" y="53032"/>
                  <a:pt x="553754" y="57506"/>
                  <a:pt x="553754" y="63788"/>
                </a:cubicBezTo>
                <a:cubicBezTo>
                  <a:pt x="553754" y="69663"/>
                  <a:pt x="554873" y="73967"/>
                  <a:pt x="557110" y="76701"/>
                </a:cubicBezTo>
                <a:cubicBezTo>
                  <a:pt x="559347" y="79435"/>
                  <a:pt x="562115" y="80802"/>
                  <a:pt x="565414" y="80802"/>
                </a:cubicBezTo>
                <a:cubicBezTo>
                  <a:pt x="568939" y="80802"/>
                  <a:pt x="571876" y="79424"/>
                  <a:pt x="574226" y="76667"/>
                </a:cubicBezTo>
                <a:cubicBezTo>
                  <a:pt x="576576" y="73911"/>
                  <a:pt x="577751" y="69414"/>
                  <a:pt x="577751" y="63178"/>
                </a:cubicBezTo>
                <a:close/>
                <a:moveTo>
                  <a:pt x="702128" y="70228"/>
                </a:moveTo>
                <a:lnTo>
                  <a:pt x="646814" y="70228"/>
                </a:lnTo>
                <a:cubicBezTo>
                  <a:pt x="647311" y="74635"/>
                  <a:pt x="648508" y="77919"/>
                  <a:pt x="650406" y="80078"/>
                </a:cubicBezTo>
                <a:cubicBezTo>
                  <a:pt x="653073" y="83182"/>
                  <a:pt x="656552" y="84734"/>
                  <a:pt x="660846" y="84734"/>
                </a:cubicBezTo>
                <a:cubicBezTo>
                  <a:pt x="663557" y="84734"/>
                  <a:pt x="666133" y="84063"/>
                  <a:pt x="668573" y="82722"/>
                </a:cubicBezTo>
                <a:cubicBezTo>
                  <a:pt x="670065" y="81871"/>
                  <a:pt x="671669" y="80373"/>
                  <a:pt x="673386" y="78226"/>
                </a:cubicBezTo>
                <a:lnTo>
                  <a:pt x="700569" y="80667"/>
                </a:lnTo>
                <a:cubicBezTo>
                  <a:pt x="696411" y="87921"/>
                  <a:pt x="691395" y="93125"/>
                  <a:pt x="685520" y="96277"/>
                </a:cubicBezTo>
                <a:cubicBezTo>
                  <a:pt x="679645" y="99428"/>
                  <a:pt x="671217" y="101003"/>
                  <a:pt x="660236" y="101003"/>
                </a:cubicBezTo>
                <a:cubicBezTo>
                  <a:pt x="650700" y="101003"/>
                  <a:pt x="643198" y="99658"/>
                  <a:pt x="637730" y="96970"/>
                </a:cubicBezTo>
                <a:cubicBezTo>
                  <a:pt x="632262" y="94281"/>
                  <a:pt x="627732" y="90010"/>
                  <a:pt x="624139" y="84158"/>
                </a:cubicBezTo>
                <a:cubicBezTo>
                  <a:pt x="620546" y="78305"/>
                  <a:pt x="618750" y="71425"/>
                  <a:pt x="618750" y="63517"/>
                </a:cubicBezTo>
                <a:cubicBezTo>
                  <a:pt x="618750" y="52264"/>
                  <a:pt x="622354" y="43158"/>
                  <a:pt x="629562" y="36198"/>
                </a:cubicBezTo>
                <a:cubicBezTo>
                  <a:pt x="636770" y="29239"/>
                  <a:pt x="646723" y="25759"/>
                  <a:pt x="659422" y="25759"/>
                </a:cubicBezTo>
                <a:cubicBezTo>
                  <a:pt x="669726" y="25759"/>
                  <a:pt x="677860" y="27318"/>
                  <a:pt x="683825" y="30436"/>
                </a:cubicBezTo>
                <a:cubicBezTo>
                  <a:pt x="689791" y="33555"/>
                  <a:pt x="694332" y="38074"/>
                  <a:pt x="697451" y="43994"/>
                </a:cubicBezTo>
                <a:cubicBezTo>
                  <a:pt x="700569" y="49914"/>
                  <a:pt x="702128" y="57619"/>
                  <a:pt x="702128" y="67109"/>
                </a:cubicBezTo>
                <a:lnTo>
                  <a:pt x="702128" y="70228"/>
                </a:lnTo>
                <a:moveTo>
                  <a:pt x="674064" y="56941"/>
                </a:moveTo>
                <a:cubicBezTo>
                  <a:pt x="673522" y="51657"/>
                  <a:pt x="672087" y="47873"/>
                  <a:pt x="669760" y="45589"/>
                </a:cubicBezTo>
                <a:cubicBezTo>
                  <a:pt x="667432" y="43305"/>
                  <a:pt x="664371" y="42164"/>
                  <a:pt x="660574" y="42164"/>
                </a:cubicBezTo>
                <a:cubicBezTo>
                  <a:pt x="656191" y="42164"/>
                  <a:pt x="652689" y="43888"/>
                  <a:pt x="650067" y="47337"/>
                </a:cubicBezTo>
                <a:cubicBezTo>
                  <a:pt x="648395" y="49486"/>
                  <a:pt x="647333" y="52688"/>
                  <a:pt x="646881" y="56941"/>
                </a:cubicBezTo>
                <a:lnTo>
                  <a:pt x="674064" y="56941"/>
                </a:lnTo>
                <a:close/>
                <a:moveTo>
                  <a:pt x="711402" y="63584"/>
                </a:moveTo>
                <a:cubicBezTo>
                  <a:pt x="711402" y="52603"/>
                  <a:pt x="715107" y="43553"/>
                  <a:pt x="722519" y="36436"/>
                </a:cubicBezTo>
                <a:cubicBezTo>
                  <a:pt x="729930" y="29318"/>
                  <a:pt x="739940" y="25759"/>
                  <a:pt x="752548" y="25759"/>
                </a:cubicBezTo>
                <a:cubicBezTo>
                  <a:pt x="766965" y="25759"/>
                  <a:pt x="777856" y="29939"/>
                  <a:pt x="785222" y="38300"/>
                </a:cubicBezTo>
                <a:cubicBezTo>
                  <a:pt x="791142" y="45033"/>
                  <a:pt x="794102" y="53326"/>
                  <a:pt x="794102" y="63178"/>
                </a:cubicBezTo>
                <a:cubicBezTo>
                  <a:pt x="794102" y="74250"/>
                  <a:pt x="790430" y="83322"/>
                  <a:pt x="783087" y="90394"/>
                </a:cubicBezTo>
                <a:cubicBezTo>
                  <a:pt x="775743" y="97467"/>
                  <a:pt x="765586" y="101003"/>
                  <a:pt x="752616" y="101003"/>
                </a:cubicBezTo>
                <a:cubicBezTo>
                  <a:pt x="741047" y="101003"/>
                  <a:pt x="731693" y="98065"/>
                  <a:pt x="724552" y="92191"/>
                </a:cubicBezTo>
                <a:cubicBezTo>
                  <a:pt x="715785" y="84915"/>
                  <a:pt x="711402" y="75379"/>
                  <a:pt x="711402" y="63584"/>
                </a:cubicBezTo>
                <a:moveTo>
                  <a:pt x="739059" y="63483"/>
                </a:moveTo>
                <a:cubicBezTo>
                  <a:pt x="739059" y="69889"/>
                  <a:pt x="740358" y="74625"/>
                  <a:pt x="742957" y="77693"/>
                </a:cubicBezTo>
                <a:cubicBezTo>
                  <a:pt x="745555" y="80760"/>
                  <a:pt x="748820" y="82294"/>
                  <a:pt x="752752" y="82294"/>
                </a:cubicBezTo>
                <a:cubicBezTo>
                  <a:pt x="756729" y="82294"/>
                  <a:pt x="759994" y="80783"/>
                  <a:pt x="762547" y="77760"/>
                </a:cubicBezTo>
                <a:cubicBezTo>
                  <a:pt x="765100" y="74738"/>
                  <a:pt x="766377" y="69889"/>
                  <a:pt x="766377" y="63212"/>
                </a:cubicBezTo>
                <a:cubicBezTo>
                  <a:pt x="766377" y="56986"/>
                  <a:pt x="765089" y="52351"/>
                  <a:pt x="762513" y="49307"/>
                </a:cubicBezTo>
                <a:cubicBezTo>
                  <a:pt x="759937" y="46262"/>
                  <a:pt x="756751" y="44740"/>
                  <a:pt x="752955" y="44740"/>
                </a:cubicBezTo>
                <a:cubicBezTo>
                  <a:pt x="748933" y="44740"/>
                  <a:pt x="745612" y="46285"/>
                  <a:pt x="742991" y="49374"/>
                </a:cubicBezTo>
                <a:cubicBezTo>
                  <a:pt x="740369" y="52464"/>
                  <a:pt x="739059" y="57167"/>
                  <a:pt x="739059" y="63483"/>
                </a:cubicBezTo>
                <a:close/>
                <a:moveTo>
                  <a:pt x="802495" y="79311"/>
                </a:moveTo>
                <a:lnTo>
                  <a:pt x="829881" y="76735"/>
                </a:lnTo>
                <a:cubicBezTo>
                  <a:pt x="831011" y="79989"/>
                  <a:pt x="832593" y="82316"/>
                  <a:pt x="834626" y="83717"/>
                </a:cubicBezTo>
                <a:cubicBezTo>
                  <a:pt x="836660" y="85118"/>
                  <a:pt x="839371" y="85819"/>
                  <a:pt x="842761" y="85819"/>
                </a:cubicBezTo>
                <a:cubicBezTo>
                  <a:pt x="846466" y="85819"/>
                  <a:pt x="849336" y="85031"/>
                  <a:pt x="851370" y="83457"/>
                </a:cubicBezTo>
                <a:cubicBezTo>
                  <a:pt x="852951" y="82287"/>
                  <a:pt x="853742" y="80825"/>
                  <a:pt x="853742" y="79070"/>
                </a:cubicBezTo>
                <a:cubicBezTo>
                  <a:pt x="853742" y="77090"/>
                  <a:pt x="852703" y="75560"/>
                  <a:pt x="850624" y="74481"/>
                </a:cubicBezTo>
                <a:cubicBezTo>
                  <a:pt x="849133" y="73716"/>
                  <a:pt x="845178" y="72771"/>
                  <a:pt x="838761" y="71647"/>
                </a:cubicBezTo>
                <a:cubicBezTo>
                  <a:pt x="829181" y="69982"/>
                  <a:pt x="822526" y="68439"/>
                  <a:pt x="818798" y="67018"/>
                </a:cubicBezTo>
                <a:cubicBezTo>
                  <a:pt x="815070" y="65596"/>
                  <a:pt x="811929" y="63193"/>
                  <a:pt x="809375" y="59809"/>
                </a:cubicBezTo>
                <a:cubicBezTo>
                  <a:pt x="806822" y="56424"/>
                  <a:pt x="805546" y="52565"/>
                  <a:pt x="805546" y="48233"/>
                </a:cubicBezTo>
                <a:cubicBezTo>
                  <a:pt x="805546" y="43495"/>
                  <a:pt x="806924" y="39411"/>
                  <a:pt x="809681" y="35982"/>
                </a:cubicBezTo>
                <a:cubicBezTo>
                  <a:pt x="812437" y="32552"/>
                  <a:pt x="816233" y="29991"/>
                  <a:pt x="821069" y="28299"/>
                </a:cubicBezTo>
                <a:cubicBezTo>
                  <a:pt x="825904" y="26606"/>
                  <a:pt x="832389" y="25759"/>
                  <a:pt x="840524" y="25759"/>
                </a:cubicBezTo>
                <a:cubicBezTo>
                  <a:pt x="849110" y="25759"/>
                  <a:pt x="855448" y="26414"/>
                  <a:pt x="859538" y="27725"/>
                </a:cubicBezTo>
                <a:cubicBezTo>
                  <a:pt x="863628" y="29036"/>
                  <a:pt x="867040" y="31069"/>
                  <a:pt x="869774" y="33826"/>
                </a:cubicBezTo>
                <a:cubicBezTo>
                  <a:pt x="872508" y="36582"/>
                  <a:pt x="874779" y="40311"/>
                  <a:pt x="876586" y="45011"/>
                </a:cubicBezTo>
                <a:lnTo>
                  <a:pt x="850421" y="47587"/>
                </a:lnTo>
                <a:cubicBezTo>
                  <a:pt x="849743" y="45303"/>
                  <a:pt x="848613" y="43624"/>
                  <a:pt x="847031" y="42549"/>
                </a:cubicBezTo>
                <a:cubicBezTo>
                  <a:pt x="844862" y="41117"/>
                  <a:pt x="842241" y="40401"/>
                  <a:pt x="839168" y="40401"/>
                </a:cubicBezTo>
                <a:cubicBezTo>
                  <a:pt x="836050" y="40401"/>
                  <a:pt x="833779" y="40953"/>
                  <a:pt x="832355" y="42056"/>
                </a:cubicBezTo>
                <a:cubicBezTo>
                  <a:pt x="830932" y="43157"/>
                  <a:pt x="830220" y="44495"/>
                  <a:pt x="830220" y="46070"/>
                </a:cubicBezTo>
                <a:cubicBezTo>
                  <a:pt x="830220" y="47825"/>
                  <a:pt x="831124" y="49153"/>
                  <a:pt x="832932" y="50052"/>
                </a:cubicBezTo>
                <a:cubicBezTo>
                  <a:pt x="834739" y="50952"/>
                  <a:pt x="838671" y="51762"/>
                  <a:pt x="844726" y="52482"/>
                </a:cubicBezTo>
                <a:cubicBezTo>
                  <a:pt x="853900" y="53516"/>
                  <a:pt x="860724" y="54958"/>
                  <a:pt x="865198" y="56808"/>
                </a:cubicBezTo>
                <a:cubicBezTo>
                  <a:pt x="869672" y="58658"/>
                  <a:pt x="873095" y="61297"/>
                  <a:pt x="875468" y="64726"/>
                </a:cubicBezTo>
                <a:cubicBezTo>
                  <a:pt x="877841" y="68155"/>
                  <a:pt x="879027" y="71923"/>
                  <a:pt x="879027" y="76030"/>
                </a:cubicBezTo>
                <a:cubicBezTo>
                  <a:pt x="879027" y="80180"/>
                  <a:pt x="877773" y="84219"/>
                  <a:pt x="875265" y="88145"/>
                </a:cubicBezTo>
                <a:cubicBezTo>
                  <a:pt x="872756" y="92069"/>
                  <a:pt x="868802" y="95194"/>
                  <a:pt x="863402" y="97518"/>
                </a:cubicBezTo>
                <a:cubicBezTo>
                  <a:pt x="858001" y="99841"/>
                  <a:pt x="850647" y="101003"/>
                  <a:pt x="841337" y="101003"/>
                </a:cubicBezTo>
                <a:cubicBezTo>
                  <a:pt x="828186" y="101003"/>
                  <a:pt x="818820" y="99122"/>
                  <a:pt x="813239" y="95360"/>
                </a:cubicBezTo>
                <a:cubicBezTo>
                  <a:pt x="807658" y="91596"/>
                  <a:pt x="804077" y="86246"/>
                  <a:pt x="802495" y="79311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19,3%">
            <a:extLst xmlns:a="http://schemas.openxmlformats.org/drawingml/2006/main">
              <a:ext uri="{FF2B5EF4-FFF2-40B4-BE49-F238E27FC236}">
                <a16:creationId xmlns:a16="http://schemas.microsoft.com/office/drawing/2014/main" id="{49B2E708-DF82-429A-8169-C059EFFC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677" y="2994306"/>
            <a:ext cx="369998" cy="120661"/>
          </a:xfrm>
          <a:custGeom xmlns:a="http://schemas.openxmlformats.org/drawingml/2006/main">
            <a:pathLst>
              <a:path w="369998" h="120661">
                <a:moveTo>
                  <a:pt x="36605" y="101003"/>
                </a:moveTo>
                <a:lnTo>
                  <a:pt x="24403" y="101003"/>
                </a:lnTo>
                <a:lnTo>
                  <a:pt x="24403" y="23251"/>
                </a:lnTo>
                <a:cubicBezTo>
                  <a:pt x="21466" y="26053"/>
                  <a:pt x="17613" y="28855"/>
                  <a:pt x="12846" y="31657"/>
                </a:cubicBezTo>
                <a:cubicBezTo>
                  <a:pt x="8078" y="34458"/>
                  <a:pt x="3796" y="36560"/>
                  <a:pt x="0" y="37961"/>
                </a:cubicBezTo>
                <a:lnTo>
                  <a:pt x="0" y="26166"/>
                </a:lnTo>
                <a:cubicBezTo>
                  <a:pt x="6824" y="22957"/>
                  <a:pt x="12789" y="19071"/>
                  <a:pt x="17896" y="14506"/>
                </a:cubicBezTo>
                <a:cubicBezTo>
                  <a:pt x="23002" y="9942"/>
                  <a:pt x="26618" y="5513"/>
                  <a:pt x="28742" y="1220"/>
                </a:cubicBezTo>
                <a:lnTo>
                  <a:pt x="36605" y="1220"/>
                </a:lnTo>
                <a:lnTo>
                  <a:pt x="36605" y="101003"/>
                </a:lnTo>
                <a:close/>
                <a:moveTo>
                  <a:pt x="69692" y="77826"/>
                </a:moveTo>
                <a:lnTo>
                  <a:pt x="81420" y="76735"/>
                </a:lnTo>
                <a:cubicBezTo>
                  <a:pt x="82414" y="82248"/>
                  <a:pt x="84312" y="86248"/>
                  <a:pt x="87114" y="88733"/>
                </a:cubicBezTo>
                <a:cubicBezTo>
                  <a:pt x="89916" y="91219"/>
                  <a:pt x="93508" y="92462"/>
                  <a:pt x="97892" y="92462"/>
                </a:cubicBezTo>
                <a:cubicBezTo>
                  <a:pt x="101643" y="92462"/>
                  <a:pt x="104930" y="91603"/>
                  <a:pt x="107755" y="89886"/>
                </a:cubicBezTo>
                <a:cubicBezTo>
                  <a:pt x="110579" y="88169"/>
                  <a:pt x="112895" y="85875"/>
                  <a:pt x="114703" y="83005"/>
                </a:cubicBezTo>
                <a:cubicBezTo>
                  <a:pt x="116511" y="80136"/>
                  <a:pt x="118025" y="76261"/>
                  <a:pt x="119245" y="71380"/>
                </a:cubicBezTo>
                <a:cubicBezTo>
                  <a:pt x="120465" y="66499"/>
                  <a:pt x="121075" y="61528"/>
                  <a:pt x="121075" y="56467"/>
                </a:cubicBezTo>
                <a:cubicBezTo>
                  <a:pt x="121075" y="55924"/>
                  <a:pt x="121053" y="55111"/>
                  <a:pt x="121007" y="54026"/>
                </a:cubicBezTo>
                <a:cubicBezTo>
                  <a:pt x="118567" y="57913"/>
                  <a:pt x="115234" y="61065"/>
                  <a:pt x="111009" y="63483"/>
                </a:cubicBezTo>
                <a:cubicBezTo>
                  <a:pt x="106783" y="65900"/>
                  <a:pt x="102208" y="67109"/>
                  <a:pt x="97282" y="67109"/>
                </a:cubicBezTo>
                <a:cubicBezTo>
                  <a:pt x="89057" y="67109"/>
                  <a:pt x="82097" y="64136"/>
                  <a:pt x="76403" y="58189"/>
                </a:cubicBezTo>
                <a:cubicBezTo>
                  <a:pt x="70709" y="52242"/>
                  <a:pt x="67862" y="44403"/>
                  <a:pt x="67862" y="34671"/>
                </a:cubicBezTo>
                <a:cubicBezTo>
                  <a:pt x="67862" y="24624"/>
                  <a:pt x="70834" y="16538"/>
                  <a:pt x="76776" y="10412"/>
                </a:cubicBezTo>
                <a:cubicBezTo>
                  <a:pt x="82719" y="4284"/>
                  <a:pt x="90164" y="1220"/>
                  <a:pt x="99112" y="1220"/>
                </a:cubicBezTo>
                <a:cubicBezTo>
                  <a:pt x="105574" y="1220"/>
                  <a:pt x="111483" y="2959"/>
                  <a:pt x="116838" y="6438"/>
                </a:cubicBezTo>
                <a:cubicBezTo>
                  <a:pt x="122194" y="9915"/>
                  <a:pt x="126261" y="14871"/>
                  <a:pt x="129040" y="21306"/>
                </a:cubicBezTo>
                <a:cubicBezTo>
                  <a:pt x="131819" y="27742"/>
                  <a:pt x="133209" y="37056"/>
                  <a:pt x="133209" y="49250"/>
                </a:cubicBezTo>
                <a:cubicBezTo>
                  <a:pt x="133209" y="61940"/>
                  <a:pt x="131831" y="72045"/>
                  <a:pt x="129074" y="79565"/>
                </a:cubicBezTo>
                <a:cubicBezTo>
                  <a:pt x="126317" y="87084"/>
                  <a:pt x="122216" y="92808"/>
                  <a:pt x="116771" y="96737"/>
                </a:cubicBezTo>
                <a:cubicBezTo>
                  <a:pt x="111325" y="100665"/>
                  <a:pt x="104942" y="102630"/>
                  <a:pt x="97621" y="102630"/>
                </a:cubicBezTo>
                <a:cubicBezTo>
                  <a:pt x="89848" y="102630"/>
                  <a:pt x="83498" y="100461"/>
                  <a:pt x="78573" y="96122"/>
                </a:cubicBezTo>
                <a:cubicBezTo>
                  <a:pt x="73647" y="91784"/>
                  <a:pt x="70687" y="85685"/>
                  <a:pt x="69692" y="77826"/>
                </a:cubicBezTo>
                <a:moveTo>
                  <a:pt x="119652" y="34095"/>
                </a:moveTo>
                <a:cubicBezTo>
                  <a:pt x="119652" y="27133"/>
                  <a:pt x="117787" y="21608"/>
                  <a:pt x="114059" y="17521"/>
                </a:cubicBezTo>
                <a:cubicBezTo>
                  <a:pt x="110331" y="13432"/>
                  <a:pt x="105846" y="11388"/>
                  <a:pt x="100603" y="11388"/>
                </a:cubicBezTo>
                <a:cubicBezTo>
                  <a:pt x="95180" y="11388"/>
                  <a:pt x="90458" y="13589"/>
                  <a:pt x="86436" y="17991"/>
                </a:cubicBezTo>
                <a:cubicBezTo>
                  <a:pt x="82414" y="22393"/>
                  <a:pt x="80403" y="28098"/>
                  <a:pt x="80403" y="35105"/>
                </a:cubicBezTo>
                <a:cubicBezTo>
                  <a:pt x="80403" y="41395"/>
                  <a:pt x="82312" y="46506"/>
                  <a:pt x="86131" y="50436"/>
                </a:cubicBezTo>
                <a:cubicBezTo>
                  <a:pt x="89949" y="54366"/>
                  <a:pt x="94661" y="56331"/>
                  <a:pt x="100264" y="56331"/>
                </a:cubicBezTo>
                <a:cubicBezTo>
                  <a:pt x="105913" y="56331"/>
                  <a:pt x="110557" y="54366"/>
                  <a:pt x="114195" y="50436"/>
                </a:cubicBezTo>
                <a:cubicBezTo>
                  <a:pt x="117833" y="46506"/>
                  <a:pt x="119652" y="41059"/>
                  <a:pt x="119652" y="34095"/>
                </a:cubicBezTo>
                <a:close/>
                <a:moveTo>
                  <a:pt x="151653" y="101003"/>
                </a:moveTo>
                <a:lnTo>
                  <a:pt x="151653" y="87039"/>
                </a:lnTo>
                <a:lnTo>
                  <a:pt x="165550" y="87039"/>
                </a:lnTo>
                <a:lnTo>
                  <a:pt x="165550" y="100963"/>
                </a:lnTo>
                <a:cubicBezTo>
                  <a:pt x="165550" y="106081"/>
                  <a:pt x="164646" y="110213"/>
                  <a:pt x="162838" y="113359"/>
                </a:cubicBezTo>
                <a:cubicBezTo>
                  <a:pt x="161030" y="116507"/>
                  <a:pt x="158161" y="118941"/>
                  <a:pt x="154229" y="120661"/>
                </a:cubicBezTo>
                <a:lnTo>
                  <a:pt x="150840" y="115374"/>
                </a:lnTo>
                <a:cubicBezTo>
                  <a:pt x="153416" y="114250"/>
                  <a:pt x="155314" y="112597"/>
                  <a:pt x="156534" y="110415"/>
                </a:cubicBezTo>
                <a:cubicBezTo>
                  <a:pt x="157754" y="108233"/>
                  <a:pt x="158432" y="105096"/>
                  <a:pt x="158567" y="101003"/>
                </a:cubicBezTo>
                <a:lnTo>
                  <a:pt x="151653" y="101003"/>
                </a:lnTo>
                <a:close/>
                <a:moveTo>
                  <a:pt x="183712" y="74566"/>
                </a:moveTo>
                <a:lnTo>
                  <a:pt x="195914" y="72939"/>
                </a:lnTo>
                <a:cubicBezTo>
                  <a:pt x="197315" y="79853"/>
                  <a:pt x="199699" y="84836"/>
                  <a:pt x="203066" y="87886"/>
                </a:cubicBezTo>
                <a:cubicBezTo>
                  <a:pt x="206432" y="90937"/>
                  <a:pt x="210534" y="92462"/>
                  <a:pt x="215369" y="92462"/>
                </a:cubicBezTo>
                <a:cubicBezTo>
                  <a:pt x="221108" y="92462"/>
                  <a:pt x="225955" y="90477"/>
                  <a:pt x="229909" y="86507"/>
                </a:cubicBezTo>
                <a:cubicBezTo>
                  <a:pt x="233864" y="82537"/>
                  <a:pt x="235841" y="77620"/>
                  <a:pt x="235841" y="71755"/>
                </a:cubicBezTo>
                <a:cubicBezTo>
                  <a:pt x="235841" y="66160"/>
                  <a:pt x="234011" y="61547"/>
                  <a:pt x="230350" y="57916"/>
                </a:cubicBezTo>
                <a:cubicBezTo>
                  <a:pt x="226689" y="54283"/>
                  <a:pt x="222035" y="52467"/>
                  <a:pt x="216386" y="52467"/>
                </a:cubicBezTo>
                <a:cubicBezTo>
                  <a:pt x="214081" y="52467"/>
                  <a:pt x="211211" y="52919"/>
                  <a:pt x="207777" y="53823"/>
                </a:cubicBezTo>
                <a:lnTo>
                  <a:pt x="209133" y="43113"/>
                </a:lnTo>
                <a:cubicBezTo>
                  <a:pt x="209946" y="43203"/>
                  <a:pt x="210601" y="43248"/>
                  <a:pt x="211098" y="43248"/>
                </a:cubicBezTo>
                <a:cubicBezTo>
                  <a:pt x="216295" y="43248"/>
                  <a:pt x="220973" y="41904"/>
                  <a:pt x="225130" y="39215"/>
                </a:cubicBezTo>
                <a:cubicBezTo>
                  <a:pt x="229288" y="36526"/>
                  <a:pt x="231367" y="32381"/>
                  <a:pt x="231367" y="26780"/>
                </a:cubicBezTo>
                <a:cubicBezTo>
                  <a:pt x="231367" y="22344"/>
                  <a:pt x="229853" y="18670"/>
                  <a:pt x="226825" y="15758"/>
                </a:cubicBezTo>
                <a:cubicBezTo>
                  <a:pt x="223797" y="12845"/>
                  <a:pt x="219888" y="11388"/>
                  <a:pt x="215098" y="11388"/>
                </a:cubicBezTo>
                <a:cubicBezTo>
                  <a:pt x="210353" y="11388"/>
                  <a:pt x="206399" y="12880"/>
                  <a:pt x="203235" y="15862"/>
                </a:cubicBezTo>
                <a:cubicBezTo>
                  <a:pt x="200072" y="18845"/>
                  <a:pt x="198038" y="23319"/>
                  <a:pt x="197134" y="29284"/>
                </a:cubicBezTo>
                <a:lnTo>
                  <a:pt x="184933" y="27115"/>
                </a:lnTo>
                <a:cubicBezTo>
                  <a:pt x="186424" y="18893"/>
                  <a:pt x="189813" y="12522"/>
                  <a:pt x="195101" y="8001"/>
                </a:cubicBezTo>
                <a:cubicBezTo>
                  <a:pt x="200388" y="3480"/>
                  <a:pt x="206963" y="1220"/>
                  <a:pt x="214827" y="1220"/>
                </a:cubicBezTo>
                <a:cubicBezTo>
                  <a:pt x="220250" y="1220"/>
                  <a:pt x="225243" y="2380"/>
                  <a:pt x="229808" y="4701"/>
                </a:cubicBezTo>
                <a:cubicBezTo>
                  <a:pt x="234372" y="7021"/>
                  <a:pt x="237863" y="10186"/>
                  <a:pt x="240281" y="14197"/>
                </a:cubicBezTo>
                <a:cubicBezTo>
                  <a:pt x="242699" y="18207"/>
                  <a:pt x="243907" y="22464"/>
                  <a:pt x="243907" y="26971"/>
                </a:cubicBezTo>
                <a:cubicBezTo>
                  <a:pt x="243907" y="31251"/>
                  <a:pt x="242755" y="35149"/>
                  <a:pt x="240450" y="38664"/>
                </a:cubicBezTo>
                <a:cubicBezTo>
                  <a:pt x="238146" y="42178"/>
                  <a:pt x="234734" y="44971"/>
                  <a:pt x="230214" y="47044"/>
                </a:cubicBezTo>
                <a:cubicBezTo>
                  <a:pt x="236089" y="48400"/>
                  <a:pt x="240654" y="51213"/>
                  <a:pt x="243907" y="55484"/>
                </a:cubicBezTo>
                <a:cubicBezTo>
                  <a:pt x="247161" y="59754"/>
                  <a:pt x="248788" y="65098"/>
                  <a:pt x="248788" y="71515"/>
                </a:cubicBezTo>
                <a:cubicBezTo>
                  <a:pt x="248788" y="80192"/>
                  <a:pt x="245625" y="87547"/>
                  <a:pt x="239298" y="93580"/>
                </a:cubicBezTo>
                <a:cubicBezTo>
                  <a:pt x="232971" y="99613"/>
                  <a:pt x="224972" y="102630"/>
                  <a:pt x="215301" y="102630"/>
                </a:cubicBezTo>
                <a:cubicBezTo>
                  <a:pt x="206579" y="102630"/>
                  <a:pt x="199337" y="100025"/>
                  <a:pt x="193575" y="94815"/>
                </a:cubicBezTo>
                <a:cubicBezTo>
                  <a:pt x="187814" y="89605"/>
                  <a:pt x="184526" y="82856"/>
                  <a:pt x="183712" y="74566"/>
                </a:cubicBezTo>
                <a:close/>
                <a:moveTo>
                  <a:pt x="263166" y="25590"/>
                </a:moveTo>
                <a:cubicBezTo>
                  <a:pt x="263166" y="18485"/>
                  <a:pt x="264951" y="12444"/>
                  <a:pt x="268521" y="7467"/>
                </a:cubicBezTo>
                <a:cubicBezTo>
                  <a:pt x="272091" y="2489"/>
                  <a:pt x="277266" y="0"/>
                  <a:pt x="284044" y="0"/>
                </a:cubicBezTo>
                <a:cubicBezTo>
                  <a:pt x="290281" y="0"/>
                  <a:pt x="295444" y="2229"/>
                  <a:pt x="299534" y="6686"/>
                </a:cubicBezTo>
                <a:cubicBezTo>
                  <a:pt x="303624" y="11143"/>
                  <a:pt x="305668" y="17692"/>
                  <a:pt x="305668" y="26335"/>
                </a:cubicBezTo>
                <a:cubicBezTo>
                  <a:pt x="305668" y="34752"/>
                  <a:pt x="303601" y="41234"/>
                  <a:pt x="299466" y="45782"/>
                </a:cubicBezTo>
                <a:cubicBezTo>
                  <a:pt x="295331" y="50329"/>
                  <a:pt x="290236" y="52603"/>
                  <a:pt x="284180" y="52603"/>
                </a:cubicBezTo>
                <a:cubicBezTo>
                  <a:pt x="278169" y="52603"/>
                  <a:pt x="273165" y="50363"/>
                  <a:pt x="269165" y="45883"/>
                </a:cubicBezTo>
                <a:cubicBezTo>
                  <a:pt x="265166" y="41404"/>
                  <a:pt x="263166" y="34639"/>
                  <a:pt x="263166" y="25590"/>
                </a:cubicBezTo>
                <a:moveTo>
                  <a:pt x="284383" y="8406"/>
                </a:moveTo>
                <a:cubicBezTo>
                  <a:pt x="281355" y="8406"/>
                  <a:pt x="278836" y="9719"/>
                  <a:pt x="276825" y="12346"/>
                </a:cubicBezTo>
                <a:cubicBezTo>
                  <a:pt x="274814" y="14971"/>
                  <a:pt x="273808" y="19792"/>
                  <a:pt x="273808" y="26810"/>
                </a:cubicBezTo>
                <a:cubicBezTo>
                  <a:pt x="273808" y="33195"/>
                  <a:pt x="274825" y="37689"/>
                  <a:pt x="276859" y="40293"/>
                </a:cubicBezTo>
                <a:cubicBezTo>
                  <a:pt x="278893" y="42896"/>
                  <a:pt x="281401" y="44197"/>
                  <a:pt x="284383" y="44197"/>
                </a:cubicBezTo>
                <a:cubicBezTo>
                  <a:pt x="287456" y="44197"/>
                  <a:pt x="289998" y="42885"/>
                  <a:pt x="292009" y="40259"/>
                </a:cubicBezTo>
                <a:cubicBezTo>
                  <a:pt x="294020" y="37632"/>
                  <a:pt x="295026" y="32833"/>
                  <a:pt x="295026" y="25861"/>
                </a:cubicBezTo>
                <a:cubicBezTo>
                  <a:pt x="295026" y="19431"/>
                  <a:pt x="294009" y="14915"/>
                  <a:pt x="291975" y="12312"/>
                </a:cubicBezTo>
                <a:cubicBezTo>
                  <a:pt x="289942" y="9708"/>
                  <a:pt x="287411" y="8406"/>
                  <a:pt x="284383" y="8406"/>
                </a:cubicBezTo>
                <a:moveTo>
                  <a:pt x="284451" y="104663"/>
                </a:moveTo>
                <a:lnTo>
                  <a:pt x="338816" y="0"/>
                </a:lnTo>
                <a:lnTo>
                  <a:pt x="348713" y="0"/>
                </a:lnTo>
                <a:lnTo>
                  <a:pt x="294551" y="104663"/>
                </a:lnTo>
                <a:lnTo>
                  <a:pt x="284451" y="104663"/>
                </a:lnTo>
                <a:moveTo>
                  <a:pt x="327428" y="77650"/>
                </a:moveTo>
                <a:cubicBezTo>
                  <a:pt x="327428" y="70500"/>
                  <a:pt x="329213" y="64448"/>
                  <a:pt x="332783" y="59494"/>
                </a:cubicBezTo>
                <a:cubicBezTo>
                  <a:pt x="336353" y="54538"/>
                  <a:pt x="341550" y="52061"/>
                  <a:pt x="348374" y="52061"/>
                </a:cubicBezTo>
                <a:cubicBezTo>
                  <a:pt x="354611" y="52061"/>
                  <a:pt x="359774" y="54289"/>
                  <a:pt x="363864" y="58746"/>
                </a:cubicBezTo>
                <a:cubicBezTo>
                  <a:pt x="367954" y="63203"/>
                  <a:pt x="369998" y="69753"/>
                  <a:pt x="369998" y="78396"/>
                </a:cubicBezTo>
                <a:cubicBezTo>
                  <a:pt x="369998" y="86813"/>
                  <a:pt x="367931" y="93295"/>
                  <a:pt x="363796" y="97842"/>
                </a:cubicBezTo>
                <a:cubicBezTo>
                  <a:pt x="359661" y="102390"/>
                  <a:pt x="354543" y="104663"/>
                  <a:pt x="348442" y="104663"/>
                </a:cubicBezTo>
                <a:cubicBezTo>
                  <a:pt x="342432" y="104663"/>
                  <a:pt x="337427" y="102412"/>
                  <a:pt x="333427" y="97910"/>
                </a:cubicBezTo>
                <a:cubicBezTo>
                  <a:pt x="329428" y="93408"/>
                  <a:pt x="327428" y="86655"/>
                  <a:pt x="327428" y="77650"/>
                </a:cubicBezTo>
                <a:moveTo>
                  <a:pt x="348713" y="60466"/>
                </a:moveTo>
                <a:cubicBezTo>
                  <a:pt x="345640" y="60466"/>
                  <a:pt x="343098" y="61780"/>
                  <a:pt x="341087" y="64406"/>
                </a:cubicBezTo>
                <a:cubicBezTo>
                  <a:pt x="339076" y="67032"/>
                  <a:pt x="338071" y="71853"/>
                  <a:pt x="338071" y="78870"/>
                </a:cubicBezTo>
                <a:cubicBezTo>
                  <a:pt x="338071" y="85210"/>
                  <a:pt x="339088" y="89693"/>
                  <a:pt x="341121" y="92320"/>
                </a:cubicBezTo>
                <a:cubicBezTo>
                  <a:pt x="343155" y="94945"/>
                  <a:pt x="345663" y="96258"/>
                  <a:pt x="348646" y="96258"/>
                </a:cubicBezTo>
                <a:cubicBezTo>
                  <a:pt x="351764" y="96258"/>
                  <a:pt x="354328" y="94945"/>
                  <a:pt x="356339" y="92320"/>
                </a:cubicBezTo>
                <a:cubicBezTo>
                  <a:pt x="358350" y="89693"/>
                  <a:pt x="359356" y="84894"/>
                  <a:pt x="359356" y="77921"/>
                </a:cubicBezTo>
                <a:cubicBezTo>
                  <a:pt x="359356" y="71491"/>
                  <a:pt x="358339" y="66975"/>
                  <a:pt x="356305" y="64372"/>
                </a:cubicBezTo>
                <a:cubicBezTo>
                  <a:pt x="354272" y="61768"/>
                  <a:pt x="351741" y="60466"/>
                  <a:pt x="348713" y="60466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�">
            <a:extLst xmlns:a="http://schemas.openxmlformats.org/drawingml/2006/main">
              <a:ext uri="{FF2B5EF4-FFF2-40B4-BE49-F238E27FC236}">
                <a16:creationId xmlns:a16="http://schemas.microsoft.com/office/drawing/2014/main" id="{887ECA11-EAA2-46E2-A4B7-6DEFBDFB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3655" y="2857970"/>
            <a:ext cx="240807" cy="240807"/>
          </a:xfrm>
          <a:custGeom xmlns:a="http://schemas.openxmlformats.org/drawingml/2006/main">
            <a:pathLst>
              <a:path w="240807" h="240807">
                <a:moveTo>
                  <a:pt x="0" y="120404"/>
                </a:moveTo>
                <a:cubicBezTo>
                  <a:pt x="0" y="54088"/>
                  <a:pt x="54088" y="0"/>
                  <a:pt x="120404" y="0"/>
                </a:cubicBezTo>
                <a:cubicBezTo>
                  <a:pt x="186720" y="0"/>
                  <a:pt x="240807" y="54088"/>
                  <a:pt x="240807" y="120404"/>
                </a:cubicBezTo>
                <a:cubicBezTo>
                  <a:pt x="240807" y="186720"/>
                  <a:pt x="186720" y="240807"/>
                  <a:pt x="120404" y="240807"/>
                </a:cubicBezTo>
                <a:cubicBezTo>
                  <a:pt x="54088" y="240807"/>
                  <a:pt x="0" y="186720"/>
                  <a:pt x="0" y="120404"/>
                </a:cubicBezTo>
                <a:moveTo>
                  <a:pt x="88421" y="69138"/>
                </a:moveTo>
                <a:cubicBezTo>
                  <a:pt x="85129" y="71019"/>
                  <a:pt x="82777" y="74782"/>
                  <a:pt x="82777" y="79015"/>
                </a:cubicBezTo>
                <a:lnTo>
                  <a:pt x="82777" y="161792"/>
                </a:lnTo>
                <a:cubicBezTo>
                  <a:pt x="82777" y="166025"/>
                  <a:pt x="85129" y="169788"/>
                  <a:pt x="88421" y="171669"/>
                </a:cubicBezTo>
                <a:cubicBezTo>
                  <a:pt x="92184" y="173550"/>
                  <a:pt x="96417" y="173550"/>
                  <a:pt x="100180" y="171199"/>
                </a:cubicBezTo>
                <a:lnTo>
                  <a:pt x="167907" y="129810"/>
                </a:lnTo>
                <a:cubicBezTo>
                  <a:pt x="171199" y="127929"/>
                  <a:pt x="173080" y="124166"/>
                  <a:pt x="173080" y="120404"/>
                </a:cubicBezTo>
                <a:cubicBezTo>
                  <a:pt x="173080" y="116641"/>
                  <a:pt x="171199" y="112878"/>
                  <a:pt x="167907" y="110527"/>
                </a:cubicBezTo>
                <a:lnTo>
                  <a:pt x="100180" y="69138"/>
                </a:lnTo>
                <a:cubicBezTo>
                  <a:pt x="96417" y="67257"/>
                  <a:pt x="92184" y="67257"/>
                  <a:pt x="88421" y="69138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F5BEF-BAC9-4AB7-B5D0-3F2D3D32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674" y="3222970"/>
            <a:ext cx="1176269" cy="338008"/>
          </a:xfrm>
          <a:custGeom xmlns:a="http://schemas.openxmlformats.org/drawingml/2006/main">
            <a:pathLst>
              <a:path w="1176269" h="338008">
                <a:moveTo>
                  <a:pt x="1176269" y="169005"/>
                </a:moveTo>
                <a:cubicBezTo>
                  <a:pt x="1176269" y="262280"/>
                  <a:pt x="1100540" y="338008"/>
                  <a:pt x="1007261" y="338008"/>
                </a:cubicBezTo>
                <a:lnTo>
                  <a:pt x="168991" y="338008"/>
                </a:lnTo>
                <a:cubicBezTo>
                  <a:pt x="75730" y="338008"/>
                  <a:pt x="0" y="262280"/>
                  <a:pt x="0" y="169005"/>
                </a:cubicBezTo>
                <a:cubicBezTo>
                  <a:pt x="0" y="75728"/>
                  <a:pt x="75730" y="0"/>
                  <a:pt x="168991" y="0"/>
                </a:cubicBezTo>
                <a:lnTo>
                  <a:pt x="1007261" y="0"/>
                </a:lnTo>
                <a:cubicBezTo>
                  <a:pt x="1100540" y="0"/>
                  <a:pt x="1176269" y="75728"/>
                  <a:pt x="1176269" y="169005"/>
                </a:cubicBezTo>
                <a:close/>
              </a:path>
            </a:pathLst>
          </a:custGeom>
          <a:solidFill xmlns:a="http://schemas.openxmlformats.org/drawingml/2006/main">
            <a:srgbClr val="EC650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Withboth">
            <a:extLst xmlns:a="http://schemas.openxmlformats.org/drawingml/2006/main">
              <a:ext uri="{FF2B5EF4-FFF2-40B4-BE49-F238E27FC236}">
                <a16:creationId xmlns:a16="http://schemas.microsoft.com/office/drawing/2014/main" id="{F7A80123-E96A-40A3-8898-986601B3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4492" y="3260773"/>
            <a:ext cx="721487" cy="101003"/>
          </a:xfrm>
          <a:custGeom xmlns:a="http://schemas.openxmlformats.org/drawingml/2006/main">
            <a:pathLst>
              <a:path w="721487" h="101003">
                <a:moveTo>
                  <a:pt x="0" y="0"/>
                </a:moveTo>
                <a:lnTo>
                  <a:pt x="29148" y="0"/>
                </a:lnTo>
                <a:lnTo>
                  <a:pt x="39656" y="55518"/>
                </a:lnTo>
                <a:lnTo>
                  <a:pt x="54975" y="0"/>
                </a:lnTo>
                <a:lnTo>
                  <a:pt x="84056" y="0"/>
                </a:lnTo>
                <a:lnTo>
                  <a:pt x="99444" y="55518"/>
                </a:lnTo>
                <a:lnTo>
                  <a:pt x="109951" y="0"/>
                </a:lnTo>
                <a:lnTo>
                  <a:pt x="138964" y="0"/>
                </a:lnTo>
                <a:lnTo>
                  <a:pt x="117068" y="99376"/>
                </a:lnTo>
                <a:lnTo>
                  <a:pt x="86971" y="99376"/>
                </a:lnTo>
                <a:lnTo>
                  <a:pt x="69550" y="36808"/>
                </a:lnTo>
                <a:lnTo>
                  <a:pt x="52196" y="99376"/>
                </a:lnTo>
                <a:lnTo>
                  <a:pt x="22099" y="99376"/>
                </a:lnTo>
                <a:lnTo>
                  <a:pt x="0" y="0"/>
                </a:lnTo>
                <a:close/>
                <a:moveTo>
                  <a:pt x="152860" y="0"/>
                </a:moveTo>
                <a:lnTo>
                  <a:pt x="180450" y="0"/>
                </a:lnTo>
                <a:lnTo>
                  <a:pt x="180450" y="18709"/>
                </a:lnTo>
                <a:lnTo>
                  <a:pt x="152860" y="18709"/>
                </a:lnTo>
                <a:lnTo>
                  <a:pt x="152860" y="0"/>
                </a:lnTo>
                <a:moveTo>
                  <a:pt x="152860" y="27386"/>
                </a:moveTo>
                <a:lnTo>
                  <a:pt x="180450" y="27386"/>
                </a:lnTo>
                <a:lnTo>
                  <a:pt x="180450" y="99376"/>
                </a:lnTo>
                <a:lnTo>
                  <a:pt x="152860" y="99376"/>
                </a:lnTo>
                <a:lnTo>
                  <a:pt x="152860" y="27386"/>
                </a:lnTo>
                <a:close/>
                <a:moveTo>
                  <a:pt x="231370" y="0"/>
                </a:moveTo>
                <a:lnTo>
                  <a:pt x="231370" y="27386"/>
                </a:lnTo>
                <a:lnTo>
                  <a:pt x="246554" y="27386"/>
                </a:lnTo>
                <a:lnTo>
                  <a:pt x="246554" y="47587"/>
                </a:lnTo>
                <a:lnTo>
                  <a:pt x="231370" y="47587"/>
                </a:lnTo>
                <a:lnTo>
                  <a:pt x="231370" y="73092"/>
                </a:lnTo>
                <a:cubicBezTo>
                  <a:pt x="231370" y="76159"/>
                  <a:pt x="231664" y="78188"/>
                  <a:pt x="232251" y="79180"/>
                </a:cubicBezTo>
                <a:cubicBezTo>
                  <a:pt x="233155" y="80713"/>
                  <a:pt x="234737" y="81480"/>
                  <a:pt x="236996" y="81480"/>
                </a:cubicBezTo>
                <a:cubicBezTo>
                  <a:pt x="239030" y="81480"/>
                  <a:pt x="241877" y="80894"/>
                  <a:pt x="245537" y="79722"/>
                </a:cubicBezTo>
                <a:lnTo>
                  <a:pt x="247571" y="98766"/>
                </a:lnTo>
                <a:cubicBezTo>
                  <a:pt x="240747" y="100257"/>
                  <a:pt x="234375" y="101003"/>
                  <a:pt x="228455" y="101003"/>
                </a:cubicBezTo>
                <a:cubicBezTo>
                  <a:pt x="221586" y="101003"/>
                  <a:pt x="216525" y="100123"/>
                  <a:pt x="213271" y="98363"/>
                </a:cubicBezTo>
                <a:cubicBezTo>
                  <a:pt x="210017" y="96602"/>
                  <a:pt x="207611" y="93928"/>
                  <a:pt x="206051" y="90341"/>
                </a:cubicBezTo>
                <a:cubicBezTo>
                  <a:pt x="204492" y="86753"/>
                  <a:pt x="203713" y="80941"/>
                  <a:pt x="203713" y="72907"/>
                </a:cubicBezTo>
                <a:lnTo>
                  <a:pt x="203713" y="47587"/>
                </a:lnTo>
                <a:lnTo>
                  <a:pt x="193545" y="47587"/>
                </a:lnTo>
                <a:lnTo>
                  <a:pt x="193545" y="27386"/>
                </a:lnTo>
                <a:lnTo>
                  <a:pt x="203713" y="27386"/>
                </a:lnTo>
                <a:lnTo>
                  <a:pt x="203713" y="14168"/>
                </a:lnTo>
                <a:lnTo>
                  <a:pt x="231370" y="0"/>
                </a:lnTo>
                <a:close/>
                <a:moveTo>
                  <a:pt x="259699" y="0"/>
                </a:moveTo>
                <a:lnTo>
                  <a:pt x="287288" y="0"/>
                </a:lnTo>
                <a:lnTo>
                  <a:pt x="287288" y="36658"/>
                </a:lnTo>
                <a:cubicBezTo>
                  <a:pt x="291039" y="32753"/>
                  <a:pt x="294768" y="29961"/>
                  <a:pt x="298473" y="28280"/>
                </a:cubicBezTo>
                <a:cubicBezTo>
                  <a:pt x="302179" y="26599"/>
                  <a:pt x="306563" y="25759"/>
                  <a:pt x="311624" y="25759"/>
                </a:cubicBezTo>
                <a:cubicBezTo>
                  <a:pt x="319126" y="25759"/>
                  <a:pt x="325035" y="28041"/>
                  <a:pt x="329350" y="32606"/>
                </a:cubicBezTo>
                <a:cubicBezTo>
                  <a:pt x="333666" y="37170"/>
                  <a:pt x="335824" y="44175"/>
                  <a:pt x="335824" y="53620"/>
                </a:cubicBezTo>
                <a:lnTo>
                  <a:pt x="335824" y="99376"/>
                </a:lnTo>
                <a:lnTo>
                  <a:pt x="308099" y="99376"/>
                </a:lnTo>
                <a:lnTo>
                  <a:pt x="308099" y="59839"/>
                </a:lnTo>
                <a:cubicBezTo>
                  <a:pt x="308099" y="55327"/>
                  <a:pt x="307263" y="52135"/>
                  <a:pt x="305591" y="50262"/>
                </a:cubicBezTo>
                <a:cubicBezTo>
                  <a:pt x="303919" y="48388"/>
                  <a:pt x="301569" y="47451"/>
                  <a:pt x="298541" y="47451"/>
                </a:cubicBezTo>
                <a:cubicBezTo>
                  <a:pt x="295197" y="47451"/>
                  <a:pt x="292485" y="48715"/>
                  <a:pt x="290407" y="51243"/>
                </a:cubicBezTo>
                <a:cubicBezTo>
                  <a:pt x="288328" y="53769"/>
                  <a:pt x="287288" y="58305"/>
                  <a:pt x="287288" y="64849"/>
                </a:cubicBezTo>
                <a:lnTo>
                  <a:pt x="287288" y="99376"/>
                </a:lnTo>
                <a:lnTo>
                  <a:pt x="259699" y="99376"/>
                </a:lnTo>
                <a:lnTo>
                  <a:pt x="259699" y="0"/>
                </a:lnTo>
                <a:close/>
                <a:moveTo>
                  <a:pt x="398718" y="0"/>
                </a:moveTo>
                <a:lnTo>
                  <a:pt x="426579" y="0"/>
                </a:lnTo>
                <a:lnTo>
                  <a:pt x="426579" y="34436"/>
                </a:lnTo>
                <a:cubicBezTo>
                  <a:pt x="429335" y="31544"/>
                  <a:pt x="432465" y="29374"/>
                  <a:pt x="435967" y="27928"/>
                </a:cubicBezTo>
                <a:cubicBezTo>
                  <a:pt x="439470" y="26482"/>
                  <a:pt x="443345" y="25759"/>
                  <a:pt x="447593" y="25759"/>
                </a:cubicBezTo>
                <a:cubicBezTo>
                  <a:pt x="456360" y="25759"/>
                  <a:pt x="463613" y="28911"/>
                  <a:pt x="469352" y="35215"/>
                </a:cubicBezTo>
                <a:cubicBezTo>
                  <a:pt x="475092" y="41520"/>
                  <a:pt x="477961" y="50569"/>
                  <a:pt x="477961" y="62364"/>
                </a:cubicBezTo>
                <a:cubicBezTo>
                  <a:pt x="477961" y="70228"/>
                  <a:pt x="476651" y="77153"/>
                  <a:pt x="474030" y="83141"/>
                </a:cubicBezTo>
                <a:cubicBezTo>
                  <a:pt x="471409" y="89129"/>
                  <a:pt x="467782" y="93603"/>
                  <a:pt x="463150" y="96563"/>
                </a:cubicBezTo>
                <a:cubicBezTo>
                  <a:pt x="458518" y="99523"/>
                  <a:pt x="453377" y="101003"/>
                  <a:pt x="447728" y="101003"/>
                </a:cubicBezTo>
                <a:cubicBezTo>
                  <a:pt x="442893" y="101003"/>
                  <a:pt x="438464" y="99963"/>
                  <a:pt x="434442" y="97885"/>
                </a:cubicBezTo>
                <a:cubicBezTo>
                  <a:pt x="431414" y="96258"/>
                  <a:pt x="428115" y="93207"/>
                  <a:pt x="424545" y="88733"/>
                </a:cubicBezTo>
                <a:lnTo>
                  <a:pt x="424545" y="99376"/>
                </a:lnTo>
                <a:lnTo>
                  <a:pt x="398718" y="99376"/>
                </a:lnTo>
                <a:lnTo>
                  <a:pt x="398718" y="0"/>
                </a:lnTo>
                <a:moveTo>
                  <a:pt x="426375" y="63178"/>
                </a:moveTo>
                <a:cubicBezTo>
                  <a:pt x="426375" y="69369"/>
                  <a:pt x="427539" y="73854"/>
                  <a:pt x="429866" y="76633"/>
                </a:cubicBezTo>
                <a:cubicBezTo>
                  <a:pt x="432194" y="79413"/>
                  <a:pt x="435143" y="80802"/>
                  <a:pt x="438713" y="80802"/>
                </a:cubicBezTo>
                <a:cubicBezTo>
                  <a:pt x="442012" y="80802"/>
                  <a:pt x="444780" y="79435"/>
                  <a:pt x="447017" y="76701"/>
                </a:cubicBezTo>
                <a:cubicBezTo>
                  <a:pt x="449254" y="73967"/>
                  <a:pt x="450372" y="69369"/>
                  <a:pt x="450372" y="62907"/>
                </a:cubicBezTo>
                <a:cubicBezTo>
                  <a:pt x="450372" y="57212"/>
                  <a:pt x="449276" y="53032"/>
                  <a:pt x="447084" y="50366"/>
                </a:cubicBezTo>
                <a:cubicBezTo>
                  <a:pt x="444893" y="47700"/>
                  <a:pt x="442238" y="46366"/>
                  <a:pt x="439119" y="46366"/>
                </a:cubicBezTo>
                <a:cubicBezTo>
                  <a:pt x="435369" y="46366"/>
                  <a:pt x="432307" y="47756"/>
                  <a:pt x="429934" y="50535"/>
                </a:cubicBezTo>
                <a:cubicBezTo>
                  <a:pt x="427562" y="53315"/>
                  <a:pt x="426375" y="57529"/>
                  <a:pt x="426375" y="63178"/>
                </a:cubicBezTo>
                <a:close/>
                <a:moveTo>
                  <a:pt x="487778" y="63584"/>
                </a:moveTo>
                <a:cubicBezTo>
                  <a:pt x="487778" y="52603"/>
                  <a:pt x="491483" y="43553"/>
                  <a:pt x="498895" y="36436"/>
                </a:cubicBezTo>
                <a:cubicBezTo>
                  <a:pt x="506306" y="29318"/>
                  <a:pt x="516316" y="25759"/>
                  <a:pt x="528925" y="25759"/>
                </a:cubicBezTo>
                <a:cubicBezTo>
                  <a:pt x="543341" y="25759"/>
                  <a:pt x="554232" y="29939"/>
                  <a:pt x="561598" y="38300"/>
                </a:cubicBezTo>
                <a:cubicBezTo>
                  <a:pt x="567518" y="45033"/>
                  <a:pt x="570478" y="53326"/>
                  <a:pt x="570478" y="63178"/>
                </a:cubicBezTo>
                <a:cubicBezTo>
                  <a:pt x="570478" y="74250"/>
                  <a:pt x="566806" y="83322"/>
                  <a:pt x="559463" y="90394"/>
                </a:cubicBezTo>
                <a:cubicBezTo>
                  <a:pt x="552119" y="97467"/>
                  <a:pt x="541962" y="101003"/>
                  <a:pt x="528992" y="101003"/>
                </a:cubicBezTo>
                <a:cubicBezTo>
                  <a:pt x="517423" y="101003"/>
                  <a:pt x="508069" y="98065"/>
                  <a:pt x="500928" y="92191"/>
                </a:cubicBezTo>
                <a:cubicBezTo>
                  <a:pt x="492161" y="84915"/>
                  <a:pt x="487778" y="75379"/>
                  <a:pt x="487778" y="63584"/>
                </a:cubicBezTo>
                <a:moveTo>
                  <a:pt x="515435" y="63483"/>
                </a:moveTo>
                <a:cubicBezTo>
                  <a:pt x="515435" y="69889"/>
                  <a:pt x="516734" y="74625"/>
                  <a:pt x="519333" y="77693"/>
                </a:cubicBezTo>
                <a:cubicBezTo>
                  <a:pt x="521931" y="80760"/>
                  <a:pt x="525196" y="82294"/>
                  <a:pt x="529128" y="82294"/>
                </a:cubicBezTo>
                <a:cubicBezTo>
                  <a:pt x="533105" y="82294"/>
                  <a:pt x="536370" y="80783"/>
                  <a:pt x="538923" y="77760"/>
                </a:cubicBezTo>
                <a:cubicBezTo>
                  <a:pt x="541476" y="74738"/>
                  <a:pt x="542753" y="69889"/>
                  <a:pt x="542753" y="63212"/>
                </a:cubicBezTo>
                <a:cubicBezTo>
                  <a:pt x="542753" y="56986"/>
                  <a:pt x="541465" y="52351"/>
                  <a:pt x="538889" y="49307"/>
                </a:cubicBezTo>
                <a:cubicBezTo>
                  <a:pt x="536313" y="46262"/>
                  <a:pt x="533127" y="44740"/>
                  <a:pt x="529331" y="44740"/>
                </a:cubicBezTo>
                <a:cubicBezTo>
                  <a:pt x="525309" y="44740"/>
                  <a:pt x="521988" y="46285"/>
                  <a:pt x="519367" y="49374"/>
                </a:cubicBezTo>
                <a:cubicBezTo>
                  <a:pt x="516745" y="52464"/>
                  <a:pt x="515435" y="57167"/>
                  <a:pt x="515435" y="63483"/>
                </a:cubicBezTo>
                <a:close/>
                <a:moveTo>
                  <a:pt x="617035" y="0"/>
                </a:moveTo>
                <a:lnTo>
                  <a:pt x="617035" y="27386"/>
                </a:lnTo>
                <a:lnTo>
                  <a:pt x="632220" y="27386"/>
                </a:lnTo>
                <a:lnTo>
                  <a:pt x="632220" y="47587"/>
                </a:lnTo>
                <a:lnTo>
                  <a:pt x="617035" y="47587"/>
                </a:lnTo>
                <a:lnTo>
                  <a:pt x="617035" y="73092"/>
                </a:lnTo>
                <a:cubicBezTo>
                  <a:pt x="617035" y="76159"/>
                  <a:pt x="617329" y="78188"/>
                  <a:pt x="617917" y="79180"/>
                </a:cubicBezTo>
                <a:cubicBezTo>
                  <a:pt x="618820" y="80713"/>
                  <a:pt x="620402" y="81480"/>
                  <a:pt x="622662" y="81480"/>
                </a:cubicBezTo>
                <a:cubicBezTo>
                  <a:pt x="624695" y="81480"/>
                  <a:pt x="627542" y="80894"/>
                  <a:pt x="631203" y="79722"/>
                </a:cubicBezTo>
                <a:lnTo>
                  <a:pt x="633236" y="98766"/>
                </a:lnTo>
                <a:cubicBezTo>
                  <a:pt x="626413" y="100257"/>
                  <a:pt x="620041" y="101003"/>
                  <a:pt x="614120" y="101003"/>
                </a:cubicBezTo>
                <a:cubicBezTo>
                  <a:pt x="607251" y="101003"/>
                  <a:pt x="602190" y="100123"/>
                  <a:pt x="598936" y="98363"/>
                </a:cubicBezTo>
                <a:cubicBezTo>
                  <a:pt x="595682" y="96602"/>
                  <a:pt x="593276" y="93928"/>
                  <a:pt x="591717" y="90341"/>
                </a:cubicBezTo>
                <a:cubicBezTo>
                  <a:pt x="590158" y="86753"/>
                  <a:pt x="589378" y="80941"/>
                  <a:pt x="589378" y="72907"/>
                </a:cubicBezTo>
                <a:lnTo>
                  <a:pt x="589378" y="47587"/>
                </a:lnTo>
                <a:lnTo>
                  <a:pt x="579210" y="47587"/>
                </a:lnTo>
                <a:lnTo>
                  <a:pt x="579210" y="27386"/>
                </a:lnTo>
                <a:lnTo>
                  <a:pt x="589378" y="27386"/>
                </a:lnTo>
                <a:lnTo>
                  <a:pt x="589378" y="14168"/>
                </a:lnTo>
                <a:lnTo>
                  <a:pt x="617035" y="0"/>
                </a:lnTo>
                <a:close/>
                <a:moveTo>
                  <a:pt x="645362" y="0"/>
                </a:moveTo>
                <a:lnTo>
                  <a:pt x="672952" y="0"/>
                </a:lnTo>
                <a:lnTo>
                  <a:pt x="672952" y="36658"/>
                </a:lnTo>
                <a:cubicBezTo>
                  <a:pt x="676703" y="32753"/>
                  <a:pt x="680431" y="29961"/>
                  <a:pt x="684137" y="28280"/>
                </a:cubicBezTo>
                <a:cubicBezTo>
                  <a:pt x="687842" y="26599"/>
                  <a:pt x="692226" y="25759"/>
                  <a:pt x="697287" y="25759"/>
                </a:cubicBezTo>
                <a:cubicBezTo>
                  <a:pt x="704789" y="25759"/>
                  <a:pt x="710698" y="28041"/>
                  <a:pt x="715014" y="32606"/>
                </a:cubicBezTo>
                <a:cubicBezTo>
                  <a:pt x="719329" y="37170"/>
                  <a:pt x="721487" y="44175"/>
                  <a:pt x="721487" y="53620"/>
                </a:cubicBezTo>
                <a:lnTo>
                  <a:pt x="721487" y="99376"/>
                </a:lnTo>
                <a:lnTo>
                  <a:pt x="693762" y="99376"/>
                </a:lnTo>
                <a:lnTo>
                  <a:pt x="693762" y="59839"/>
                </a:lnTo>
                <a:cubicBezTo>
                  <a:pt x="693762" y="55327"/>
                  <a:pt x="692926" y="52135"/>
                  <a:pt x="691254" y="50262"/>
                </a:cubicBezTo>
                <a:cubicBezTo>
                  <a:pt x="689582" y="48388"/>
                  <a:pt x="687232" y="47451"/>
                  <a:pt x="684204" y="47451"/>
                </a:cubicBezTo>
                <a:cubicBezTo>
                  <a:pt x="680860" y="47451"/>
                  <a:pt x="678149" y="48715"/>
                  <a:pt x="676070" y="51243"/>
                </a:cubicBezTo>
                <a:cubicBezTo>
                  <a:pt x="673991" y="53769"/>
                  <a:pt x="672952" y="58305"/>
                  <a:pt x="672952" y="64849"/>
                </a:cubicBezTo>
                <a:lnTo>
                  <a:pt x="672952" y="99376"/>
                </a:lnTo>
                <a:lnTo>
                  <a:pt x="645362" y="99376"/>
                </a:lnTo>
                <a:lnTo>
                  <a:pt x="645362" y="0"/>
                </a:ln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1,3%">
            <a:extLst xmlns:a="http://schemas.openxmlformats.org/drawingml/2006/main">
              <a:ext uri="{FF2B5EF4-FFF2-40B4-BE49-F238E27FC236}">
                <a16:creationId xmlns:a16="http://schemas.microsoft.com/office/drawing/2014/main" id="{F48D651E-92CB-4AF8-8DBF-42F01F8F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677" y="3402516"/>
            <a:ext cx="292782" cy="120661"/>
          </a:xfrm>
          <a:custGeom xmlns:a="http://schemas.openxmlformats.org/drawingml/2006/main">
            <a:pathLst>
              <a:path w="292782" h="120661">
                <a:moveTo>
                  <a:pt x="36605" y="101003"/>
                </a:moveTo>
                <a:lnTo>
                  <a:pt x="24403" y="101003"/>
                </a:lnTo>
                <a:lnTo>
                  <a:pt x="24403" y="23251"/>
                </a:lnTo>
                <a:cubicBezTo>
                  <a:pt x="21466" y="26053"/>
                  <a:pt x="17613" y="28855"/>
                  <a:pt x="12846" y="31657"/>
                </a:cubicBezTo>
                <a:cubicBezTo>
                  <a:pt x="8078" y="34458"/>
                  <a:pt x="3796" y="36560"/>
                  <a:pt x="0" y="37961"/>
                </a:cubicBezTo>
                <a:lnTo>
                  <a:pt x="0" y="26166"/>
                </a:lnTo>
                <a:cubicBezTo>
                  <a:pt x="6824" y="22957"/>
                  <a:pt x="12789" y="19071"/>
                  <a:pt x="17896" y="14506"/>
                </a:cubicBezTo>
                <a:cubicBezTo>
                  <a:pt x="23002" y="9942"/>
                  <a:pt x="26618" y="5513"/>
                  <a:pt x="28742" y="1220"/>
                </a:cubicBezTo>
                <a:lnTo>
                  <a:pt x="36605" y="1220"/>
                </a:lnTo>
                <a:lnTo>
                  <a:pt x="36605" y="101003"/>
                </a:lnTo>
                <a:close/>
                <a:moveTo>
                  <a:pt x="74438" y="101003"/>
                </a:moveTo>
                <a:lnTo>
                  <a:pt x="74438" y="87039"/>
                </a:lnTo>
                <a:lnTo>
                  <a:pt x="88334" y="87039"/>
                </a:lnTo>
                <a:lnTo>
                  <a:pt x="88334" y="100963"/>
                </a:lnTo>
                <a:cubicBezTo>
                  <a:pt x="88334" y="106081"/>
                  <a:pt x="87430" y="110213"/>
                  <a:pt x="85622" y="113359"/>
                </a:cubicBezTo>
                <a:cubicBezTo>
                  <a:pt x="83815" y="116507"/>
                  <a:pt x="80945" y="118941"/>
                  <a:pt x="77013" y="120661"/>
                </a:cubicBezTo>
                <a:lnTo>
                  <a:pt x="73624" y="115374"/>
                </a:lnTo>
                <a:cubicBezTo>
                  <a:pt x="76200" y="114250"/>
                  <a:pt x="78098" y="112597"/>
                  <a:pt x="79318" y="110415"/>
                </a:cubicBezTo>
                <a:cubicBezTo>
                  <a:pt x="80538" y="108233"/>
                  <a:pt x="81216" y="105096"/>
                  <a:pt x="81352" y="101003"/>
                </a:cubicBezTo>
                <a:lnTo>
                  <a:pt x="74438" y="101003"/>
                </a:lnTo>
                <a:close/>
                <a:moveTo>
                  <a:pt x="106496" y="74566"/>
                </a:moveTo>
                <a:lnTo>
                  <a:pt x="118698" y="72939"/>
                </a:lnTo>
                <a:cubicBezTo>
                  <a:pt x="120099" y="79853"/>
                  <a:pt x="122482" y="84836"/>
                  <a:pt x="125849" y="87886"/>
                </a:cubicBezTo>
                <a:cubicBezTo>
                  <a:pt x="129216" y="90937"/>
                  <a:pt x="133317" y="92462"/>
                  <a:pt x="138153" y="92462"/>
                </a:cubicBezTo>
                <a:cubicBezTo>
                  <a:pt x="143892" y="92462"/>
                  <a:pt x="148739" y="90477"/>
                  <a:pt x="152693" y="86507"/>
                </a:cubicBezTo>
                <a:cubicBezTo>
                  <a:pt x="156647" y="82537"/>
                  <a:pt x="158624" y="77620"/>
                  <a:pt x="158624" y="71755"/>
                </a:cubicBezTo>
                <a:cubicBezTo>
                  <a:pt x="158624" y="66160"/>
                  <a:pt x="156794" y="61547"/>
                  <a:pt x="153133" y="57916"/>
                </a:cubicBezTo>
                <a:cubicBezTo>
                  <a:pt x="149473" y="54283"/>
                  <a:pt x="144818" y="52467"/>
                  <a:pt x="139169" y="52467"/>
                </a:cubicBezTo>
                <a:cubicBezTo>
                  <a:pt x="136865" y="52467"/>
                  <a:pt x="133995" y="52919"/>
                  <a:pt x="130560" y="53823"/>
                </a:cubicBezTo>
                <a:lnTo>
                  <a:pt x="131916" y="43113"/>
                </a:lnTo>
                <a:cubicBezTo>
                  <a:pt x="132730" y="43203"/>
                  <a:pt x="133385" y="43248"/>
                  <a:pt x="133882" y="43248"/>
                </a:cubicBezTo>
                <a:cubicBezTo>
                  <a:pt x="139079" y="43248"/>
                  <a:pt x="143756" y="41904"/>
                  <a:pt x="147914" y="39215"/>
                </a:cubicBezTo>
                <a:cubicBezTo>
                  <a:pt x="152071" y="36526"/>
                  <a:pt x="154150" y="32381"/>
                  <a:pt x="154150" y="26780"/>
                </a:cubicBezTo>
                <a:cubicBezTo>
                  <a:pt x="154150" y="22344"/>
                  <a:pt x="152636" y="18670"/>
                  <a:pt x="149609" y="15758"/>
                </a:cubicBezTo>
                <a:cubicBezTo>
                  <a:pt x="146581" y="12845"/>
                  <a:pt x="142672" y="11388"/>
                  <a:pt x="137881" y="11388"/>
                </a:cubicBezTo>
                <a:cubicBezTo>
                  <a:pt x="133136" y="11388"/>
                  <a:pt x="129182" y="12880"/>
                  <a:pt x="126019" y="15862"/>
                </a:cubicBezTo>
                <a:cubicBezTo>
                  <a:pt x="122855" y="18845"/>
                  <a:pt x="120822" y="23319"/>
                  <a:pt x="119918" y="29284"/>
                </a:cubicBezTo>
                <a:lnTo>
                  <a:pt x="107716" y="27115"/>
                </a:lnTo>
                <a:cubicBezTo>
                  <a:pt x="109207" y="18893"/>
                  <a:pt x="112597" y="12522"/>
                  <a:pt x="117884" y="8001"/>
                </a:cubicBezTo>
                <a:cubicBezTo>
                  <a:pt x="123172" y="3480"/>
                  <a:pt x="129747" y="1220"/>
                  <a:pt x="137610" y="1220"/>
                </a:cubicBezTo>
                <a:cubicBezTo>
                  <a:pt x="143033" y="1220"/>
                  <a:pt x="148027" y="2380"/>
                  <a:pt x="152591" y="4701"/>
                </a:cubicBezTo>
                <a:cubicBezTo>
                  <a:pt x="157156" y="7021"/>
                  <a:pt x="160647" y="10186"/>
                  <a:pt x="163064" y="14197"/>
                </a:cubicBezTo>
                <a:cubicBezTo>
                  <a:pt x="165482" y="18207"/>
                  <a:pt x="166691" y="22464"/>
                  <a:pt x="166691" y="26971"/>
                </a:cubicBezTo>
                <a:cubicBezTo>
                  <a:pt x="166691" y="31251"/>
                  <a:pt x="165539" y="35149"/>
                  <a:pt x="163234" y="38664"/>
                </a:cubicBezTo>
                <a:cubicBezTo>
                  <a:pt x="160929" y="42178"/>
                  <a:pt x="157517" y="44971"/>
                  <a:pt x="152998" y="47044"/>
                </a:cubicBezTo>
                <a:cubicBezTo>
                  <a:pt x="158873" y="48400"/>
                  <a:pt x="163437" y="51213"/>
                  <a:pt x="166691" y="55484"/>
                </a:cubicBezTo>
                <a:cubicBezTo>
                  <a:pt x="169945" y="59754"/>
                  <a:pt x="171572" y="65098"/>
                  <a:pt x="171572" y="71515"/>
                </a:cubicBezTo>
                <a:cubicBezTo>
                  <a:pt x="171572" y="80192"/>
                  <a:pt x="168408" y="87547"/>
                  <a:pt x="162081" y="93580"/>
                </a:cubicBezTo>
                <a:cubicBezTo>
                  <a:pt x="155755" y="99613"/>
                  <a:pt x="147756" y="102630"/>
                  <a:pt x="138085" y="102630"/>
                </a:cubicBezTo>
                <a:cubicBezTo>
                  <a:pt x="129363" y="102630"/>
                  <a:pt x="122121" y="100025"/>
                  <a:pt x="116359" y="94815"/>
                </a:cubicBezTo>
                <a:cubicBezTo>
                  <a:pt x="110597" y="89605"/>
                  <a:pt x="107309" y="82856"/>
                  <a:pt x="106496" y="74566"/>
                </a:cubicBezTo>
                <a:close/>
                <a:moveTo>
                  <a:pt x="185949" y="25590"/>
                </a:moveTo>
                <a:cubicBezTo>
                  <a:pt x="185949" y="18485"/>
                  <a:pt x="187734" y="12444"/>
                  <a:pt x="191305" y="7467"/>
                </a:cubicBezTo>
                <a:cubicBezTo>
                  <a:pt x="194875" y="2489"/>
                  <a:pt x="200049" y="0"/>
                  <a:pt x="206828" y="0"/>
                </a:cubicBezTo>
                <a:cubicBezTo>
                  <a:pt x="213064" y="0"/>
                  <a:pt x="218227" y="2229"/>
                  <a:pt x="222317" y="6686"/>
                </a:cubicBezTo>
                <a:cubicBezTo>
                  <a:pt x="226407" y="11143"/>
                  <a:pt x="228452" y="17692"/>
                  <a:pt x="228452" y="26335"/>
                </a:cubicBezTo>
                <a:cubicBezTo>
                  <a:pt x="228452" y="34752"/>
                  <a:pt x="226384" y="41234"/>
                  <a:pt x="222249" y="45782"/>
                </a:cubicBezTo>
                <a:cubicBezTo>
                  <a:pt x="218114" y="50329"/>
                  <a:pt x="213019" y="52603"/>
                  <a:pt x="206963" y="52603"/>
                </a:cubicBezTo>
                <a:cubicBezTo>
                  <a:pt x="200953" y="52603"/>
                  <a:pt x="195948" y="50363"/>
                  <a:pt x="191949" y="45883"/>
                </a:cubicBezTo>
                <a:cubicBezTo>
                  <a:pt x="187949" y="41404"/>
                  <a:pt x="185949" y="34639"/>
                  <a:pt x="185949" y="25590"/>
                </a:cubicBezTo>
                <a:moveTo>
                  <a:pt x="207167" y="8406"/>
                </a:moveTo>
                <a:cubicBezTo>
                  <a:pt x="204139" y="8406"/>
                  <a:pt x="201620" y="9719"/>
                  <a:pt x="199609" y="12346"/>
                </a:cubicBezTo>
                <a:cubicBezTo>
                  <a:pt x="197597" y="14971"/>
                  <a:pt x="196592" y="19792"/>
                  <a:pt x="196592" y="26810"/>
                </a:cubicBezTo>
                <a:cubicBezTo>
                  <a:pt x="196592" y="33195"/>
                  <a:pt x="197609" y="37689"/>
                  <a:pt x="199642" y="40293"/>
                </a:cubicBezTo>
                <a:cubicBezTo>
                  <a:pt x="201676" y="42896"/>
                  <a:pt x="204184" y="44197"/>
                  <a:pt x="207167" y="44197"/>
                </a:cubicBezTo>
                <a:cubicBezTo>
                  <a:pt x="210240" y="44197"/>
                  <a:pt x="212782" y="42885"/>
                  <a:pt x="214793" y="40259"/>
                </a:cubicBezTo>
                <a:cubicBezTo>
                  <a:pt x="216804" y="37632"/>
                  <a:pt x="217809" y="32833"/>
                  <a:pt x="217809" y="25861"/>
                </a:cubicBezTo>
                <a:cubicBezTo>
                  <a:pt x="217809" y="19431"/>
                  <a:pt x="216793" y="14915"/>
                  <a:pt x="214759" y="12312"/>
                </a:cubicBezTo>
                <a:cubicBezTo>
                  <a:pt x="212725" y="9708"/>
                  <a:pt x="210195" y="8406"/>
                  <a:pt x="207167" y="8406"/>
                </a:cubicBezTo>
                <a:moveTo>
                  <a:pt x="207235" y="104663"/>
                </a:moveTo>
                <a:lnTo>
                  <a:pt x="261600" y="0"/>
                </a:lnTo>
                <a:lnTo>
                  <a:pt x="271497" y="0"/>
                </a:lnTo>
                <a:lnTo>
                  <a:pt x="217335" y="104663"/>
                </a:lnTo>
                <a:lnTo>
                  <a:pt x="207235" y="104663"/>
                </a:lnTo>
                <a:moveTo>
                  <a:pt x="250212" y="77650"/>
                </a:moveTo>
                <a:cubicBezTo>
                  <a:pt x="250212" y="70500"/>
                  <a:pt x="251997" y="64448"/>
                  <a:pt x="255567" y="59494"/>
                </a:cubicBezTo>
                <a:cubicBezTo>
                  <a:pt x="259137" y="54538"/>
                  <a:pt x="264334" y="52061"/>
                  <a:pt x="271158" y="52061"/>
                </a:cubicBezTo>
                <a:cubicBezTo>
                  <a:pt x="277394" y="52061"/>
                  <a:pt x="282557" y="54289"/>
                  <a:pt x="286647" y="58746"/>
                </a:cubicBezTo>
                <a:cubicBezTo>
                  <a:pt x="290737" y="63203"/>
                  <a:pt x="292782" y="69753"/>
                  <a:pt x="292782" y="78396"/>
                </a:cubicBezTo>
                <a:cubicBezTo>
                  <a:pt x="292782" y="86813"/>
                  <a:pt x="290714" y="93295"/>
                  <a:pt x="286579" y="97842"/>
                </a:cubicBezTo>
                <a:cubicBezTo>
                  <a:pt x="282444" y="102390"/>
                  <a:pt x="277327" y="104663"/>
                  <a:pt x="271226" y="104663"/>
                </a:cubicBezTo>
                <a:cubicBezTo>
                  <a:pt x="265215" y="104663"/>
                  <a:pt x="260210" y="102412"/>
                  <a:pt x="256211" y="97910"/>
                </a:cubicBezTo>
                <a:cubicBezTo>
                  <a:pt x="252211" y="93408"/>
                  <a:pt x="250212" y="86655"/>
                  <a:pt x="250212" y="77650"/>
                </a:cubicBezTo>
                <a:moveTo>
                  <a:pt x="271497" y="60466"/>
                </a:moveTo>
                <a:cubicBezTo>
                  <a:pt x="268424" y="60466"/>
                  <a:pt x="265882" y="61780"/>
                  <a:pt x="263871" y="64406"/>
                </a:cubicBezTo>
                <a:cubicBezTo>
                  <a:pt x="261860" y="67032"/>
                  <a:pt x="260854" y="71853"/>
                  <a:pt x="260854" y="78870"/>
                </a:cubicBezTo>
                <a:cubicBezTo>
                  <a:pt x="260854" y="85210"/>
                  <a:pt x="261871" y="89693"/>
                  <a:pt x="263905" y="92320"/>
                </a:cubicBezTo>
                <a:cubicBezTo>
                  <a:pt x="265938" y="94945"/>
                  <a:pt x="268446" y="96258"/>
                  <a:pt x="271429" y="96258"/>
                </a:cubicBezTo>
                <a:cubicBezTo>
                  <a:pt x="274547" y="96258"/>
                  <a:pt x="277112" y="94945"/>
                  <a:pt x="279123" y="92320"/>
                </a:cubicBezTo>
                <a:cubicBezTo>
                  <a:pt x="281134" y="89693"/>
                  <a:pt x="282139" y="84894"/>
                  <a:pt x="282139" y="77921"/>
                </a:cubicBezTo>
                <a:cubicBezTo>
                  <a:pt x="282139" y="71491"/>
                  <a:pt x="281123" y="66975"/>
                  <a:pt x="279089" y="64372"/>
                </a:cubicBezTo>
                <a:cubicBezTo>
                  <a:pt x="277055" y="61768"/>
                  <a:pt x="274525" y="60466"/>
                  <a:pt x="271497" y="60466"/>
                </a:cubicBez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⊷">
            <a:extLst xmlns:a="http://schemas.openxmlformats.org/drawingml/2006/main">
              <a:ext uri="{FF2B5EF4-FFF2-40B4-BE49-F238E27FC236}">
                <a16:creationId xmlns:a16="http://schemas.microsoft.com/office/drawing/2014/main" id="{CCAC951B-4838-49E0-824E-153AFAA9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6846" y="3280080"/>
            <a:ext cx="127574" cy="127574"/>
          </a:xfrm>
          <a:custGeom xmlns:a="http://schemas.openxmlformats.org/drawingml/2006/main">
            <a:pathLst>
              <a:path w="127574" h="127574">
                <a:moveTo>
                  <a:pt x="18225" y="0"/>
                </a:moveTo>
                <a:cubicBezTo>
                  <a:pt x="8258" y="0"/>
                  <a:pt x="0" y="8258"/>
                  <a:pt x="0" y="18225"/>
                </a:cubicBezTo>
                <a:lnTo>
                  <a:pt x="0" y="109349"/>
                </a:lnTo>
                <a:cubicBezTo>
                  <a:pt x="0" y="119316"/>
                  <a:pt x="8258" y="127574"/>
                  <a:pt x="18225" y="127574"/>
                </a:cubicBezTo>
                <a:lnTo>
                  <a:pt x="109349" y="127574"/>
                </a:lnTo>
                <a:cubicBezTo>
                  <a:pt x="119316" y="127574"/>
                  <a:pt x="127574" y="119316"/>
                  <a:pt x="127574" y="109349"/>
                </a:cubicBezTo>
                <a:lnTo>
                  <a:pt x="127574" y="18225"/>
                </a:lnTo>
                <a:cubicBezTo>
                  <a:pt x="127574" y="8258"/>
                  <a:pt x="119316" y="0"/>
                  <a:pt x="109349" y="0"/>
                </a:cubicBezTo>
                <a:lnTo>
                  <a:pt x="18225" y="0"/>
                </a:lnTo>
                <a:moveTo>
                  <a:pt x="36450" y="22781"/>
                </a:moveTo>
                <a:cubicBezTo>
                  <a:pt x="44138" y="22781"/>
                  <a:pt x="50118" y="28761"/>
                  <a:pt x="50118" y="36450"/>
                </a:cubicBezTo>
                <a:cubicBezTo>
                  <a:pt x="50118" y="44138"/>
                  <a:pt x="44138" y="50118"/>
                  <a:pt x="36450" y="50118"/>
                </a:cubicBezTo>
                <a:cubicBezTo>
                  <a:pt x="28761" y="50118"/>
                  <a:pt x="22781" y="44138"/>
                  <a:pt x="22781" y="36450"/>
                </a:cubicBezTo>
                <a:cubicBezTo>
                  <a:pt x="22781" y="28761"/>
                  <a:pt x="28761" y="22781"/>
                  <a:pt x="36450" y="22781"/>
                </a:cubicBezTo>
                <a:moveTo>
                  <a:pt x="77456" y="54675"/>
                </a:moveTo>
                <a:cubicBezTo>
                  <a:pt x="79734" y="54675"/>
                  <a:pt x="82012" y="55814"/>
                  <a:pt x="83436" y="58092"/>
                </a:cubicBezTo>
                <a:lnTo>
                  <a:pt x="108495" y="99098"/>
                </a:lnTo>
                <a:cubicBezTo>
                  <a:pt x="109634" y="101091"/>
                  <a:pt x="109634" y="103654"/>
                  <a:pt x="108495" y="105932"/>
                </a:cubicBezTo>
                <a:cubicBezTo>
                  <a:pt x="107356" y="107925"/>
                  <a:pt x="105078" y="109349"/>
                  <a:pt x="102515" y="109349"/>
                </a:cubicBezTo>
                <a:lnTo>
                  <a:pt x="25059" y="109349"/>
                </a:lnTo>
                <a:cubicBezTo>
                  <a:pt x="22496" y="109349"/>
                  <a:pt x="20218" y="107925"/>
                  <a:pt x="19079" y="105647"/>
                </a:cubicBezTo>
                <a:cubicBezTo>
                  <a:pt x="17940" y="103369"/>
                  <a:pt x="17940" y="100806"/>
                  <a:pt x="19364" y="98528"/>
                </a:cubicBezTo>
                <a:lnTo>
                  <a:pt x="35311" y="75747"/>
                </a:lnTo>
                <a:cubicBezTo>
                  <a:pt x="36734" y="74038"/>
                  <a:pt x="38728" y="72899"/>
                  <a:pt x="41006" y="72899"/>
                </a:cubicBezTo>
                <a:cubicBezTo>
                  <a:pt x="43284" y="72899"/>
                  <a:pt x="45277" y="74038"/>
                  <a:pt x="46701" y="75747"/>
                </a:cubicBezTo>
                <a:lnTo>
                  <a:pt x="54105" y="86568"/>
                </a:lnTo>
                <a:lnTo>
                  <a:pt x="71760" y="58092"/>
                </a:lnTo>
                <a:cubicBezTo>
                  <a:pt x="72899" y="56098"/>
                  <a:pt x="75177" y="54675"/>
                  <a:pt x="77456" y="54675"/>
                </a:cubicBez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�">
            <a:extLst xmlns:a="http://schemas.openxmlformats.org/drawingml/2006/main">
              <a:ext uri="{FF2B5EF4-FFF2-40B4-BE49-F238E27FC236}">
                <a16:creationId xmlns:a16="http://schemas.microsoft.com/office/drawing/2014/main" id="{37A21A6A-E802-4622-A209-4F774EE3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626" y="3369306"/>
            <a:ext cx="130551" cy="130551"/>
          </a:xfrm>
          <a:custGeom xmlns:a="http://schemas.openxmlformats.org/drawingml/2006/main">
            <a:pathLst>
              <a:path w="130551" h="130551">
                <a:moveTo>
                  <a:pt x="0" y="65275"/>
                </a:moveTo>
                <a:cubicBezTo>
                  <a:pt x="0" y="29323"/>
                  <a:pt x="29323" y="0"/>
                  <a:pt x="65275" y="0"/>
                </a:cubicBezTo>
                <a:cubicBezTo>
                  <a:pt x="101228" y="0"/>
                  <a:pt x="130551" y="29323"/>
                  <a:pt x="130551" y="65275"/>
                </a:cubicBezTo>
                <a:cubicBezTo>
                  <a:pt x="130551" y="101228"/>
                  <a:pt x="101228" y="130551"/>
                  <a:pt x="65275" y="130551"/>
                </a:cubicBezTo>
                <a:cubicBezTo>
                  <a:pt x="29323" y="130551"/>
                  <a:pt x="0" y="101228"/>
                  <a:pt x="0" y="65275"/>
                </a:cubicBezTo>
                <a:moveTo>
                  <a:pt x="47937" y="37482"/>
                </a:moveTo>
                <a:cubicBezTo>
                  <a:pt x="46152" y="38502"/>
                  <a:pt x="44877" y="40542"/>
                  <a:pt x="44877" y="42837"/>
                </a:cubicBezTo>
                <a:lnTo>
                  <a:pt x="44877" y="87714"/>
                </a:lnTo>
                <a:cubicBezTo>
                  <a:pt x="44877" y="90008"/>
                  <a:pt x="46152" y="92048"/>
                  <a:pt x="47937" y="93068"/>
                </a:cubicBezTo>
                <a:cubicBezTo>
                  <a:pt x="49976" y="94088"/>
                  <a:pt x="52271" y="94088"/>
                  <a:pt x="54311" y="92813"/>
                </a:cubicBezTo>
                <a:lnTo>
                  <a:pt x="91028" y="70375"/>
                </a:lnTo>
                <a:cubicBezTo>
                  <a:pt x="92813" y="69355"/>
                  <a:pt x="93833" y="67315"/>
                  <a:pt x="93833" y="65275"/>
                </a:cubicBezTo>
                <a:cubicBezTo>
                  <a:pt x="93833" y="63235"/>
                  <a:pt x="92813" y="61196"/>
                  <a:pt x="91028" y="59921"/>
                </a:cubicBezTo>
                <a:lnTo>
                  <a:pt x="54311" y="37482"/>
                </a:lnTo>
                <a:cubicBezTo>
                  <a:pt x="52271" y="36462"/>
                  <a:pt x="49976" y="36462"/>
                  <a:pt x="47937" y="37482"/>
                </a:cubicBez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19C58-5A80-4008-9197-DF191A1C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342" y="2406548"/>
            <a:ext cx="1426540" cy="338012"/>
          </a:xfrm>
          <a:custGeom xmlns:a="http://schemas.openxmlformats.org/drawingml/2006/main">
            <a:pathLst>
              <a:path w="1426540" h="338012">
                <a:moveTo>
                  <a:pt x="1426540" y="169008"/>
                </a:moveTo>
                <a:cubicBezTo>
                  <a:pt x="1426540" y="262284"/>
                  <a:pt x="1350810" y="338012"/>
                  <a:pt x="1257532" y="338012"/>
                </a:cubicBezTo>
                <a:lnTo>
                  <a:pt x="169008" y="338012"/>
                </a:lnTo>
                <a:cubicBezTo>
                  <a:pt x="75730" y="338012"/>
                  <a:pt x="0" y="262284"/>
                  <a:pt x="0" y="169008"/>
                </a:cubicBezTo>
                <a:cubicBezTo>
                  <a:pt x="0" y="75731"/>
                  <a:pt x="75730" y="0"/>
                  <a:pt x="169008" y="0"/>
                </a:cubicBezTo>
                <a:lnTo>
                  <a:pt x="1257532" y="0"/>
                </a:lnTo>
                <a:cubicBezTo>
                  <a:pt x="1350810" y="0"/>
                  <a:pt x="1426540" y="75731"/>
                  <a:pt x="1426540" y="169008"/>
                </a:cubicBezTo>
                <a:close/>
              </a:path>
            </a:pathLst>
          </a:custGeom>
          <a:solidFill xmlns:a="http://schemas.openxmlformats.org/drawingml/2006/main">
            <a:srgbClr val="F5A30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⊷">
            <a:extLst xmlns:a="http://schemas.openxmlformats.org/drawingml/2006/main">
              <a:ext uri="{FF2B5EF4-FFF2-40B4-BE49-F238E27FC236}">
                <a16:creationId xmlns:a16="http://schemas.microsoft.com/office/drawing/2014/main" id="{1D3F7A91-E1E7-42D2-9DD5-82C19DA1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956" y="2468021"/>
            <a:ext cx="215072" cy="215072"/>
          </a:xfrm>
          <a:custGeom xmlns:a="http://schemas.openxmlformats.org/drawingml/2006/main">
            <a:pathLst>
              <a:path w="215072" h="215072">
                <a:moveTo>
                  <a:pt x="30725" y="0"/>
                </a:moveTo>
                <a:cubicBezTo>
                  <a:pt x="13922" y="0"/>
                  <a:pt x="0" y="13922"/>
                  <a:pt x="0" y="30725"/>
                </a:cubicBezTo>
                <a:lnTo>
                  <a:pt x="0" y="184348"/>
                </a:lnTo>
                <a:cubicBezTo>
                  <a:pt x="0" y="201150"/>
                  <a:pt x="13922" y="215072"/>
                  <a:pt x="30725" y="215072"/>
                </a:cubicBezTo>
                <a:lnTo>
                  <a:pt x="184348" y="215072"/>
                </a:lnTo>
                <a:cubicBezTo>
                  <a:pt x="201150" y="215072"/>
                  <a:pt x="215072" y="201150"/>
                  <a:pt x="215072" y="184348"/>
                </a:cubicBezTo>
                <a:lnTo>
                  <a:pt x="215072" y="30725"/>
                </a:lnTo>
                <a:cubicBezTo>
                  <a:pt x="215072" y="13922"/>
                  <a:pt x="201150" y="0"/>
                  <a:pt x="184348" y="0"/>
                </a:cubicBezTo>
                <a:lnTo>
                  <a:pt x="30725" y="0"/>
                </a:lnTo>
                <a:moveTo>
                  <a:pt x="61449" y="38406"/>
                </a:moveTo>
                <a:cubicBezTo>
                  <a:pt x="74411" y="38406"/>
                  <a:pt x="84493" y="48487"/>
                  <a:pt x="84493" y="61449"/>
                </a:cubicBezTo>
                <a:cubicBezTo>
                  <a:pt x="84493" y="74411"/>
                  <a:pt x="74411" y="84493"/>
                  <a:pt x="61449" y="84493"/>
                </a:cubicBezTo>
                <a:cubicBezTo>
                  <a:pt x="48487" y="84493"/>
                  <a:pt x="38406" y="74411"/>
                  <a:pt x="38406" y="61449"/>
                </a:cubicBezTo>
                <a:cubicBezTo>
                  <a:pt x="38406" y="48487"/>
                  <a:pt x="48487" y="38406"/>
                  <a:pt x="61449" y="38406"/>
                </a:cubicBezTo>
                <a:moveTo>
                  <a:pt x="130580" y="92174"/>
                </a:moveTo>
                <a:cubicBezTo>
                  <a:pt x="134420" y="92174"/>
                  <a:pt x="138261" y="94094"/>
                  <a:pt x="140661" y="97935"/>
                </a:cubicBezTo>
                <a:lnTo>
                  <a:pt x="182907" y="167065"/>
                </a:lnTo>
                <a:cubicBezTo>
                  <a:pt x="184828" y="170426"/>
                  <a:pt x="184828" y="174746"/>
                  <a:pt x="182907" y="178587"/>
                </a:cubicBezTo>
                <a:cubicBezTo>
                  <a:pt x="180987" y="181947"/>
                  <a:pt x="177147" y="184348"/>
                  <a:pt x="172826" y="184348"/>
                </a:cubicBezTo>
                <a:lnTo>
                  <a:pt x="42246" y="184348"/>
                </a:lnTo>
                <a:cubicBezTo>
                  <a:pt x="37926" y="184348"/>
                  <a:pt x="34085" y="181947"/>
                  <a:pt x="32165" y="178107"/>
                </a:cubicBezTo>
                <a:cubicBezTo>
                  <a:pt x="30245" y="174266"/>
                  <a:pt x="30245" y="169946"/>
                  <a:pt x="32645" y="166105"/>
                </a:cubicBezTo>
                <a:lnTo>
                  <a:pt x="59529" y="127699"/>
                </a:lnTo>
                <a:cubicBezTo>
                  <a:pt x="61929" y="124819"/>
                  <a:pt x="65290" y="122898"/>
                  <a:pt x="69130" y="122898"/>
                </a:cubicBezTo>
                <a:cubicBezTo>
                  <a:pt x="72971" y="122898"/>
                  <a:pt x="76331" y="124819"/>
                  <a:pt x="78732" y="127699"/>
                </a:cubicBezTo>
                <a:lnTo>
                  <a:pt x="91214" y="145942"/>
                </a:lnTo>
                <a:lnTo>
                  <a:pt x="120978" y="97935"/>
                </a:lnTo>
                <a:cubicBezTo>
                  <a:pt x="122898" y="94574"/>
                  <a:pt x="126739" y="92174"/>
                  <a:pt x="130580" y="92174"/>
                </a:cubicBezTo>
                <a:close/>
              </a:path>
            </a:pathLst>
          </a:custGeom>
          <a:solidFill xmlns:a="http://schemas.openxmlformats.org/drawingml/2006/main">
            <a:srgbClr val="F5A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Withimages">
            <a:extLst xmlns:a="http://schemas.openxmlformats.org/drawingml/2006/main">
              <a:ext uri="{FF2B5EF4-FFF2-40B4-BE49-F238E27FC236}">
                <a16:creationId xmlns:a16="http://schemas.microsoft.com/office/drawing/2014/main" id="{F74459F3-1A75-4CF0-8031-4DB6EFB7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83" y="2444354"/>
            <a:ext cx="935294" cy="128660"/>
          </a:xfrm>
          <a:custGeom xmlns:a="http://schemas.openxmlformats.org/drawingml/2006/main">
            <a:pathLst>
              <a:path w="935294" h="128660">
                <a:moveTo>
                  <a:pt x="0" y="0"/>
                </a:moveTo>
                <a:lnTo>
                  <a:pt x="29148" y="0"/>
                </a:lnTo>
                <a:lnTo>
                  <a:pt x="39656" y="55518"/>
                </a:lnTo>
                <a:lnTo>
                  <a:pt x="54975" y="0"/>
                </a:lnTo>
                <a:lnTo>
                  <a:pt x="84056" y="0"/>
                </a:lnTo>
                <a:lnTo>
                  <a:pt x="99444" y="55518"/>
                </a:lnTo>
                <a:lnTo>
                  <a:pt x="109951" y="0"/>
                </a:lnTo>
                <a:lnTo>
                  <a:pt x="138964" y="0"/>
                </a:lnTo>
                <a:lnTo>
                  <a:pt x="117068" y="99376"/>
                </a:lnTo>
                <a:lnTo>
                  <a:pt x="86971" y="99376"/>
                </a:lnTo>
                <a:lnTo>
                  <a:pt x="69550" y="36808"/>
                </a:lnTo>
                <a:lnTo>
                  <a:pt x="52196" y="99376"/>
                </a:lnTo>
                <a:lnTo>
                  <a:pt x="22099" y="99376"/>
                </a:lnTo>
                <a:lnTo>
                  <a:pt x="0" y="0"/>
                </a:lnTo>
                <a:close/>
                <a:moveTo>
                  <a:pt x="152860" y="0"/>
                </a:moveTo>
                <a:lnTo>
                  <a:pt x="180449" y="0"/>
                </a:lnTo>
                <a:lnTo>
                  <a:pt x="180449" y="18709"/>
                </a:lnTo>
                <a:lnTo>
                  <a:pt x="152860" y="18709"/>
                </a:lnTo>
                <a:lnTo>
                  <a:pt x="152860" y="0"/>
                </a:lnTo>
                <a:moveTo>
                  <a:pt x="152860" y="27386"/>
                </a:moveTo>
                <a:lnTo>
                  <a:pt x="180449" y="27386"/>
                </a:lnTo>
                <a:lnTo>
                  <a:pt x="180449" y="99376"/>
                </a:lnTo>
                <a:lnTo>
                  <a:pt x="152860" y="99376"/>
                </a:lnTo>
                <a:lnTo>
                  <a:pt x="152860" y="27386"/>
                </a:lnTo>
                <a:close/>
                <a:moveTo>
                  <a:pt x="231370" y="0"/>
                </a:moveTo>
                <a:lnTo>
                  <a:pt x="231370" y="27386"/>
                </a:lnTo>
                <a:lnTo>
                  <a:pt x="246554" y="27386"/>
                </a:lnTo>
                <a:lnTo>
                  <a:pt x="246554" y="47587"/>
                </a:lnTo>
                <a:lnTo>
                  <a:pt x="231370" y="47587"/>
                </a:lnTo>
                <a:lnTo>
                  <a:pt x="231370" y="73092"/>
                </a:lnTo>
                <a:cubicBezTo>
                  <a:pt x="231370" y="76159"/>
                  <a:pt x="231664" y="78188"/>
                  <a:pt x="232251" y="79180"/>
                </a:cubicBezTo>
                <a:cubicBezTo>
                  <a:pt x="233155" y="80713"/>
                  <a:pt x="234737" y="81480"/>
                  <a:pt x="236996" y="81480"/>
                </a:cubicBezTo>
                <a:cubicBezTo>
                  <a:pt x="239030" y="81480"/>
                  <a:pt x="241877" y="80894"/>
                  <a:pt x="245537" y="79722"/>
                </a:cubicBezTo>
                <a:lnTo>
                  <a:pt x="247571" y="98766"/>
                </a:lnTo>
                <a:cubicBezTo>
                  <a:pt x="240747" y="100257"/>
                  <a:pt x="234375" y="101003"/>
                  <a:pt x="228455" y="101003"/>
                </a:cubicBezTo>
                <a:cubicBezTo>
                  <a:pt x="221586" y="101003"/>
                  <a:pt x="216525" y="100123"/>
                  <a:pt x="213271" y="98363"/>
                </a:cubicBezTo>
                <a:cubicBezTo>
                  <a:pt x="210017" y="96602"/>
                  <a:pt x="207611" y="93928"/>
                  <a:pt x="206051" y="90341"/>
                </a:cubicBezTo>
                <a:cubicBezTo>
                  <a:pt x="204492" y="86753"/>
                  <a:pt x="203713" y="80941"/>
                  <a:pt x="203713" y="72907"/>
                </a:cubicBezTo>
                <a:lnTo>
                  <a:pt x="203713" y="47587"/>
                </a:lnTo>
                <a:lnTo>
                  <a:pt x="193545" y="47587"/>
                </a:lnTo>
                <a:lnTo>
                  <a:pt x="193545" y="27386"/>
                </a:lnTo>
                <a:lnTo>
                  <a:pt x="203713" y="27386"/>
                </a:lnTo>
                <a:lnTo>
                  <a:pt x="203713" y="14168"/>
                </a:lnTo>
                <a:lnTo>
                  <a:pt x="231370" y="0"/>
                </a:lnTo>
                <a:close/>
                <a:moveTo>
                  <a:pt x="259698" y="0"/>
                </a:moveTo>
                <a:lnTo>
                  <a:pt x="287288" y="0"/>
                </a:lnTo>
                <a:lnTo>
                  <a:pt x="287288" y="36658"/>
                </a:lnTo>
                <a:cubicBezTo>
                  <a:pt x="291039" y="32753"/>
                  <a:pt x="294767" y="29961"/>
                  <a:pt x="298473" y="28280"/>
                </a:cubicBezTo>
                <a:cubicBezTo>
                  <a:pt x="302178" y="26599"/>
                  <a:pt x="306562" y="25759"/>
                  <a:pt x="311623" y="25759"/>
                </a:cubicBezTo>
                <a:cubicBezTo>
                  <a:pt x="319125" y="25759"/>
                  <a:pt x="325034" y="28041"/>
                  <a:pt x="329350" y="32606"/>
                </a:cubicBezTo>
                <a:cubicBezTo>
                  <a:pt x="333666" y="37170"/>
                  <a:pt x="335823" y="44175"/>
                  <a:pt x="335823" y="53620"/>
                </a:cubicBezTo>
                <a:lnTo>
                  <a:pt x="335823" y="99376"/>
                </a:lnTo>
                <a:lnTo>
                  <a:pt x="308098" y="99376"/>
                </a:lnTo>
                <a:lnTo>
                  <a:pt x="308098" y="59839"/>
                </a:lnTo>
                <a:cubicBezTo>
                  <a:pt x="308098" y="55327"/>
                  <a:pt x="307262" y="52135"/>
                  <a:pt x="305590" y="50262"/>
                </a:cubicBezTo>
                <a:cubicBezTo>
                  <a:pt x="303918" y="48388"/>
                  <a:pt x="301568" y="47451"/>
                  <a:pt x="298541" y="47451"/>
                </a:cubicBezTo>
                <a:cubicBezTo>
                  <a:pt x="295196" y="47451"/>
                  <a:pt x="292485" y="48715"/>
                  <a:pt x="290406" y="51243"/>
                </a:cubicBezTo>
                <a:cubicBezTo>
                  <a:pt x="288327" y="53769"/>
                  <a:pt x="287288" y="58305"/>
                  <a:pt x="287288" y="64849"/>
                </a:cubicBezTo>
                <a:lnTo>
                  <a:pt x="287288" y="99376"/>
                </a:lnTo>
                <a:lnTo>
                  <a:pt x="259698" y="99376"/>
                </a:lnTo>
                <a:lnTo>
                  <a:pt x="259698" y="0"/>
                </a:lnTo>
                <a:close/>
                <a:moveTo>
                  <a:pt x="399599" y="0"/>
                </a:moveTo>
                <a:lnTo>
                  <a:pt x="427189" y="0"/>
                </a:lnTo>
                <a:lnTo>
                  <a:pt x="427189" y="18709"/>
                </a:lnTo>
                <a:lnTo>
                  <a:pt x="399599" y="18709"/>
                </a:lnTo>
                <a:lnTo>
                  <a:pt x="399599" y="0"/>
                </a:lnTo>
                <a:moveTo>
                  <a:pt x="399599" y="27386"/>
                </a:moveTo>
                <a:lnTo>
                  <a:pt x="427189" y="27386"/>
                </a:lnTo>
                <a:lnTo>
                  <a:pt x="427189" y="99376"/>
                </a:lnTo>
                <a:lnTo>
                  <a:pt x="399599" y="99376"/>
                </a:lnTo>
                <a:lnTo>
                  <a:pt x="399599" y="27386"/>
                </a:lnTo>
                <a:close/>
                <a:moveTo>
                  <a:pt x="445029" y="27386"/>
                </a:moveTo>
                <a:lnTo>
                  <a:pt x="470788" y="27386"/>
                </a:lnTo>
                <a:lnTo>
                  <a:pt x="470788" y="37931"/>
                </a:lnTo>
                <a:cubicBezTo>
                  <a:pt x="474494" y="33533"/>
                  <a:pt x="478233" y="30405"/>
                  <a:pt x="482007" y="28547"/>
                </a:cubicBezTo>
                <a:cubicBezTo>
                  <a:pt x="485780" y="26688"/>
                  <a:pt x="490333" y="25759"/>
                  <a:pt x="495666" y="25759"/>
                </a:cubicBezTo>
                <a:cubicBezTo>
                  <a:pt x="501405" y="25759"/>
                  <a:pt x="505947" y="26779"/>
                  <a:pt x="509291" y="28820"/>
                </a:cubicBezTo>
                <a:cubicBezTo>
                  <a:pt x="512635" y="30859"/>
                  <a:pt x="515369" y="33896"/>
                  <a:pt x="517493" y="37931"/>
                </a:cubicBezTo>
                <a:cubicBezTo>
                  <a:pt x="521832" y="33217"/>
                  <a:pt x="525786" y="30010"/>
                  <a:pt x="529356" y="28310"/>
                </a:cubicBezTo>
                <a:cubicBezTo>
                  <a:pt x="532926" y="26609"/>
                  <a:pt x="537332" y="25759"/>
                  <a:pt x="542575" y="25759"/>
                </a:cubicBezTo>
                <a:cubicBezTo>
                  <a:pt x="550302" y="25759"/>
                  <a:pt x="556335" y="28053"/>
                  <a:pt x="560674" y="32640"/>
                </a:cubicBezTo>
                <a:cubicBezTo>
                  <a:pt x="565012" y="37226"/>
                  <a:pt x="567181" y="44401"/>
                  <a:pt x="567181" y="54162"/>
                </a:cubicBezTo>
                <a:lnTo>
                  <a:pt x="567181" y="99376"/>
                </a:lnTo>
                <a:lnTo>
                  <a:pt x="539524" y="99376"/>
                </a:lnTo>
                <a:lnTo>
                  <a:pt x="539524" y="58312"/>
                </a:lnTo>
                <a:cubicBezTo>
                  <a:pt x="539524" y="55054"/>
                  <a:pt x="538892" y="52633"/>
                  <a:pt x="537626" y="51048"/>
                </a:cubicBezTo>
                <a:cubicBezTo>
                  <a:pt x="535773" y="48560"/>
                  <a:pt x="533469" y="47315"/>
                  <a:pt x="530712" y="47315"/>
                </a:cubicBezTo>
                <a:cubicBezTo>
                  <a:pt x="527458" y="47315"/>
                  <a:pt x="524837" y="48492"/>
                  <a:pt x="522849" y="50845"/>
                </a:cubicBezTo>
                <a:cubicBezTo>
                  <a:pt x="520860" y="53197"/>
                  <a:pt x="519866" y="56976"/>
                  <a:pt x="519866" y="62180"/>
                </a:cubicBezTo>
                <a:lnTo>
                  <a:pt x="519866" y="99376"/>
                </a:lnTo>
                <a:lnTo>
                  <a:pt x="492209" y="99376"/>
                </a:lnTo>
                <a:lnTo>
                  <a:pt x="492209" y="59771"/>
                </a:lnTo>
                <a:cubicBezTo>
                  <a:pt x="492209" y="56612"/>
                  <a:pt x="492028" y="54468"/>
                  <a:pt x="491667" y="53340"/>
                </a:cubicBezTo>
                <a:cubicBezTo>
                  <a:pt x="491079" y="51535"/>
                  <a:pt x="490062" y="50080"/>
                  <a:pt x="488616" y="48974"/>
                </a:cubicBezTo>
                <a:cubicBezTo>
                  <a:pt x="487170" y="47868"/>
                  <a:pt x="485475" y="47315"/>
                  <a:pt x="483532" y="47315"/>
                </a:cubicBezTo>
                <a:cubicBezTo>
                  <a:pt x="480369" y="47315"/>
                  <a:pt x="477770" y="48512"/>
                  <a:pt x="475737" y="50904"/>
                </a:cubicBezTo>
                <a:cubicBezTo>
                  <a:pt x="473703" y="53296"/>
                  <a:pt x="472686" y="57223"/>
                  <a:pt x="472686" y="62684"/>
                </a:cubicBezTo>
                <a:lnTo>
                  <a:pt x="472686" y="99376"/>
                </a:lnTo>
                <a:lnTo>
                  <a:pt x="445029" y="99376"/>
                </a:lnTo>
                <a:lnTo>
                  <a:pt x="445029" y="27386"/>
                </a:lnTo>
                <a:close/>
                <a:moveTo>
                  <a:pt x="608788" y="50705"/>
                </a:moveTo>
                <a:lnTo>
                  <a:pt x="582419" y="47858"/>
                </a:lnTo>
                <a:cubicBezTo>
                  <a:pt x="583413" y="43262"/>
                  <a:pt x="584848" y="39647"/>
                  <a:pt x="586723" y="37012"/>
                </a:cubicBezTo>
                <a:cubicBezTo>
                  <a:pt x="588599" y="34375"/>
                  <a:pt x="591299" y="32089"/>
                  <a:pt x="594824" y="30153"/>
                </a:cubicBezTo>
                <a:cubicBezTo>
                  <a:pt x="597355" y="28756"/>
                  <a:pt x="600834" y="27675"/>
                  <a:pt x="605263" y="26909"/>
                </a:cubicBezTo>
                <a:cubicBezTo>
                  <a:pt x="609692" y="26143"/>
                  <a:pt x="614482" y="25759"/>
                  <a:pt x="619634" y="25759"/>
                </a:cubicBezTo>
                <a:cubicBezTo>
                  <a:pt x="627904" y="25759"/>
                  <a:pt x="634547" y="26222"/>
                  <a:pt x="639563" y="27149"/>
                </a:cubicBezTo>
                <a:cubicBezTo>
                  <a:pt x="644580" y="28075"/>
                  <a:pt x="648760" y="30007"/>
                  <a:pt x="652104" y="32945"/>
                </a:cubicBezTo>
                <a:cubicBezTo>
                  <a:pt x="654454" y="34978"/>
                  <a:pt x="656307" y="37859"/>
                  <a:pt x="657663" y="41587"/>
                </a:cubicBezTo>
                <a:cubicBezTo>
                  <a:pt x="659018" y="45316"/>
                  <a:pt x="659696" y="48875"/>
                  <a:pt x="659696" y="52264"/>
                </a:cubicBezTo>
                <a:lnTo>
                  <a:pt x="659696" y="84056"/>
                </a:lnTo>
                <a:cubicBezTo>
                  <a:pt x="659696" y="87445"/>
                  <a:pt x="659911" y="90100"/>
                  <a:pt x="660340" y="92021"/>
                </a:cubicBezTo>
                <a:cubicBezTo>
                  <a:pt x="660769" y="93942"/>
                  <a:pt x="661707" y="96393"/>
                  <a:pt x="663153" y="99376"/>
                </a:cubicBezTo>
                <a:lnTo>
                  <a:pt x="637259" y="99376"/>
                </a:lnTo>
                <a:cubicBezTo>
                  <a:pt x="636219" y="97523"/>
                  <a:pt x="635541" y="96111"/>
                  <a:pt x="635225" y="95139"/>
                </a:cubicBezTo>
                <a:cubicBezTo>
                  <a:pt x="634909" y="94168"/>
                  <a:pt x="634592" y="92642"/>
                  <a:pt x="634276" y="90564"/>
                </a:cubicBezTo>
                <a:cubicBezTo>
                  <a:pt x="630661" y="94043"/>
                  <a:pt x="627068" y="96529"/>
                  <a:pt x="623498" y="98020"/>
                </a:cubicBezTo>
                <a:cubicBezTo>
                  <a:pt x="618617" y="100009"/>
                  <a:pt x="612946" y="101003"/>
                  <a:pt x="606483" y="101003"/>
                </a:cubicBezTo>
                <a:cubicBezTo>
                  <a:pt x="597897" y="101003"/>
                  <a:pt x="591378" y="99012"/>
                  <a:pt x="586927" y="95029"/>
                </a:cubicBezTo>
                <a:cubicBezTo>
                  <a:pt x="582475" y="91047"/>
                  <a:pt x="580250" y="86137"/>
                  <a:pt x="580250" y="80300"/>
                </a:cubicBezTo>
                <a:cubicBezTo>
                  <a:pt x="580250" y="74824"/>
                  <a:pt x="581854" y="70321"/>
                  <a:pt x="585062" y="66792"/>
                </a:cubicBezTo>
                <a:cubicBezTo>
                  <a:pt x="588271" y="63262"/>
                  <a:pt x="594191" y="60638"/>
                  <a:pt x="602823" y="58918"/>
                </a:cubicBezTo>
                <a:cubicBezTo>
                  <a:pt x="613172" y="56836"/>
                  <a:pt x="619882" y="55376"/>
                  <a:pt x="622955" y="54539"/>
                </a:cubicBezTo>
                <a:cubicBezTo>
                  <a:pt x="626029" y="53702"/>
                  <a:pt x="629282" y="52604"/>
                  <a:pt x="632717" y="51247"/>
                </a:cubicBezTo>
                <a:cubicBezTo>
                  <a:pt x="632717" y="47883"/>
                  <a:pt x="632016" y="45528"/>
                  <a:pt x="630615" y="44182"/>
                </a:cubicBezTo>
                <a:cubicBezTo>
                  <a:pt x="629215" y="42837"/>
                  <a:pt x="626752" y="42164"/>
                  <a:pt x="623227" y="42164"/>
                </a:cubicBezTo>
                <a:cubicBezTo>
                  <a:pt x="618708" y="42164"/>
                  <a:pt x="615318" y="42887"/>
                  <a:pt x="613059" y="44333"/>
                </a:cubicBezTo>
                <a:cubicBezTo>
                  <a:pt x="611296" y="45463"/>
                  <a:pt x="609873" y="47587"/>
                  <a:pt x="608788" y="50705"/>
                </a:cubicBezTo>
                <a:moveTo>
                  <a:pt x="632717" y="65211"/>
                </a:moveTo>
                <a:cubicBezTo>
                  <a:pt x="628921" y="66567"/>
                  <a:pt x="624967" y="67765"/>
                  <a:pt x="620854" y="68804"/>
                </a:cubicBezTo>
                <a:cubicBezTo>
                  <a:pt x="615250" y="70295"/>
                  <a:pt x="611703" y="71764"/>
                  <a:pt x="610212" y="73210"/>
                </a:cubicBezTo>
                <a:cubicBezTo>
                  <a:pt x="608675" y="74701"/>
                  <a:pt x="607907" y="76396"/>
                  <a:pt x="607907" y="78294"/>
                </a:cubicBezTo>
                <a:cubicBezTo>
                  <a:pt x="607907" y="80463"/>
                  <a:pt x="608664" y="82237"/>
                  <a:pt x="610178" y="83615"/>
                </a:cubicBezTo>
                <a:cubicBezTo>
                  <a:pt x="611692" y="84994"/>
                  <a:pt x="613917" y="85683"/>
                  <a:pt x="616855" y="85683"/>
                </a:cubicBezTo>
                <a:cubicBezTo>
                  <a:pt x="619928" y="85683"/>
                  <a:pt x="622786" y="84937"/>
                  <a:pt x="625430" y="83446"/>
                </a:cubicBezTo>
                <a:cubicBezTo>
                  <a:pt x="628073" y="81955"/>
                  <a:pt x="629949" y="80136"/>
                  <a:pt x="631056" y="77989"/>
                </a:cubicBezTo>
                <a:cubicBezTo>
                  <a:pt x="632163" y="75843"/>
                  <a:pt x="632717" y="73052"/>
                  <a:pt x="632717" y="69617"/>
                </a:cubicBezTo>
                <a:lnTo>
                  <a:pt x="632717" y="65211"/>
                </a:lnTo>
                <a:close/>
                <a:moveTo>
                  <a:pt x="728568" y="27386"/>
                </a:moveTo>
                <a:lnTo>
                  <a:pt x="754395" y="27386"/>
                </a:lnTo>
                <a:lnTo>
                  <a:pt x="754395" y="95421"/>
                </a:lnTo>
                <a:lnTo>
                  <a:pt x="754463" y="98611"/>
                </a:lnTo>
                <a:cubicBezTo>
                  <a:pt x="754463" y="103133"/>
                  <a:pt x="753502" y="107441"/>
                  <a:pt x="751582" y="111533"/>
                </a:cubicBezTo>
                <a:cubicBezTo>
                  <a:pt x="749661" y="115626"/>
                  <a:pt x="747108" y="118938"/>
                  <a:pt x="743922" y="121470"/>
                </a:cubicBezTo>
                <a:cubicBezTo>
                  <a:pt x="740736" y="124003"/>
                  <a:pt x="736691" y="125833"/>
                  <a:pt x="731788" y="126963"/>
                </a:cubicBezTo>
                <a:cubicBezTo>
                  <a:pt x="726884" y="128094"/>
                  <a:pt x="721269" y="128660"/>
                  <a:pt x="714943" y="128660"/>
                </a:cubicBezTo>
                <a:cubicBezTo>
                  <a:pt x="700481" y="128660"/>
                  <a:pt x="690550" y="126485"/>
                  <a:pt x="685150" y="122136"/>
                </a:cubicBezTo>
                <a:cubicBezTo>
                  <a:pt x="679750" y="117787"/>
                  <a:pt x="677050" y="111966"/>
                  <a:pt x="677050" y="104672"/>
                </a:cubicBezTo>
                <a:cubicBezTo>
                  <a:pt x="677050" y="103767"/>
                  <a:pt x="677095" y="102544"/>
                  <a:pt x="677185" y="101003"/>
                </a:cubicBezTo>
                <a:lnTo>
                  <a:pt x="703961" y="104121"/>
                </a:lnTo>
                <a:cubicBezTo>
                  <a:pt x="704639" y="106584"/>
                  <a:pt x="705678" y="108285"/>
                  <a:pt x="707079" y="109224"/>
                </a:cubicBezTo>
                <a:cubicBezTo>
                  <a:pt x="709113" y="110612"/>
                  <a:pt x="711666" y="111307"/>
                  <a:pt x="714739" y="111307"/>
                </a:cubicBezTo>
                <a:cubicBezTo>
                  <a:pt x="718716" y="111307"/>
                  <a:pt x="721687" y="110242"/>
                  <a:pt x="723653" y="108112"/>
                </a:cubicBezTo>
                <a:cubicBezTo>
                  <a:pt x="725619" y="105982"/>
                  <a:pt x="726602" y="102267"/>
                  <a:pt x="726602" y="96965"/>
                </a:cubicBezTo>
                <a:lnTo>
                  <a:pt x="726602" y="86022"/>
                </a:lnTo>
                <a:cubicBezTo>
                  <a:pt x="723890" y="89231"/>
                  <a:pt x="721179" y="91558"/>
                  <a:pt x="718468" y="93004"/>
                </a:cubicBezTo>
                <a:cubicBezTo>
                  <a:pt x="714220" y="95264"/>
                  <a:pt x="709633" y="96393"/>
                  <a:pt x="704707" y="96393"/>
                </a:cubicBezTo>
                <a:cubicBezTo>
                  <a:pt x="695081" y="96393"/>
                  <a:pt x="687308" y="92195"/>
                  <a:pt x="681388" y="83798"/>
                </a:cubicBezTo>
                <a:cubicBezTo>
                  <a:pt x="677185" y="77838"/>
                  <a:pt x="675084" y="69959"/>
                  <a:pt x="675084" y="60161"/>
                </a:cubicBezTo>
                <a:cubicBezTo>
                  <a:pt x="675084" y="48965"/>
                  <a:pt x="677795" y="40432"/>
                  <a:pt x="683218" y="34563"/>
                </a:cubicBezTo>
                <a:cubicBezTo>
                  <a:pt x="688641" y="28694"/>
                  <a:pt x="695736" y="25759"/>
                  <a:pt x="704503" y="25759"/>
                </a:cubicBezTo>
                <a:cubicBezTo>
                  <a:pt x="710107" y="25759"/>
                  <a:pt x="714728" y="26712"/>
                  <a:pt x="718366" y="28617"/>
                </a:cubicBezTo>
                <a:cubicBezTo>
                  <a:pt x="722004" y="30520"/>
                  <a:pt x="725404" y="33671"/>
                  <a:pt x="728568" y="38069"/>
                </a:cubicBezTo>
                <a:lnTo>
                  <a:pt x="728568" y="27386"/>
                </a:lnTo>
                <a:moveTo>
                  <a:pt x="702605" y="62294"/>
                </a:moveTo>
                <a:cubicBezTo>
                  <a:pt x="702605" y="67469"/>
                  <a:pt x="703712" y="71305"/>
                  <a:pt x="705927" y="73803"/>
                </a:cubicBezTo>
                <a:cubicBezTo>
                  <a:pt x="708141" y="76300"/>
                  <a:pt x="711056" y="77549"/>
                  <a:pt x="714671" y="77549"/>
                </a:cubicBezTo>
                <a:cubicBezTo>
                  <a:pt x="718106" y="77549"/>
                  <a:pt x="720987" y="76255"/>
                  <a:pt x="723314" y="73668"/>
                </a:cubicBezTo>
                <a:cubicBezTo>
                  <a:pt x="725642" y="71081"/>
                  <a:pt x="726805" y="67176"/>
                  <a:pt x="726805" y="61955"/>
                </a:cubicBezTo>
                <a:cubicBezTo>
                  <a:pt x="726805" y="56736"/>
                  <a:pt x="725585" y="52743"/>
                  <a:pt x="723145" y="49976"/>
                </a:cubicBezTo>
                <a:cubicBezTo>
                  <a:pt x="720704" y="47208"/>
                  <a:pt x="717722" y="45824"/>
                  <a:pt x="714197" y="45824"/>
                </a:cubicBezTo>
                <a:cubicBezTo>
                  <a:pt x="710672" y="45824"/>
                  <a:pt x="707859" y="47096"/>
                  <a:pt x="705757" y="49639"/>
                </a:cubicBezTo>
                <a:cubicBezTo>
                  <a:pt x="703656" y="52181"/>
                  <a:pt x="702605" y="56400"/>
                  <a:pt x="702605" y="62294"/>
                </a:cubicBezTo>
                <a:close/>
                <a:moveTo>
                  <a:pt x="850979" y="70228"/>
                </a:moveTo>
                <a:lnTo>
                  <a:pt x="795665" y="70228"/>
                </a:lnTo>
                <a:cubicBezTo>
                  <a:pt x="796162" y="74635"/>
                  <a:pt x="797360" y="77919"/>
                  <a:pt x="799258" y="80078"/>
                </a:cubicBezTo>
                <a:cubicBezTo>
                  <a:pt x="801924" y="83182"/>
                  <a:pt x="805404" y="84734"/>
                  <a:pt x="809697" y="84734"/>
                </a:cubicBezTo>
                <a:cubicBezTo>
                  <a:pt x="812409" y="84734"/>
                  <a:pt x="814984" y="84063"/>
                  <a:pt x="817425" y="82722"/>
                </a:cubicBezTo>
                <a:cubicBezTo>
                  <a:pt x="818916" y="81871"/>
                  <a:pt x="820520" y="80373"/>
                  <a:pt x="822238" y="78226"/>
                </a:cubicBezTo>
                <a:lnTo>
                  <a:pt x="849420" y="80667"/>
                </a:lnTo>
                <a:cubicBezTo>
                  <a:pt x="845263" y="87921"/>
                  <a:pt x="840246" y="93125"/>
                  <a:pt x="834372" y="96277"/>
                </a:cubicBezTo>
                <a:cubicBezTo>
                  <a:pt x="828497" y="99428"/>
                  <a:pt x="820068" y="101003"/>
                  <a:pt x="809087" y="101003"/>
                </a:cubicBezTo>
                <a:cubicBezTo>
                  <a:pt x="799552" y="101003"/>
                  <a:pt x="792050" y="99658"/>
                  <a:pt x="786582" y="96970"/>
                </a:cubicBezTo>
                <a:cubicBezTo>
                  <a:pt x="781113" y="94281"/>
                  <a:pt x="776583" y="90010"/>
                  <a:pt x="772990" y="84158"/>
                </a:cubicBezTo>
                <a:cubicBezTo>
                  <a:pt x="769398" y="78305"/>
                  <a:pt x="767601" y="71425"/>
                  <a:pt x="767601" y="63517"/>
                </a:cubicBezTo>
                <a:cubicBezTo>
                  <a:pt x="767601" y="52264"/>
                  <a:pt x="771205" y="43158"/>
                  <a:pt x="778413" y="36198"/>
                </a:cubicBezTo>
                <a:cubicBezTo>
                  <a:pt x="785621" y="29239"/>
                  <a:pt x="795575" y="25759"/>
                  <a:pt x="808274" y="25759"/>
                </a:cubicBezTo>
                <a:cubicBezTo>
                  <a:pt x="818577" y="25759"/>
                  <a:pt x="826712" y="27318"/>
                  <a:pt x="832677" y="30436"/>
                </a:cubicBezTo>
                <a:cubicBezTo>
                  <a:pt x="838642" y="33555"/>
                  <a:pt x="843184" y="38074"/>
                  <a:pt x="846302" y="43994"/>
                </a:cubicBezTo>
                <a:cubicBezTo>
                  <a:pt x="849420" y="49914"/>
                  <a:pt x="850979" y="57619"/>
                  <a:pt x="850979" y="67109"/>
                </a:cubicBezTo>
                <a:lnTo>
                  <a:pt x="850979" y="70228"/>
                </a:lnTo>
                <a:moveTo>
                  <a:pt x="822916" y="56941"/>
                </a:moveTo>
                <a:cubicBezTo>
                  <a:pt x="822373" y="51657"/>
                  <a:pt x="820938" y="47873"/>
                  <a:pt x="818611" y="45589"/>
                </a:cubicBezTo>
                <a:cubicBezTo>
                  <a:pt x="816284" y="43305"/>
                  <a:pt x="813222" y="42164"/>
                  <a:pt x="809426" y="42164"/>
                </a:cubicBezTo>
                <a:cubicBezTo>
                  <a:pt x="805042" y="42164"/>
                  <a:pt x="801540" y="43888"/>
                  <a:pt x="798919" y="47337"/>
                </a:cubicBezTo>
                <a:cubicBezTo>
                  <a:pt x="797247" y="49486"/>
                  <a:pt x="796185" y="52688"/>
                  <a:pt x="795733" y="56941"/>
                </a:cubicBezTo>
                <a:lnTo>
                  <a:pt x="822916" y="56941"/>
                </a:lnTo>
                <a:close/>
                <a:moveTo>
                  <a:pt x="858762" y="79311"/>
                </a:moveTo>
                <a:lnTo>
                  <a:pt x="886148" y="76735"/>
                </a:lnTo>
                <a:cubicBezTo>
                  <a:pt x="887278" y="79989"/>
                  <a:pt x="888859" y="82316"/>
                  <a:pt x="890893" y="83717"/>
                </a:cubicBezTo>
                <a:cubicBezTo>
                  <a:pt x="892927" y="85118"/>
                  <a:pt x="895638" y="85819"/>
                  <a:pt x="899027" y="85819"/>
                </a:cubicBezTo>
                <a:cubicBezTo>
                  <a:pt x="902733" y="85819"/>
                  <a:pt x="905603" y="85031"/>
                  <a:pt x="907636" y="83457"/>
                </a:cubicBezTo>
                <a:cubicBezTo>
                  <a:pt x="909218" y="82287"/>
                  <a:pt x="910009" y="80825"/>
                  <a:pt x="910009" y="79070"/>
                </a:cubicBezTo>
                <a:cubicBezTo>
                  <a:pt x="910009" y="77090"/>
                  <a:pt x="908970" y="75560"/>
                  <a:pt x="906891" y="74481"/>
                </a:cubicBezTo>
                <a:cubicBezTo>
                  <a:pt x="905399" y="73716"/>
                  <a:pt x="901445" y="72771"/>
                  <a:pt x="895028" y="71647"/>
                </a:cubicBezTo>
                <a:cubicBezTo>
                  <a:pt x="885447" y="69982"/>
                  <a:pt x="878793" y="68439"/>
                  <a:pt x="875065" y="67018"/>
                </a:cubicBezTo>
                <a:cubicBezTo>
                  <a:pt x="871336" y="65596"/>
                  <a:pt x="868196" y="63193"/>
                  <a:pt x="865642" y="59809"/>
                </a:cubicBezTo>
                <a:cubicBezTo>
                  <a:pt x="863089" y="56424"/>
                  <a:pt x="861812" y="52565"/>
                  <a:pt x="861812" y="48233"/>
                </a:cubicBezTo>
                <a:cubicBezTo>
                  <a:pt x="861812" y="43495"/>
                  <a:pt x="863191" y="39411"/>
                  <a:pt x="865947" y="35982"/>
                </a:cubicBezTo>
                <a:cubicBezTo>
                  <a:pt x="868704" y="32552"/>
                  <a:pt x="872500" y="29991"/>
                  <a:pt x="877336" y="28299"/>
                </a:cubicBezTo>
                <a:cubicBezTo>
                  <a:pt x="882171" y="26606"/>
                  <a:pt x="888656" y="25759"/>
                  <a:pt x="896790" y="25759"/>
                </a:cubicBezTo>
                <a:cubicBezTo>
                  <a:pt x="905377" y="25759"/>
                  <a:pt x="911715" y="26414"/>
                  <a:pt x="915805" y="27725"/>
                </a:cubicBezTo>
                <a:cubicBezTo>
                  <a:pt x="919895" y="29036"/>
                  <a:pt x="923307" y="31069"/>
                  <a:pt x="926041" y="33826"/>
                </a:cubicBezTo>
                <a:cubicBezTo>
                  <a:pt x="928775" y="36582"/>
                  <a:pt x="931046" y="40311"/>
                  <a:pt x="932853" y="45011"/>
                </a:cubicBezTo>
                <a:lnTo>
                  <a:pt x="906687" y="47587"/>
                </a:lnTo>
                <a:cubicBezTo>
                  <a:pt x="906009" y="45303"/>
                  <a:pt x="904880" y="43624"/>
                  <a:pt x="903298" y="42549"/>
                </a:cubicBezTo>
                <a:cubicBezTo>
                  <a:pt x="901129" y="41117"/>
                  <a:pt x="898508" y="40401"/>
                  <a:pt x="895435" y="40401"/>
                </a:cubicBezTo>
                <a:cubicBezTo>
                  <a:pt x="892316" y="40401"/>
                  <a:pt x="890046" y="40953"/>
                  <a:pt x="888622" y="42056"/>
                </a:cubicBezTo>
                <a:cubicBezTo>
                  <a:pt x="887199" y="43157"/>
                  <a:pt x="886487" y="44495"/>
                  <a:pt x="886487" y="46070"/>
                </a:cubicBezTo>
                <a:cubicBezTo>
                  <a:pt x="886487" y="47825"/>
                  <a:pt x="887391" y="49153"/>
                  <a:pt x="889198" y="50052"/>
                </a:cubicBezTo>
                <a:cubicBezTo>
                  <a:pt x="891006" y="50952"/>
                  <a:pt x="894938" y="51762"/>
                  <a:pt x="900993" y="52482"/>
                </a:cubicBezTo>
                <a:cubicBezTo>
                  <a:pt x="910167" y="53516"/>
                  <a:pt x="916991" y="54958"/>
                  <a:pt x="921465" y="56808"/>
                </a:cubicBezTo>
                <a:cubicBezTo>
                  <a:pt x="925939" y="58658"/>
                  <a:pt x="929362" y="61297"/>
                  <a:pt x="931735" y="64726"/>
                </a:cubicBezTo>
                <a:cubicBezTo>
                  <a:pt x="934107" y="68155"/>
                  <a:pt x="935294" y="71923"/>
                  <a:pt x="935294" y="76030"/>
                </a:cubicBezTo>
                <a:cubicBezTo>
                  <a:pt x="935294" y="80180"/>
                  <a:pt x="934039" y="84219"/>
                  <a:pt x="931531" y="88145"/>
                </a:cubicBezTo>
                <a:cubicBezTo>
                  <a:pt x="929023" y="92069"/>
                  <a:pt x="925069" y="95194"/>
                  <a:pt x="919669" y="97518"/>
                </a:cubicBezTo>
                <a:cubicBezTo>
                  <a:pt x="914268" y="99841"/>
                  <a:pt x="906913" y="101003"/>
                  <a:pt x="897604" y="101003"/>
                </a:cubicBezTo>
                <a:cubicBezTo>
                  <a:pt x="884453" y="101003"/>
                  <a:pt x="875087" y="99122"/>
                  <a:pt x="869506" y="95360"/>
                </a:cubicBezTo>
                <a:cubicBezTo>
                  <a:pt x="863925" y="91596"/>
                  <a:pt x="860344" y="86246"/>
                  <a:pt x="858762" y="79311"/>
                </a:cubicBezTo>
                <a:close/>
              </a:path>
            </a:pathLst>
          </a:custGeom>
          <a:solidFill xmlns:a="http://schemas.openxmlformats.org/drawingml/2006/main">
            <a:srgbClr val="F5A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27,5%">
            <a:extLst xmlns:a="http://schemas.openxmlformats.org/drawingml/2006/main">
              <a:ext uri="{FF2B5EF4-FFF2-40B4-BE49-F238E27FC236}">
                <a16:creationId xmlns:a16="http://schemas.microsoft.com/office/drawing/2014/main" id="{BA30C194-9C36-458E-93B4-3D638279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0364" y="2586096"/>
            <a:ext cx="381002" cy="120661"/>
          </a:xfrm>
          <a:custGeom xmlns:a="http://schemas.openxmlformats.org/drawingml/2006/main">
            <a:pathLst>
              <a:path w="381002" h="120661">
                <a:moveTo>
                  <a:pt x="65776" y="89276"/>
                </a:moveTo>
                <a:lnTo>
                  <a:pt x="65776" y="101003"/>
                </a:lnTo>
                <a:lnTo>
                  <a:pt x="90" y="101003"/>
                </a:lnTo>
                <a:cubicBezTo>
                  <a:pt x="0" y="98067"/>
                  <a:pt x="475" y="95244"/>
                  <a:pt x="1514" y="92534"/>
                </a:cubicBezTo>
                <a:cubicBezTo>
                  <a:pt x="3186" y="88063"/>
                  <a:pt x="5864" y="83659"/>
                  <a:pt x="9547" y="79324"/>
                </a:cubicBezTo>
                <a:cubicBezTo>
                  <a:pt x="13230" y="74988"/>
                  <a:pt x="18551" y="69975"/>
                  <a:pt x="25511" y="64283"/>
                </a:cubicBezTo>
                <a:cubicBezTo>
                  <a:pt x="36311" y="55434"/>
                  <a:pt x="43610" y="48425"/>
                  <a:pt x="47406" y="43255"/>
                </a:cubicBezTo>
                <a:cubicBezTo>
                  <a:pt x="51202" y="38084"/>
                  <a:pt x="53100" y="33197"/>
                  <a:pt x="53100" y="28591"/>
                </a:cubicBezTo>
                <a:cubicBezTo>
                  <a:pt x="53100" y="23760"/>
                  <a:pt x="51371" y="19685"/>
                  <a:pt x="47914" y="16366"/>
                </a:cubicBezTo>
                <a:cubicBezTo>
                  <a:pt x="44457" y="13048"/>
                  <a:pt x="39949" y="11388"/>
                  <a:pt x="34391" y="11388"/>
                </a:cubicBezTo>
                <a:cubicBezTo>
                  <a:pt x="28516" y="11388"/>
                  <a:pt x="23816" y="13151"/>
                  <a:pt x="20291" y="16676"/>
                </a:cubicBezTo>
                <a:cubicBezTo>
                  <a:pt x="16766" y="20201"/>
                  <a:pt x="14981" y="25081"/>
                  <a:pt x="14936" y="31318"/>
                </a:cubicBezTo>
                <a:lnTo>
                  <a:pt x="2395" y="30028"/>
                </a:lnTo>
                <a:cubicBezTo>
                  <a:pt x="3254" y="20652"/>
                  <a:pt x="6485" y="13507"/>
                  <a:pt x="12089" y="8592"/>
                </a:cubicBezTo>
                <a:cubicBezTo>
                  <a:pt x="17692" y="3677"/>
                  <a:pt x="25217" y="1220"/>
                  <a:pt x="34662" y="1220"/>
                </a:cubicBezTo>
                <a:cubicBezTo>
                  <a:pt x="44197" y="1220"/>
                  <a:pt x="51744" y="3865"/>
                  <a:pt x="57303" y="9153"/>
                </a:cubicBezTo>
                <a:cubicBezTo>
                  <a:pt x="62861" y="14442"/>
                  <a:pt x="65641" y="20997"/>
                  <a:pt x="65641" y="28818"/>
                </a:cubicBezTo>
                <a:cubicBezTo>
                  <a:pt x="65641" y="32796"/>
                  <a:pt x="64827" y="36707"/>
                  <a:pt x="63200" y="40549"/>
                </a:cubicBezTo>
                <a:cubicBezTo>
                  <a:pt x="61573" y="44392"/>
                  <a:pt x="58873" y="48438"/>
                  <a:pt x="55100" y="52688"/>
                </a:cubicBezTo>
                <a:cubicBezTo>
                  <a:pt x="51326" y="56936"/>
                  <a:pt x="45056" y="62767"/>
                  <a:pt x="36289" y="70181"/>
                </a:cubicBezTo>
                <a:cubicBezTo>
                  <a:pt x="28968" y="76320"/>
                  <a:pt x="24268" y="80485"/>
                  <a:pt x="22189" y="82675"/>
                </a:cubicBezTo>
                <a:cubicBezTo>
                  <a:pt x="20110" y="84864"/>
                  <a:pt x="18393" y="87064"/>
                  <a:pt x="17037" y="89276"/>
                </a:cubicBezTo>
                <a:lnTo>
                  <a:pt x="65776" y="89276"/>
                </a:lnTo>
                <a:close/>
                <a:moveTo>
                  <a:pt x="79679" y="14574"/>
                </a:moveTo>
                <a:lnTo>
                  <a:pt x="79679" y="2847"/>
                </a:lnTo>
                <a:lnTo>
                  <a:pt x="144009" y="2847"/>
                </a:lnTo>
                <a:lnTo>
                  <a:pt x="144009" y="12337"/>
                </a:lnTo>
                <a:cubicBezTo>
                  <a:pt x="137683" y="19076"/>
                  <a:pt x="131412" y="28031"/>
                  <a:pt x="125199" y="39202"/>
                </a:cubicBezTo>
                <a:cubicBezTo>
                  <a:pt x="118985" y="50373"/>
                  <a:pt x="114183" y="61860"/>
                  <a:pt x="110794" y="73663"/>
                </a:cubicBezTo>
                <a:cubicBezTo>
                  <a:pt x="108353" y="81986"/>
                  <a:pt x="106794" y="91099"/>
                  <a:pt x="106116" y="101003"/>
                </a:cubicBezTo>
                <a:lnTo>
                  <a:pt x="93576" y="101003"/>
                </a:lnTo>
                <a:cubicBezTo>
                  <a:pt x="93711" y="93179"/>
                  <a:pt x="95248" y="83727"/>
                  <a:pt x="98185" y="72647"/>
                </a:cubicBezTo>
                <a:cubicBezTo>
                  <a:pt x="101123" y="61565"/>
                  <a:pt x="105337" y="50880"/>
                  <a:pt x="110828" y="40592"/>
                </a:cubicBezTo>
                <a:cubicBezTo>
                  <a:pt x="116318" y="30302"/>
                  <a:pt x="122159" y="21630"/>
                  <a:pt x="128351" y="14574"/>
                </a:cubicBezTo>
                <a:lnTo>
                  <a:pt x="79679" y="14574"/>
                </a:lnTo>
                <a:close/>
                <a:moveTo>
                  <a:pt x="162657" y="101003"/>
                </a:moveTo>
                <a:lnTo>
                  <a:pt x="162657" y="87039"/>
                </a:lnTo>
                <a:lnTo>
                  <a:pt x="176553" y="87039"/>
                </a:lnTo>
                <a:lnTo>
                  <a:pt x="176553" y="100963"/>
                </a:lnTo>
                <a:cubicBezTo>
                  <a:pt x="176553" y="106081"/>
                  <a:pt x="175650" y="110213"/>
                  <a:pt x="173842" y="113359"/>
                </a:cubicBezTo>
                <a:cubicBezTo>
                  <a:pt x="172034" y="116507"/>
                  <a:pt x="169165" y="118941"/>
                  <a:pt x="165233" y="120661"/>
                </a:cubicBezTo>
                <a:lnTo>
                  <a:pt x="161844" y="115374"/>
                </a:lnTo>
                <a:cubicBezTo>
                  <a:pt x="164419" y="114250"/>
                  <a:pt x="166318" y="112597"/>
                  <a:pt x="167538" y="110415"/>
                </a:cubicBezTo>
                <a:cubicBezTo>
                  <a:pt x="168758" y="108233"/>
                  <a:pt x="169436" y="105096"/>
                  <a:pt x="169571" y="101003"/>
                </a:cubicBezTo>
                <a:lnTo>
                  <a:pt x="162657" y="101003"/>
                </a:lnTo>
                <a:close/>
                <a:moveTo>
                  <a:pt x="194648" y="74837"/>
                </a:moveTo>
                <a:lnTo>
                  <a:pt x="207460" y="73752"/>
                </a:lnTo>
                <a:cubicBezTo>
                  <a:pt x="208409" y="79968"/>
                  <a:pt x="210612" y="84640"/>
                  <a:pt x="214069" y="87770"/>
                </a:cubicBezTo>
                <a:cubicBezTo>
                  <a:pt x="217527" y="90898"/>
                  <a:pt x="221696" y="92462"/>
                  <a:pt x="226576" y="92462"/>
                </a:cubicBezTo>
                <a:cubicBezTo>
                  <a:pt x="232451" y="92462"/>
                  <a:pt x="237422" y="90251"/>
                  <a:pt x="241489" y="85829"/>
                </a:cubicBezTo>
                <a:cubicBezTo>
                  <a:pt x="245557" y="81406"/>
                  <a:pt x="247590" y="75540"/>
                  <a:pt x="247590" y="68230"/>
                </a:cubicBezTo>
                <a:cubicBezTo>
                  <a:pt x="247590" y="61280"/>
                  <a:pt x="245636" y="55797"/>
                  <a:pt x="241727" y="51781"/>
                </a:cubicBezTo>
                <a:cubicBezTo>
                  <a:pt x="237818" y="47765"/>
                  <a:pt x="232700" y="45756"/>
                  <a:pt x="226373" y="45756"/>
                </a:cubicBezTo>
                <a:cubicBezTo>
                  <a:pt x="222441" y="45756"/>
                  <a:pt x="218894" y="46643"/>
                  <a:pt x="215730" y="48415"/>
                </a:cubicBezTo>
                <a:cubicBezTo>
                  <a:pt x="212567" y="50187"/>
                  <a:pt x="210081" y="52487"/>
                  <a:pt x="208274" y="55314"/>
                </a:cubicBezTo>
                <a:lnTo>
                  <a:pt x="196818" y="53823"/>
                </a:lnTo>
                <a:lnTo>
                  <a:pt x="206443" y="2847"/>
                </a:lnTo>
                <a:lnTo>
                  <a:pt x="255860" y="2847"/>
                </a:lnTo>
                <a:lnTo>
                  <a:pt x="255860" y="14371"/>
                </a:lnTo>
                <a:lnTo>
                  <a:pt x="216205" y="14371"/>
                </a:lnTo>
                <a:lnTo>
                  <a:pt x="210850" y="41147"/>
                </a:lnTo>
                <a:cubicBezTo>
                  <a:pt x="216815" y="37034"/>
                  <a:pt x="223074" y="34978"/>
                  <a:pt x="229627" y="34978"/>
                </a:cubicBezTo>
                <a:cubicBezTo>
                  <a:pt x="238303" y="34978"/>
                  <a:pt x="245624" y="37987"/>
                  <a:pt x="251590" y="44004"/>
                </a:cubicBezTo>
                <a:cubicBezTo>
                  <a:pt x="257555" y="50021"/>
                  <a:pt x="260538" y="57755"/>
                  <a:pt x="260538" y="67209"/>
                </a:cubicBezTo>
                <a:cubicBezTo>
                  <a:pt x="260538" y="76212"/>
                  <a:pt x="257916" y="83993"/>
                  <a:pt x="252674" y="90551"/>
                </a:cubicBezTo>
                <a:cubicBezTo>
                  <a:pt x="246302" y="98604"/>
                  <a:pt x="237603" y="102630"/>
                  <a:pt x="226576" y="102630"/>
                </a:cubicBezTo>
                <a:cubicBezTo>
                  <a:pt x="217538" y="102630"/>
                  <a:pt x="210160" y="100093"/>
                  <a:pt x="204444" y="95019"/>
                </a:cubicBezTo>
                <a:cubicBezTo>
                  <a:pt x="198727" y="89944"/>
                  <a:pt x="195462" y="83217"/>
                  <a:pt x="194648" y="74837"/>
                </a:cubicBezTo>
                <a:close/>
                <a:moveTo>
                  <a:pt x="274169" y="25590"/>
                </a:moveTo>
                <a:cubicBezTo>
                  <a:pt x="274169" y="18485"/>
                  <a:pt x="275955" y="12444"/>
                  <a:pt x="279525" y="7467"/>
                </a:cubicBezTo>
                <a:cubicBezTo>
                  <a:pt x="283095" y="2489"/>
                  <a:pt x="288269" y="0"/>
                  <a:pt x="295048" y="0"/>
                </a:cubicBezTo>
                <a:cubicBezTo>
                  <a:pt x="301284" y="0"/>
                  <a:pt x="306447" y="2229"/>
                  <a:pt x="310537" y="6686"/>
                </a:cubicBezTo>
                <a:cubicBezTo>
                  <a:pt x="314627" y="11143"/>
                  <a:pt x="316672" y="17692"/>
                  <a:pt x="316672" y="26335"/>
                </a:cubicBezTo>
                <a:cubicBezTo>
                  <a:pt x="316672" y="34752"/>
                  <a:pt x="314605" y="41234"/>
                  <a:pt x="310469" y="45782"/>
                </a:cubicBezTo>
                <a:cubicBezTo>
                  <a:pt x="306334" y="50329"/>
                  <a:pt x="301239" y="52603"/>
                  <a:pt x="295183" y="52603"/>
                </a:cubicBezTo>
                <a:cubicBezTo>
                  <a:pt x="289173" y="52603"/>
                  <a:pt x="284168" y="50363"/>
                  <a:pt x="280169" y="45883"/>
                </a:cubicBezTo>
                <a:cubicBezTo>
                  <a:pt x="276169" y="41404"/>
                  <a:pt x="274169" y="34639"/>
                  <a:pt x="274169" y="25590"/>
                </a:cubicBezTo>
                <a:moveTo>
                  <a:pt x="295387" y="8406"/>
                </a:moveTo>
                <a:cubicBezTo>
                  <a:pt x="292359" y="8406"/>
                  <a:pt x="289840" y="9719"/>
                  <a:pt x="287829" y="12346"/>
                </a:cubicBezTo>
                <a:cubicBezTo>
                  <a:pt x="285818" y="14971"/>
                  <a:pt x="284812" y="19792"/>
                  <a:pt x="284812" y="26810"/>
                </a:cubicBezTo>
                <a:cubicBezTo>
                  <a:pt x="284812" y="33195"/>
                  <a:pt x="285829" y="37689"/>
                  <a:pt x="287862" y="40293"/>
                </a:cubicBezTo>
                <a:cubicBezTo>
                  <a:pt x="289896" y="42896"/>
                  <a:pt x="292404" y="44197"/>
                  <a:pt x="295387" y="44197"/>
                </a:cubicBezTo>
                <a:cubicBezTo>
                  <a:pt x="298460" y="44197"/>
                  <a:pt x="301002" y="42885"/>
                  <a:pt x="303013" y="40259"/>
                </a:cubicBezTo>
                <a:cubicBezTo>
                  <a:pt x="305024" y="37632"/>
                  <a:pt x="306029" y="32833"/>
                  <a:pt x="306029" y="25861"/>
                </a:cubicBezTo>
                <a:cubicBezTo>
                  <a:pt x="306029" y="19431"/>
                  <a:pt x="305013" y="14915"/>
                  <a:pt x="302979" y="12312"/>
                </a:cubicBezTo>
                <a:cubicBezTo>
                  <a:pt x="300945" y="9708"/>
                  <a:pt x="298415" y="8406"/>
                  <a:pt x="295387" y="8406"/>
                </a:cubicBezTo>
                <a:moveTo>
                  <a:pt x="295455" y="104663"/>
                </a:moveTo>
                <a:lnTo>
                  <a:pt x="349820" y="0"/>
                </a:lnTo>
                <a:lnTo>
                  <a:pt x="359717" y="0"/>
                </a:lnTo>
                <a:lnTo>
                  <a:pt x="305555" y="104663"/>
                </a:lnTo>
                <a:lnTo>
                  <a:pt x="295455" y="104663"/>
                </a:lnTo>
                <a:moveTo>
                  <a:pt x="338432" y="77650"/>
                </a:moveTo>
                <a:cubicBezTo>
                  <a:pt x="338432" y="70500"/>
                  <a:pt x="340217" y="64448"/>
                  <a:pt x="343787" y="59494"/>
                </a:cubicBezTo>
                <a:cubicBezTo>
                  <a:pt x="347357" y="54538"/>
                  <a:pt x="352554" y="52061"/>
                  <a:pt x="359378" y="52061"/>
                </a:cubicBezTo>
                <a:cubicBezTo>
                  <a:pt x="365614" y="52061"/>
                  <a:pt x="370777" y="54289"/>
                  <a:pt x="374867" y="58746"/>
                </a:cubicBezTo>
                <a:cubicBezTo>
                  <a:pt x="378957" y="63203"/>
                  <a:pt x="381002" y="69753"/>
                  <a:pt x="381002" y="78396"/>
                </a:cubicBezTo>
                <a:cubicBezTo>
                  <a:pt x="381002" y="86813"/>
                  <a:pt x="378935" y="93295"/>
                  <a:pt x="374800" y="97842"/>
                </a:cubicBezTo>
                <a:cubicBezTo>
                  <a:pt x="370664" y="102390"/>
                  <a:pt x="365547" y="104663"/>
                  <a:pt x="359446" y="104663"/>
                </a:cubicBezTo>
                <a:cubicBezTo>
                  <a:pt x="353435" y="104663"/>
                  <a:pt x="348430" y="102412"/>
                  <a:pt x="344431" y="97910"/>
                </a:cubicBezTo>
                <a:cubicBezTo>
                  <a:pt x="340431" y="93408"/>
                  <a:pt x="338432" y="86655"/>
                  <a:pt x="338432" y="77650"/>
                </a:cubicBezTo>
                <a:moveTo>
                  <a:pt x="359717" y="60466"/>
                </a:moveTo>
                <a:cubicBezTo>
                  <a:pt x="356644" y="60466"/>
                  <a:pt x="354102" y="61780"/>
                  <a:pt x="352091" y="64406"/>
                </a:cubicBezTo>
                <a:cubicBezTo>
                  <a:pt x="350080" y="67032"/>
                  <a:pt x="349074" y="71853"/>
                  <a:pt x="349074" y="78870"/>
                </a:cubicBezTo>
                <a:cubicBezTo>
                  <a:pt x="349074" y="85210"/>
                  <a:pt x="350091" y="89693"/>
                  <a:pt x="352125" y="92320"/>
                </a:cubicBezTo>
                <a:cubicBezTo>
                  <a:pt x="354158" y="94945"/>
                  <a:pt x="356666" y="96258"/>
                  <a:pt x="359649" y="96258"/>
                </a:cubicBezTo>
                <a:cubicBezTo>
                  <a:pt x="362767" y="96258"/>
                  <a:pt x="365332" y="94945"/>
                  <a:pt x="367343" y="92320"/>
                </a:cubicBezTo>
                <a:cubicBezTo>
                  <a:pt x="369354" y="89693"/>
                  <a:pt x="370359" y="84894"/>
                  <a:pt x="370359" y="77921"/>
                </a:cubicBezTo>
                <a:cubicBezTo>
                  <a:pt x="370359" y="71491"/>
                  <a:pt x="369343" y="66975"/>
                  <a:pt x="367309" y="64372"/>
                </a:cubicBezTo>
                <a:cubicBezTo>
                  <a:pt x="365275" y="61768"/>
                  <a:pt x="362745" y="60466"/>
                  <a:pt x="359717" y="60466"/>
                </a:cubicBezTo>
                <a:close/>
              </a:path>
            </a:pathLst>
          </a:custGeom>
          <a:solidFill xmlns:a="http://schemas.openxmlformats.org/drawingml/2006/main">
            <a:srgbClr val="F5A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25K">
            <a:extLst xmlns:a="http://schemas.openxmlformats.org/drawingml/2006/main">
              <a:ext uri="{FF2B5EF4-FFF2-40B4-BE49-F238E27FC236}">
                <a16:creationId xmlns:a16="http://schemas.microsoft.com/office/drawing/2014/main" id="{E95E488C-B136-4DF4-957B-779AD352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983" y="3041897"/>
            <a:ext cx="439018" cy="152027"/>
          </a:xfrm>
          <a:custGeom xmlns:a="http://schemas.openxmlformats.org/drawingml/2006/main">
            <a:pathLst>
              <a:path w="439018" h="152027">
                <a:moveTo>
                  <a:pt x="122383" y="149423"/>
                </a:moveTo>
                <a:lnTo>
                  <a:pt x="0" y="149423"/>
                </a:lnTo>
                <a:cubicBezTo>
                  <a:pt x="1402" y="137338"/>
                  <a:pt x="5658" y="125971"/>
                  <a:pt x="12769" y="115322"/>
                </a:cubicBezTo>
                <a:cubicBezTo>
                  <a:pt x="19880" y="104673"/>
                  <a:pt x="33216" y="92104"/>
                  <a:pt x="52779" y="77616"/>
                </a:cubicBezTo>
                <a:cubicBezTo>
                  <a:pt x="64730" y="68736"/>
                  <a:pt x="72375" y="61993"/>
                  <a:pt x="75713" y="57386"/>
                </a:cubicBezTo>
                <a:cubicBezTo>
                  <a:pt x="79051" y="52779"/>
                  <a:pt x="80721" y="48406"/>
                  <a:pt x="80721" y="44266"/>
                </a:cubicBezTo>
                <a:cubicBezTo>
                  <a:pt x="80721" y="39793"/>
                  <a:pt x="79068" y="35970"/>
                  <a:pt x="75763" y="32799"/>
                </a:cubicBezTo>
                <a:cubicBezTo>
                  <a:pt x="72458" y="29628"/>
                  <a:pt x="68302" y="28042"/>
                  <a:pt x="63295" y="28042"/>
                </a:cubicBezTo>
                <a:cubicBezTo>
                  <a:pt x="58087" y="28042"/>
                  <a:pt x="53830" y="29663"/>
                  <a:pt x="50525" y="32905"/>
                </a:cubicBezTo>
                <a:cubicBezTo>
                  <a:pt x="47221" y="36148"/>
                  <a:pt x="45001" y="41871"/>
                  <a:pt x="43866" y="50075"/>
                </a:cubicBezTo>
                <a:lnTo>
                  <a:pt x="3004" y="46801"/>
                </a:lnTo>
                <a:cubicBezTo>
                  <a:pt x="4607" y="35334"/>
                  <a:pt x="7545" y="26384"/>
                  <a:pt x="11818" y="19952"/>
                </a:cubicBezTo>
                <a:cubicBezTo>
                  <a:pt x="16091" y="13517"/>
                  <a:pt x="22116" y="8584"/>
                  <a:pt x="29895" y="5151"/>
                </a:cubicBezTo>
                <a:cubicBezTo>
                  <a:pt x="37673" y="1717"/>
                  <a:pt x="48439" y="0"/>
                  <a:pt x="62193" y="0"/>
                </a:cubicBezTo>
                <a:cubicBezTo>
                  <a:pt x="76548" y="0"/>
                  <a:pt x="87714" y="1638"/>
                  <a:pt x="95693" y="4914"/>
                </a:cubicBezTo>
                <a:cubicBezTo>
                  <a:pt x="103671" y="8189"/>
                  <a:pt x="109948" y="13220"/>
                  <a:pt x="114521" y="20005"/>
                </a:cubicBezTo>
                <a:cubicBezTo>
                  <a:pt x="119095" y="26790"/>
                  <a:pt x="121381" y="34394"/>
                  <a:pt x="121381" y="42817"/>
                </a:cubicBezTo>
                <a:cubicBezTo>
                  <a:pt x="121381" y="51774"/>
                  <a:pt x="118761" y="60331"/>
                  <a:pt x="113520" y="68487"/>
                </a:cubicBezTo>
                <a:cubicBezTo>
                  <a:pt x="108278" y="76643"/>
                  <a:pt x="98747" y="85594"/>
                  <a:pt x="84927" y="95342"/>
                </a:cubicBezTo>
                <a:cubicBezTo>
                  <a:pt x="76715" y="101018"/>
                  <a:pt x="71223" y="104990"/>
                  <a:pt x="68452" y="107260"/>
                </a:cubicBezTo>
                <a:cubicBezTo>
                  <a:pt x="65681" y="109530"/>
                  <a:pt x="62427" y="112501"/>
                  <a:pt x="58688" y="116173"/>
                </a:cubicBezTo>
                <a:lnTo>
                  <a:pt x="122383" y="116173"/>
                </a:lnTo>
                <a:lnTo>
                  <a:pt x="122383" y="149423"/>
                </a:lnTo>
                <a:close/>
                <a:moveTo>
                  <a:pt x="156315" y="2604"/>
                </a:moveTo>
                <a:lnTo>
                  <a:pt x="253159" y="2604"/>
                </a:lnTo>
                <a:lnTo>
                  <a:pt x="253159" y="35253"/>
                </a:lnTo>
                <a:lnTo>
                  <a:pt x="187561" y="35253"/>
                </a:lnTo>
                <a:lnTo>
                  <a:pt x="184056" y="57286"/>
                </a:lnTo>
                <a:cubicBezTo>
                  <a:pt x="188596" y="55149"/>
                  <a:pt x="193086" y="53547"/>
                  <a:pt x="197526" y="52478"/>
                </a:cubicBezTo>
                <a:cubicBezTo>
                  <a:pt x="201966" y="51410"/>
                  <a:pt x="206356" y="50876"/>
                  <a:pt x="210696" y="50876"/>
                </a:cubicBezTo>
                <a:cubicBezTo>
                  <a:pt x="225384" y="50876"/>
                  <a:pt x="237302" y="55316"/>
                  <a:pt x="246449" y="64196"/>
                </a:cubicBezTo>
                <a:cubicBezTo>
                  <a:pt x="255596" y="73076"/>
                  <a:pt x="260170" y="84259"/>
                  <a:pt x="260170" y="97746"/>
                </a:cubicBezTo>
                <a:cubicBezTo>
                  <a:pt x="260170" y="107227"/>
                  <a:pt x="257816" y="116340"/>
                  <a:pt x="253109" y="125087"/>
                </a:cubicBezTo>
                <a:cubicBezTo>
                  <a:pt x="248402" y="133833"/>
                  <a:pt x="241725" y="140510"/>
                  <a:pt x="233079" y="145117"/>
                </a:cubicBezTo>
                <a:cubicBezTo>
                  <a:pt x="224433" y="149724"/>
                  <a:pt x="213366" y="152027"/>
                  <a:pt x="199880" y="152027"/>
                </a:cubicBezTo>
                <a:cubicBezTo>
                  <a:pt x="190198" y="152027"/>
                  <a:pt x="181903" y="151109"/>
                  <a:pt x="174992" y="149273"/>
                </a:cubicBezTo>
                <a:cubicBezTo>
                  <a:pt x="168082" y="147437"/>
                  <a:pt x="162207" y="144699"/>
                  <a:pt x="157366" y="141061"/>
                </a:cubicBezTo>
                <a:cubicBezTo>
                  <a:pt x="152526" y="137422"/>
                  <a:pt x="148603" y="133299"/>
                  <a:pt x="145599" y="128692"/>
                </a:cubicBezTo>
                <a:cubicBezTo>
                  <a:pt x="142594" y="124085"/>
                  <a:pt x="140090" y="118343"/>
                  <a:pt x="138087" y="111466"/>
                </a:cubicBezTo>
                <a:lnTo>
                  <a:pt x="179349" y="106960"/>
                </a:lnTo>
                <a:cubicBezTo>
                  <a:pt x="180350" y="113570"/>
                  <a:pt x="182687" y="118594"/>
                  <a:pt x="186359" y="122032"/>
                </a:cubicBezTo>
                <a:cubicBezTo>
                  <a:pt x="190032" y="125471"/>
                  <a:pt x="194405" y="127190"/>
                  <a:pt x="199479" y="127190"/>
                </a:cubicBezTo>
                <a:cubicBezTo>
                  <a:pt x="205154" y="127190"/>
                  <a:pt x="209844" y="125037"/>
                  <a:pt x="213550" y="120730"/>
                </a:cubicBezTo>
                <a:cubicBezTo>
                  <a:pt x="217256" y="116424"/>
                  <a:pt x="219108" y="109998"/>
                  <a:pt x="219108" y="101451"/>
                </a:cubicBezTo>
                <a:cubicBezTo>
                  <a:pt x="219108" y="92705"/>
                  <a:pt x="217239" y="86296"/>
                  <a:pt x="213500" y="82223"/>
                </a:cubicBezTo>
                <a:cubicBezTo>
                  <a:pt x="209761" y="78150"/>
                  <a:pt x="204787" y="76114"/>
                  <a:pt x="198578" y="76114"/>
                </a:cubicBezTo>
                <a:cubicBezTo>
                  <a:pt x="194638" y="76114"/>
                  <a:pt x="190833" y="77082"/>
                  <a:pt x="187161" y="79018"/>
                </a:cubicBezTo>
                <a:cubicBezTo>
                  <a:pt x="184423" y="80420"/>
                  <a:pt x="181419" y="82957"/>
                  <a:pt x="178147" y="86629"/>
                </a:cubicBezTo>
                <a:lnTo>
                  <a:pt x="143395" y="81622"/>
                </a:lnTo>
                <a:lnTo>
                  <a:pt x="156315" y="2604"/>
                </a:lnTo>
                <a:close/>
                <a:moveTo>
                  <a:pt x="283386" y="2604"/>
                </a:moveTo>
                <a:lnTo>
                  <a:pt x="328753" y="2604"/>
                </a:lnTo>
                <a:lnTo>
                  <a:pt x="328753" y="58087"/>
                </a:lnTo>
                <a:lnTo>
                  <a:pt x="376324" y="2604"/>
                </a:lnTo>
                <a:lnTo>
                  <a:pt x="436615" y="2604"/>
                </a:lnTo>
                <a:lnTo>
                  <a:pt x="383135" y="57987"/>
                </a:lnTo>
                <a:lnTo>
                  <a:pt x="439018" y="149423"/>
                </a:lnTo>
                <a:lnTo>
                  <a:pt x="383135" y="149423"/>
                </a:lnTo>
                <a:lnTo>
                  <a:pt x="352188" y="89033"/>
                </a:lnTo>
                <a:lnTo>
                  <a:pt x="328753" y="113570"/>
                </a:lnTo>
                <a:lnTo>
                  <a:pt x="328753" y="149423"/>
                </a:lnTo>
                <a:lnTo>
                  <a:pt x="283386" y="149423"/>
                </a:lnTo>
                <a:lnTo>
                  <a:pt x="283386" y="2604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Claims">
            <a:extLst xmlns:a="http://schemas.openxmlformats.org/drawingml/2006/main">
              <a:ext uri="{FF2B5EF4-FFF2-40B4-BE49-F238E27FC236}">
                <a16:creationId xmlns:a16="http://schemas.microsoft.com/office/drawing/2014/main" id="{C657D6DD-8A3A-4FCE-9B91-9500851A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102" y="3235099"/>
            <a:ext cx="427065" cy="106529"/>
          </a:xfrm>
          <a:custGeom xmlns:a="http://schemas.openxmlformats.org/drawingml/2006/main">
            <a:pathLst>
              <a:path w="427065" h="106529">
                <a:moveTo>
                  <a:pt x="77438" y="68584"/>
                </a:moveTo>
                <a:lnTo>
                  <a:pt x="91070" y="72027"/>
                </a:lnTo>
                <a:cubicBezTo>
                  <a:pt x="88212" y="83247"/>
                  <a:pt x="83071" y="91802"/>
                  <a:pt x="75646" y="97693"/>
                </a:cubicBezTo>
                <a:cubicBezTo>
                  <a:pt x="68220" y="103584"/>
                  <a:pt x="59144" y="106529"/>
                  <a:pt x="48416" y="106529"/>
                </a:cubicBezTo>
                <a:cubicBezTo>
                  <a:pt x="37313" y="106529"/>
                  <a:pt x="28284" y="104269"/>
                  <a:pt x="21327" y="99748"/>
                </a:cubicBezTo>
                <a:cubicBezTo>
                  <a:pt x="14370" y="95228"/>
                  <a:pt x="9077" y="88681"/>
                  <a:pt x="5446" y="80108"/>
                </a:cubicBezTo>
                <a:cubicBezTo>
                  <a:pt x="1815" y="71535"/>
                  <a:pt x="0" y="62329"/>
                  <a:pt x="0" y="52492"/>
                </a:cubicBezTo>
                <a:cubicBezTo>
                  <a:pt x="0" y="41764"/>
                  <a:pt x="2050" y="32406"/>
                  <a:pt x="6149" y="24419"/>
                </a:cubicBezTo>
                <a:cubicBezTo>
                  <a:pt x="10248" y="16431"/>
                  <a:pt x="16080" y="10365"/>
                  <a:pt x="23646" y="6219"/>
                </a:cubicBezTo>
                <a:cubicBezTo>
                  <a:pt x="31212" y="2073"/>
                  <a:pt x="39539" y="0"/>
                  <a:pt x="48627" y="0"/>
                </a:cubicBezTo>
                <a:cubicBezTo>
                  <a:pt x="58933" y="0"/>
                  <a:pt x="67600" y="2623"/>
                  <a:pt x="74627" y="7870"/>
                </a:cubicBezTo>
                <a:cubicBezTo>
                  <a:pt x="81654" y="13117"/>
                  <a:pt x="86549" y="20495"/>
                  <a:pt x="89313" y="30005"/>
                </a:cubicBezTo>
                <a:lnTo>
                  <a:pt x="75892" y="33167"/>
                </a:lnTo>
                <a:cubicBezTo>
                  <a:pt x="73502" y="25647"/>
                  <a:pt x="70036" y="20172"/>
                  <a:pt x="65492" y="16742"/>
                </a:cubicBezTo>
                <a:cubicBezTo>
                  <a:pt x="60948" y="13310"/>
                  <a:pt x="55232" y="11595"/>
                  <a:pt x="48346" y="11595"/>
                </a:cubicBezTo>
                <a:cubicBezTo>
                  <a:pt x="40429" y="11595"/>
                  <a:pt x="33812" y="13495"/>
                  <a:pt x="28494" y="17297"/>
                </a:cubicBezTo>
                <a:cubicBezTo>
                  <a:pt x="23177" y="21098"/>
                  <a:pt x="19441" y="26201"/>
                  <a:pt x="17286" y="32607"/>
                </a:cubicBezTo>
                <a:cubicBezTo>
                  <a:pt x="15131" y="39012"/>
                  <a:pt x="14054" y="45616"/>
                  <a:pt x="14054" y="52419"/>
                </a:cubicBezTo>
                <a:cubicBezTo>
                  <a:pt x="14054" y="61194"/>
                  <a:pt x="15331" y="68855"/>
                  <a:pt x="17884" y="75402"/>
                </a:cubicBezTo>
                <a:cubicBezTo>
                  <a:pt x="20437" y="81949"/>
                  <a:pt x="24407" y="86841"/>
                  <a:pt x="29794" y="90080"/>
                </a:cubicBezTo>
                <a:cubicBezTo>
                  <a:pt x="35182" y="93316"/>
                  <a:pt x="41014" y="94935"/>
                  <a:pt x="47292" y="94935"/>
                </a:cubicBezTo>
                <a:cubicBezTo>
                  <a:pt x="54928" y="94935"/>
                  <a:pt x="61393" y="92721"/>
                  <a:pt x="66686" y="88294"/>
                </a:cubicBezTo>
                <a:cubicBezTo>
                  <a:pt x="71980" y="83867"/>
                  <a:pt x="75564" y="77297"/>
                  <a:pt x="77438" y="68584"/>
                </a:cubicBezTo>
                <a:close/>
                <a:moveTo>
                  <a:pt x="105972" y="104843"/>
                </a:moveTo>
                <a:lnTo>
                  <a:pt x="105972" y="1827"/>
                </a:lnTo>
                <a:lnTo>
                  <a:pt x="118620" y="1827"/>
                </a:lnTo>
                <a:lnTo>
                  <a:pt x="118620" y="104843"/>
                </a:lnTo>
                <a:lnTo>
                  <a:pt x="105972" y="104843"/>
                </a:lnTo>
                <a:close/>
                <a:moveTo>
                  <a:pt x="186928" y="95629"/>
                </a:moveTo>
                <a:cubicBezTo>
                  <a:pt x="182243" y="99614"/>
                  <a:pt x="177734" y="102427"/>
                  <a:pt x="173401" y="104068"/>
                </a:cubicBezTo>
                <a:cubicBezTo>
                  <a:pt x="169067" y="105709"/>
                  <a:pt x="164418" y="106529"/>
                  <a:pt x="159452" y="106529"/>
                </a:cubicBezTo>
                <a:cubicBezTo>
                  <a:pt x="151254" y="106529"/>
                  <a:pt x="144953" y="104525"/>
                  <a:pt x="140549" y="100517"/>
                </a:cubicBezTo>
                <a:cubicBezTo>
                  <a:pt x="136146" y="96509"/>
                  <a:pt x="133944" y="91387"/>
                  <a:pt x="133944" y="85152"/>
                </a:cubicBezTo>
                <a:cubicBezTo>
                  <a:pt x="133944" y="81496"/>
                  <a:pt x="134776" y="78157"/>
                  <a:pt x="136439" y="75134"/>
                </a:cubicBezTo>
                <a:cubicBezTo>
                  <a:pt x="138102" y="72109"/>
                  <a:pt x="140280" y="69683"/>
                  <a:pt x="142974" y="67854"/>
                </a:cubicBezTo>
                <a:cubicBezTo>
                  <a:pt x="145667" y="66026"/>
                  <a:pt x="148701" y="64643"/>
                  <a:pt x="152074" y="63706"/>
                </a:cubicBezTo>
                <a:cubicBezTo>
                  <a:pt x="154557" y="63049"/>
                  <a:pt x="158304" y="62416"/>
                  <a:pt x="163317" y="61807"/>
                </a:cubicBezTo>
                <a:cubicBezTo>
                  <a:pt x="173529" y="60598"/>
                  <a:pt x="181048" y="59156"/>
                  <a:pt x="185874" y="57481"/>
                </a:cubicBezTo>
                <a:cubicBezTo>
                  <a:pt x="185920" y="55755"/>
                  <a:pt x="185944" y="54658"/>
                  <a:pt x="185944" y="54191"/>
                </a:cubicBezTo>
                <a:cubicBezTo>
                  <a:pt x="185944" y="49057"/>
                  <a:pt x="184749" y="45441"/>
                  <a:pt x="182360" y="43341"/>
                </a:cubicBezTo>
                <a:cubicBezTo>
                  <a:pt x="179128" y="40494"/>
                  <a:pt x="174326" y="39070"/>
                  <a:pt x="167955" y="39070"/>
                </a:cubicBezTo>
                <a:cubicBezTo>
                  <a:pt x="162005" y="39070"/>
                  <a:pt x="157613" y="40112"/>
                  <a:pt x="154779" y="42197"/>
                </a:cubicBezTo>
                <a:cubicBezTo>
                  <a:pt x="151945" y="44282"/>
                  <a:pt x="149848" y="47971"/>
                  <a:pt x="148490" y="53265"/>
                </a:cubicBezTo>
                <a:lnTo>
                  <a:pt x="136122" y="51578"/>
                </a:lnTo>
                <a:cubicBezTo>
                  <a:pt x="137247" y="46268"/>
                  <a:pt x="139097" y="41980"/>
                  <a:pt x="141674" y="38714"/>
                </a:cubicBezTo>
                <a:cubicBezTo>
                  <a:pt x="144250" y="35448"/>
                  <a:pt x="147975" y="32935"/>
                  <a:pt x="152847" y="31174"/>
                </a:cubicBezTo>
                <a:cubicBezTo>
                  <a:pt x="157719" y="29411"/>
                  <a:pt x="163364" y="28530"/>
                  <a:pt x="169782" y="28530"/>
                </a:cubicBezTo>
                <a:cubicBezTo>
                  <a:pt x="176153" y="28530"/>
                  <a:pt x="181329" y="29279"/>
                  <a:pt x="185311" y="30778"/>
                </a:cubicBezTo>
                <a:cubicBezTo>
                  <a:pt x="189293" y="32277"/>
                  <a:pt x="192221" y="34163"/>
                  <a:pt x="194095" y="36435"/>
                </a:cubicBezTo>
                <a:cubicBezTo>
                  <a:pt x="195969" y="38707"/>
                  <a:pt x="197281" y="41576"/>
                  <a:pt x="198030" y="45043"/>
                </a:cubicBezTo>
                <a:cubicBezTo>
                  <a:pt x="198452" y="47198"/>
                  <a:pt x="198663" y="51086"/>
                  <a:pt x="198663" y="56708"/>
                </a:cubicBezTo>
                <a:lnTo>
                  <a:pt x="198663" y="73573"/>
                </a:lnTo>
                <a:cubicBezTo>
                  <a:pt x="198663" y="85331"/>
                  <a:pt x="198932" y="92768"/>
                  <a:pt x="199471" y="95883"/>
                </a:cubicBezTo>
                <a:cubicBezTo>
                  <a:pt x="200010" y="98999"/>
                  <a:pt x="201075" y="101985"/>
                  <a:pt x="202668" y="104843"/>
                </a:cubicBezTo>
                <a:lnTo>
                  <a:pt x="189457" y="104843"/>
                </a:lnTo>
                <a:cubicBezTo>
                  <a:pt x="188146" y="102217"/>
                  <a:pt x="187302" y="99145"/>
                  <a:pt x="186928" y="95629"/>
                </a:cubicBezTo>
                <a:moveTo>
                  <a:pt x="185874" y="67319"/>
                </a:moveTo>
                <a:cubicBezTo>
                  <a:pt x="181283" y="69209"/>
                  <a:pt x="174396" y="70815"/>
                  <a:pt x="165214" y="72137"/>
                </a:cubicBezTo>
                <a:cubicBezTo>
                  <a:pt x="160014" y="72889"/>
                  <a:pt x="156337" y="73736"/>
                  <a:pt x="154182" y="74677"/>
                </a:cubicBezTo>
                <a:cubicBezTo>
                  <a:pt x="152027" y="75617"/>
                  <a:pt x="150364" y="76993"/>
                  <a:pt x="149193" y="78806"/>
                </a:cubicBezTo>
                <a:cubicBezTo>
                  <a:pt x="148021" y="80617"/>
                  <a:pt x="147436" y="82627"/>
                  <a:pt x="147436" y="84838"/>
                </a:cubicBezTo>
                <a:cubicBezTo>
                  <a:pt x="147436" y="88224"/>
                  <a:pt x="148712" y="91047"/>
                  <a:pt x="151266" y="93305"/>
                </a:cubicBezTo>
                <a:cubicBezTo>
                  <a:pt x="153819" y="95563"/>
                  <a:pt x="157555" y="96692"/>
                  <a:pt x="162474" y="96692"/>
                </a:cubicBezTo>
                <a:cubicBezTo>
                  <a:pt x="167346" y="96692"/>
                  <a:pt x="171679" y="95621"/>
                  <a:pt x="175474" y="93479"/>
                </a:cubicBezTo>
                <a:cubicBezTo>
                  <a:pt x="179268" y="91337"/>
                  <a:pt x="182056" y="88407"/>
                  <a:pt x="183836" y="84689"/>
                </a:cubicBezTo>
                <a:cubicBezTo>
                  <a:pt x="185194" y="81816"/>
                  <a:pt x="185874" y="77580"/>
                  <a:pt x="185874" y="71978"/>
                </a:cubicBezTo>
                <a:lnTo>
                  <a:pt x="185874" y="67319"/>
                </a:lnTo>
                <a:close/>
                <a:moveTo>
                  <a:pt x="218344" y="16443"/>
                </a:moveTo>
                <a:lnTo>
                  <a:pt x="218344" y="1827"/>
                </a:lnTo>
                <a:lnTo>
                  <a:pt x="230993" y="1827"/>
                </a:lnTo>
                <a:lnTo>
                  <a:pt x="230993" y="16443"/>
                </a:lnTo>
                <a:lnTo>
                  <a:pt x="218344" y="16443"/>
                </a:lnTo>
                <a:moveTo>
                  <a:pt x="218344" y="104843"/>
                </a:moveTo>
                <a:lnTo>
                  <a:pt x="218344" y="30216"/>
                </a:lnTo>
                <a:lnTo>
                  <a:pt x="230993" y="30216"/>
                </a:lnTo>
                <a:lnTo>
                  <a:pt x="230993" y="104843"/>
                </a:lnTo>
                <a:lnTo>
                  <a:pt x="218344" y="104843"/>
                </a:lnTo>
                <a:close/>
                <a:moveTo>
                  <a:pt x="250252" y="104843"/>
                </a:moveTo>
                <a:lnTo>
                  <a:pt x="250252" y="30216"/>
                </a:lnTo>
                <a:lnTo>
                  <a:pt x="261565" y="30216"/>
                </a:lnTo>
                <a:lnTo>
                  <a:pt x="261565" y="40616"/>
                </a:lnTo>
                <a:cubicBezTo>
                  <a:pt x="263908" y="36983"/>
                  <a:pt x="267023" y="34060"/>
                  <a:pt x="270911" y="31848"/>
                </a:cubicBezTo>
                <a:cubicBezTo>
                  <a:pt x="274800" y="29636"/>
                  <a:pt x="279227" y="28530"/>
                  <a:pt x="284192" y="28530"/>
                </a:cubicBezTo>
                <a:cubicBezTo>
                  <a:pt x="289720" y="28530"/>
                  <a:pt x="294253" y="29672"/>
                  <a:pt x="297790" y="31955"/>
                </a:cubicBezTo>
                <a:cubicBezTo>
                  <a:pt x="301326" y="34238"/>
                  <a:pt x="303821" y="37429"/>
                  <a:pt x="305273" y="41530"/>
                </a:cubicBezTo>
                <a:cubicBezTo>
                  <a:pt x="311176" y="32863"/>
                  <a:pt x="318859" y="28530"/>
                  <a:pt x="328322" y="28530"/>
                </a:cubicBezTo>
                <a:cubicBezTo>
                  <a:pt x="335724" y="28530"/>
                  <a:pt x="341416" y="30579"/>
                  <a:pt x="345397" y="34678"/>
                </a:cubicBezTo>
                <a:cubicBezTo>
                  <a:pt x="349379" y="38777"/>
                  <a:pt x="351370" y="45090"/>
                  <a:pt x="351370" y="53616"/>
                </a:cubicBezTo>
                <a:lnTo>
                  <a:pt x="351370" y="104843"/>
                </a:lnTo>
                <a:lnTo>
                  <a:pt x="338792" y="104843"/>
                </a:lnTo>
                <a:lnTo>
                  <a:pt x="338792" y="57782"/>
                </a:lnTo>
                <a:cubicBezTo>
                  <a:pt x="338792" y="52716"/>
                  <a:pt x="338382" y="49070"/>
                  <a:pt x="337562" y="46844"/>
                </a:cubicBezTo>
                <a:cubicBezTo>
                  <a:pt x="336743" y="44616"/>
                  <a:pt x="335255" y="42822"/>
                  <a:pt x="333100" y="41461"/>
                </a:cubicBezTo>
                <a:cubicBezTo>
                  <a:pt x="330945" y="40101"/>
                  <a:pt x="328416" y="39421"/>
                  <a:pt x="325511" y="39421"/>
                </a:cubicBezTo>
                <a:cubicBezTo>
                  <a:pt x="320264" y="39421"/>
                  <a:pt x="315908" y="41169"/>
                  <a:pt x="312441" y="44663"/>
                </a:cubicBezTo>
                <a:cubicBezTo>
                  <a:pt x="308974" y="48156"/>
                  <a:pt x="307241" y="53749"/>
                  <a:pt x="307241" y="61440"/>
                </a:cubicBezTo>
                <a:lnTo>
                  <a:pt x="307241" y="104843"/>
                </a:lnTo>
                <a:lnTo>
                  <a:pt x="294592" y="104843"/>
                </a:lnTo>
                <a:lnTo>
                  <a:pt x="294592" y="56304"/>
                </a:lnTo>
                <a:cubicBezTo>
                  <a:pt x="294592" y="50676"/>
                  <a:pt x="293562" y="46456"/>
                  <a:pt x="291500" y="43642"/>
                </a:cubicBezTo>
                <a:cubicBezTo>
                  <a:pt x="289439" y="40828"/>
                  <a:pt x="286066" y="39421"/>
                  <a:pt x="281382" y="39421"/>
                </a:cubicBezTo>
                <a:cubicBezTo>
                  <a:pt x="277821" y="39421"/>
                  <a:pt x="274530" y="40360"/>
                  <a:pt x="271509" y="42237"/>
                </a:cubicBezTo>
                <a:cubicBezTo>
                  <a:pt x="268487" y="44112"/>
                  <a:pt x="266297" y="46855"/>
                  <a:pt x="264938" y="50467"/>
                </a:cubicBezTo>
                <a:cubicBezTo>
                  <a:pt x="263580" y="54077"/>
                  <a:pt x="262901" y="59282"/>
                  <a:pt x="262901" y="66082"/>
                </a:cubicBezTo>
                <a:lnTo>
                  <a:pt x="262901" y="104843"/>
                </a:lnTo>
                <a:lnTo>
                  <a:pt x="250252" y="104843"/>
                </a:lnTo>
                <a:close/>
                <a:moveTo>
                  <a:pt x="365087" y="82497"/>
                </a:moveTo>
                <a:lnTo>
                  <a:pt x="377595" y="80529"/>
                </a:lnTo>
                <a:cubicBezTo>
                  <a:pt x="378297" y="85520"/>
                  <a:pt x="380253" y="89345"/>
                  <a:pt x="383462" y="92003"/>
                </a:cubicBezTo>
                <a:cubicBezTo>
                  <a:pt x="386671" y="94660"/>
                  <a:pt x="391157" y="95989"/>
                  <a:pt x="396919" y="95989"/>
                </a:cubicBezTo>
                <a:cubicBezTo>
                  <a:pt x="402728" y="95989"/>
                  <a:pt x="407038" y="94815"/>
                  <a:pt x="409849" y="92469"/>
                </a:cubicBezTo>
                <a:cubicBezTo>
                  <a:pt x="412659" y="90121"/>
                  <a:pt x="414065" y="87367"/>
                  <a:pt x="414065" y="84208"/>
                </a:cubicBezTo>
                <a:cubicBezTo>
                  <a:pt x="414065" y="81372"/>
                  <a:pt x="412823" y="79141"/>
                  <a:pt x="410340" y="77514"/>
                </a:cubicBezTo>
                <a:cubicBezTo>
                  <a:pt x="408607" y="76399"/>
                  <a:pt x="404297" y="74981"/>
                  <a:pt x="397411" y="73261"/>
                </a:cubicBezTo>
                <a:cubicBezTo>
                  <a:pt x="388135" y="70917"/>
                  <a:pt x="381705" y="68889"/>
                  <a:pt x="378122" y="67178"/>
                </a:cubicBezTo>
                <a:cubicBezTo>
                  <a:pt x="374538" y="65467"/>
                  <a:pt x="371821" y="63099"/>
                  <a:pt x="369970" y="60074"/>
                </a:cubicBezTo>
                <a:cubicBezTo>
                  <a:pt x="368120" y="57050"/>
                  <a:pt x="367195" y="53709"/>
                  <a:pt x="367195" y="50052"/>
                </a:cubicBezTo>
                <a:cubicBezTo>
                  <a:pt x="367195" y="46723"/>
                  <a:pt x="367956" y="43640"/>
                  <a:pt x="369478" y="40803"/>
                </a:cubicBezTo>
                <a:cubicBezTo>
                  <a:pt x="371001" y="37966"/>
                  <a:pt x="373074" y="35609"/>
                  <a:pt x="375697" y="33734"/>
                </a:cubicBezTo>
                <a:cubicBezTo>
                  <a:pt x="377665" y="32280"/>
                  <a:pt x="380347" y="31050"/>
                  <a:pt x="383743" y="30043"/>
                </a:cubicBezTo>
                <a:cubicBezTo>
                  <a:pt x="387140" y="29034"/>
                  <a:pt x="390782" y="28530"/>
                  <a:pt x="394670" y="28530"/>
                </a:cubicBezTo>
                <a:cubicBezTo>
                  <a:pt x="400526" y="28530"/>
                  <a:pt x="405668" y="29379"/>
                  <a:pt x="410095" y="31077"/>
                </a:cubicBezTo>
                <a:cubicBezTo>
                  <a:pt x="414522" y="32774"/>
                  <a:pt x="417789" y="35073"/>
                  <a:pt x="419897" y="37974"/>
                </a:cubicBezTo>
                <a:cubicBezTo>
                  <a:pt x="422005" y="40874"/>
                  <a:pt x="423458" y="44753"/>
                  <a:pt x="424254" y="49611"/>
                </a:cubicBezTo>
                <a:lnTo>
                  <a:pt x="411886" y="51297"/>
                </a:lnTo>
                <a:cubicBezTo>
                  <a:pt x="411324" y="47456"/>
                  <a:pt x="409696" y="44457"/>
                  <a:pt x="407003" y="42303"/>
                </a:cubicBezTo>
                <a:cubicBezTo>
                  <a:pt x="404309" y="40148"/>
                  <a:pt x="400503" y="39070"/>
                  <a:pt x="395584" y="39070"/>
                </a:cubicBezTo>
                <a:cubicBezTo>
                  <a:pt x="389775" y="39070"/>
                  <a:pt x="385629" y="40026"/>
                  <a:pt x="383146" y="41938"/>
                </a:cubicBezTo>
                <a:cubicBezTo>
                  <a:pt x="380663" y="43848"/>
                  <a:pt x="379422" y="46086"/>
                  <a:pt x="379422" y="48651"/>
                </a:cubicBezTo>
                <a:cubicBezTo>
                  <a:pt x="379422" y="50282"/>
                  <a:pt x="379937" y="51750"/>
                  <a:pt x="380968" y="53056"/>
                </a:cubicBezTo>
                <a:cubicBezTo>
                  <a:pt x="381998" y="54407"/>
                  <a:pt x="383614" y="55526"/>
                  <a:pt x="385816" y="56411"/>
                </a:cubicBezTo>
                <a:cubicBezTo>
                  <a:pt x="387081" y="56878"/>
                  <a:pt x="390805" y="57951"/>
                  <a:pt x="396989" y="59628"/>
                </a:cubicBezTo>
                <a:cubicBezTo>
                  <a:pt x="405937" y="62016"/>
                  <a:pt x="412179" y="63971"/>
                  <a:pt x="415716" y="65492"/>
                </a:cubicBezTo>
                <a:cubicBezTo>
                  <a:pt x="419253" y="67013"/>
                  <a:pt x="422029" y="69225"/>
                  <a:pt x="424043" y="72128"/>
                </a:cubicBezTo>
                <a:cubicBezTo>
                  <a:pt x="426058" y="75029"/>
                  <a:pt x="427065" y="78633"/>
                  <a:pt x="427065" y="82938"/>
                </a:cubicBezTo>
                <a:cubicBezTo>
                  <a:pt x="427065" y="87152"/>
                  <a:pt x="425835" y="91119"/>
                  <a:pt x="423376" y="94840"/>
                </a:cubicBezTo>
                <a:cubicBezTo>
                  <a:pt x="420916" y="98560"/>
                  <a:pt x="417367" y="101438"/>
                  <a:pt x="412730" y="103475"/>
                </a:cubicBezTo>
                <a:cubicBezTo>
                  <a:pt x="408092" y="105511"/>
                  <a:pt x="402845" y="106529"/>
                  <a:pt x="396989" y="106529"/>
                </a:cubicBezTo>
                <a:cubicBezTo>
                  <a:pt x="387292" y="106529"/>
                  <a:pt x="379902" y="104509"/>
                  <a:pt x="374819" y="100469"/>
                </a:cubicBezTo>
                <a:cubicBezTo>
                  <a:pt x="369736" y="96428"/>
                  <a:pt x="366492" y="90438"/>
                  <a:pt x="365087" y="82497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EBF86-9629-4A3B-978A-1F4A5C6C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3253" y="3343212"/>
            <a:ext cx="301679" cy="196362"/>
          </a:xfrm>
          <a:custGeom xmlns:a="http://schemas.openxmlformats.org/drawingml/2006/main">
            <a:pathLst>
              <a:path w="301679" h="196362">
                <a:moveTo>
                  <a:pt x="301679" y="151367"/>
                </a:moveTo>
                <a:cubicBezTo>
                  <a:pt x="293635" y="166703"/>
                  <a:pt x="284996" y="181714"/>
                  <a:pt x="275763" y="196362"/>
                </a:cubicBezTo>
                <a:lnTo>
                  <a:pt x="0" y="22498"/>
                </a:lnTo>
                <a:cubicBezTo>
                  <a:pt x="4616" y="15173"/>
                  <a:pt x="8944" y="7668"/>
                  <a:pt x="12967" y="0"/>
                </a:cubicBezTo>
                <a:lnTo>
                  <a:pt x="301679" y="151367"/>
                </a:ln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85B45-6B07-4D31-95C5-20533678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3253" y="3343212"/>
            <a:ext cx="301679" cy="196362"/>
          </a:xfrm>
          <a:custGeom xmlns:a="http://schemas.openxmlformats.org/drawingml/2006/main">
            <a:pathLst>
              <a:path w="301679" h="196362">
                <a:moveTo>
                  <a:pt x="301679" y="151367"/>
                </a:moveTo>
                <a:cubicBezTo>
                  <a:pt x="293635" y="166703"/>
                  <a:pt x="284996" y="181714"/>
                  <a:pt x="275763" y="196362"/>
                </a:cubicBezTo>
                <a:lnTo>
                  <a:pt x="0" y="22498"/>
                </a:lnTo>
                <a:cubicBezTo>
                  <a:pt x="4616" y="15173"/>
                  <a:pt x="8944" y="7668"/>
                  <a:pt x="12967" y="0"/>
                </a:cubicBezTo>
                <a:lnTo>
                  <a:pt x="301679" y="151367"/>
                </a:lnTo>
                <a:close/>
                <a:moveTo>
                  <a:pt x="291055" y="154646"/>
                </a:moveTo>
                <a:lnTo>
                  <a:pt x="16191" y="10535"/>
                </a:lnTo>
                <a:cubicBezTo>
                  <a:pt x="14426" y="13719"/>
                  <a:pt x="12610" y="16875"/>
                  <a:pt x="10726" y="20000"/>
                </a:cubicBezTo>
                <a:lnTo>
                  <a:pt x="273268" y="185529"/>
                </a:lnTo>
                <a:cubicBezTo>
                  <a:pt x="279480" y="175402"/>
                  <a:pt x="285420" y="165103"/>
                  <a:pt x="291055" y="154646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A3683-5A9A-422A-A0D9-ACF132AC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0361" y="2756929"/>
            <a:ext cx="460895" cy="737650"/>
          </a:xfrm>
          <a:custGeom xmlns:a="http://schemas.openxmlformats.org/drawingml/2006/main">
            <a:pathLst>
              <a:path w="460895" h="737650">
                <a:moveTo>
                  <a:pt x="242854" y="0"/>
                </a:moveTo>
                <a:cubicBezTo>
                  <a:pt x="424337" y="202669"/>
                  <a:pt x="460895" y="496713"/>
                  <a:pt x="334571" y="737650"/>
                </a:cubicBezTo>
                <a:lnTo>
                  <a:pt x="45859" y="586283"/>
                </a:lnTo>
                <a:cubicBezTo>
                  <a:pt x="109012" y="465815"/>
                  <a:pt x="90733" y="318792"/>
                  <a:pt x="0" y="217459"/>
                </a:cubicBezTo>
                <a:lnTo>
                  <a:pt x="242854" y="0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F5863-9F54-451D-AC96-087BB336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0361" y="2756929"/>
            <a:ext cx="460895" cy="737650"/>
          </a:xfrm>
          <a:custGeom xmlns:a="http://schemas.openxmlformats.org/drawingml/2006/main">
            <a:pathLst>
              <a:path w="460895" h="737650">
                <a:moveTo>
                  <a:pt x="242854" y="0"/>
                </a:moveTo>
                <a:cubicBezTo>
                  <a:pt x="424337" y="202669"/>
                  <a:pt x="460895" y="496713"/>
                  <a:pt x="334571" y="737650"/>
                </a:cubicBezTo>
                <a:lnTo>
                  <a:pt x="45859" y="586283"/>
                </a:lnTo>
                <a:cubicBezTo>
                  <a:pt x="109012" y="465815"/>
                  <a:pt x="90733" y="318792"/>
                  <a:pt x="0" y="217459"/>
                </a:cubicBezTo>
                <a:lnTo>
                  <a:pt x="242854" y="0"/>
                </a:lnTo>
                <a:close/>
                <a:moveTo>
                  <a:pt x="242209" y="11096"/>
                </a:moveTo>
                <a:lnTo>
                  <a:pt x="10998" y="218129"/>
                </a:lnTo>
                <a:cubicBezTo>
                  <a:pt x="97742" y="319668"/>
                  <a:pt x="115597" y="463252"/>
                  <a:pt x="56364" y="582939"/>
                </a:cubicBezTo>
                <a:lnTo>
                  <a:pt x="331228" y="727050"/>
                </a:lnTo>
                <a:cubicBezTo>
                  <a:pt x="450542" y="492653"/>
                  <a:pt x="415291" y="209142"/>
                  <a:pt x="242209" y="11096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8A22C-2CC6-461C-8D79-8E1491D3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959" y="2535584"/>
            <a:ext cx="991256" cy="450411"/>
          </a:xfrm>
          <a:custGeom xmlns:a="http://schemas.openxmlformats.org/drawingml/2006/main">
            <a:pathLst>
              <a:path w="991256" h="450411">
                <a:moveTo>
                  <a:pt x="0" y="244561"/>
                </a:moveTo>
                <a:cubicBezTo>
                  <a:pt x="120451" y="96670"/>
                  <a:pt x="299609" y="8932"/>
                  <a:pt x="490290" y="4465"/>
                </a:cubicBezTo>
                <a:cubicBezTo>
                  <a:pt x="680955" y="0"/>
                  <a:pt x="864033" y="79253"/>
                  <a:pt x="991256" y="221345"/>
                </a:cubicBezTo>
                <a:lnTo>
                  <a:pt x="748402" y="438804"/>
                </a:lnTo>
                <a:cubicBezTo>
                  <a:pt x="684791" y="367757"/>
                  <a:pt x="593260" y="328130"/>
                  <a:pt x="497911" y="330364"/>
                </a:cubicBezTo>
                <a:cubicBezTo>
                  <a:pt x="402579" y="332596"/>
                  <a:pt x="313000" y="376465"/>
                  <a:pt x="252783" y="450411"/>
                </a:cubicBezTo>
                <a:lnTo>
                  <a:pt x="0" y="244561"/>
                </a:lnTo>
                <a:close/>
              </a:path>
            </a:pathLst>
          </a:custGeom>
          <a:solidFill xmlns:a="http://schemas.openxmlformats.org/drawingml/2006/main">
            <a:srgbClr val="F5A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51B23-3CB7-472B-A02C-685DBC91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959" y="2535584"/>
            <a:ext cx="991256" cy="450411"/>
          </a:xfrm>
          <a:custGeom xmlns:a="http://schemas.openxmlformats.org/drawingml/2006/main">
            <a:pathLst>
              <a:path w="991256" h="450411">
                <a:moveTo>
                  <a:pt x="0" y="244561"/>
                </a:moveTo>
                <a:cubicBezTo>
                  <a:pt x="120451" y="96670"/>
                  <a:pt x="299609" y="8932"/>
                  <a:pt x="490290" y="4465"/>
                </a:cubicBezTo>
                <a:cubicBezTo>
                  <a:pt x="680955" y="0"/>
                  <a:pt x="864033" y="79253"/>
                  <a:pt x="991256" y="221345"/>
                </a:cubicBezTo>
                <a:lnTo>
                  <a:pt x="748402" y="438804"/>
                </a:lnTo>
                <a:cubicBezTo>
                  <a:pt x="684791" y="367757"/>
                  <a:pt x="593260" y="328130"/>
                  <a:pt x="497911" y="330364"/>
                </a:cubicBezTo>
                <a:cubicBezTo>
                  <a:pt x="402579" y="332596"/>
                  <a:pt x="313000" y="376465"/>
                  <a:pt x="252783" y="450411"/>
                </a:cubicBezTo>
                <a:lnTo>
                  <a:pt x="0" y="244561"/>
                </a:lnTo>
                <a:close/>
                <a:moveTo>
                  <a:pt x="11066" y="243465"/>
                </a:moveTo>
                <a:lnTo>
                  <a:pt x="251713" y="439445"/>
                </a:lnTo>
                <a:cubicBezTo>
                  <a:pt x="313288" y="367365"/>
                  <a:pt x="402714" y="324756"/>
                  <a:pt x="497724" y="322530"/>
                </a:cubicBezTo>
                <a:cubicBezTo>
                  <a:pt x="592751" y="320304"/>
                  <a:pt x="684078" y="358680"/>
                  <a:pt x="748945" y="427801"/>
                </a:cubicBezTo>
                <a:lnTo>
                  <a:pt x="980156" y="220766"/>
                </a:lnTo>
                <a:cubicBezTo>
                  <a:pt x="854699" y="84032"/>
                  <a:pt x="676237" y="7948"/>
                  <a:pt x="490460" y="12300"/>
                </a:cubicBezTo>
                <a:cubicBezTo>
                  <a:pt x="304700" y="16650"/>
                  <a:pt x="129989" y="101006"/>
                  <a:pt x="11066" y="243465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72A96-315A-441E-8549-87245A37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754" y="2780145"/>
            <a:ext cx="1246262" cy="1080813"/>
          </a:xfrm>
          <a:custGeom xmlns:a="http://schemas.openxmlformats.org/drawingml/2006/main">
            <a:pathLst>
              <a:path w="1246262" h="1080813">
                <a:moveTo>
                  <a:pt x="1246262" y="759429"/>
                </a:moveTo>
                <a:cubicBezTo>
                  <a:pt x="1117003" y="964423"/>
                  <a:pt x="884722" y="1080813"/>
                  <a:pt x="643141" y="1061628"/>
                </a:cubicBezTo>
                <a:cubicBezTo>
                  <a:pt x="401560" y="1042442"/>
                  <a:pt x="190563" y="890848"/>
                  <a:pt x="95281" y="668021"/>
                </a:cubicBezTo>
                <a:cubicBezTo>
                  <a:pt x="0" y="445195"/>
                  <a:pt x="36185" y="187912"/>
                  <a:pt x="189205" y="0"/>
                </a:cubicBezTo>
                <a:lnTo>
                  <a:pt x="441988" y="205850"/>
                </a:lnTo>
                <a:cubicBezTo>
                  <a:pt x="365461" y="299806"/>
                  <a:pt x="347385" y="428447"/>
                  <a:pt x="395009" y="539861"/>
                </a:cubicBezTo>
                <a:cubicBezTo>
                  <a:pt x="442650" y="651273"/>
                  <a:pt x="548148" y="727070"/>
                  <a:pt x="668939" y="736663"/>
                </a:cubicBezTo>
                <a:cubicBezTo>
                  <a:pt x="789729" y="746257"/>
                  <a:pt x="905887" y="688061"/>
                  <a:pt x="970499" y="585565"/>
                </a:cubicBezTo>
                <a:lnTo>
                  <a:pt x="1246262" y="759429"/>
                </a:lnTo>
                <a:close/>
              </a:path>
            </a:pathLst>
          </a:custGeom>
          <a:solidFill xmlns:a="http://schemas.openxmlformats.org/drawingml/2006/main">
            <a:srgbClr val="008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D880A-AA16-4F33-9401-DB7FF53A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754" y="2780145"/>
            <a:ext cx="1246262" cy="1080813"/>
          </a:xfrm>
          <a:custGeom xmlns:a="http://schemas.openxmlformats.org/drawingml/2006/main">
            <a:pathLst>
              <a:path w="1246262" h="1080813">
                <a:moveTo>
                  <a:pt x="1246262" y="759429"/>
                </a:moveTo>
                <a:cubicBezTo>
                  <a:pt x="1117003" y="964423"/>
                  <a:pt x="884722" y="1080813"/>
                  <a:pt x="643141" y="1061628"/>
                </a:cubicBezTo>
                <a:cubicBezTo>
                  <a:pt x="401560" y="1042442"/>
                  <a:pt x="190563" y="890848"/>
                  <a:pt x="95281" y="668021"/>
                </a:cubicBezTo>
                <a:cubicBezTo>
                  <a:pt x="0" y="445195"/>
                  <a:pt x="36185" y="187912"/>
                  <a:pt x="189205" y="0"/>
                </a:cubicBezTo>
                <a:lnTo>
                  <a:pt x="441988" y="205850"/>
                </a:lnTo>
                <a:cubicBezTo>
                  <a:pt x="365461" y="299806"/>
                  <a:pt x="347385" y="428447"/>
                  <a:pt x="395009" y="539861"/>
                </a:cubicBezTo>
                <a:cubicBezTo>
                  <a:pt x="442650" y="651273"/>
                  <a:pt x="548148" y="727070"/>
                  <a:pt x="668939" y="736663"/>
                </a:cubicBezTo>
                <a:cubicBezTo>
                  <a:pt x="789729" y="746257"/>
                  <a:pt x="905887" y="688061"/>
                  <a:pt x="970499" y="585565"/>
                </a:cubicBezTo>
                <a:lnTo>
                  <a:pt x="1246262" y="759429"/>
                </a:lnTo>
                <a:close/>
                <a:moveTo>
                  <a:pt x="1235417" y="761853"/>
                </a:moveTo>
                <a:lnTo>
                  <a:pt x="972875" y="596322"/>
                </a:lnTo>
                <a:cubicBezTo>
                  <a:pt x="905937" y="697186"/>
                  <a:pt x="789407" y="754091"/>
                  <a:pt x="668328" y="744475"/>
                </a:cubicBezTo>
                <a:cubicBezTo>
                  <a:pt x="544635" y="734651"/>
                  <a:pt x="436591" y="657031"/>
                  <a:pt x="387813" y="542941"/>
                </a:cubicBezTo>
                <a:cubicBezTo>
                  <a:pt x="340053" y="431256"/>
                  <a:pt x="356805" y="302664"/>
                  <a:pt x="431024" y="207036"/>
                </a:cubicBezTo>
                <a:lnTo>
                  <a:pt x="190376" y="11054"/>
                </a:lnTo>
                <a:cubicBezTo>
                  <a:pt x="43330" y="196148"/>
                  <a:pt x="9386" y="447196"/>
                  <a:pt x="102478" y="664940"/>
                </a:cubicBezTo>
                <a:cubicBezTo>
                  <a:pt x="196622" y="885089"/>
                  <a:pt x="405090" y="1034861"/>
                  <a:pt x="643752" y="1053817"/>
                </a:cubicBezTo>
                <a:cubicBezTo>
                  <a:pt x="879834" y="1072565"/>
                  <a:pt x="1106921" y="960275"/>
                  <a:pt x="1235417" y="761853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ClaimswithMedia">
            <a:extLst xmlns:a="http://schemas.openxmlformats.org/drawingml/2006/main">
              <a:ext uri="{FF2B5EF4-FFF2-40B4-BE49-F238E27FC236}">
                <a16:creationId xmlns:a16="http://schemas.microsoft.com/office/drawing/2014/main" id="{6F196911-EB4F-498A-B17D-14110D13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726" y="2127380"/>
            <a:ext cx="1861790" cy="138379"/>
          </a:xfrm>
          <a:custGeom xmlns:a="http://schemas.openxmlformats.org/drawingml/2006/main">
            <a:pathLst>
              <a:path w="1861790" h="138379">
                <a:moveTo>
                  <a:pt x="93802" y="81314"/>
                </a:moveTo>
                <a:lnTo>
                  <a:pt x="129992" y="92290"/>
                </a:lnTo>
                <a:cubicBezTo>
                  <a:pt x="127562" y="102450"/>
                  <a:pt x="123733" y="110938"/>
                  <a:pt x="118506" y="117754"/>
                </a:cubicBezTo>
                <a:cubicBezTo>
                  <a:pt x="113280" y="124569"/>
                  <a:pt x="106793" y="129709"/>
                  <a:pt x="99044" y="133177"/>
                </a:cubicBezTo>
                <a:cubicBezTo>
                  <a:pt x="91296" y="136645"/>
                  <a:pt x="81435" y="138379"/>
                  <a:pt x="69463" y="138379"/>
                </a:cubicBezTo>
                <a:cubicBezTo>
                  <a:pt x="54938" y="138379"/>
                  <a:pt x="43073" y="136266"/>
                  <a:pt x="33865" y="132041"/>
                </a:cubicBezTo>
                <a:cubicBezTo>
                  <a:pt x="24658" y="127813"/>
                  <a:pt x="16712" y="120379"/>
                  <a:pt x="10027" y="109738"/>
                </a:cubicBezTo>
                <a:cubicBezTo>
                  <a:pt x="3342" y="99095"/>
                  <a:pt x="0" y="85473"/>
                  <a:pt x="0" y="68870"/>
                </a:cubicBezTo>
                <a:cubicBezTo>
                  <a:pt x="0" y="46734"/>
                  <a:pt x="5880" y="29722"/>
                  <a:pt x="17639" y="17833"/>
                </a:cubicBezTo>
                <a:cubicBezTo>
                  <a:pt x="29399" y="5944"/>
                  <a:pt x="46035" y="0"/>
                  <a:pt x="67549" y="0"/>
                </a:cubicBezTo>
                <a:cubicBezTo>
                  <a:pt x="84383" y="0"/>
                  <a:pt x="97616" y="3402"/>
                  <a:pt x="107248" y="10207"/>
                </a:cubicBezTo>
                <a:cubicBezTo>
                  <a:pt x="116881" y="17012"/>
                  <a:pt x="124037" y="27462"/>
                  <a:pt x="128716" y="41557"/>
                </a:cubicBezTo>
                <a:lnTo>
                  <a:pt x="92253" y="49590"/>
                </a:lnTo>
                <a:cubicBezTo>
                  <a:pt x="90976" y="45559"/>
                  <a:pt x="89640" y="42609"/>
                  <a:pt x="88242" y="40742"/>
                </a:cubicBezTo>
                <a:cubicBezTo>
                  <a:pt x="85932" y="37614"/>
                  <a:pt x="83106" y="35208"/>
                  <a:pt x="79764" y="33524"/>
                </a:cubicBezTo>
                <a:cubicBezTo>
                  <a:pt x="76421" y="31837"/>
                  <a:pt x="72684" y="30994"/>
                  <a:pt x="68551" y="30994"/>
                </a:cubicBezTo>
                <a:cubicBezTo>
                  <a:pt x="59192" y="30994"/>
                  <a:pt x="52021" y="34762"/>
                  <a:pt x="47038" y="42298"/>
                </a:cubicBezTo>
                <a:cubicBezTo>
                  <a:pt x="43270" y="47889"/>
                  <a:pt x="41386" y="56670"/>
                  <a:pt x="41386" y="68643"/>
                </a:cubicBezTo>
                <a:cubicBezTo>
                  <a:pt x="41386" y="83471"/>
                  <a:pt x="43635" y="93635"/>
                  <a:pt x="48132" y="99135"/>
                </a:cubicBezTo>
                <a:cubicBezTo>
                  <a:pt x="52629" y="104635"/>
                  <a:pt x="58949" y="107385"/>
                  <a:pt x="67093" y="107385"/>
                </a:cubicBezTo>
                <a:cubicBezTo>
                  <a:pt x="74993" y="107385"/>
                  <a:pt x="80964" y="105159"/>
                  <a:pt x="85006" y="100708"/>
                </a:cubicBezTo>
                <a:cubicBezTo>
                  <a:pt x="89047" y="96256"/>
                  <a:pt x="91979" y="89791"/>
                  <a:pt x="93802" y="81314"/>
                </a:cubicBezTo>
                <a:close/>
                <a:moveTo>
                  <a:pt x="148857" y="2370"/>
                </a:moveTo>
                <a:lnTo>
                  <a:pt x="186050" y="2370"/>
                </a:lnTo>
                <a:lnTo>
                  <a:pt x="186050" y="136009"/>
                </a:lnTo>
                <a:lnTo>
                  <a:pt x="148857" y="136009"/>
                </a:lnTo>
                <a:lnTo>
                  <a:pt x="148857" y="2370"/>
                </a:lnTo>
                <a:close/>
                <a:moveTo>
                  <a:pt x="243587" y="70557"/>
                </a:moveTo>
                <a:lnTo>
                  <a:pt x="208127" y="66728"/>
                </a:lnTo>
                <a:cubicBezTo>
                  <a:pt x="209464" y="60548"/>
                  <a:pt x="211393" y="55687"/>
                  <a:pt x="213915" y="52143"/>
                </a:cubicBezTo>
                <a:cubicBezTo>
                  <a:pt x="216437" y="48597"/>
                  <a:pt x="220068" y="45522"/>
                  <a:pt x="224809" y="42919"/>
                </a:cubicBezTo>
                <a:cubicBezTo>
                  <a:pt x="228212" y="41040"/>
                  <a:pt x="232891" y="39587"/>
                  <a:pt x="238847" y="38557"/>
                </a:cubicBezTo>
                <a:cubicBezTo>
                  <a:pt x="244803" y="37526"/>
                  <a:pt x="251245" y="37010"/>
                  <a:pt x="258173" y="37010"/>
                </a:cubicBezTo>
                <a:cubicBezTo>
                  <a:pt x="269294" y="37010"/>
                  <a:pt x="278228" y="37633"/>
                  <a:pt x="284973" y="38879"/>
                </a:cubicBezTo>
                <a:cubicBezTo>
                  <a:pt x="291719" y="40125"/>
                  <a:pt x="297341" y="42723"/>
                  <a:pt x="301838" y="46673"/>
                </a:cubicBezTo>
                <a:cubicBezTo>
                  <a:pt x="304998" y="49408"/>
                  <a:pt x="307490" y="53282"/>
                  <a:pt x="309313" y="58296"/>
                </a:cubicBezTo>
                <a:cubicBezTo>
                  <a:pt x="311136" y="63310"/>
                  <a:pt x="312048" y="68096"/>
                  <a:pt x="312048" y="72654"/>
                </a:cubicBezTo>
                <a:lnTo>
                  <a:pt x="312048" y="115407"/>
                </a:lnTo>
                <a:cubicBezTo>
                  <a:pt x="312048" y="119965"/>
                  <a:pt x="312336" y="123535"/>
                  <a:pt x="312914" y="126118"/>
                </a:cubicBezTo>
                <a:cubicBezTo>
                  <a:pt x="313491" y="128701"/>
                  <a:pt x="314752" y="131998"/>
                  <a:pt x="316697" y="136009"/>
                </a:cubicBezTo>
                <a:lnTo>
                  <a:pt x="281874" y="136009"/>
                </a:lnTo>
                <a:cubicBezTo>
                  <a:pt x="280476" y="133517"/>
                  <a:pt x="279565" y="131618"/>
                  <a:pt x="279139" y="130312"/>
                </a:cubicBezTo>
                <a:cubicBezTo>
                  <a:pt x="278714" y="129005"/>
                  <a:pt x="278289" y="126954"/>
                  <a:pt x="277863" y="124158"/>
                </a:cubicBezTo>
                <a:cubicBezTo>
                  <a:pt x="273001" y="128838"/>
                  <a:pt x="268170" y="132180"/>
                  <a:pt x="263369" y="134186"/>
                </a:cubicBezTo>
                <a:cubicBezTo>
                  <a:pt x="256805" y="136860"/>
                  <a:pt x="249178" y="138197"/>
                  <a:pt x="240488" y="138197"/>
                </a:cubicBezTo>
                <a:cubicBezTo>
                  <a:pt x="228941" y="138197"/>
                  <a:pt x="220175" y="135519"/>
                  <a:pt x="214189" y="130163"/>
                </a:cubicBezTo>
                <a:cubicBezTo>
                  <a:pt x="208203" y="124808"/>
                  <a:pt x="205210" y="118205"/>
                  <a:pt x="205210" y="110356"/>
                </a:cubicBezTo>
                <a:cubicBezTo>
                  <a:pt x="205210" y="102991"/>
                  <a:pt x="207367" y="96936"/>
                  <a:pt x="211682" y="92190"/>
                </a:cubicBezTo>
                <a:cubicBezTo>
                  <a:pt x="215997" y="87444"/>
                  <a:pt x="223958" y="83915"/>
                  <a:pt x="235565" y="81601"/>
                </a:cubicBezTo>
                <a:cubicBezTo>
                  <a:pt x="249482" y="78802"/>
                  <a:pt x="258507" y="76839"/>
                  <a:pt x="262640" y="75713"/>
                </a:cubicBezTo>
                <a:cubicBezTo>
                  <a:pt x="266772" y="74587"/>
                  <a:pt x="271148" y="73111"/>
                  <a:pt x="275766" y="71286"/>
                </a:cubicBezTo>
                <a:cubicBezTo>
                  <a:pt x="275766" y="66762"/>
                  <a:pt x="274824" y="63596"/>
                  <a:pt x="272941" y="61786"/>
                </a:cubicBezTo>
                <a:cubicBezTo>
                  <a:pt x="271057" y="59976"/>
                  <a:pt x="267744" y="59071"/>
                  <a:pt x="263004" y="59071"/>
                </a:cubicBezTo>
                <a:cubicBezTo>
                  <a:pt x="256927" y="59071"/>
                  <a:pt x="252369" y="60043"/>
                  <a:pt x="249330" y="61988"/>
                </a:cubicBezTo>
                <a:cubicBezTo>
                  <a:pt x="246960" y="63507"/>
                  <a:pt x="245046" y="66364"/>
                  <a:pt x="243587" y="70557"/>
                </a:cubicBezTo>
                <a:moveTo>
                  <a:pt x="275766" y="90065"/>
                </a:moveTo>
                <a:cubicBezTo>
                  <a:pt x="270662" y="91888"/>
                  <a:pt x="265344" y="93499"/>
                  <a:pt x="259814" y="94896"/>
                </a:cubicBezTo>
                <a:cubicBezTo>
                  <a:pt x="252278" y="96902"/>
                  <a:pt x="247507" y="98877"/>
                  <a:pt x="245502" y="100822"/>
                </a:cubicBezTo>
                <a:cubicBezTo>
                  <a:pt x="243435" y="102827"/>
                  <a:pt x="242402" y="105106"/>
                  <a:pt x="242402" y="107659"/>
                </a:cubicBezTo>
                <a:cubicBezTo>
                  <a:pt x="242402" y="110576"/>
                  <a:pt x="243420" y="112961"/>
                  <a:pt x="245456" y="114815"/>
                </a:cubicBezTo>
                <a:cubicBezTo>
                  <a:pt x="247492" y="116668"/>
                  <a:pt x="250485" y="117595"/>
                  <a:pt x="254435" y="117595"/>
                </a:cubicBezTo>
                <a:cubicBezTo>
                  <a:pt x="258568" y="117595"/>
                  <a:pt x="262412" y="116592"/>
                  <a:pt x="265967" y="114587"/>
                </a:cubicBezTo>
                <a:cubicBezTo>
                  <a:pt x="269522" y="112581"/>
                  <a:pt x="272044" y="110135"/>
                  <a:pt x="273533" y="107248"/>
                </a:cubicBezTo>
                <a:cubicBezTo>
                  <a:pt x="275022" y="104362"/>
                  <a:pt x="275766" y="100609"/>
                  <a:pt x="275766" y="95990"/>
                </a:cubicBezTo>
                <a:lnTo>
                  <a:pt x="275766" y="90065"/>
                </a:lnTo>
                <a:close/>
                <a:moveTo>
                  <a:pt x="335642" y="2370"/>
                </a:moveTo>
                <a:lnTo>
                  <a:pt x="372743" y="2370"/>
                </a:lnTo>
                <a:lnTo>
                  <a:pt x="372743" y="27530"/>
                </a:lnTo>
                <a:lnTo>
                  <a:pt x="335642" y="27530"/>
                </a:lnTo>
                <a:lnTo>
                  <a:pt x="335642" y="2370"/>
                </a:lnTo>
                <a:moveTo>
                  <a:pt x="335642" y="39198"/>
                </a:moveTo>
                <a:lnTo>
                  <a:pt x="372743" y="39198"/>
                </a:lnTo>
                <a:lnTo>
                  <a:pt x="372743" y="136009"/>
                </a:lnTo>
                <a:lnTo>
                  <a:pt x="335642" y="136009"/>
                </a:lnTo>
                <a:lnTo>
                  <a:pt x="335642" y="39198"/>
                </a:lnTo>
                <a:close/>
                <a:moveTo>
                  <a:pt x="396735" y="39198"/>
                </a:moveTo>
                <a:lnTo>
                  <a:pt x="431375" y="39198"/>
                </a:lnTo>
                <a:lnTo>
                  <a:pt x="431375" y="53379"/>
                </a:lnTo>
                <a:cubicBezTo>
                  <a:pt x="436358" y="47465"/>
                  <a:pt x="441387" y="43259"/>
                  <a:pt x="446462" y="40759"/>
                </a:cubicBezTo>
                <a:cubicBezTo>
                  <a:pt x="451536" y="38260"/>
                  <a:pt x="457659" y="37010"/>
                  <a:pt x="464830" y="37010"/>
                </a:cubicBezTo>
                <a:cubicBezTo>
                  <a:pt x="472548" y="37010"/>
                  <a:pt x="478656" y="38383"/>
                  <a:pt x="483153" y="41127"/>
                </a:cubicBezTo>
                <a:cubicBezTo>
                  <a:pt x="487650" y="43869"/>
                  <a:pt x="491327" y="47953"/>
                  <a:pt x="494183" y="53379"/>
                </a:cubicBezTo>
                <a:cubicBezTo>
                  <a:pt x="500018" y="47040"/>
                  <a:pt x="505335" y="42727"/>
                  <a:pt x="510136" y="40440"/>
                </a:cubicBezTo>
                <a:cubicBezTo>
                  <a:pt x="514937" y="38154"/>
                  <a:pt x="520862" y="37010"/>
                  <a:pt x="527912" y="37010"/>
                </a:cubicBezTo>
                <a:cubicBezTo>
                  <a:pt x="538304" y="37010"/>
                  <a:pt x="546417" y="40095"/>
                  <a:pt x="552252" y="46263"/>
                </a:cubicBezTo>
                <a:cubicBezTo>
                  <a:pt x="558086" y="52432"/>
                  <a:pt x="561003" y="62079"/>
                  <a:pt x="561003" y="75206"/>
                </a:cubicBezTo>
                <a:lnTo>
                  <a:pt x="561003" y="136009"/>
                </a:lnTo>
                <a:lnTo>
                  <a:pt x="523810" y="136009"/>
                </a:lnTo>
                <a:lnTo>
                  <a:pt x="523810" y="80787"/>
                </a:lnTo>
                <a:cubicBezTo>
                  <a:pt x="523810" y="76405"/>
                  <a:pt x="522959" y="73149"/>
                  <a:pt x="521257" y="71018"/>
                </a:cubicBezTo>
                <a:cubicBezTo>
                  <a:pt x="518766" y="67672"/>
                  <a:pt x="515666" y="65999"/>
                  <a:pt x="511959" y="65999"/>
                </a:cubicBezTo>
                <a:cubicBezTo>
                  <a:pt x="507584" y="65999"/>
                  <a:pt x="504059" y="67581"/>
                  <a:pt x="501385" y="70745"/>
                </a:cubicBezTo>
                <a:cubicBezTo>
                  <a:pt x="498711" y="73909"/>
                  <a:pt x="497374" y="78990"/>
                  <a:pt x="497374" y="85988"/>
                </a:cubicBezTo>
                <a:lnTo>
                  <a:pt x="497374" y="136009"/>
                </a:lnTo>
                <a:lnTo>
                  <a:pt x="460181" y="136009"/>
                </a:lnTo>
                <a:lnTo>
                  <a:pt x="460181" y="82749"/>
                </a:lnTo>
                <a:cubicBezTo>
                  <a:pt x="460181" y="78501"/>
                  <a:pt x="459938" y="75618"/>
                  <a:pt x="459452" y="74101"/>
                </a:cubicBezTo>
                <a:cubicBezTo>
                  <a:pt x="458662" y="71674"/>
                  <a:pt x="457294" y="69717"/>
                  <a:pt x="455350" y="68230"/>
                </a:cubicBezTo>
                <a:cubicBezTo>
                  <a:pt x="453405" y="66742"/>
                  <a:pt x="451126" y="65999"/>
                  <a:pt x="448513" y="65999"/>
                </a:cubicBezTo>
                <a:cubicBezTo>
                  <a:pt x="444259" y="65999"/>
                  <a:pt x="440764" y="67608"/>
                  <a:pt x="438030" y="70825"/>
                </a:cubicBezTo>
                <a:cubicBezTo>
                  <a:pt x="435295" y="74042"/>
                  <a:pt x="433927" y="79322"/>
                  <a:pt x="433927" y="86666"/>
                </a:cubicBezTo>
                <a:lnTo>
                  <a:pt x="433927" y="136009"/>
                </a:lnTo>
                <a:lnTo>
                  <a:pt x="396735" y="136009"/>
                </a:lnTo>
                <a:lnTo>
                  <a:pt x="396735" y="39198"/>
                </a:lnTo>
                <a:close/>
                <a:moveTo>
                  <a:pt x="576591" y="109026"/>
                </a:moveTo>
                <a:lnTo>
                  <a:pt x="613419" y="105562"/>
                </a:lnTo>
                <a:cubicBezTo>
                  <a:pt x="614938" y="109938"/>
                  <a:pt x="617065" y="113067"/>
                  <a:pt x="619800" y="114951"/>
                </a:cubicBezTo>
                <a:cubicBezTo>
                  <a:pt x="622535" y="116835"/>
                  <a:pt x="626181" y="117777"/>
                  <a:pt x="630739" y="117777"/>
                </a:cubicBezTo>
                <a:cubicBezTo>
                  <a:pt x="635722" y="117777"/>
                  <a:pt x="639581" y="116718"/>
                  <a:pt x="642316" y="114601"/>
                </a:cubicBezTo>
                <a:cubicBezTo>
                  <a:pt x="644443" y="113028"/>
                  <a:pt x="645507" y="111062"/>
                  <a:pt x="645507" y="108701"/>
                </a:cubicBezTo>
                <a:cubicBezTo>
                  <a:pt x="645507" y="106039"/>
                  <a:pt x="644109" y="103982"/>
                  <a:pt x="641313" y="102531"/>
                </a:cubicBezTo>
                <a:cubicBezTo>
                  <a:pt x="639308" y="101502"/>
                  <a:pt x="633990" y="100231"/>
                  <a:pt x="625361" y="98719"/>
                </a:cubicBezTo>
                <a:cubicBezTo>
                  <a:pt x="612477" y="96480"/>
                  <a:pt x="603528" y="94405"/>
                  <a:pt x="598514" y="92495"/>
                </a:cubicBezTo>
                <a:cubicBezTo>
                  <a:pt x="593501" y="90582"/>
                  <a:pt x="589277" y="87351"/>
                  <a:pt x="585843" y="82801"/>
                </a:cubicBezTo>
                <a:cubicBezTo>
                  <a:pt x="582410" y="78248"/>
                  <a:pt x="580693" y="73059"/>
                  <a:pt x="580693" y="67232"/>
                </a:cubicBezTo>
                <a:cubicBezTo>
                  <a:pt x="580693" y="60861"/>
                  <a:pt x="582546" y="55369"/>
                  <a:pt x="586254" y="50758"/>
                </a:cubicBezTo>
                <a:cubicBezTo>
                  <a:pt x="589961" y="46145"/>
                  <a:pt x="595066" y="42701"/>
                  <a:pt x="601568" y="40426"/>
                </a:cubicBezTo>
                <a:cubicBezTo>
                  <a:pt x="608071" y="38149"/>
                  <a:pt x="616792" y="37010"/>
                  <a:pt x="627731" y="37010"/>
                </a:cubicBezTo>
                <a:cubicBezTo>
                  <a:pt x="639278" y="37010"/>
                  <a:pt x="647801" y="37892"/>
                  <a:pt x="653301" y="39654"/>
                </a:cubicBezTo>
                <a:cubicBezTo>
                  <a:pt x="658801" y="41416"/>
                  <a:pt x="663389" y="44151"/>
                  <a:pt x="667066" y="47858"/>
                </a:cubicBezTo>
                <a:cubicBezTo>
                  <a:pt x="670743" y="51565"/>
                  <a:pt x="673796" y="56579"/>
                  <a:pt x="676227" y="62900"/>
                </a:cubicBezTo>
                <a:lnTo>
                  <a:pt x="641040" y="66364"/>
                </a:lnTo>
                <a:cubicBezTo>
                  <a:pt x="640128" y="63293"/>
                  <a:pt x="638609" y="61035"/>
                  <a:pt x="636482" y="59589"/>
                </a:cubicBezTo>
                <a:cubicBezTo>
                  <a:pt x="633565" y="57664"/>
                  <a:pt x="630040" y="56701"/>
                  <a:pt x="625908" y="56701"/>
                </a:cubicBezTo>
                <a:cubicBezTo>
                  <a:pt x="621714" y="56701"/>
                  <a:pt x="618661" y="57442"/>
                  <a:pt x="616746" y="58926"/>
                </a:cubicBezTo>
                <a:cubicBezTo>
                  <a:pt x="614832" y="60407"/>
                  <a:pt x="613875" y="62206"/>
                  <a:pt x="613875" y="64324"/>
                </a:cubicBezTo>
                <a:cubicBezTo>
                  <a:pt x="613875" y="66685"/>
                  <a:pt x="615090" y="68470"/>
                  <a:pt x="617521" y="69680"/>
                </a:cubicBezTo>
                <a:cubicBezTo>
                  <a:pt x="619952" y="70889"/>
                  <a:pt x="625239" y="71978"/>
                  <a:pt x="633383" y="72947"/>
                </a:cubicBezTo>
                <a:cubicBezTo>
                  <a:pt x="645719" y="74337"/>
                  <a:pt x="654896" y="76276"/>
                  <a:pt x="660913" y="78764"/>
                </a:cubicBezTo>
                <a:cubicBezTo>
                  <a:pt x="666929" y="81252"/>
                  <a:pt x="671533" y="84801"/>
                  <a:pt x="674723" y="89413"/>
                </a:cubicBezTo>
                <a:cubicBezTo>
                  <a:pt x="677914" y="94024"/>
                  <a:pt x="679509" y="99091"/>
                  <a:pt x="679509" y="104613"/>
                </a:cubicBezTo>
                <a:cubicBezTo>
                  <a:pt x="679509" y="110195"/>
                  <a:pt x="677823" y="115625"/>
                  <a:pt x="674450" y="120905"/>
                </a:cubicBezTo>
                <a:cubicBezTo>
                  <a:pt x="671077" y="126183"/>
                  <a:pt x="665759" y="130385"/>
                  <a:pt x="658497" y="133511"/>
                </a:cubicBezTo>
                <a:cubicBezTo>
                  <a:pt x="651235" y="136635"/>
                  <a:pt x="641344" y="138197"/>
                  <a:pt x="628825" y="138197"/>
                </a:cubicBezTo>
                <a:cubicBezTo>
                  <a:pt x="611140" y="138197"/>
                  <a:pt x="598545" y="135667"/>
                  <a:pt x="591039" y="130608"/>
                </a:cubicBezTo>
                <a:cubicBezTo>
                  <a:pt x="583534" y="125547"/>
                  <a:pt x="578718" y="118353"/>
                  <a:pt x="576591" y="109026"/>
                </a:cubicBezTo>
                <a:close/>
                <a:moveTo>
                  <a:pt x="748511" y="39198"/>
                </a:moveTo>
                <a:lnTo>
                  <a:pt x="784427" y="39198"/>
                </a:lnTo>
                <a:lnTo>
                  <a:pt x="800015" y="100186"/>
                </a:lnTo>
                <a:lnTo>
                  <a:pt x="819706" y="39198"/>
                </a:lnTo>
                <a:lnTo>
                  <a:pt x="853161" y="39198"/>
                </a:lnTo>
                <a:lnTo>
                  <a:pt x="873580" y="100124"/>
                </a:lnTo>
                <a:lnTo>
                  <a:pt x="889169" y="39198"/>
                </a:lnTo>
                <a:lnTo>
                  <a:pt x="924812" y="39198"/>
                </a:lnTo>
                <a:lnTo>
                  <a:pt x="889169" y="136009"/>
                </a:lnTo>
                <a:lnTo>
                  <a:pt x="856169" y="136009"/>
                </a:lnTo>
                <a:lnTo>
                  <a:pt x="836570" y="77758"/>
                </a:lnTo>
                <a:lnTo>
                  <a:pt x="817609" y="136009"/>
                </a:lnTo>
                <a:lnTo>
                  <a:pt x="784427" y="136009"/>
                </a:lnTo>
                <a:lnTo>
                  <a:pt x="748511" y="39198"/>
                </a:lnTo>
                <a:close/>
                <a:moveTo>
                  <a:pt x="937018" y="2370"/>
                </a:moveTo>
                <a:lnTo>
                  <a:pt x="974120" y="2370"/>
                </a:lnTo>
                <a:lnTo>
                  <a:pt x="974120" y="27530"/>
                </a:lnTo>
                <a:lnTo>
                  <a:pt x="937018" y="27530"/>
                </a:lnTo>
                <a:lnTo>
                  <a:pt x="937018" y="2370"/>
                </a:lnTo>
                <a:moveTo>
                  <a:pt x="937018" y="39198"/>
                </a:moveTo>
                <a:lnTo>
                  <a:pt x="974120" y="39198"/>
                </a:lnTo>
                <a:lnTo>
                  <a:pt x="974120" y="136009"/>
                </a:lnTo>
                <a:lnTo>
                  <a:pt x="937018" y="136009"/>
                </a:lnTo>
                <a:lnTo>
                  <a:pt x="937018" y="39198"/>
                </a:lnTo>
                <a:close/>
                <a:moveTo>
                  <a:pt x="1042596" y="2370"/>
                </a:moveTo>
                <a:lnTo>
                  <a:pt x="1042596" y="39198"/>
                </a:lnTo>
                <a:lnTo>
                  <a:pt x="1063016" y="39198"/>
                </a:lnTo>
                <a:lnTo>
                  <a:pt x="1063016" y="66364"/>
                </a:lnTo>
                <a:lnTo>
                  <a:pt x="1042596" y="66364"/>
                </a:lnTo>
                <a:lnTo>
                  <a:pt x="1042596" y="100662"/>
                </a:lnTo>
                <a:cubicBezTo>
                  <a:pt x="1042596" y="104787"/>
                  <a:pt x="1042991" y="107516"/>
                  <a:pt x="1043781" y="108849"/>
                </a:cubicBezTo>
                <a:cubicBezTo>
                  <a:pt x="1044997" y="110912"/>
                  <a:pt x="1047124" y="111943"/>
                  <a:pt x="1050163" y="111943"/>
                </a:cubicBezTo>
                <a:cubicBezTo>
                  <a:pt x="1052897" y="111943"/>
                  <a:pt x="1056726" y="111155"/>
                  <a:pt x="1061649" y="109579"/>
                </a:cubicBezTo>
                <a:lnTo>
                  <a:pt x="1064383" y="135189"/>
                </a:lnTo>
                <a:cubicBezTo>
                  <a:pt x="1055207" y="137194"/>
                  <a:pt x="1046638" y="138197"/>
                  <a:pt x="1038677" y="138197"/>
                </a:cubicBezTo>
                <a:cubicBezTo>
                  <a:pt x="1029439" y="138197"/>
                  <a:pt x="1022633" y="137014"/>
                  <a:pt x="1018257" y="134647"/>
                </a:cubicBezTo>
                <a:cubicBezTo>
                  <a:pt x="1013881" y="132279"/>
                  <a:pt x="1010645" y="128683"/>
                  <a:pt x="1008549" y="123859"/>
                </a:cubicBezTo>
                <a:cubicBezTo>
                  <a:pt x="1006452" y="119033"/>
                  <a:pt x="1005404" y="111218"/>
                  <a:pt x="1005404" y="100414"/>
                </a:cubicBezTo>
                <a:lnTo>
                  <a:pt x="1005404" y="66364"/>
                </a:lnTo>
                <a:lnTo>
                  <a:pt x="991730" y="66364"/>
                </a:lnTo>
                <a:lnTo>
                  <a:pt x="991730" y="39198"/>
                </a:lnTo>
                <a:lnTo>
                  <a:pt x="1005404" y="39198"/>
                </a:lnTo>
                <a:lnTo>
                  <a:pt x="1005404" y="21422"/>
                </a:lnTo>
                <a:lnTo>
                  <a:pt x="1042596" y="2370"/>
                </a:lnTo>
                <a:close/>
                <a:moveTo>
                  <a:pt x="1080692" y="2370"/>
                </a:moveTo>
                <a:lnTo>
                  <a:pt x="1117794" y="2370"/>
                </a:lnTo>
                <a:lnTo>
                  <a:pt x="1117794" y="51667"/>
                </a:lnTo>
                <a:cubicBezTo>
                  <a:pt x="1122838" y="46416"/>
                  <a:pt x="1127852" y="42660"/>
                  <a:pt x="1132835" y="40400"/>
                </a:cubicBezTo>
                <a:cubicBezTo>
                  <a:pt x="1137819" y="38140"/>
                  <a:pt x="1143713" y="37010"/>
                  <a:pt x="1150520" y="37010"/>
                </a:cubicBezTo>
                <a:cubicBezTo>
                  <a:pt x="1160608" y="37010"/>
                  <a:pt x="1168554" y="40079"/>
                  <a:pt x="1174358" y="46218"/>
                </a:cubicBezTo>
                <a:cubicBezTo>
                  <a:pt x="1180162" y="52356"/>
                  <a:pt x="1183064" y="61775"/>
                  <a:pt x="1183064" y="74477"/>
                </a:cubicBezTo>
                <a:lnTo>
                  <a:pt x="1183064" y="136009"/>
                </a:lnTo>
                <a:lnTo>
                  <a:pt x="1145780" y="136009"/>
                </a:lnTo>
                <a:lnTo>
                  <a:pt x="1145780" y="82841"/>
                </a:lnTo>
                <a:cubicBezTo>
                  <a:pt x="1145780" y="76773"/>
                  <a:pt x="1144655" y="72480"/>
                  <a:pt x="1142407" y="69962"/>
                </a:cubicBezTo>
                <a:cubicBezTo>
                  <a:pt x="1140158" y="67441"/>
                  <a:pt x="1136998" y="66181"/>
                  <a:pt x="1132926" y="66181"/>
                </a:cubicBezTo>
                <a:cubicBezTo>
                  <a:pt x="1128429" y="66181"/>
                  <a:pt x="1124783" y="67881"/>
                  <a:pt x="1121987" y="71280"/>
                </a:cubicBezTo>
                <a:cubicBezTo>
                  <a:pt x="1119192" y="74678"/>
                  <a:pt x="1117794" y="80777"/>
                  <a:pt x="1117794" y="89578"/>
                </a:cubicBezTo>
                <a:lnTo>
                  <a:pt x="1117794" y="136009"/>
                </a:lnTo>
                <a:lnTo>
                  <a:pt x="1080692" y="136009"/>
                </a:lnTo>
                <a:lnTo>
                  <a:pt x="1080692" y="2370"/>
                </a:lnTo>
                <a:close/>
                <a:moveTo>
                  <a:pt x="1269465" y="2370"/>
                </a:moveTo>
                <a:lnTo>
                  <a:pt x="1323796" y="2370"/>
                </a:lnTo>
                <a:lnTo>
                  <a:pt x="1344762" y="83684"/>
                </a:lnTo>
                <a:lnTo>
                  <a:pt x="1365638" y="2370"/>
                </a:lnTo>
                <a:lnTo>
                  <a:pt x="1419786" y="2370"/>
                </a:lnTo>
                <a:lnTo>
                  <a:pt x="1419786" y="136009"/>
                </a:lnTo>
                <a:lnTo>
                  <a:pt x="1386057" y="136009"/>
                </a:lnTo>
                <a:lnTo>
                  <a:pt x="1386057" y="34093"/>
                </a:lnTo>
                <a:lnTo>
                  <a:pt x="1359895" y="136009"/>
                </a:lnTo>
                <a:lnTo>
                  <a:pt x="1329357" y="136009"/>
                </a:lnTo>
                <a:lnTo>
                  <a:pt x="1303285" y="34093"/>
                </a:lnTo>
                <a:lnTo>
                  <a:pt x="1303285" y="136009"/>
                </a:lnTo>
                <a:lnTo>
                  <a:pt x="1269465" y="136009"/>
                </a:lnTo>
                <a:lnTo>
                  <a:pt x="1269465" y="2370"/>
                </a:lnTo>
                <a:close/>
                <a:moveTo>
                  <a:pt x="1551138" y="96811"/>
                </a:moveTo>
                <a:lnTo>
                  <a:pt x="1476752" y="96811"/>
                </a:lnTo>
                <a:cubicBezTo>
                  <a:pt x="1477421" y="102738"/>
                  <a:pt x="1479031" y="107153"/>
                  <a:pt x="1481583" y="110057"/>
                </a:cubicBezTo>
                <a:cubicBezTo>
                  <a:pt x="1485169" y="114231"/>
                  <a:pt x="1489849" y="116319"/>
                  <a:pt x="1495622" y="116319"/>
                </a:cubicBezTo>
                <a:cubicBezTo>
                  <a:pt x="1499268" y="116319"/>
                  <a:pt x="1502732" y="115417"/>
                  <a:pt x="1506014" y="113612"/>
                </a:cubicBezTo>
                <a:cubicBezTo>
                  <a:pt x="1508020" y="112469"/>
                  <a:pt x="1510177" y="110454"/>
                  <a:pt x="1512486" y="107567"/>
                </a:cubicBezTo>
                <a:lnTo>
                  <a:pt x="1549041" y="110849"/>
                </a:lnTo>
                <a:cubicBezTo>
                  <a:pt x="1543450" y="120605"/>
                  <a:pt x="1536704" y="127602"/>
                  <a:pt x="1528804" y="131841"/>
                </a:cubicBezTo>
                <a:cubicBezTo>
                  <a:pt x="1520903" y="136078"/>
                  <a:pt x="1509569" y="138197"/>
                  <a:pt x="1494802" y="138197"/>
                </a:cubicBezTo>
                <a:cubicBezTo>
                  <a:pt x="1481978" y="138197"/>
                  <a:pt x="1471890" y="136389"/>
                  <a:pt x="1464537" y="132773"/>
                </a:cubicBezTo>
                <a:cubicBezTo>
                  <a:pt x="1457183" y="129157"/>
                  <a:pt x="1451091" y="123414"/>
                  <a:pt x="1446259" y="115544"/>
                </a:cubicBezTo>
                <a:cubicBezTo>
                  <a:pt x="1441428" y="107674"/>
                  <a:pt x="1439012" y="98421"/>
                  <a:pt x="1439012" y="87786"/>
                </a:cubicBezTo>
                <a:cubicBezTo>
                  <a:pt x="1439012" y="72654"/>
                  <a:pt x="1443859" y="60408"/>
                  <a:pt x="1453552" y="51049"/>
                </a:cubicBezTo>
                <a:cubicBezTo>
                  <a:pt x="1463245" y="41690"/>
                  <a:pt x="1476631" y="37010"/>
                  <a:pt x="1493708" y="37010"/>
                </a:cubicBezTo>
                <a:cubicBezTo>
                  <a:pt x="1507564" y="37010"/>
                  <a:pt x="1518503" y="39107"/>
                  <a:pt x="1526525" y="43300"/>
                </a:cubicBezTo>
                <a:cubicBezTo>
                  <a:pt x="1534547" y="47494"/>
                  <a:pt x="1540654" y="53571"/>
                  <a:pt x="1544848" y="61532"/>
                </a:cubicBezTo>
                <a:cubicBezTo>
                  <a:pt x="1549041" y="69493"/>
                  <a:pt x="1551138" y="79855"/>
                  <a:pt x="1551138" y="92617"/>
                </a:cubicBezTo>
                <a:lnTo>
                  <a:pt x="1551138" y="96811"/>
                </a:lnTo>
                <a:moveTo>
                  <a:pt x="1513398" y="78944"/>
                </a:moveTo>
                <a:cubicBezTo>
                  <a:pt x="1512669" y="71837"/>
                  <a:pt x="1510739" y="66748"/>
                  <a:pt x="1507609" y="63677"/>
                </a:cubicBezTo>
                <a:cubicBezTo>
                  <a:pt x="1504480" y="60606"/>
                  <a:pt x="1500362" y="59071"/>
                  <a:pt x="1495257" y="59071"/>
                </a:cubicBezTo>
                <a:cubicBezTo>
                  <a:pt x="1489362" y="59071"/>
                  <a:pt x="1484652" y="61390"/>
                  <a:pt x="1481128" y="66027"/>
                </a:cubicBezTo>
                <a:cubicBezTo>
                  <a:pt x="1478879" y="68918"/>
                  <a:pt x="1477451" y="73223"/>
                  <a:pt x="1476843" y="78944"/>
                </a:cubicBezTo>
                <a:lnTo>
                  <a:pt x="1513398" y="78944"/>
                </a:lnTo>
                <a:close/>
                <a:moveTo>
                  <a:pt x="1670083" y="2370"/>
                </a:moveTo>
                <a:lnTo>
                  <a:pt x="1670083" y="136009"/>
                </a:lnTo>
                <a:lnTo>
                  <a:pt x="1635351" y="136009"/>
                </a:lnTo>
                <a:lnTo>
                  <a:pt x="1635351" y="121697"/>
                </a:lnTo>
                <a:cubicBezTo>
                  <a:pt x="1630489" y="127774"/>
                  <a:pt x="1626053" y="131876"/>
                  <a:pt x="1622042" y="134003"/>
                </a:cubicBezTo>
                <a:cubicBezTo>
                  <a:pt x="1616694" y="136799"/>
                  <a:pt x="1610738" y="138197"/>
                  <a:pt x="1604175" y="138197"/>
                </a:cubicBezTo>
                <a:cubicBezTo>
                  <a:pt x="1590987" y="138197"/>
                  <a:pt x="1580914" y="133183"/>
                  <a:pt x="1573956" y="123156"/>
                </a:cubicBezTo>
                <a:cubicBezTo>
                  <a:pt x="1566997" y="113128"/>
                  <a:pt x="1563518" y="100943"/>
                  <a:pt x="1563518" y="86601"/>
                </a:cubicBezTo>
                <a:cubicBezTo>
                  <a:pt x="1563518" y="70557"/>
                  <a:pt x="1567362" y="58281"/>
                  <a:pt x="1575049" y="49773"/>
                </a:cubicBezTo>
                <a:cubicBezTo>
                  <a:pt x="1582737" y="41265"/>
                  <a:pt x="1592506" y="37010"/>
                  <a:pt x="1604357" y="37010"/>
                </a:cubicBezTo>
                <a:cubicBezTo>
                  <a:pt x="1610130" y="37010"/>
                  <a:pt x="1615372" y="37983"/>
                  <a:pt x="1620082" y="39928"/>
                </a:cubicBezTo>
                <a:cubicBezTo>
                  <a:pt x="1624792" y="41872"/>
                  <a:pt x="1628970" y="44789"/>
                  <a:pt x="1632616" y="48679"/>
                </a:cubicBezTo>
                <a:lnTo>
                  <a:pt x="1632616" y="2370"/>
                </a:lnTo>
                <a:lnTo>
                  <a:pt x="1670083" y="2370"/>
                </a:lnTo>
                <a:moveTo>
                  <a:pt x="1632890" y="87330"/>
                </a:moveTo>
                <a:cubicBezTo>
                  <a:pt x="1632890" y="79734"/>
                  <a:pt x="1631279" y="74067"/>
                  <a:pt x="1628058" y="70329"/>
                </a:cubicBezTo>
                <a:cubicBezTo>
                  <a:pt x="1624837" y="66592"/>
                  <a:pt x="1620766" y="64723"/>
                  <a:pt x="1615843" y="64723"/>
                </a:cubicBezTo>
                <a:cubicBezTo>
                  <a:pt x="1611528" y="64723"/>
                  <a:pt x="1607912" y="66516"/>
                  <a:pt x="1604995" y="70101"/>
                </a:cubicBezTo>
                <a:cubicBezTo>
                  <a:pt x="1602078" y="73687"/>
                  <a:pt x="1600620" y="79703"/>
                  <a:pt x="1600620" y="88151"/>
                </a:cubicBezTo>
                <a:cubicBezTo>
                  <a:pt x="1600620" y="96051"/>
                  <a:pt x="1602124" y="101840"/>
                  <a:pt x="1605132" y="105516"/>
                </a:cubicBezTo>
                <a:cubicBezTo>
                  <a:pt x="1608140" y="109193"/>
                  <a:pt x="1611862" y="111031"/>
                  <a:pt x="1616299" y="111031"/>
                </a:cubicBezTo>
                <a:cubicBezTo>
                  <a:pt x="1621039" y="111031"/>
                  <a:pt x="1624989" y="109178"/>
                  <a:pt x="1628149" y="105471"/>
                </a:cubicBezTo>
                <a:cubicBezTo>
                  <a:pt x="1631310" y="101764"/>
                  <a:pt x="1632890" y="95717"/>
                  <a:pt x="1632890" y="87330"/>
                </a:cubicBezTo>
                <a:close/>
                <a:moveTo>
                  <a:pt x="1694040" y="2370"/>
                </a:moveTo>
                <a:lnTo>
                  <a:pt x="1731142" y="2370"/>
                </a:lnTo>
                <a:lnTo>
                  <a:pt x="1731142" y="27530"/>
                </a:lnTo>
                <a:lnTo>
                  <a:pt x="1694040" y="27530"/>
                </a:lnTo>
                <a:lnTo>
                  <a:pt x="1694040" y="2370"/>
                </a:lnTo>
                <a:moveTo>
                  <a:pt x="1694040" y="39198"/>
                </a:moveTo>
                <a:lnTo>
                  <a:pt x="1731142" y="39198"/>
                </a:lnTo>
                <a:lnTo>
                  <a:pt x="1731142" y="136009"/>
                </a:lnTo>
                <a:lnTo>
                  <a:pt x="1694040" y="136009"/>
                </a:lnTo>
                <a:lnTo>
                  <a:pt x="1694040" y="39198"/>
                </a:lnTo>
                <a:close/>
                <a:moveTo>
                  <a:pt x="1788680" y="70557"/>
                </a:moveTo>
                <a:lnTo>
                  <a:pt x="1753219" y="66728"/>
                </a:lnTo>
                <a:cubicBezTo>
                  <a:pt x="1754556" y="60548"/>
                  <a:pt x="1756486" y="55687"/>
                  <a:pt x="1759008" y="52143"/>
                </a:cubicBezTo>
                <a:cubicBezTo>
                  <a:pt x="1761530" y="48597"/>
                  <a:pt x="1765161" y="45522"/>
                  <a:pt x="1769902" y="42919"/>
                </a:cubicBezTo>
                <a:cubicBezTo>
                  <a:pt x="1773305" y="41040"/>
                  <a:pt x="1777984" y="39587"/>
                  <a:pt x="1783940" y="38557"/>
                </a:cubicBezTo>
                <a:cubicBezTo>
                  <a:pt x="1789896" y="37526"/>
                  <a:pt x="1796338" y="37010"/>
                  <a:pt x="1803266" y="37010"/>
                </a:cubicBezTo>
                <a:cubicBezTo>
                  <a:pt x="1814387" y="37010"/>
                  <a:pt x="1823321" y="37633"/>
                  <a:pt x="1830066" y="38879"/>
                </a:cubicBezTo>
                <a:cubicBezTo>
                  <a:pt x="1836812" y="40125"/>
                  <a:pt x="1842434" y="42723"/>
                  <a:pt x="1846931" y="46673"/>
                </a:cubicBezTo>
                <a:cubicBezTo>
                  <a:pt x="1850091" y="49408"/>
                  <a:pt x="1852583" y="53282"/>
                  <a:pt x="1854406" y="58296"/>
                </a:cubicBezTo>
                <a:cubicBezTo>
                  <a:pt x="1856229" y="63310"/>
                  <a:pt x="1857140" y="68096"/>
                  <a:pt x="1857140" y="72654"/>
                </a:cubicBezTo>
                <a:lnTo>
                  <a:pt x="1857140" y="115407"/>
                </a:lnTo>
                <a:cubicBezTo>
                  <a:pt x="1857140" y="119965"/>
                  <a:pt x="1857429" y="123535"/>
                  <a:pt x="1858006" y="126118"/>
                </a:cubicBezTo>
                <a:cubicBezTo>
                  <a:pt x="1858584" y="128701"/>
                  <a:pt x="1859845" y="131998"/>
                  <a:pt x="1861790" y="136009"/>
                </a:cubicBezTo>
                <a:lnTo>
                  <a:pt x="1826967" y="136009"/>
                </a:lnTo>
                <a:cubicBezTo>
                  <a:pt x="1825569" y="133517"/>
                  <a:pt x="1824658" y="131618"/>
                  <a:pt x="1824232" y="130312"/>
                </a:cubicBezTo>
                <a:cubicBezTo>
                  <a:pt x="1823807" y="129005"/>
                  <a:pt x="1823381" y="126954"/>
                  <a:pt x="1822956" y="124158"/>
                </a:cubicBezTo>
                <a:cubicBezTo>
                  <a:pt x="1818094" y="128838"/>
                  <a:pt x="1813263" y="132180"/>
                  <a:pt x="1808462" y="134186"/>
                </a:cubicBezTo>
                <a:cubicBezTo>
                  <a:pt x="1801898" y="136860"/>
                  <a:pt x="1794271" y="138197"/>
                  <a:pt x="1785581" y="138197"/>
                </a:cubicBezTo>
                <a:cubicBezTo>
                  <a:pt x="1774034" y="138197"/>
                  <a:pt x="1765268" y="135519"/>
                  <a:pt x="1759282" y="130163"/>
                </a:cubicBezTo>
                <a:cubicBezTo>
                  <a:pt x="1753295" y="124808"/>
                  <a:pt x="1750302" y="118205"/>
                  <a:pt x="1750302" y="110356"/>
                </a:cubicBezTo>
                <a:cubicBezTo>
                  <a:pt x="1750302" y="102991"/>
                  <a:pt x="1752460" y="96936"/>
                  <a:pt x="1756775" y="92190"/>
                </a:cubicBezTo>
                <a:cubicBezTo>
                  <a:pt x="1761089" y="87444"/>
                  <a:pt x="1769051" y="83915"/>
                  <a:pt x="1780658" y="81601"/>
                </a:cubicBezTo>
                <a:cubicBezTo>
                  <a:pt x="1794575" y="78802"/>
                  <a:pt x="1803600" y="76839"/>
                  <a:pt x="1807732" y="75713"/>
                </a:cubicBezTo>
                <a:cubicBezTo>
                  <a:pt x="1811865" y="74587"/>
                  <a:pt x="1816241" y="73111"/>
                  <a:pt x="1820859" y="71286"/>
                </a:cubicBezTo>
                <a:cubicBezTo>
                  <a:pt x="1820859" y="66762"/>
                  <a:pt x="1819917" y="63596"/>
                  <a:pt x="1818033" y="61786"/>
                </a:cubicBezTo>
                <a:cubicBezTo>
                  <a:pt x="1816149" y="59976"/>
                  <a:pt x="1812837" y="59071"/>
                  <a:pt x="1808097" y="59071"/>
                </a:cubicBezTo>
                <a:cubicBezTo>
                  <a:pt x="1802020" y="59071"/>
                  <a:pt x="1797462" y="60043"/>
                  <a:pt x="1794423" y="61988"/>
                </a:cubicBezTo>
                <a:cubicBezTo>
                  <a:pt x="1792053" y="63507"/>
                  <a:pt x="1790139" y="66364"/>
                  <a:pt x="1788680" y="70557"/>
                </a:cubicBezTo>
                <a:moveTo>
                  <a:pt x="1820859" y="90065"/>
                </a:moveTo>
                <a:cubicBezTo>
                  <a:pt x="1815754" y="91888"/>
                  <a:pt x="1810437" y="93499"/>
                  <a:pt x="1804906" y="94896"/>
                </a:cubicBezTo>
                <a:cubicBezTo>
                  <a:pt x="1797371" y="96902"/>
                  <a:pt x="1792600" y="98877"/>
                  <a:pt x="1790595" y="100822"/>
                </a:cubicBezTo>
                <a:cubicBezTo>
                  <a:pt x="1788528" y="102827"/>
                  <a:pt x="1787495" y="105106"/>
                  <a:pt x="1787495" y="107659"/>
                </a:cubicBezTo>
                <a:cubicBezTo>
                  <a:pt x="1787495" y="110576"/>
                  <a:pt x="1788513" y="112961"/>
                  <a:pt x="1790549" y="114815"/>
                </a:cubicBezTo>
                <a:cubicBezTo>
                  <a:pt x="1792585" y="116668"/>
                  <a:pt x="1795578" y="117595"/>
                  <a:pt x="1799528" y="117595"/>
                </a:cubicBezTo>
                <a:cubicBezTo>
                  <a:pt x="1803661" y="117595"/>
                  <a:pt x="1807505" y="116592"/>
                  <a:pt x="1811060" y="114587"/>
                </a:cubicBezTo>
                <a:cubicBezTo>
                  <a:pt x="1814615" y="112581"/>
                  <a:pt x="1817137" y="110135"/>
                  <a:pt x="1818626" y="107248"/>
                </a:cubicBezTo>
                <a:cubicBezTo>
                  <a:pt x="1820115" y="104362"/>
                  <a:pt x="1820859" y="100609"/>
                  <a:pt x="1820859" y="95990"/>
                </a:cubicBezTo>
                <a:lnTo>
                  <a:pt x="1820859" y="90065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8E60A-B731-4C8A-85BC-3631EFC5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32" y="1954225"/>
            <a:ext cx="3290638" cy="2091104"/>
          </a:xfrm>
          <a:custGeom xmlns:a="http://schemas.openxmlformats.org/drawingml/2006/main">
            <a:pathLst>
              <a:path w="3290638" h="2091104">
                <a:moveTo>
                  <a:pt x="3290638" y="184215"/>
                </a:moveTo>
                <a:lnTo>
                  <a:pt x="3290638" y="1906895"/>
                </a:lnTo>
                <a:cubicBezTo>
                  <a:pt x="3290638" y="2008562"/>
                  <a:pt x="3208086" y="2091104"/>
                  <a:pt x="3106423" y="2091104"/>
                </a:cubicBezTo>
                <a:lnTo>
                  <a:pt x="184215" y="2091104"/>
                </a:lnTo>
                <a:cubicBezTo>
                  <a:pt x="82552" y="2091104"/>
                  <a:pt x="0" y="2008562"/>
                  <a:pt x="0" y="1906895"/>
                </a:cubicBezTo>
                <a:lnTo>
                  <a:pt x="0" y="184215"/>
                </a:lnTo>
                <a:cubicBezTo>
                  <a:pt x="0" y="82535"/>
                  <a:pt x="82552" y="0"/>
                  <a:pt x="184215" y="0"/>
                </a:cubicBezTo>
                <a:lnTo>
                  <a:pt x="3106423" y="0"/>
                </a:lnTo>
                <a:cubicBezTo>
                  <a:pt x="3208086" y="0"/>
                  <a:pt x="3290638" y="82535"/>
                  <a:pt x="3290638" y="184215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B027B-B79D-453B-92F0-60741554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418" y="2860515"/>
            <a:ext cx="243380" cy="232930"/>
          </a:xfrm>
          <a:custGeom xmlns:a="http://schemas.openxmlformats.org/drawingml/2006/main">
            <a:pathLst>
              <a:path w="243380" h="232930">
                <a:moveTo>
                  <a:pt x="121911" y="232930"/>
                </a:moveTo>
                <a:cubicBezTo>
                  <a:pt x="80057" y="232930"/>
                  <a:pt x="41853" y="211094"/>
                  <a:pt x="20927" y="174697"/>
                </a:cubicBezTo>
                <a:cubicBezTo>
                  <a:pt x="0" y="138757"/>
                  <a:pt x="0" y="94628"/>
                  <a:pt x="20927" y="58233"/>
                </a:cubicBezTo>
                <a:cubicBezTo>
                  <a:pt x="41853" y="22293"/>
                  <a:pt x="80057" y="0"/>
                  <a:pt x="121911" y="0"/>
                </a:cubicBezTo>
                <a:cubicBezTo>
                  <a:pt x="163323" y="0"/>
                  <a:pt x="201527" y="22293"/>
                  <a:pt x="222453" y="58233"/>
                </a:cubicBezTo>
                <a:cubicBezTo>
                  <a:pt x="243380" y="94628"/>
                  <a:pt x="243380" y="138757"/>
                  <a:pt x="222453" y="174697"/>
                </a:cubicBezTo>
                <a:cubicBezTo>
                  <a:pt x="201527" y="211094"/>
                  <a:pt x="163323" y="232930"/>
                  <a:pt x="121911" y="232930"/>
                </a:cubicBezTo>
                <a:close/>
                <a:moveTo>
                  <a:pt x="85064" y="79614"/>
                </a:moveTo>
                <a:cubicBezTo>
                  <a:pt x="80516" y="84165"/>
                  <a:pt x="80516" y="90989"/>
                  <a:pt x="85064" y="95083"/>
                </a:cubicBezTo>
                <a:lnTo>
                  <a:pt x="106449" y="116466"/>
                </a:lnTo>
                <a:lnTo>
                  <a:pt x="85064" y="137847"/>
                </a:lnTo>
                <a:cubicBezTo>
                  <a:pt x="80516" y="142398"/>
                  <a:pt x="80516" y="149221"/>
                  <a:pt x="85064" y="153316"/>
                </a:cubicBezTo>
                <a:cubicBezTo>
                  <a:pt x="89155" y="157864"/>
                  <a:pt x="95994" y="157864"/>
                  <a:pt x="100085" y="153316"/>
                </a:cubicBezTo>
                <a:lnTo>
                  <a:pt x="121469" y="131933"/>
                </a:lnTo>
                <a:lnTo>
                  <a:pt x="142854" y="153316"/>
                </a:lnTo>
                <a:cubicBezTo>
                  <a:pt x="147403" y="157864"/>
                  <a:pt x="154226" y="157864"/>
                  <a:pt x="158316" y="153316"/>
                </a:cubicBezTo>
                <a:cubicBezTo>
                  <a:pt x="162864" y="149221"/>
                  <a:pt x="162864" y="142398"/>
                  <a:pt x="158316" y="137847"/>
                </a:cubicBezTo>
                <a:lnTo>
                  <a:pt x="136931" y="116466"/>
                </a:lnTo>
                <a:lnTo>
                  <a:pt x="158316" y="95083"/>
                </a:lnTo>
                <a:cubicBezTo>
                  <a:pt x="162864" y="90989"/>
                  <a:pt x="162864" y="84165"/>
                  <a:pt x="158316" y="79614"/>
                </a:cubicBezTo>
                <a:cubicBezTo>
                  <a:pt x="154226" y="75521"/>
                  <a:pt x="147403" y="75521"/>
                  <a:pt x="142854" y="79614"/>
                </a:cubicBezTo>
                <a:lnTo>
                  <a:pt x="121469" y="100998"/>
                </a:lnTo>
                <a:lnTo>
                  <a:pt x="100085" y="79614"/>
                </a:lnTo>
                <a:cubicBezTo>
                  <a:pt x="95994" y="75521"/>
                  <a:pt x="89155" y="75521"/>
                  <a:pt x="85064" y="79614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F5EC6-5E7A-40DE-AF59-CA355175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033" y="2807976"/>
            <a:ext cx="1483363" cy="338008"/>
          </a:xfrm>
          <a:custGeom xmlns:a="http://schemas.openxmlformats.org/drawingml/2006/main">
            <a:pathLst>
              <a:path w="1483363" h="338008">
                <a:moveTo>
                  <a:pt x="1483363" y="169005"/>
                </a:moveTo>
                <a:cubicBezTo>
                  <a:pt x="1483363" y="262280"/>
                  <a:pt x="1407633" y="338008"/>
                  <a:pt x="1314354" y="338008"/>
                </a:cubicBezTo>
                <a:lnTo>
                  <a:pt x="169008" y="338008"/>
                </a:lnTo>
                <a:cubicBezTo>
                  <a:pt x="75730" y="338008"/>
                  <a:pt x="0" y="262280"/>
                  <a:pt x="0" y="169005"/>
                </a:cubicBezTo>
                <a:cubicBezTo>
                  <a:pt x="0" y="75728"/>
                  <a:pt x="75730" y="0"/>
                  <a:pt x="169008" y="0"/>
                </a:cubicBezTo>
                <a:lnTo>
                  <a:pt x="1314354" y="0"/>
                </a:lnTo>
                <a:cubicBezTo>
                  <a:pt x="1407633" y="0"/>
                  <a:pt x="1483363" y="75728"/>
                  <a:pt x="1483363" y="169005"/>
                </a:cubicBezTo>
                <a:close/>
              </a:path>
            </a:pathLst>
          </a:custGeom>
          <a:solidFill xmlns:a="http://schemas.openxmlformats.org/drawingml/2006/main">
            <a:srgbClr val="E0344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AI-Generated">
            <a:extLst xmlns:a="http://schemas.openxmlformats.org/drawingml/2006/main">
              <a:ext uri="{FF2B5EF4-FFF2-40B4-BE49-F238E27FC236}">
                <a16:creationId xmlns:a16="http://schemas.microsoft.com/office/drawing/2014/main" id="{CE746783-D42B-413A-B557-5531D935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250" y="2844863"/>
            <a:ext cx="994062" cy="102901"/>
          </a:xfrm>
          <a:custGeom xmlns:a="http://schemas.openxmlformats.org/drawingml/2006/main">
            <a:pathLst>
              <a:path w="994062" h="102901">
                <a:moveTo>
                  <a:pt x="71177" y="84734"/>
                </a:moveTo>
                <a:lnTo>
                  <a:pt x="36198" y="84734"/>
                </a:lnTo>
                <a:lnTo>
                  <a:pt x="31385" y="101138"/>
                </a:lnTo>
                <a:lnTo>
                  <a:pt x="0" y="101138"/>
                </a:lnTo>
                <a:lnTo>
                  <a:pt x="37351" y="1762"/>
                </a:lnTo>
                <a:lnTo>
                  <a:pt x="70838" y="1762"/>
                </a:lnTo>
                <a:lnTo>
                  <a:pt x="108188" y="101138"/>
                </a:lnTo>
                <a:lnTo>
                  <a:pt x="76057" y="101138"/>
                </a:lnTo>
                <a:lnTo>
                  <a:pt x="71177" y="84734"/>
                </a:lnTo>
                <a:moveTo>
                  <a:pt x="64737" y="63178"/>
                </a:moveTo>
                <a:lnTo>
                  <a:pt x="53755" y="27494"/>
                </a:lnTo>
                <a:lnTo>
                  <a:pt x="42841" y="63178"/>
                </a:lnTo>
                <a:lnTo>
                  <a:pt x="64737" y="63178"/>
                </a:lnTo>
                <a:close/>
                <a:moveTo>
                  <a:pt x="119232" y="1762"/>
                </a:moveTo>
                <a:lnTo>
                  <a:pt x="150008" y="1762"/>
                </a:lnTo>
                <a:lnTo>
                  <a:pt x="150008" y="101138"/>
                </a:lnTo>
                <a:lnTo>
                  <a:pt x="119232" y="101138"/>
                </a:lnTo>
                <a:lnTo>
                  <a:pt x="119232" y="1762"/>
                </a:lnTo>
                <a:close/>
                <a:moveTo>
                  <a:pt x="164927" y="54094"/>
                </a:moveTo>
                <a:lnTo>
                  <a:pt x="205057" y="54094"/>
                </a:lnTo>
                <a:lnTo>
                  <a:pt x="205057" y="75515"/>
                </a:lnTo>
                <a:lnTo>
                  <a:pt x="164927" y="75515"/>
                </a:lnTo>
                <a:lnTo>
                  <a:pt x="164927" y="54094"/>
                </a:lnTo>
                <a:close/>
                <a:moveTo>
                  <a:pt x="268248" y="65076"/>
                </a:moveTo>
                <a:lnTo>
                  <a:pt x="268248" y="44333"/>
                </a:lnTo>
                <a:lnTo>
                  <a:pt x="315699" y="44333"/>
                </a:lnTo>
                <a:lnTo>
                  <a:pt x="315699" y="86852"/>
                </a:lnTo>
                <a:cubicBezTo>
                  <a:pt x="306615" y="93063"/>
                  <a:pt x="298582" y="97291"/>
                  <a:pt x="291600" y="99535"/>
                </a:cubicBezTo>
                <a:cubicBezTo>
                  <a:pt x="284618" y="101779"/>
                  <a:pt x="276337" y="102901"/>
                  <a:pt x="266756" y="102901"/>
                </a:cubicBezTo>
                <a:cubicBezTo>
                  <a:pt x="254961" y="102901"/>
                  <a:pt x="245347" y="100887"/>
                  <a:pt x="237913" y="96859"/>
                </a:cubicBezTo>
                <a:cubicBezTo>
                  <a:pt x="230479" y="92832"/>
                  <a:pt x="224717" y="86836"/>
                  <a:pt x="220627" y="78872"/>
                </a:cubicBezTo>
                <a:cubicBezTo>
                  <a:pt x="216537" y="70909"/>
                  <a:pt x="214492" y="61768"/>
                  <a:pt x="214492" y="51450"/>
                </a:cubicBezTo>
                <a:cubicBezTo>
                  <a:pt x="214492" y="40590"/>
                  <a:pt x="216729" y="31145"/>
                  <a:pt x="221203" y="23113"/>
                </a:cubicBezTo>
                <a:cubicBezTo>
                  <a:pt x="225677" y="15081"/>
                  <a:pt x="232230" y="8982"/>
                  <a:pt x="240862" y="4819"/>
                </a:cubicBezTo>
                <a:cubicBezTo>
                  <a:pt x="247595" y="1606"/>
                  <a:pt x="256656" y="0"/>
                  <a:pt x="268044" y="0"/>
                </a:cubicBezTo>
                <a:cubicBezTo>
                  <a:pt x="279026" y="0"/>
                  <a:pt x="287239" y="993"/>
                  <a:pt x="292685" y="2978"/>
                </a:cubicBezTo>
                <a:cubicBezTo>
                  <a:pt x="298131" y="4964"/>
                  <a:pt x="302650" y="8045"/>
                  <a:pt x="306242" y="12221"/>
                </a:cubicBezTo>
                <a:cubicBezTo>
                  <a:pt x="309835" y="16395"/>
                  <a:pt x="312535" y="21687"/>
                  <a:pt x="314343" y="28096"/>
                </a:cubicBezTo>
                <a:lnTo>
                  <a:pt x="284720" y="33351"/>
                </a:lnTo>
                <a:cubicBezTo>
                  <a:pt x="283500" y="29623"/>
                  <a:pt x="281432" y="26770"/>
                  <a:pt x="278517" y="24793"/>
                </a:cubicBezTo>
                <a:cubicBezTo>
                  <a:pt x="275603" y="22816"/>
                  <a:pt x="271886" y="21827"/>
                  <a:pt x="267366" y="21827"/>
                </a:cubicBezTo>
                <a:cubicBezTo>
                  <a:pt x="260633" y="21827"/>
                  <a:pt x="255266" y="24169"/>
                  <a:pt x="251267" y="28852"/>
                </a:cubicBezTo>
                <a:cubicBezTo>
                  <a:pt x="247268" y="33535"/>
                  <a:pt x="245268" y="40943"/>
                  <a:pt x="245268" y="51078"/>
                </a:cubicBezTo>
                <a:cubicBezTo>
                  <a:pt x="245268" y="61846"/>
                  <a:pt x="247290" y="69538"/>
                  <a:pt x="251335" y="74153"/>
                </a:cubicBezTo>
                <a:cubicBezTo>
                  <a:pt x="255379" y="78767"/>
                  <a:pt x="261017" y="81073"/>
                  <a:pt x="268248" y="81073"/>
                </a:cubicBezTo>
                <a:cubicBezTo>
                  <a:pt x="271682" y="81073"/>
                  <a:pt x="274959" y="80574"/>
                  <a:pt x="278077" y="79576"/>
                </a:cubicBezTo>
                <a:cubicBezTo>
                  <a:pt x="281195" y="78577"/>
                  <a:pt x="284765" y="76876"/>
                  <a:pt x="288787" y="74471"/>
                </a:cubicBezTo>
                <a:lnTo>
                  <a:pt x="288787" y="65076"/>
                </a:lnTo>
                <a:lnTo>
                  <a:pt x="268248" y="65076"/>
                </a:lnTo>
                <a:close/>
                <a:moveTo>
                  <a:pt x="412037" y="71990"/>
                </a:moveTo>
                <a:lnTo>
                  <a:pt x="356723" y="71990"/>
                </a:lnTo>
                <a:cubicBezTo>
                  <a:pt x="357220" y="76398"/>
                  <a:pt x="358418" y="79681"/>
                  <a:pt x="360316" y="81840"/>
                </a:cubicBezTo>
                <a:cubicBezTo>
                  <a:pt x="362982" y="84944"/>
                  <a:pt x="366462" y="86496"/>
                  <a:pt x="370755" y="86496"/>
                </a:cubicBezTo>
                <a:cubicBezTo>
                  <a:pt x="373466" y="86496"/>
                  <a:pt x="376042" y="85826"/>
                  <a:pt x="378483" y="84484"/>
                </a:cubicBezTo>
                <a:cubicBezTo>
                  <a:pt x="379974" y="83634"/>
                  <a:pt x="381578" y="82135"/>
                  <a:pt x="383295" y="79989"/>
                </a:cubicBezTo>
                <a:lnTo>
                  <a:pt x="410478" y="82429"/>
                </a:lnTo>
                <a:cubicBezTo>
                  <a:pt x="406321" y="89684"/>
                  <a:pt x="401304" y="94887"/>
                  <a:pt x="395429" y="98039"/>
                </a:cubicBezTo>
                <a:cubicBezTo>
                  <a:pt x="389554" y="101190"/>
                  <a:pt x="381126" y="102765"/>
                  <a:pt x="370145" y="102765"/>
                </a:cubicBezTo>
                <a:cubicBezTo>
                  <a:pt x="360609" y="102765"/>
                  <a:pt x="353108" y="101421"/>
                  <a:pt x="347639" y="98732"/>
                </a:cubicBezTo>
                <a:cubicBezTo>
                  <a:pt x="342171" y="96043"/>
                  <a:pt x="337641" y="91773"/>
                  <a:pt x="334048" y="85920"/>
                </a:cubicBezTo>
                <a:cubicBezTo>
                  <a:pt x="330455" y="80068"/>
                  <a:pt x="328659" y="73188"/>
                  <a:pt x="328659" y="65279"/>
                </a:cubicBezTo>
                <a:cubicBezTo>
                  <a:pt x="328659" y="54026"/>
                  <a:pt x="332263" y="44920"/>
                  <a:pt x="339471" y="37961"/>
                </a:cubicBezTo>
                <a:cubicBezTo>
                  <a:pt x="346679" y="31001"/>
                  <a:pt x="356633" y="27522"/>
                  <a:pt x="369331" y="27522"/>
                </a:cubicBezTo>
                <a:cubicBezTo>
                  <a:pt x="379635" y="27522"/>
                  <a:pt x="387769" y="29081"/>
                  <a:pt x="393735" y="32199"/>
                </a:cubicBezTo>
                <a:cubicBezTo>
                  <a:pt x="399700" y="35317"/>
                  <a:pt x="404242" y="39836"/>
                  <a:pt x="407360" y="45756"/>
                </a:cubicBezTo>
                <a:cubicBezTo>
                  <a:pt x="410478" y="51676"/>
                  <a:pt x="412037" y="59382"/>
                  <a:pt x="412037" y="68872"/>
                </a:cubicBezTo>
                <a:lnTo>
                  <a:pt x="412037" y="71990"/>
                </a:lnTo>
                <a:moveTo>
                  <a:pt x="383973" y="58704"/>
                </a:moveTo>
                <a:cubicBezTo>
                  <a:pt x="383431" y="53419"/>
                  <a:pt x="381996" y="49635"/>
                  <a:pt x="379669" y="47351"/>
                </a:cubicBezTo>
                <a:cubicBezTo>
                  <a:pt x="377342" y="45068"/>
                  <a:pt x="374280" y="43926"/>
                  <a:pt x="370484" y="43926"/>
                </a:cubicBezTo>
                <a:cubicBezTo>
                  <a:pt x="366100" y="43926"/>
                  <a:pt x="362598" y="45650"/>
                  <a:pt x="359977" y="49099"/>
                </a:cubicBezTo>
                <a:cubicBezTo>
                  <a:pt x="358305" y="51249"/>
                  <a:pt x="357243" y="54450"/>
                  <a:pt x="356791" y="58704"/>
                </a:cubicBezTo>
                <a:lnTo>
                  <a:pt x="383973" y="58704"/>
                </a:lnTo>
                <a:close/>
                <a:moveTo>
                  <a:pt x="424700" y="29148"/>
                </a:moveTo>
                <a:lnTo>
                  <a:pt x="450392" y="29148"/>
                </a:lnTo>
                <a:lnTo>
                  <a:pt x="450392" y="40916"/>
                </a:lnTo>
                <a:cubicBezTo>
                  <a:pt x="454233" y="36111"/>
                  <a:pt x="458119" y="32678"/>
                  <a:pt x="462051" y="30616"/>
                </a:cubicBezTo>
                <a:cubicBezTo>
                  <a:pt x="465983" y="28553"/>
                  <a:pt x="470773" y="27522"/>
                  <a:pt x="476422" y="27522"/>
                </a:cubicBezTo>
                <a:cubicBezTo>
                  <a:pt x="484059" y="27522"/>
                  <a:pt x="490036" y="29792"/>
                  <a:pt x="494352" y="34334"/>
                </a:cubicBezTo>
                <a:cubicBezTo>
                  <a:pt x="498667" y="38876"/>
                  <a:pt x="500825" y="45892"/>
                  <a:pt x="500825" y="55382"/>
                </a:cubicBezTo>
                <a:lnTo>
                  <a:pt x="500825" y="101138"/>
                </a:lnTo>
                <a:lnTo>
                  <a:pt x="473100" y="101138"/>
                </a:lnTo>
                <a:lnTo>
                  <a:pt x="473100" y="61602"/>
                </a:lnTo>
                <a:cubicBezTo>
                  <a:pt x="473100" y="57090"/>
                  <a:pt x="472264" y="53897"/>
                  <a:pt x="470592" y="52025"/>
                </a:cubicBezTo>
                <a:cubicBezTo>
                  <a:pt x="468920" y="50151"/>
                  <a:pt x="466570" y="49213"/>
                  <a:pt x="463542" y="49213"/>
                </a:cubicBezTo>
                <a:cubicBezTo>
                  <a:pt x="460198" y="49213"/>
                  <a:pt x="457487" y="50477"/>
                  <a:pt x="455408" y="53005"/>
                </a:cubicBezTo>
                <a:cubicBezTo>
                  <a:pt x="453329" y="55532"/>
                  <a:pt x="452290" y="60067"/>
                  <a:pt x="452290" y="66611"/>
                </a:cubicBezTo>
                <a:lnTo>
                  <a:pt x="452290" y="101138"/>
                </a:lnTo>
                <a:lnTo>
                  <a:pt x="424700" y="101138"/>
                </a:lnTo>
                <a:lnTo>
                  <a:pt x="424700" y="29148"/>
                </a:lnTo>
                <a:close/>
                <a:moveTo>
                  <a:pt x="597206" y="71990"/>
                </a:moveTo>
                <a:lnTo>
                  <a:pt x="541892" y="71990"/>
                </a:lnTo>
                <a:cubicBezTo>
                  <a:pt x="542389" y="76398"/>
                  <a:pt x="543586" y="79681"/>
                  <a:pt x="545484" y="81840"/>
                </a:cubicBezTo>
                <a:cubicBezTo>
                  <a:pt x="548151" y="84944"/>
                  <a:pt x="551631" y="86496"/>
                  <a:pt x="555924" y="86496"/>
                </a:cubicBezTo>
                <a:cubicBezTo>
                  <a:pt x="558635" y="86496"/>
                  <a:pt x="561211" y="85826"/>
                  <a:pt x="563651" y="84484"/>
                </a:cubicBezTo>
                <a:cubicBezTo>
                  <a:pt x="565143" y="83634"/>
                  <a:pt x="566747" y="82135"/>
                  <a:pt x="568464" y="79989"/>
                </a:cubicBezTo>
                <a:lnTo>
                  <a:pt x="595647" y="82429"/>
                </a:lnTo>
                <a:cubicBezTo>
                  <a:pt x="591489" y="89684"/>
                  <a:pt x="586473" y="94887"/>
                  <a:pt x="580598" y="98039"/>
                </a:cubicBezTo>
                <a:cubicBezTo>
                  <a:pt x="574723" y="101190"/>
                  <a:pt x="566295" y="102765"/>
                  <a:pt x="555314" y="102765"/>
                </a:cubicBezTo>
                <a:cubicBezTo>
                  <a:pt x="545778" y="102765"/>
                  <a:pt x="538276" y="101421"/>
                  <a:pt x="532808" y="98732"/>
                </a:cubicBezTo>
                <a:cubicBezTo>
                  <a:pt x="527340" y="96043"/>
                  <a:pt x="522810" y="91773"/>
                  <a:pt x="519217" y="85920"/>
                </a:cubicBezTo>
                <a:cubicBezTo>
                  <a:pt x="515624" y="80068"/>
                  <a:pt x="513828" y="73188"/>
                  <a:pt x="513828" y="65279"/>
                </a:cubicBezTo>
                <a:cubicBezTo>
                  <a:pt x="513828" y="54026"/>
                  <a:pt x="517432" y="44920"/>
                  <a:pt x="524640" y="37961"/>
                </a:cubicBezTo>
                <a:cubicBezTo>
                  <a:pt x="531848" y="31001"/>
                  <a:pt x="541801" y="27522"/>
                  <a:pt x="554500" y="27522"/>
                </a:cubicBezTo>
                <a:cubicBezTo>
                  <a:pt x="564804" y="27522"/>
                  <a:pt x="572938" y="29081"/>
                  <a:pt x="578904" y="32199"/>
                </a:cubicBezTo>
                <a:cubicBezTo>
                  <a:pt x="584869" y="35317"/>
                  <a:pt x="589411" y="39836"/>
                  <a:pt x="592529" y="45756"/>
                </a:cubicBezTo>
                <a:cubicBezTo>
                  <a:pt x="595647" y="51676"/>
                  <a:pt x="597206" y="59382"/>
                  <a:pt x="597206" y="68872"/>
                </a:cubicBezTo>
                <a:lnTo>
                  <a:pt x="597206" y="71990"/>
                </a:lnTo>
                <a:moveTo>
                  <a:pt x="569142" y="58704"/>
                </a:moveTo>
                <a:cubicBezTo>
                  <a:pt x="568600" y="53419"/>
                  <a:pt x="567165" y="49635"/>
                  <a:pt x="564838" y="47351"/>
                </a:cubicBezTo>
                <a:cubicBezTo>
                  <a:pt x="562510" y="45068"/>
                  <a:pt x="559449" y="43926"/>
                  <a:pt x="555653" y="43926"/>
                </a:cubicBezTo>
                <a:cubicBezTo>
                  <a:pt x="551269" y="43926"/>
                  <a:pt x="547767" y="45650"/>
                  <a:pt x="545146" y="49099"/>
                </a:cubicBezTo>
                <a:cubicBezTo>
                  <a:pt x="543473" y="51249"/>
                  <a:pt x="542411" y="54450"/>
                  <a:pt x="541960" y="58704"/>
                </a:cubicBezTo>
                <a:lnTo>
                  <a:pt x="569142" y="58704"/>
                </a:lnTo>
                <a:close/>
                <a:moveTo>
                  <a:pt x="610140" y="29148"/>
                </a:moveTo>
                <a:lnTo>
                  <a:pt x="635967" y="29148"/>
                </a:lnTo>
                <a:lnTo>
                  <a:pt x="635967" y="40943"/>
                </a:lnTo>
                <a:cubicBezTo>
                  <a:pt x="638453" y="35837"/>
                  <a:pt x="641017" y="32323"/>
                  <a:pt x="643661" y="30403"/>
                </a:cubicBezTo>
                <a:cubicBezTo>
                  <a:pt x="646305" y="28482"/>
                  <a:pt x="649570" y="27522"/>
                  <a:pt x="653456" y="27522"/>
                </a:cubicBezTo>
                <a:cubicBezTo>
                  <a:pt x="657524" y="27522"/>
                  <a:pt x="661975" y="28787"/>
                  <a:pt x="666810" y="31318"/>
                </a:cubicBezTo>
                <a:lnTo>
                  <a:pt x="658269" y="50976"/>
                </a:lnTo>
                <a:cubicBezTo>
                  <a:pt x="655015" y="49620"/>
                  <a:pt x="652440" y="48942"/>
                  <a:pt x="650541" y="48942"/>
                </a:cubicBezTo>
                <a:cubicBezTo>
                  <a:pt x="646926" y="48942"/>
                  <a:pt x="644124" y="50434"/>
                  <a:pt x="642136" y="53416"/>
                </a:cubicBezTo>
                <a:cubicBezTo>
                  <a:pt x="639289" y="57619"/>
                  <a:pt x="637865" y="65482"/>
                  <a:pt x="637865" y="77006"/>
                </a:cubicBezTo>
                <a:lnTo>
                  <a:pt x="637865" y="101138"/>
                </a:lnTo>
                <a:lnTo>
                  <a:pt x="610140" y="101138"/>
                </a:lnTo>
                <a:lnTo>
                  <a:pt x="610140" y="29148"/>
                </a:lnTo>
                <a:close/>
                <a:moveTo>
                  <a:pt x="699004" y="52467"/>
                </a:moveTo>
                <a:lnTo>
                  <a:pt x="672635" y="49620"/>
                </a:lnTo>
                <a:cubicBezTo>
                  <a:pt x="673629" y="45025"/>
                  <a:pt x="675064" y="41409"/>
                  <a:pt x="676940" y="38774"/>
                </a:cubicBezTo>
                <a:cubicBezTo>
                  <a:pt x="678815" y="36138"/>
                  <a:pt x="681515" y="33851"/>
                  <a:pt x="685040" y="31915"/>
                </a:cubicBezTo>
                <a:cubicBezTo>
                  <a:pt x="687571" y="30518"/>
                  <a:pt x="691051" y="29437"/>
                  <a:pt x="695480" y="28672"/>
                </a:cubicBezTo>
                <a:cubicBezTo>
                  <a:pt x="699908" y="27905"/>
                  <a:pt x="704699" y="27522"/>
                  <a:pt x="709850" y="27522"/>
                </a:cubicBezTo>
                <a:cubicBezTo>
                  <a:pt x="718120" y="27522"/>
                  <a:pt x="724764" y="27985"/>
                  <a:pt x="729780" y="28911"/>
                </a:cubicBezTo>
                <a:cubicBezTo>
                  <a:pt x="734796" y="29838"/>
                  <a:pt x="738976" y="31770"/>
                  <a:pt x="742320" y="34707"/>
                </a:cubicBezTo>
                <a:cubicBezTo>
                  <a:pt x="744670" y="36741"/>
                  <a:pt x="746523" y="39622"/>
                  <a:pt x="747879" y="43350"/>
                </a:cubicBezTo>
                <a:cubicBezTo>
                  <a:pt x="749235" y="47078"/>
                  <a:pt x="749913" y="50637"/>
                  <a:pt x="749913" y="54026"/>
                </a:cubicBezTo>
                <a:lnTo>
                  <a:pt x="749913" y="85819"/>
                </a:lnTo>
                <a:cubicBezTo>
                  <a:pt x="749913" y="89208"/>
                  <a:pt x="750127" y="91863"/>
                  <a:pt x="750557" y="93784"/>
                </a:cubicBezTo>
                <a:cubicBezTo>
                  <a:pt x="750986" y="95704"/>
                  <a:pt x="751924" y="98156"/>
                  <a:pt x="753370" y="101138"/>
                </a:cubicBezTo>
                <a:lnTo>
                  <a:pt x="727475" y="101138"/>
                </a:lnTo>
                <a:cubicBezTo>
                  <a:pt x="726436" y="99286"/>
                  <a:pt x="725758" y="97873"/>
                  <a:pt x="725441" y="96902"/>
                </a:cubicBezTo>
                <a:cubicBezTo>
                  <a:pt x="725125" y="95930"/>
                  <a:pt x="724809" y="94405"/>
                  <a:pt x="724492" y="92326"/>
                </a:cubicBezTo>
                <a:cubicBezTo>
                  <a:pt x="720877" y="95806"/>
                  <a:pt x="717284" y="98291"/>
                  <a:pt x="713714" y="99783"/>
                </a:cubicBezTo>
                <a:cubicBezTo>
                  <a:pt x="708834" y="101771"/>
                  <a:pt x="703162" y="102765"/>
                  <a:pt x="696700" y="102765"/>
                </a:cubicBezTo>
                <a:cubicBezTo>
                  <a:pt x="688113" y="102765"/>
                  <a:pt x="681594" y="100774"/>
                  <a:pt x="677143" y="96792"/>
                </a:cubicBezTo>
                <a:cubicBezTo>
                  <a:pt x="672692" y="92809"/>
                  <a:pt x="670466" y="87899"/>
                  <a:pt x="670466" y="82063"/>
                </a:cubicBezTo>
                <a:cubicBezTo>
                  <a:pt x="670466" y="76586"/>
                  <a:pt x="672070" y="72083"/>
                  <a:pt x="675279" y="68554"/>
                </a:cubicBezTo>
                <a:cubicBezTo>
                  <a:pt x="678488" y="65025"/>
                  <a:pt x="684408" y="62400"/>
                  <a:pt x="693039" y="60680"/>
                </a:cubicBezTo>
                <a:cubicBezTo>
                  <a:pt x="703388" y="58598"/>
                  <a:pt x="710099" y="57139"/>
                  <a:pt x="713172" y="56301"/>
                </a:cubicBezTo>
                <a:cubicBezTo>
                  <a:pt x="716245" y="55464"/>
                  <a:pt x="719499" y="54367"/>
                  <a:pt x="722933" y="53010"/>
                </a:cubicBezTo>
                <a:cubicBezTo>
                  <a:pt x="722933" y="49646"/>
                  <a:pt x="722233" y="47291"/>
                  <a:pt x="720832" y="45945"/>
                </a:cubicBezTo>
                <a:cubicBezTo>
                  <a:pt x="719431" y="44599"/>
                  <a:pt x="716968" y="43926"/>
                  <a:pt x="713443" y="43926"/>
                </a:cubicBezTo>
                <a:cubicBezTo>
                  <a:pt x="708924" y="43926"/>
                  <a:pt x="705535" y="44649"/>
                  <a:pt x="703275" y="46095"/>
                </a:cubicBezTo>
                <a:cubicBezTo>
                  <a:pt x="701513" y="47225"/>
                  <a:pt x="700089" y="49349"/>
                  <a:pt x="699004" y="52467"/>
                </a:cubicBezTo>
                <a:moveTo>
                  <a:pt x="722933" y="66974"/>
                </a:moveTo>
                <a:cubicBezTo>
                  <a:pt x="719137" y="68329"/>
                  <a:pt x="715183" y="69527"/>
                  <a:pt x="711071" y="70566"/>
                </a:cubicBezTo>
                <a:cubicBezTo>
                  <a:pt x="705467" y="72058"/>
                  <a:pt x="701919" y="73526"/>
                  <a:pt x="700428" y="74973"/>
                </a:cubicBezTo>
                <a:cubicBezTo>
                  <a:pt x="698892" y="76464"/>
                  <a:pt x="698123" y="78159"/>
                  <a:pt x="698123" y="80057"/>
                </a:cubicBezTo>
                <a:cubicBezTo>
                  <a:pt x="698123" y="82226"/>
                  <a:pt x="698880" y="84000"/>
                  <a:pt x="700394" y="85378"/>
                </a:cubicBezTo>
                <a:cubicBezTo>
                  <a:pt x="701908" y="86756"/>
                  <a:pt x="704134" y="87445"/>
                  <a:pt x="707071" y="87445"/>
                </a:cubicBezTo>
                <a:cubicBezTo>
                  <a:pt x="710144" y="87445"/>
                  <a:pt x="713003" y="86700"/>
                  <a:pt x="715646" y="85208"/>
                </a:cubicBezTo>
                <a:cubicBezTo>
                  <a:pt x="718290" y="83717"/>
                  <a:pt x="720165" y="81898"/>
                  <a:pt x="721273" y="79752"/>
                </a:cubicBezTo>
                <a:cubicBezTo>
                  <a:pt x="722380" y="77605"/>
                  <a:pt x="722933" y="74814"/>
                  <a:pt x="722933" y="71380"/>
                </a:cubicBezTo>
                <a:lnTo>
                  <a:pt x="722933" y="66974"/>
                </a:lnTo>
                <a:close/>
                <a:moveTo>
                  <a:pt x="797363" y="1762"/>
                </a:moveTo>
                <a:lnTo>
                  <a:pt x="797363" y="29148"/>
                </a:lnTo>
                <a:lnTo>
                  <a:pt x="812548" y="29148"/>
                </a:lnTo>
                <a:lnTo>
                  <a:pt x="812548" y="49349"/>
                </a:lnTo>
                <a:lnTo>
                  <a:pt x="797363" y="49349"/>
                </a:lnTo>
                <a:lnTo>
                  <a:pt x="797363" y="74854"/>
                </a:lnTo>
                <a:cubicBezTo>
                  <a:pt x="797363" y="77921"/>
                  <a:pt x="797657" y="79951"/>
                  <a:pt x="798245" y="80942"/>
                </a:cubicBezTo>
                <a:cubicBezTo>
                  <a:pt x="799148" y="82476"/>
                  <a:pt x="800730" y="83243"/>
                  <a:pt x="802990" y="83243"/>
                </a:cubicBezTo>
                <a:cubicBezTo>
                  <a:pt x="805023" y="83243"/>
                  <a:pt x="807870" y="82657"/>
                  <a:pt x="811531" y="81484"/>
                </a:cubicBezTo>
                <a:lnTo>
                  <a:pt x="813565" y="100528"/>
                </a:lnTo>
                <a:cubicBezTo>
                  <a:pt x="806741" y="102020"/>
                  <a:pt x="800369" y="102765"/>
                  <a:pt x="794449" y="102765"/>
                </a:cubicBezTo>
                <a:cubicBezTo>
                  <a:pt x="787579" y="102765"/>
                  <a:pt x="782518" y="101886"/>
                  <a:pt x="779264" y="100126"/>
                </a:cubicBezTo>
                <a:cubicBezTo>
                  <a:pt x="776010" y="98365"/>
                  <a:pt x="773604" y="95691"/>
                  <a:pt x="772045" y="92104"/>
                </a:cubicBezTo>
                <a:cubicBezTo>
                  <a:pt x="770486" y="88515"/>
                  <a:pt x="769706" y="82704"/>
                  <a:pt x="769706" y="74670"/>
                </a:cubicBezTo>
                <a:lnTo>
                  <a:pt x="769706" y="49349"/>
                </a:lnTo>
                <a:lnTo>
                  <a:pt x="759538" y="49349"/>
                </a:lnTo>
                <a:lnTo>
                  <a:pt x="759538" y="29148"/>
                </a:lnTo>
                <a:lnTo>
                  <a:pt x="769706" y="29148"/>
                </a:lnTo>
                <a:lnTo>
                  <a:pt x="769706" y="15930"/>
                </a:lnTo>
                <a:lnTo>
                  <a:pt x="797363" y="1762"/>
                </a:lnTo>
                <a:close/>
                <a:moveTo>
                  <a:pt x="905613" y="71990"/>
                </a:moveTo>
                <a:lnTo>
                  <a:pt x="850298" y="71990"/>
                </a:lnTo>
                <a:cubicBezTo>
                  <a:pt x="850795" y="76398"/>
                  <a:pt x="851993" y="79681"/>
                  <a:pt x="853891" y="81840"/>
                </a:cubicBezTo>
                <a:cubicBezTo>
                  <a:pt x="856557" y="84944"/>
                  <a:pt x="860037" y="86496"/>
                  <a:pt x="864330" y="86496"/>
                </a:cubicBezTo>
                <a:cubicBezTo>
                  <a:pt x="867042" y="86496"/>
                  <a:pt x="869618" y="85826"/>
                  <a:pt x="872058" y="84484"/>
                </a:cubicBezTo>
                <a:cubicBezTo>
                  <a:pt x="873549" y="83634"/>
                  <a:pt x="875154" y="82135"/>
                  <a:pt x="876871" y="79989"/>
                </a:cubicBezTo>
                <a:lnTo>
                  <a:pt x="904054" y="82429"/>
                </a:lnTo>
                <a:cubicBezTo>
                  <a:pt x="899896" y="89684"/>
                  <a:pt x="894880" y="94887"/>
                  <a:pt x="889005" y="98039"/>
                </a:cubicBezTo>
                <a:cubicBezTo>
                  <a:pt x="883130" y="101190"/>
                  <a:pt x="874702" y="102765"/>
                  <a:pt x="863720" y="102765"/>
                </a:cubicBezTo>
                <a:cubicBezTo>
                  <a:pt x="854185" y="102765"/>
                  <a:pt x="846683" y="101421"/>
                  <a:pt x="841215" y="98732"/>
                </a:cubicBezTo>
                <a:cubicBezTo>
                  <a:pt x="835747" y="96043"/>
                  <a:pt x="831216" y="91773"/>
                  <a:pt x="827623" y="85920"/>
                </a:cubicBezTo>
                <a:cubicBezTo>
                  <a:pt x="824031" y="80068"/>
                  <a:pt x="822234" y="73188"/>
                  <a:pt x="822234" y="65279"/>
                </a:cubicBezTo>
                <a:cubicBezTo>
                  <a:pt x="822234" y="54026"/>
                  <a:pt x="825838" y="44920"/>
                  <a:pt x="833046" y="37961"/>
                </a:cubicBezTo>
                <a:cubicBezTo>
                  <a:pt x="840255" y="31001"/>
                  <a:pt x="850208" y="27522"/>
                  <a:pt x="862907" y="27522"/>
                </a:cubicBezTo>
                <a:cubicBezTo>
                  <a:pt x="873210" y="27522"/>
                  <a:pt x="881345" y="29081"/>
                  <a:pt x="887310" y="32199"/>
                </a:cubicBezTo>
                <a:cubicBezTo>
                  <a:pt x="893275" y="35317"/>
                  <a:pt x="897817" y="39836"/>
                  <a:pt x="900935" y="45756"/>
                </a:cubicBezTo>
                <a:cubicBezTo>
                  <a:pt x="904054" y="51676"/>
                  <a:pt x="905613" y="59382"/>
                  <a:pt x="905613" y="68872"/>
                </a:cubicBezTo>
                <a:lnTo>
                  <a:pt x="905613" y="71990"/>
                </a:lnTo>
                <a:moveTo>
                  <a:pt x="877549" y="58704"/>
                </a:moveTo>
                <a:cubicBezTo>
                  <a:pt x="877006" y="53419"/>
                  <a:pt x="875572" y="49635"/>
                  <a:pt x="873244" y="47351"/>
                </a:cubicBezTo>
                <a:cubicBezTo>
                  <a:pt x="870917" y="45068"/>
                  <a:pt x="867855" y="43926"/>
                  <a:pt x="864059" y="43926"/>
                </a:cubicBezTo>
                <a:cubicBezTo>
                  <a:pt x="859676" y="43926"/>
                  <a:pt x="856173" y="45650"/>
                  <a:pt x="853552" y="49099"/>
                </a:cubicBezTo>
                <a:cubicBezTo>
                  <a:pt x="851880" y="51249"/>
                  <a:pt x="850818" y="54450"/>
                  <a:pt x="850366" y="58704"/>
                </a:cubicBezTo>
                <a:lnTo>
                  <a:pt x="877549" y="58704"/>
                </a:lnTo>
                <a:close/>
                <a:moveTo>
                  <a:pt x="994062" y="1762"/>
                </a:moveTo>
                <a:lnTo>
                  <a:pt x="994062" y="101138"/>
                </a:lnTo>
                <a:lnTo>
                  <a:pt x="968235" y="101138"/>
                </a:lnTo>
                <a:lnTo>
                  <a:pt x="968235" y="90496"/>
                </a:lnTo>
                <a:cubicBezTo>
                  <a:pt x="964620" y="95015"/>
                  <a:pt x="961321" y="98065"/>
                  <a:pt x="958338" y="99647"/>
                </a:cubicBezTo>
                <a:cubicBezTo>
                  <a:pt x="954361" y="101726"/>
                  <a:pt x="949933" y="102765"/>
                  <a:pt x="945052" y="102765"/>
                </a:cubicBezTo>
                <a:cubicBezTo>
                  <a:pt x="935245" y="102765"/>
                  <a:pt x="927755" y="99037"/>
                  <a:pt x="922580" y="91580"/>
                </a:cubicBezTo>
                <a:cubicBezTo>
                  <a:pt x="917406" y="84124"/>
                  <a:pt x="914819" y="75063"/>
                  <a:pt x="914819" y="64398"/>
                </a:cubicBezTo>
                <a:cubicBezTo>
                  <a:pt x="914819" y="52467"/>
                  <a:pt x="917677" y="43339"/>
                  <a:pt x="923394" y="37012"/>
                </a:cubicBezTo>
                <a:cubicBezTo>
                  <a:pt x="929111" y="30685"/>
                  <a:pt x="936375" y="27522"/>
                  <a:pt x="945188" y="27522"/>
                </a:cubicBezTo>
                <a:cubicBezTo>
                  <a:pt x="949481" y="27522"/>
                  <a:pt x="953378" y="28245"/>
                  <a:pt x="956881" y="29691"/>
                </a:cubicBezTo>
                <a:cubicBezTo>
                  <a:pt x="960383" y="31137"/>
                  <a:pt x="963490" y="33306"/>
                  <a:pt x="966202" y="36198"/>
                </a:cubicBezTo>
                <a:lnTo>
                  <a:pt x="966202" y="1762"/>
                </a:lnTo>
                <a:lnTo>
                  <a:pt x="994062" y="1762"/>
                </a:lnTo>
                <a:moveTo>
                  <a:pt x="966405" y="64940"/>
                </a:moveTo>
                <a:cubicBezTo>
                  <a:pt x="966405" y="59291"/>
                  <a:pt x="965207" y="55077"/>
                  <a:pt x="962812" y="52298"/>
                </a:cubicBezTo>
                <a:cubicBezTo>
                  <a:pt x="960417" y="49519"/>
                  <a:pt x="957389" y="48129"/>
                  <a:pt x="953729" y="48129"/>
                </a:cubicBezTo>
                <a:cubicBezTo>
                  <a:pt x="950520" y="48129"/>
                  <a:pt x="947831" y="49462"/>
                  <a:pt x="945662" y="52128"/>
                </a:cubicBezTo>
                <a:cubicBezTo>
                  <a:pt x="943493" y="54795"/>
                  <a:pt x="942408" y="59269"/>
                  <a:pt x="942408" y="65550"/>
                </a:cubicBezTo>
                <a:cubicBezTo>
                  <a:pt x="942408" y="71425"/>
                  <a:pt x="943527" y="75730"/>
                  <a:pt x="945764" y="78464"/>
                </a:cubicBezTo>
                <a:cubicBezTo>
                  <a:pt x="948001" y="81198"/>
                  <a:pt x="950769" y="82565"/>
                  <a:pt x="954068" y="82565"/>
                </a:cubicBezTo>
                <a:cubicBezTo>
                  <a:pt x="957593" y="82565"/>
                  <a:pt x="960530" y="81186"/>
                  <a:pt x="962880" y="78430"/>
                </a:cubicBezTo>
                <a:cubicBezTo>
                  <a:pt x="965230" y="75673"/>
                  <a:pt x="966405" y="71177"/>
                  <a:pt x="966405" y="64940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7,4%">
            <a:extLst xmlns:a="http://schemas.openxmlformats.org/drawingml/2006/main">
              <a:ext uri="{FF2B5EF4-FFF2-40B4-BE49-F238E27FC236}">
                <a16:creationId xmlns:a16="http://schemas.microsoft.com/office/drawing/2014/main" id="{ADE2246B-9E03-4A4C-938D-23D590C3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689" y="2988370"/>
            <a:ext cx="301323" cy="120661"/>
          </a:xfrm>
          <a:custGeom xmlns:a="http://schemas.openxmlformats.org/drawingml/2006/main">
            <a:pathLst>
              <a:path w="301323" h="120661">
                <a:moveTo>
                  <a:pt x="0" y="14574"/>
                </a:moveTo>
                <a:lnTo>
                  <a:pt x="0" y="2847"/>
                </a:lnTo>
                <a:lnTo>
                  <a:pt x="64330" y="2847"/>
                </a:lnTo>
                <a:lnTo>
                  <a:pt x="64330" y="12337"/>
                </a:lnTo>
                <a:cubicBezTo>
                  <a:pt x="58003" y="19076"/>
                  <a:pt x="51733" y="28031"/>
                  <a:pt x="45519" y="39202"/>
                </a:cubicBezTo>
                <a:cubicBezTo>
                  <a:pt x="39305" y="50373"/>
                  <a:pt x="34504" y="61860"/>
                  <a:pt x="31114" y="73663"/>
                </a:cubicBezTo>
                <a:cubicBezTo>
                  <a:pt x="28674" y="81986"/>
                  <a:pt x="27115" y="91099"/>
                  <a:pt x="26437" y="101003"/>
                </a:cubicBezTo>
                <a:lnTo>
                  <a:pt x="13896" y="101003"/>
                </a:lnTo>
                <a:cubicBezTo>
                  <a:pt x="14032" y="93179"/>
                  <a:pt x="15568" y="83727"/>
                  <a:pt x="18506" y="72647"/>
                </a:cubicBezTo>
                <a:cubicBezTo>
                  <a:pt x="21443" y="61565"/>
                  <a:pt x="25657" y="50880"/>
                  <a:pt x="31148" y="40592"/>
                </a:cubicBezTo>
                <a:cubicBezTo>
                  <a:pt x="36639" y="30302"/>
                  <a:pt x="42480" y="21630"/>
                  <a:pt x="48671" y="14574"/>
                </a:cubicBezTo>
                <a:lnTo>
                  <a:pt x="0" y="14574"/>
                </a:lnTo>
                <a:close/>
                <a:moveTo>
                  <a:pt x="82978" y="101003"/>
                </a:moveTo>
                <a:lnTo>
                  <a:pt x="82978" y="87039"/>
                </a:lnTo>
                <a:lnTo>
                  <a:pt x="96875" y="87039"/>
                </a:lnTo>
                <a:lnTo>
                  <a:pt x="96875" y="100963"/>
                </a:lnTo>
                <a:cubicBezTo>
                  <a:pt x="96875" y="106081"/>
                  <a:pt x="95971" y="110213"/>
                  <a:pt x="94163" y="113359"/>
                </a:cubicBezTo>
                <a:cubicBezTo>
                  <a:pt x="92356" y="116507"/>
                  <a:pt x="89486" y="118941"/>
                  <a:pt x="85554" y="120661"/>
                </a:cubicBezTo>
                <a:lnTo>
                  <a:pt x="82165" y="115374"/>
                </a:lnTo>
                <a:cubicBezTo>
                  <a:pt x="84741" y="114250"/>
                  <a:pt x="86639" y="112597"/>
                  <a:pt x="87859" y="110415"/>
                </a:cubicBezTo>
                <a:cubicBezTo>
                  <a:pt x="89079" y="108233"/>
                  <a:pt x="89757" y="105096"/>
                  <a:pt x="89893" y="101003"/>
                </a:cubicBezTo>
                <a:lnTo>
                  <a:pt x="82978" y="101003"/>
                </a:lnTo>
                <a:close/>
                <a:moveTo>
                  <a:pt x="154082" y="101003"/>
                </a:moveTo>
                <a:lnTo>
                  <a:pt x="154082" y="77210"/>
                </a:lnTo>
                <a:lnTo>
                  <a:pt x="110970" y="77210"/>
                </a:lnTo>
                <a:lnTo>
                  <a:pt x="110970" y="66025"/>
                </a:lnTo>
                <a:lnTo>
                  <a:pt x="156319" y="1627"/>
                </a:lnTo>
                <a:lnTo>
                  <a:pt x="166284" y="1627"/>
                </a:lnTo>
                <a:lnTo>
                  <a:pt x="166284" y="66025"/>
                </a:lnTo>
                <a:lnTo>
                  <a:pt x="179706" y="66025"/>
                </a:lnTo>
                <a:lnTo>
                  <a:pt x="179706" y="77210"/>
                </a:lnTo>
                <a:lnTo>
                  <a:pt x="166284" y="77210"/>
                </a:lnTo>
                <a:lnTo>
                  <a:pt x="166284" y="101003"/>
                </a:lnTo>
                <a:lnTo>
                  <a:pt x="154082" y="101003"/>
                </a:lnTo>
                <a:moveTo>
                  <a:pt x="154082" y="66025"/>
                </a:moveTo>
                <a:lnTo>
                  <a:pt x="154082" y="21217"/>
                </a:lnTo>
                <a:lnTo>
                  <a:pt x="122968" y="66025"/>
                </a:lnTo>
                <a:lnTo>
                  <a:pt x="154082" y="66025"/>
                </a:lnTo>
                <a:close/>
                <a:moveTo>
                  <a:pt x="194490" y="25590"/>
                </a:moveTo>
                <a:cubicBezTo>
                  <a:pt x="194490" y="18485"/>
                  <a:pt x="196275" y="12444"/>
                  <a:pt x="199845" y="7467"/>
                </a:cubicBezTo>
                <a:cubicBezTo>
                  <a:pt x="203415" y="2489"/>
                  <a:pt x="208590" y="0"/>
                  <a:pt x="215368" y="0"/>
                </a:cubicBezTo>
                <a:cubicBezTo>
                  <a:pt x="221605" y="0"/>
                  <a:pt x="226768" y="2229"/>
                  <a:pt x="230858" y="6686"/>
                </a:cubicBezTo>
                <a:cubicBezTo>
                  <a:pt x="234948" y="11143"/>
                  <a:pt x="236993" y="17692"/>
                  <a:pt x="236993" y="26335"/>
                </a:cubicBezTo>
                <a:cubicBezTo>
                  <a:pt x="236993" y="34752"/>
                  <a:pt x="234925" y="41234"/>
                  <a:pt x="230790" y="45782"/>
                </a:cubicBezTo>
                <a:cubicBezTo>
                  <a:pt x="226655" y="50329"/>
                  <a:pt x="221560" y="52603"/>
                  <a:pt x="215504" y="52603"/>
                </a:cubicBezTo>
                <a:cubicBezTo>
                  <a:pt x="209494" y="52603"/>
                  <a:pt x="204489" y="50363"/>
                  <a:pt x="200489" y="45883"/>
                </a:cubicBezTo>
                <a:cubicBezTo>
                  <a:pt x="196490" y="41404"/>
                  <a:pt x="194490" y="34639"/>
                  <a:pt x="194490" y="25590"/>
                </a:cubicBezTo>
                <a:moveTo>
                  <a:pt x="215707" y="8406"/>
                </a:moveTo>
                <a:cubicBezTo>
                  <a:pt x="212680" y="8406"/>
                  <a:pt x="210160" y="9719"/>
                  <a:pt x="208149" y="12346"/>
                </a:cubicBezTo>
                <a:cubicBezTo>
                  <a:pt x="206138" y="14971"/>
                  <a:pt x="205133" y="19792"/>
                  <a:pt x="205133" y="26810"/>
                </a:cubicBezTo>
                <a:cubicBezTo>
                  <a:pt x="205133" y="33195"/>
                  <a:pt x="206149" y="37689"/>
                  <a:pt x="208183" y="40293"/>
                </a:cubicBezTo>
                <a:cubicBezTo>
                  <a:pt x="210217" y="42896"/>
                  <a:pt x="212725" y="44197"/>
                  <a:pt x="215707" y="44197"/>
                </a:cubicBezTo>
                <a:cubicBezTo>
                  <a:pt x="218780" y="44197"/>
                  <a:pt x="221322" y="42885"/>
                  <a:pt x="223333" y="40259"/>
                </a:cubicBezTo>
                <a:cubicBezTo>
                  <a:pt x="225344" y="37632"/>
                  <a:pt x="226350" y="32833"/>
                  <a:pt x="226350" y="25861"/>
                </a:cubicBezTo>
                <a:cubicBezTo>
                  <a:pt x="226350" y="19431"/>
                  <a:pt x="225333" y="14915"/>
                  <a:pt x="223300" y="12312"/>
                </a:cubicBezTo>
                <a:cubicBezTo>
                  <a:pt x="221266" y="9708"/>
                  <a:pt x="218735" y="8406"/>
                  <a:pt x="215707" y="8406"/>
                </a:cubicBezTo>
                <a:moveTo>
                  <a:pt x="215775" y="104663"/>
                </a:moveTo>
                <a:lnTo>
                  <a:pt x="270141" y="0"/>
                </a:lnTo>
                <a:lnTo>
                  <a:pt x="280037" y="0"/>
                </a:lnTo>
                <a:lnTo>
                  <a:pt x="225875" y="104663"/>
                </a:lnTo>
                <a:lnTo>
                  <a:pt x="215775" y="104663"/>
                </a:lnTo>
                <a:moveTo>
                  <a:pt x="258752" y="77650"/>
                </a:moveTo>
                <a:cubicBezTo>
                  <a:pt x="258752" y="70500"/>
                  <a:pt x="260537" y="64448"/>
                  <a:pt x="264107" y="59494"/>
                </a:cubicBezTo>
                <a:cubicBezTo>
                  <a:pt x="267678" y="54538"/>
                  <a:pt x="272875" y="52061"/>
                  <a:pt x="279698" y="52061"/>
                </a:cubicBezTo>
                <a:cubicBezTo>
                  <a:pt x="285935" y="52061"/>
                  <a:pt x="291098" y="54289"/>
                  <a:pt x="295188" y="58746"/>
                </a:cubicBezTo>
                <a:cubicBezTo>
                  <a:pt x="299278" y="63203"/>
                  <a:pt x="301323" y="69753"/>
                  <a:pt x="301323" y="78396"/>
                </a:cubicBezTo>
                <a:cubicBezTo>
                  <a:pt x="301323" y="86813"/>
                  <a:pt x="299255" y="93295"/>
                  <a:pt x="295120" y="97842"/>
                </a:cubicBezTo>
                <a:cubicBezTo>
                  <a:pt x="290985" y="102390"/>
                  <a:pt x="285867" y="104663"/>
                  <a:pt x="279766" y="104663"/>
                </a:cubicBezTo>
                <a:cubicBezTo>
                  <a:pt x="273756" y="104663"/>
                  <a:pt x="268751" y="102412"/>
                  <a:pt x="264751" y="97910"/>
                </a:cubicBezTo>
                <a:cubicBezTo>
                  <a:pt x="260752" y="93408"/>
                  <a:pt x="258752" y="86655"/>
                  <a:pt x="258752" y="77650"/>
                </a:cubicBezTo>
                <a:moveTo>
                  <a:pt x="280037" y="60466"/>
                </a:moveTo>
                <a:cubicBezTo>
                  <a:pt x="276964" y="60466"/>
                  <a:pt x="274422" y="61780"/>
                  <a:pt x="272411" y="64406"/>
                </a:cubicBezTo>
                <a:cubicBezTo>
                  <a:pt x="270400" y="67032"/>
                  <a:pt x="269395" y="71853"/>
                  <a:pt x="269395" y="78870"/>
                </a:cubicBezTo>
                <a:cubicBezTo>
                  <a:pt x="269395" y="85210"/>
                  <a:pt x="270412" y="89693"/>
                  <a:pt x="272445" y="92320"/>
                </a:cubicBezTo>
                <a:cubicBezTo>
                  <a:pt x="274479" y="94945"/>
                  <a:pt x="276987" y="96258"/>
                  <a:pt x="279970" y="96258"/>
                </a:cubicBezTo>
                <a:cubicBezTo>
                  <a:pt x="283088" y="96258"/>
                  <a:pt x="285652" y="94945"/>
                  <a:pt x="287663" y="92320"/>
                </a:cubicBezTo>
                <a:cubicBezTo>
                  <a:pt x="289675" y="89693"/>
                  <a:pt x="290680" y="84894"/>
                  <a:pt x="290680" y="77921"/>
                </a:cubicBezTo>
                <a:cubicBezTo>
                  <a:pt x="290680" y="71491"/>
                  <a:pt x="289663" y="66975"/>
                  <a:pt x="287630" y="64372"/>
                </a:cubicBezTo>
                <a:cubicBezTo>
                  <a:pt x="285596" y="61768"/>
                  <a:pt x="283065" y="60466"/>
                  <a:pt x="280037" y="60466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0C2E6-EEE0-4110-B068-5E8561FB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418" y="3265000"/>
            <a:ext cx="243380" cy="232932"/>
          </a:xfrm>
          <a:custGeom xmlns:a="http://schemas.openxmlformats.org/drawingml/2006/main">
            <a:pathLst>
              <a:path w="243380" h="232932">
                <a:moveTo>
                  <a:pt x="121911" y="232932"/>
                </a:moveTo>
                <a:cubicBezTo>
                  <a:pt x="80057" y="232932"/>
                  <a:pt x="41853" y="211094"/>
                  <a:pt x="20927" y="174699"/>
                </a:cubicBezTo>
                <a:cubicBezTo>
                  <a:pt x="0" y="138759"/>
                  <a:pt x="0" y="94628"/>
                  <a:pt x="20927" y="58233"/>
                </a:cubicBezTo>
                <a:cubicBezTo>
                  <a:pt x="41853" y="22293"/>
                  <a:pt x="80057" y="0"/>
                  <a:pt x="121911" y="0"/>
                </a:cubicBezTo>
                <a:cubicBezTo>
                  <a:pt x="163323" y="0"/>
                  <a:pt x="201527" y="22293"/>
                  <a:pt x="222453" y="58233"/>
                </a:cubicBezTo>
                <a:cubicBezTo>
                  <a:pt x="243380" y="94628"/>
                  <a:pt x="243380" y="138759"/>
                  <a:pt x="222453" y="174699"/>
                </a:cubicBezTo>
                <a:cubicBezTo>
                  <a:pt x="201527" y="211094"/>
                  <a:pt x="163323" y="232932"/>
                  <a:pt x="121911" y="232932"/>
                </a:cubicBezTo>
                <a:close/>
                <a:moveTo>
                  <a:pt x="85064" y="79616"/>
                </a:moveTo>
                <a:cubicBezTo>
                  <a:pt x="80516" y="84165"/>
                  <a:pt x="80516" y="90989"/>
                  <a:pt x="85064" y="95085"/>
                </a:cubicBezTo>
                <a:lnTo>
                  <a:pt x="106449" y="116466"/>
                </a:lnTo>
                <a:lnTo>
                  <a:pt x="85064" y="137847"/>
                </a:lnTo>
                <a:cubicBezTo>
                  <a:pt x="80516" y="142398"/>
                  <a:pt x="80516" y="149222"/>
                  <a:pt x="85064" y="153316"/>
                </a:cubicBezTo>
                <a:cubicBezTo>
                  <a:pt x="89155" y="157866"/>
                  <a:pt x="95994" y="157866"/>
                  <a:pt x="100085" y="153316"/>
                </a:cubicBezTo>
                <a:lnTo>
                  <a:pt x="121469" y="131934"/>
                </a:lnTo>
                <a:lnTo>
                  <a:pt x="142854" y="153316"/>
                </a:lnTo>
                <a:cubicBezTo>
                  <a:pt x="147403" y="157866"/>
                  <a:pt x="154226" y="157866"/>
                  <a:pt x="158316" y="153316"/>
                </a:cubicBezTo>
                <a:cubicBezTo>
                  <a:pt x="162864" y="149222"/>
                  <a:pt x="162864" y="142398"/>
                  <a:pt x="158316" y="137847"/>
                </a:cubicBezTo>
                <a:lnTo>
                  <a:pt x="136931" y="116466"/>
                </a:lnTo>
                <a:lnTo>
                  <a:pt x="158316" y="95085"/>
                </a:lnTo>
                <a:cubicBezTo>
                  <a:pt x="162864" y="90989"/>
                  <a:pt x="162864" y="84165"/>
                  <a:pt x="158316" y="79616"/>
                </a:cubicBezTo>
                <a:cubicBezTo>
                  <a:pt x="154226" y="75521"/>
                  <a:pt x="147403" y="75521"/>
                  <a:pt x="142854" y="79616"/>
                </a:cubicBezTo>
                <a:lnTo>
                  <a:pt x="121469" y="100998"/>
                </a:lnTo>
                <a:lnTo>
                  <a:pt x="100085" y="79616"/>
                </a:lnTo>
                <a:cubicBezTo>
                  <a:pt x="95994" y="75521"/>
                  <a:pt x="89155" y="75521"/>
                  <a:pt x="85064" y="79616"/>
                </a:cubicBez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B2F58-9D89-4F4D-AC84-87E372C3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033" y="3212461"/>
            <a:ext cx="1766712" cy="338010"/>
          </a:xfrm>
          <a:custGeom xmlns:a="http://schemas.openxmlformats.org/drawingml/2006/main">
            <a:pathLst>
              <a:path w="1766712" h="338010">
                <a:moveTo>
                  <a:pt x="1766712" y="169005"/>
                </a:moveTo>
                <a:cubicBezTo>
                  <a:pt x="1766712" y="262280"/>
                  <a:pt x="1690983" y="338010"/>
                  <a:pt x="1597721" y="338010"/>
                </a:cubicBezTo>
                <a:lnTo>
                  <a:pt x="169008" y="338010"/>
                </a:lnTo>
                <a:cubicBezTo>
                  <a:pt x="75730" y="338010"/>
                  <a:pt x="0" y="262280"/>
                  <a:pt x="0" y="169005"/>
                </a:cubicBezTo>
                <a:cubicBezTo>
                  <a:pt x="0" y="75730"/>
                  <a:pt x="75730" y="0"/>
                  <a:pt x="169008" y="0"/>
                </a:cubicBezTo>
                <a:lnTo>
                  <a:pt x="1597721" y="0"/>
                </a:lnTo>
                <a:cubicBezTo>
                  <a:pt x="1690983" y="0"/>
                  <a:pt x="1766712" y="75730"/>
                  <a:pt x="1766712" y="169005"/>
                </a:cubicBezTo>
                <a:close/>
              </a:path>
            </a:pathLst>
          </a:custGeom>
          <a:solidFill xmlns:a="http://schemas.openxmlformats.org/drawingml/2006/main">
            <a:srgbClr val="EC650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OtherFabricated">
            <a:extLst xmlns:a="http://schemas.openxmlformats.org/drawingml/2006/main">
              <a:ext uri="{FF2B5EF4-FFF2-40B4-BE49-F238E27FC236}">
                <a16:creationId xmlns:a16="http://schemas.microsoft.com/office/drawing/2014/main" id="{091242B9-7DED-4144-8341-E3A81852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418" y="3249348"/>
            <a:ext cx="1268576" cy="102901"/>
          </a:xfrm>
          <a:custGeom xmlns:a="http://schemas.openxmlformats.org/drawingml/2006/main">
            <a:pathLst>
              <a:path w="1268576" h="102901">
                <a:moveTo>
                  <a:pt x="0" y="51518"/>
                </a:moveTo>
                <a:cubicBezTo>
                  <a:pt x="0" y="35273"/>
                  <a:pt x="4519" y="22626"/>
                  <a:pt x="13557" y="13576"/>
                </a:cubicBezTo>
                <a:cubicBezTo>
                  <a:pt x="22596" y="4525"/>
                  <a:pt x="35182" y="0"/>
                  <a:pt x="51315" y="0"/>
                </a:cubicBezTo>
                <a:cubicBezTo>
                  <a:pt x="67855" y="0"/>
                  <a:pt x="80599" y="4446"/>
                  <a:pt x="89547" y="13339"/>
                </a:cubicBezTo>
                <a:cubicBezTo>
                  <a:pt x="98495" y="22231"/>
                  <a:pt x="102969" y="34686"/>
                  <a:pt x="102969" y="50705"/>
                </a:cubicBezTo>
                <a:cubicBezTo>
                  <a:pt x="102969" y="62333"/>
                  <a:pt x="101014" y="71869"/>
                  <a:pt x="97105" y="79313"/>
                </a:cubicBezTo>
                <a:cubicBezTo>
                  <a:pt x="93196" y="86757"/>
                  <a:pt x="87547" y="92549"/>
                  <a:pt x="80158" y="96690"/>
                </a:cubicBezTo>
                <a:cubicBezTo>
                  <a:pt x="72770" y="100831"/>
                  <a:pt x="63562" y="102901"/>
                  <a:pt x="52535" y="102901"/>
                </a:cubicBezTo>
                <a:cubicBezTo>
                  <a:pt x="41328" y="102901"/>
                  <a:pt x="32052" y="101114"/>
                  <a:pt x="24708" y="97539"/>
                </a:cubicBezTo>
                <a:cubicBezTo>
                  <a:pt x="17365" y="93964"/>
                  <a:pt x="11411" y="88307"/>
                  <a:pt x="6847" y="80569"/>
                </a:cubicBezTo>
                <a:cubicBezTo>
                  <a:pt x="2282" y="72832"/>
                  <a:pt x="0" y="63148"/>
                  <a:pt x="0" y="51518"/>
                </a:cubicBezTo>
                <a:moveTo>
                  <a:pt x="30708" y="51654"/>
                </a:moveTo>
                <a:cubicBezTo>
                  <a:pt x="30708" y="61686"/>
                  <a:pt x="32572" y="68894"/>
                  <a:pt x="36300" y="73278"/>
                </a:cubicBezTo>
                <a:cubicBezTo>
                  <a:pt x="40028" y="77662"/>
                  <a:pt x="45101" y="79853"/>
                  <a:pt x="51518" y="79853"/>
                </a:cubicBezTo>
                <a:cubicBezTo>
                  <a:pt x="58116" y="79853"/>
                  <a:pt x="63223" y="77707"/>
                  <a:pt x="66838" y="73414"/>
                </a:cubicBezTo>
                <a:cubicBezTo>
                  <a:pt x="70453" y="69120"/>
                  <a:pt x="72261" y="61415"/>
                  <a:pt x="72261" y="50298"/>
                </a:cubicBezTo>
                <a:cubicBezTo>
                  <a:pt x="72261" y="40943"/>
                  <a:pt x="70374" y="34108"/>
                  <a:pt x="66601" y="29792"/>
                </a:cubicBezTo>
                <a:cubicBezTo>
                  <a:pt x="62827" y="25477"/>
                  <a:pt x="57709" y="23319"/>
                  <a:pt x="51247" y="23319"/>
                </a:cubicBezTo>
                <a:cubicBezTo>
                  <a:pt x="45056" y="23319"/>
                  <a:pt x="40085" y="25511"/>
                  <a:pt x="36334" y="29894"/>
                </a:cubicBezTo>
                <a:cubicBezTo>
                  <a:pt x="32583" y="34278"/>
                  <a:pt x="30708" y="41531"/>
                  <a:pt x="30708" y="51654"/>
                </a:cubicBezTo>
                <a:close/>
                <a:moveTo>
                  <a:pt x="150975" y="1762"/>
                </a:moveTo>
                <a:lnTo>
                  <a:pt x="150975" y="29148"/>
                </a:lnTo>
                <a:lnTo>
                  <a:pt x="166159" y="29148"/>
                </a:lnTo>
                <a:lnTo>
                  <a:pt x="166159" y="49349"/>
                </a:lnTo>
                <a:lnTo>
                  <a:pt x="150975" y="49349"/>
                </a:lnTo>
                <a:lnTo>
                  <a:pt x="150975" y="74854"/>
                </a:lnTo>
                <a:cubicBezTo>
                  <a:pt x="150975" y="77921"/>
                  <a:pt x="151268" y="79951"/>
                  <a:pt x="151856" y="80942"/>
                </a:cubicBezTo>
                <a:cubicBezTo>
                  <a:pt x="152760" y="82476"/>
                  <a:pt x="154341" y="83243"/>
                  <a:pt x="156601" y="83243"/>
                </a:cubicBezTo>
                <a:cubicBezTo>
                  <a:pt x="158635" y="83243"/>
                  <a:pt x="161482" y="82657"/>
                  <a:pt x="165142" y="81484"/>
                </a:cubicBezTo>
                <a:lnTo>
                  <a:pt x="167176" y="100528"/>
                </a:lnTo>
                <a:cubicBezTo>
                  <a:pt x="160352" y="102020"/>
                  <a:pt x="153980" y="102765"/>
                  <a:pt x="148060" y="102765"/>
                </a:cubicBezTo>
                <a:cubicBezTo>
                  <a:pt x="141191" y="102765"/>
                  <a:pt x="136129" y="101886"/>
                  <a:pt x="132876" y="100126"/>
                </a:cubicBezTo>
                <a:cubicBezTo>
                  <a:pt x="129622" y="98365"/>
                  <a:pt x="127215" y="95691"/>
                  <a:pt x="125656" y="92104"/>
                </a:cubicBezTo>
                <a:cubicBezTo>
                  <a:pt x="124097" y="88515"/>
                  <a:pt x="123318" y="82704"/>
                  <a:pt x="123318" y="74670"/>
                </a:cubicBezTo>
                <a:lnTo>
                  <a:pt x="123318" y="49349"/>
                </a:lnTo>
                <a:lnTo>
                  <a:pt x="113149" y="49349"/>
                </a:lnTo>
                <a:lnTo>
                  <a:pt x="113149" y="29148"/>
                </a:lnTo>
                <a:lnTo>
                  <a:pt x="123318" y="29148"/>
                </a:lnTo>
                <a:lnTo>
                  <a:pt x="123318" y="15930"/>
                </a:lnTo>
                <a:lnTo>
                  <a:pt x="150975" y="1762"/>
                </a:lnTo>
                <a:close/>
                <a:moveTo>
                  <a:pt x="179303" y="1762"/>
                </a:moveTo>
                <a:lnTo>
                  <a:pt x="206893" y="1762"/>
                </a:lnTo>
                <a:lnTo>
                  <a:pt x="206893" y="38420"/>
                </a:lnTo>
                <a:cubicBezTo>
                  <a:pt x="210644" y="34516"/>
                  <a:pt x="214372" y="31723"/>
                  <a:pt x="218078" y="30042"/>
                </a:cubicBezTo>
                <a:cubicBezTo>
                  <a:pt x="221783" y="28362"/>
                  <a:pt x="226167" y="27522"/>
                  <a:pt x="231228" y="27522"/>
                </a:cubicBezTo>
                <a:cubicBezTo>
                  <a:pt x="238730" y="27522"/>
                  <a:pt x="244639" y="29804"/>
                  <a:pt x="248955" y="34368"/>
                </a:cubicBezTo>
                <a:cubicBezTo>
                  <a:pt x="253271" y="38932"/>
                  <a:pt x="255428" y="45937"/>
                  <a:pt x="255428" y="55382"/>
                </a:cubicBezTo>
                <a:lnTo>
                  <a:pt x="255428" y="101138"/>
                </a:lnTo>
                <a:lnTo>
                  <a:pt x="227704" y="101138"/>
                </a:lnTo>
                <a:lnTo>
                  <a:pt x="227704" y="61602"/>
                </a:lnTo>
                <a:cubicBezTo>
                  <a:pt x="227704" y="57090"/>
                  <a:pt x="226867" y="53897"/>
                  <a:pt x="225195" y="52025"/>
                </a:cubicBezTo>
                <a:cubicBezTo>
                  <a:pt x="223523" y="50151"/>
                  <a:pt x="221173" y="49213"/>
                  <a:pt x="218146" y="49213"/>
                </a:cubicBezTo>
                <a:cubicBezTo>
                  <a:pt x="214801" y="49213"/>
                  <a:pt x="212090" y="50477"/>
                  <a:pt x="210011" y="53005"/>
                </a:cubicBezTo>
                <a:cubicBezTo>
                  <a:pt x="207932" y="55532"/>
                  <a:pt x="206893" y="60067"/>
                  <a:pt x="206893" y="66611"/>
                </a:cubicBezTo>
                <a:lnTo>
                  <a:pt x="206893" y="101138"/>
                </a:lnTo>
                <a:lnTo>
                  <a:pt x="179303" y="101138"/>
                </a:lnTo>
                <a:lnTo>
                  <a:pt x="179303" y="1762"/>
                </a:lnTo>
                <a:close/>
                <a:moveTo>
                  <a:pt x="351809" y="71990"/>
                </a:moveTo>
                <a:lnTo>
                  <a:pt x="296494" y="71990"/>
                </a:lnTo>
                <a:cubicBezTo>
                  <a:pt x="296991" y="76398"/>
                  <a:pt x="298189" y="79681"/>
                  <a:pt x="300087" y="81840"/>
                </a:cubicBezTo>
                <a:cubicBezTo>
                  <a:pt x="302753" y="84944"/>
                  <a:pt x="306233" y="86496"/>
                  <a:pt x="310526" y="86496"/>
                </a:cubicBezTo>
                <a:cubicBezTo>
                  <a:pt x="313238" y="86496"/>
                  <a:pt x="315814" y="85826"/>
                  <a:pt x="318254" y="84484"/>
                </a:cubicBezTo>
                <a:cubicBezTo>
                  <a:pt x="319745" y="83634"/>
                  <a:pt x="321350" y="82135"/>
                  <a:pt x="323067" y="79989"/>
                </a:cubicBezTo>
                <a:lnTo>
                  <a:pt x="350250" y="82429"/>
                </a:lnTo>
                <a:cubicBezTo>
                  <a:pt x="346092" y="89684"/>
                  <a:pt x="341076" y="94887"/>
                  <a:pt x="335201" y="98039"/>
                </a:cubicBezTo>
                <a:cubicBezTo>
                  <a:pt x="329326" y="101190"/>
                  <a:pt x="320898" y="102765"/>
                  <a:pt x="309916" y="102765"/>
                </a:cubicBezTo>
                <a:cubicBezTo>
                  <a:pt x="300381" y="102765"/>
                  <a:pt x="292879" y="101421"/>
                  <a:pt x="287411" y="98732"/>
                </a:cubicBezTo>
                <a:cubicBezTo>
                  <a:pt x="281943" y="96043"/>
                  <a:pt x="277412" y="91773"/>
                  <a:pt x="273820" y="85920"/>
                </a:cubicBezTo>
                <a:cubicBezTo>
                  <a:pt x="270227" y="80068"/>
                  <a:pt x="268430" y="73188"/>
                  <a:pt x="268430" y="65279"/>
                </a:cubicBezTo>
                <a:cubicBezTo>
                  <a:pt x="268430" y="54026"/>
                  <a:pt x="272035" y="44920"/>
                  <a:pt x="279243" y="37961"/>
                </a:cubicBezTo>
                <a:cubicBezTo>
                  <a:pt x="286451" y="31001"/>
                  <a:pt x="296404" y="27522"/>
                  <a:pt x="309103" y="27522"/>
                </a:cubicBezTo>
                <a:cubicBezTo>
                  <a:pt x="319406" y="27522"/>
                  <a:pt x="327541" y="29081"/>
                  <a:pt x="333506" y="32199"/>
                </a:cubicBezTo>
                <a:cubicBezTo>
                  <a:pt x="339471" y="35317"/>
                  <a:pt x="344013" y="39836"/>
                  <a:pt x="347131" y="45756"/>
                </a:cubicBezTo>
                <a:cubicBezTo>
                  <a:pt x="350250" y="51676"/>
                  <a:pt x="351809" y="59382"/>
                  <a:pt x="351809" y="68872"/>
                </a:cubicBezTo>
                <a:lnTo>
                  <a:pt x="351809" y="71990"/>
                </a:lnTo>
                <a:moveTo>
                  <a:pt x="323745" y="58704"/>
                </a:moveTo>
                <a:cubicBezTo>
                  <a:pt x="323203" y="53419"/>
                  <a:pt x="321768" y="49635"/>
                  <a:pt x="319440" y="47351"/>
                </a:cubicBezTo>
                <a:cubicBezTo>
                  <a:pt x="317113" y="45068"/>
                  <a:pt x="314051" y="43926"/>
                  <a:pt x="310255" y="43926"/>
                </a:cubicBezTo>
                <a:cubicBezTo>
                  <a:pt x="305872" y="43926"/>
                  <a:pt x="302369" y="45650"/>
                  <a:pt x="299748" y="49099"/>
                </a:cubicBezTo>
                <a:cubicBezTo>
                  <a:pt x="298076" y="51249"/>
                  <a:pt x="297014" y="54450"/>
                  <a:pt x="296562" y="58704"/>
                </a:cubicBezTo>
                <a:lnTo>
                  <a:pt x="323745" y="58704"/>
                </a:lnTo>
                <a:close/>
                <a:moveTo>
                  <a:pt x="364743" y="29148"/>
                </a:moveTo>
                <a:lnTo>
                  <a:pt x="390570" y="29148"/>
                </a:lnTo>
                <a:lnTo>
                  <a:pt x="390570" y="40943"/>
                </a:lnTo>
                <a:cubicBezTo>
                  <a:pt x="393056" y="35837"/>
                  <a:pt x="395621" y="32323"/>
                  <a:pt x="398264" y="30403"/>
                </a:cubicBezTo>
                <a:cubicBezTo>
                  <a:pt x="400908" y="28482"/>
                  <a:pt x="404173" y="27522"/>
                  <a:pt x="408059" y="27522"/>
                </a:cubicBezTo>
                <a:cubicBezTo>
                  <a:pt x="412127" y="27522"/>
                  <a:pt x="416578" y="28787"/>
                  <a:pt x="421414" y="31318"/>
                </a:cubicBezTo>
                <a:lnTo>
                  <a:pt x="412872" y="50976"/>
                </a:lnTo>
                <a:cubicBezTo>
                  <a:pt x="409619" y="49620"/>
                  <a:pt x="407043" y="48942"/>
                  <a:pt x="405145" y="48942"/>
                </a:cubicBezTo>
                <a:cubicBezTo>
                  <a:pt x="401529" y="48942"/>
                  <a:pt x="398727" y="50434"/>
                  <a:pt x="396739" y="53416"/>
                </a:cubicBezTo>
                <a:cubicBezTo>
                  <a:pt x="393892" y="57619"/>
                  <a:pt x="392468" y="65482"/>
                  <a:pt x="392468" y="77006"/>
                </a:cubicBezTo>
                <a:lnTo>
                  <a:pt x="392468" y="101138"/>
                </a:lnTo>
                <a:lnTo>
                  <a:pt x="364743" y="101138"/>
                </a:lnTo>
                <a:lnTo>
                  <a:pt x="364743" y="29148"/>
                </a:lnTo>
                <a:close/>
                <a:moveTo>
                  <a:pt x="474349" y="1762"/>
                </a:moveTo>
                <a:lnTo>
                  <a:pt x="550270" y="1762"/>
                </a:lnTo>
                <a:lnTo>
                  <a:pt x="550270" y="23183"/>
                </a:lnTo>
                <a:lnTo>
                  <a:pt x="505192" y="23183"/>
                </a:lnTo>
                <a:lnTo>
                  <a:pt x="505192" y="40537"/>
                </a:lnTo>
                <a:lnTo>
                  <a:pt x="543695" y="40537"/>
                </a:lnTo>
                <a:lnTo>
                  <a:pt x="543695" y="60602"/>
                </a:lnTo>
                <a:lnTo>
                  <a:pt x="505192" y="60602"/>
                </a:lnTo>
                <a:lnTo>
                  <a:pt x="505192" y="101138"/>
                </a:lnTo>
                <a:lnTo>
                  <a:pt x="474349" y="101138"/>
                </a:lnTo>
                <a:lnTo>
                  <a:pt x="474349" y="1762"/>
                </a:lnTo>
                <a:close/>
                <a:moveTo>
                  <a:pt x="586535" y="52467"/>
                </a:moveTo>
                <a:lnTo>
                  <a:pt x="560166" y="49620"/>
                </a:lnTo>
                <a:cubicBezTo>
                  <a:pt x="561160" y="45025"/>
                  <a:pt x="562595" y="41409"/>
                  <a:pt x="564470" y="38774"/>
                </a:cubicBezTo>
                <a:cubicBezTo>
                  <a:pt x="566346" y="36138"/>
                  <a:pt x="569046" y="33851"/>
                  <a:pt x="572571" y="31915"/>
                </a:cubicBezTo>
                <a:cubicBezTo>
                  <a:pt x="575102" y="30518"/>
                  <a:pt x="578581" y="29437"/>
                  <a:pt x="583010" y="28672"/>
                </a:cubicBezTo>
                <a:cubicBezTo>
                  <a:pt x="587439" y="27905"/>
                  <a:pt x="592229" y="27522"/>
                  <a:pt x="597381" y="27522"/>
                </a:cubicBezTo>
                <a:cubicBezTo>
                  <a:pt x="605651" y="27522"/>
                  <a:pt x="612294" y="27985"/>
                  <a:pt x="617311" y="28911"/>
                </a:cubicBezTo>
                <a:cubicBezTo>
                  <a:pt x="622327" y="29838"/>
                  <a:pt x="626507" y="31770"/>
                  <a:pt x="629851" y="34707"/>
                </a:cubicBezTo>
                <a:cubicBezTo>
                  <a:pt x="632201" y="36741"/>
                  <a:pt x="634054" y="39622"/>
                  <a:pt x="635410" y="43350"/>
                </a:cubicBezTo>
                <a:cubicBezTo>
                  <a:pt x="636765" y="47078"/>
                  <a:pt x="637443" y="50637"/>
                  <a:pt x="637443" y="54026"/>
                </a:cubicBezTo>
                <a:lnTo>
                  <a:pt x="637443" y="85819"/>
                </a:lnTo>
                <a:cubicBezTo>
                  <a:pt x="637443" y="89208"/>
                  <a:pt x="637658" y="91863"/>
                  <a:pt x="638087" y="93784"/>
                </a:cubicBezTo>
                <a:cubicBezTo>
                  <a:pt x="638517" y="95704"/>
                  <a:pt x="639454" y="98156"/>
                  <a:pt x="640900" y="101138"/>
                </a:cubicBezTo>
                <a:lnTo>
                  <a:pt x="615006" y="101138"/>
                </a:lnTo>
                <a:cubicBezTo>
                  <a:pt x="613966" y="99286"/>
                  <a:pt x="613288" y="97873"/>
                  <a:pt x="612972" y="96902"/>
                </a:cubicBezTo>
                <a:cubicBezTo>
                  <a:pt x="612656" y="95930"/>
                  <a:pt x="612339" y="94405"/>
                  <a:pt x="612023" y="92326"/>
                </a:cubicBezTo>
                <a:cubicBezTo>
                  <a:pt x="608408" y="95806"/>
                  <a:pt x="604815" y="98291"/>
                  <a:pt x="601245" y="99783"/>
                </a:cubicBezTo>
                <a:cubicBezTo>
                  <a:pt x="596364" y="101771"/>
                  <a:pt x="590693" y="102765"/>
                  <a:pt x="584230" y="102765"/>
                </a:cubicBezTo>
                <a:cubicBezTo>
                  <a:pt x="575644" y="102765"/>
                  <a:pt x="569125" y="100774"/>
                  <a:pt x="564674" y="96792"/>
                </a:cubicBezTo>
                <a:cubicBezTo>
                  <a:pt x="560222" y="92809"/>
                  <a:pt x="557997" y="87899"/>
                  <a:pt x="557997" y="82063"/>
                </a:cubicBezTo>
                <a:cubicBezTo>
                  <a:pt x="557997" y="76586"/>
                  <a:pt x="559601" y="72083"/>
                  <a:pt x="562810" y="68554"/>
                </a:cubicBezTo>
                <a:cubicBezTo>
                  <a:pt x="566018" y="65025"/>
                  <a:pt x="571938" y="62400"/>
                  <a:pt x="580570" y="60680"/>
                </a:cubicBezTo>
                <a:cubicBezTo>
                  <a:pt x="590919" y="58598"/>
                  <a:pt x="597630" y="57139"/>
                  <a:pt x="600703" y="56301"/>
                </a:cubicBezTo>
                <a:cubicBezTo>
                  <a:pt x="603776" y="55464"/>
                  <a:pt x="607029" y="54367"/>
                  <a:pt x="610464" y="53010"/>
                </a:cubicBezTo>
                <a:cubicBezTo>
                  <a:pt x="610464" y="49646"/>
                  <a:pt x="609764" y="47291"/>
                  <a:pt x="608363" y="45945"/>
                </a:cubicBezTo>
                <a:cubicBezTo>
                  <a:pt x="606962" y="44599"/>
                  <a:pt x="604499" y="43926"/>
                  <a:pt x="600974" y="43926"/>
                </a:cubicBezTo>
                <a:cubicBezTo>
                  <a:pt x="596455" y="43926"/>
                  <a:pt x="593065" y="44649"/>
                  <a:pt x="590806" y="46095"/>
                </a:cubicBezTo>
                <a:cubicBezTo>
                  <a:pt x="589043" y="47225"/>
                  <a:pt x="587620" y="49349"/>
                  <a:pt x="586535" y="52467"/>
                </a:cubicBezTo>
                <a:moveTo>
                  <a:pt x="610464" y="66974"/>
                </a:moveTo>
                <a:cubicBezTo>
                  <a:pt x="606668" y="68329"/>
                  <a:pt x="602714" y="69527"/>
                  <a:pt x="598601" y="70566"/>
                </a:cubicBezTo>
                <a:cubicBezTo>
                  <a:pt x="592998" y="72058"/>
                  <a:pt x="589450" y="73526"/>
                  <a:pt x="587959" y="74973"/>
                </a:cubicBezTo>
                <a:cubicBezTo>
                  <a:pt x="586422" y="76464"/>
                  <a:pt x="585654" y="78159"/>
                  <a:pt x="585654" y="80057"/>
                </a:cubicBezTo>
                <a:cubicBezTo>
                  <a:pt x="585654" y="82226"/>
                  <a:pt x="586411" y="84000"/>
                  <a:pt x="587925" y="85378"/>
                </a:cubicBezTo>
                <a:cubicBezTo>
                  <a:pt x="589439" y="86756"/>
                  <a:pt x="591664" y="87445"/>
                  <a:pt x="594602" y="87445"/>
                </a:cubicBezTo>
                <a:cubicBezTo>
                  <a:pt x="597675" y="87445"/>
                  <a:pt x="600533" y="86700"/>
                  <a:pt x="603177" y="85208"/>
                </a:cubicBezTo>
                <a:cubicBezTo>
                  <a:pt x="605821" y="83717"/>
                  <a:pt x="607696" y="81898"/>
                  <a:pt x="608803" y="79752"/>
                </a:cubicBezTo>
                <a:cubicBezTo>
                  <a:pt x="609910" y="77605"/>
                  <a:pt x="610464" y="74814"/>
                  <a:pt x="610464" y="71380"/>
                </a:cubicBezTo>
                <a:lnTo>
                  <a:pt x="610464" y="66974"/>
                </a:lnTo>
                <a:close/>
                <a:moveTo>
                  <a:pt x="655480" y="1762"/>
                </a:moveTo>
                <a:lnTo>
                  <a:pt x="683340" y="1762"/>
                </a:lnTo>
                <a:lnTo>
                  <a:pt x="683340" y="36198"/>
                </a:lnTo>
                <a:cubicBezTo>
                  <a:pt x="686097" y="33306"/>
                  <a:pt x="689226" y="31137"/>
                  <a:pt x="692729" y="29691"/>
                </a:cubicBezTo>
                <a:cubicBezTo>
                  <a:pt x="696231" y="28245"/>
                  <a:pt x="700106" y="27522"/>
                  <a:pt x="704354" y="27522"/>
                </a:cubicBezTo>
                <a:cubicBezTo>
                  <a:pt x="713121" y="27522"/>
                  <a:pt x="720375" y="30674"/>
                  <a:pt x="726114" y="36978"/>
                </a:cubicBezTo>
                <a:cubicBezTo>
                  <a:pt x="731853" y="43282"/>
                  <a:pt x="734723" y="52332"/>
                  <a:pt x="734723" y="64127"/>
                </a:cubicBezTo>
                <a:cubicBezTo>
                  <a:pt x="734723" y="71990"/>
                  <a:pt x="733412" y="78916"/>
                  <a:pt x="730791" y="84903"/>
                </a:cubicBezTo>
                <a:cubicBezTo>
                  <a:pt x="728170" y="90891"/>
                  <a:pt x="724544" y="95365"/>
                  <a:pt x="719911" y="98325"/>
                </a:cubicBezTo>
                <a:cubicBezTo>
                  <a:pt x="715279" y="101285"/>
                  <a:pt x="710139" y="102765"/>
                  <a:pt x="704490" y="102765"/>
                </a:cubicBezTo>
                <a:cubicBezTo>
                  <a:pt x="699654" y="102765"/>
                  <a:pt x="695226" y="101726"/>
                  <a:pt x="691204" y="99647"/>
                </a:cubicBezTo>
                <a:cubicBezTo>
                  <a:pt x="688176" y="98020"/>
                  <a:pt x="684877" y="94970"/>
                  <a:pt x="681307" y="90496"/>
                </a:cubicBezTo>
                <a:lnTo>
                  <a:pt x="681307" y="101138"/>
                </a:lnTo>
                <a:lnTo>
                  <a:pt x="655480" y="101138"/>
                </a:lnTo>
                <a:lnTo>
                  <a:pt x="655480" y="1762"/>
                </a:lnTo>
                <a:moveTo>
                  <a:pt x="683137" y="64940"/>
                </a:moveTo>
                <a:cubicBezTo>
                  <a:pt x="683137" y="71131"/>
                  <a:pt x="684301" y="75617"/>
                  <a:pt x="686628" y="78396"/>
                </a:cubicBezTo>
                <a:cubicBezTo>
                  <a:pt x="688955" y="81175"/>
                  <a:pt x="691904" y="82565"/>
                  <a:pt x="695474" y="82565"/>
                </a:cubicBezTo>
                <a:cubicBezTo>
                  <a:pt x="698773" y="82565"/>
                  <a:pt x="701541" y="81198"/>
                  <a:pt x="703778" y="78464"/>
                </a:cubicBezTo>
                <a:cubicBezTo>
                  <a:pt x="706015" y="75730"/>
                  <a:pt x="707134" y="71131"/>
                  <a:pt x="707134" y="64669"/>
                </a:cubicBezTo>
                <a:cubicBezTo>
                  <a:pt x="707134" y="58975"/>
                  <a:pt x="706038" y="54795"/>
                  <a:pt x="703846" y="52128"/>
                </a:cubicBezTo>
                <a:cubicBezTo>
                  <a:pt x="701654" y="49462"/>
                  <a:pt x="698999" y="48129"/>
                  <a:pt x="695881" y="48129"/>
                </a:cubicBezTo>
                <a:cubicBezTo>
                  <a:pt x="692130" y="48129"/>
                  <a:pt x="689068" y="49519"/>
                  <a:pt x="686696" y="52298"/>
                </a:cubicBezTo>
                <a:cubicBezTo>
                  <a:pt x="684323" y="55077"/>
                  <a:pt x="683137" y="59291"/>
                  <a:pt x="683137" y="64940"/>
                </a:cubicBezTo>
                <a:close/>
                <a:moveTo>
                  <a:pt x="748200" y="29148"/>
                </a:moveTo>
                <a:lnTo>
                  <a:pt x="774027" y="29148"/>
                </a:lnTo>
                <a:lnTo>
                  <a:pt x="774027" y="40943"/>
                </a:lnTo>
                <a:cubicBezTo>
                  <a:pt x="776513" y="35837"/>
                  <a:pt x="779077" y="32323"/>
                  <a:pt x="781721" y="30403"/>
                </a:cubicBezTo>
                <a:cubicBezTo>
                  <a:pt x="784365" y="28482"/>
                  <a:pt x="787630" y="27522"/>
                  <a:pt x="791516" y="27522"/>
                </a:cubicBezTo>
                <a:cubicBezTo>
                  <a:pt x="795584" y="27522"/>
                  <a:pt x="800035" y="28787"/>
                  <a:pt x="804870" y="31318"/>
                </a:cubicBezTo>
                <a:lnTo>
                  <a:pt x="796329" y="50976"/>
                </a:lnTo>
                <a:cubicBezTo>
                  <a:pt x="793075" y="49620"/>
                  <a:pt x="790499" y="48942"/>
                  <a:pt x="788601" y="48942"/>
                </a:cubicBezTo>
                <a:cubicBezTo>
                  <a:pt x="784986" y="48942"/>
                  <a:pt x="782184" y="50434"/>
                  <a:pt x="780196" y="53416"/>
                </a:cubicBezTo>
                <a:cubicBezTo>
                  <a:pt x="777349" y="57619"/>
                  <a:pt x="775925" y="65482"/>
                  <a:pt x="775925" y="77006"/>
                </a:cubicBezTo>
                <a:lnTo>
                  <a:pt x="775925" y="101138"/>
                </a:lnTo>
                <a:lnTo>
                  <a:pt x="748200" y="101138"/>
                </a:lnTo>
                <a:lnTo>
                  <a:pt x="748200" y="29148"/>
                </a:lnTo>
                <a:close/>
                <a:moveTo>
                  <a:pt x="810558" y="1762"/>
                </a:moveTo>
                <a:lnTo>
                  <a:pt x="838148" y="1762"/>
                </a:lnTo>
                <a:lnTo>
                  <a:pt x="838148" y="20472"/>
                </a:lnTo>
                <a:lnTo>
                  <a:pt x="810558" y="20472"/>
                </a:lnTo>
                <a:lnTo>
                  <a:pt x="810558" y="1762"/>
                </a:lnTo>
                <a:moveTo>
                  <a:pt x="810558" y="29148"/>
                </a:moveTo>
                <a:lnTo>
                  <a:pt x="838148" y="29148"/>
                </a:lnTo>
                <a:lnTo>
                  <a:pt x="838148" y="101138"/>
                </a:lnTo>
                <a:lnTo>
                  <a:pt x="810558" y="101138"/>
                </a:lnTo>
                <a:lnTo>
                  <a:pt x="810558" y="29148"/>
                </a:lnTo>
                <a:close/>
                <a:moveTo>
                  <a:pt x="909472" y="72939"/>
                </a:moveTo>
                <a:lnTo>
                  <a:pt x="935706" y="75922"/>
                </a:lnTo>
                <a:cubicBezTo>
                  <a:pt x="934260" y="81390"/>
                  <a:pt x="931887" y="86124"/>
                  <a:pt x="928588" y="90123"/>
                </a:cubicBezTo>
                <a:cubicBezTo>
                  <a:pt x="925289" y="94122"/>
                  <a:pt x="921075" y="97229"/>
                  <a:pt x="915946" y="99444"/>
                </a:cubicBezTo>
                <a:cubicBezTo>
                  <a:pt x="910817" y="101658"/>
                  <a:pt x="904298" y="102765"/>
                  <a:pt x="896389" y="102765"/>
                </a:cubicBezTo>
                <a:cubicBezTo>
                  <a:pt x="888752" y="102765"/>
                  <a:pt x="882391" y="102054"/>
                  <a:pt x="877307" y="100632"/>
                </a:cubicBezTo>
                <a:cubicBezTo>
                  <a:pt x="872223" y="99210"/>
                  <a:pt x="867851" y="96907"/>
                  <a:pt x="864191" y="93724"/>
                </a:cubicBezTo>
                <a:cubicBezTo>
                  <a:pt x="860530" y="90541"/>
                  <a:pt x="857660" y="86805"/>
                  <a:pt x="855582" y="82516"/>
                </a:cubicBezTo>
                <a:cubicBezTo>
                  <a:pt x="853503" y="78226"/>
                  <a:pt x="852463" y="72537"/>
                  <a:pt x="852463" y="65449"/>
                </a:cubicBezTo>
                <a:cubicBezTo>
                  <a:pt x="852463" y="58044"/>
                  <a:pt x="853729" y="51881"/>
                  <a:pt x="856259" y="46960"/>
                </a:cubicBezTo>
                <a:cubicBezTo>
                  <a:pt x="858112" y="43347"/>
                  <a:pt x="860643" y="40107"/>
                  <a:pt x="863852" y="37241"/>
                </a:cubicBezTo>
                <a:cubicBezTo>
                  <a:pt x="867060" y="34374"/>
                  <a:pt x="870359" y="32241"/>
                  <a:pt x="873748" y="30841"/>
                </a:cubicBezTo>
                <a:cubicBezTo>
                  <a:pt x="879126" y="28628"/>
                  <a:pt x="886018" y="27522"/>
                  <a:pt x="894424" y="27522"/>
                </a:cubicBezTo>
                <a:cubicBezTo>
                  <a:pt x="906173" y="27522"/>
                  <a:pt x="915133" y="29629"/>
                  <a:pt x="921301" y="33843"/>
                </a:cubicBezTo>
                <a:cubicBezTo>
                  <a:pt x="927470" y="38057"/>
                  <a:pt x="931797" y="44220"/>
                  <a:pt x="934282" y="52332"/>
                </a:cubicBezTo>
                <a:lnTo>
                  <a:pt x="908320" y="55721"/>
                </a:lnTo>
                <a:cubicBezTo>
                  <a:pt x="907507" y="52671"/>
                  <a:pt x="906026" y="50372"/>
                  <a:pt x="903880" y="48824"/>
                </a:cubicBezTo>
                <a:cubicBezTo>
                  <a:pt x="901733" y="47276"/>
                  <a:pt x="898852" y="46502"/>
                  <a:pt x="895237" y="46502"/>
                </a:cubicBezTo>
                <a:cubicBezTo>
                  <a:pt x="890673" y="46502"/>
                  <a:pt x="886978" y="48125"/>
                  <a:pt x="884154" y="51372"/>
                </a:cubicBezTo>
                <a:cubicBezTo>
                  <a:pt x="881329" y="54619"/>
                  <a:pt x="879917" y="59534"/>
                  <a:pt x="879917" y="66118"/>
                </a:cubicBezTo>
                <a:cubicBezTo>
                  <a:pt x="879917" y="71986"/>
                  <a:pt x="881318" y="76443"/>
                  <a:pt x="884120" y="79489"/>
                </a:cubicBezTo>
                <a:cubicBezTo>
                  <a:pt x="886922" y="82534"/>
                  <a:pt x="890492" y="84056"/>
                  <a:pt x="894830" y="84056"/>
                </a:cubicBezTo>
                <a:cubicBezTo>
                  <a:pt x="898446" y="84056"/>
                  <a:pt x="901485" y="83147"/>
                  <a:pt x="903948" y="81328"/>
                </a:cubicBezTo>
                <a:cubicBezTo>
                  <a:pt x="906411" y="79507"/>
                  <a:pt x="908252" y="76711"/>
                  <a:pt x="909472" y="72939"/>
                </a:cubicBezTo>
                <a:close/>
                <a:moveTo>
                  <a:pt x="973518" y="52467"/>
                </a:moveTo>
                <a:lnTo>
                  <a:pt x="947149" y="49620"/>
                </a:lnTo>
                <a:cubicBezTo>
                  <a:pt x="948143" y="45025"/>
                  <a:pt x="949578" y="41409"/>
                  <a:pt x="951454" y="38774"/>
                </a:cubicBezTo>
                <a:cubicBezTo>
                  <a:pt x="953329" y="36138"/>
                  <a:pt x="956029" y="33851"/>
                  <a:pt x="959554" y="31915"/>
                </a:cubicBezTo>
                <a:cubicBezTo>
                  <a:pt x="962085" y="30518"/>
                  <a:pt x="965565" y="29437"/>
                  <a:pt x="969993" y="28672"/>
                </a:cubicBezTo>
                <a:cubicBezTo>
                  <a:pt x="974422" y="27905"/>
                  <a:pt x="979212" y="27522"/>
                  <a:pt x="984364" y="27522"/>
                </a:cubicBezTo>
                <a:cubicBezTo>
                  <a:pt x="992634" y="27522"/>
                  <a:pt x="999277" y="27985"/>
                  <a:pt x="1004294" y="28911"/>
                </a:cubicBezTo>
                <a:cubicBezTo>
                  <a:pt x="1009310" y="29838"/>
                  <a:pt x="1013490" y="31770"/>
                  <a:pt x="1016834" y="34707"/>
                </a:cubicBezTo>
                <a:cubicBezTo>
                  <a:pt x="1019184" y="36741"/>
                  <a:pt x="1021037" y="39622"/>
                  <a:pt x="1022393" y="43350"/>
                </a:cubicBezTo>
                <a:cubicBezTo>
                  <a:pt x="1023749" y="47078"/>
                  <a:pt x="1024427" y="50637"/>
                  <a:pt x="1024427" y="54026"/>
                </a:cubicBezTo>
                <a:lnTo>
                  <a:pt x="1024427" y="85819"/>
                </a:lnTo>
                <a:cubicBezTo>
                  <a:pt x="1024427" y="89208"/>
                  <a:pt x="1024641" y="91863"/>
                  <a:pt x="1025071" y="93784"/>
                </a:cubicBezTo>
                <a:cubicBezTo>
                  <a:pt x="1025500" y="95704"/>
                  <a:pt x="1026438" y="98156"/>
                  <a:pt x="1027884" y="101138"/>
                </a:cubicBezTo>
                <a:lnTo>
                  <a:pt x="1001989" y="101138"/>
                </a:lnTo>
                <a:cubicBezTo>
                  <a:pt x="1000950" y="99286"/>
                  <a:pt x="1000272" y="97873"/>
                  <a:pt x="999955" y="96902"/>
                </a:cubicBezTo>
                <a:cubicBezTo>
                  <a:pt x="999639" y="95930"/>
                  <a:pt x="999323" y="94405"/>
                  <a:pt x="999006" y="92326"/>
                </a:cubicBezTo>
                <a:cubicBezTo>
                  <a:pt x="995391" y="95806"/>
                  <a:pt x="991798" y="98291"/>
                  <a:pt x="988228" y="99783"/>
                </a:cubicBezTo>
                <a:cubicBezTo>
                  <a:pt x="983348" y="101771"/>
                  <a:pt x="977676" y="102765"/>
                  <a:pt x="971214" y="102765"/>
                </a:cubicBezTo>
                <a:cubicBezTo>
                  <a:pt x="962627" y="102765"/>
                  <a:pt x="956108" y="100774"/>
                  <a:pt x="951657" y="96792"/>
                </a:cubicBezTo>
                <a:cubicBezTo>
                  <a:pt x="947206" y="92809"/>
                  <a:pt x="944980" y="87899"/>
                  <a:pt x="944980" y="82063"/>
                </a:cubicBezTo>
                <a:cubicBezTo>
                  <a:pt x="944980" y="76586"/>
                  <a:pt x="946584" y="72083"/>
                  <a:pt x="949793" y="68554"/>
                </a:cubicBezTo>
                <a:cubicBezTo>
                  <a:pt x="953001" y="65025"/>
                  <a:pt x="958922" y="62400"/>
                  <a:pt x="967553" y="60680"/>
                </a:cubicBezTo>
                <a:cubicBezTo>
                  <a:pt x="977902" y="58598"/>
                  <a:pt x="984613" y="57139"/>
                  <a:pt x="987686" y="56301"/>
                </a:cubicBezTo>
                <a:cubicBezTo>
                  <a:pt x="990759" y="55464"/>
                  <a:pt x="994013" y="54367"/>
                  <a:pt x="997447" y="53010"/>
                </a:cubicBezTo>
                <a:cubicBezTo>
                  <a:pt x="997447" y="49646"/>
                  <a:pt x="996747" y="47291"/>
                  <a:pt x="995346" y="45945"/>
                </a:cubicBezTo>
                <a:cubicBezTo>
                  <a:pt x="993945" y="44599"/>
                  <a:pt x="991482" y="43926"/>
                  <a:pt x="987957" y="43926"/>
                </a:cubicBezTo>
                <a:cubicBezTo>
                  <a:pt x="983438" y="43926"/>
                  <a:pt x="980049" y="44649"/>
                  <a:pt x="977789" y="46095"/>
                </a:cubicBezTo>
                <a:cubicBezTo>
                  <a:pt x="976026" y="47225"/>
                  <a:pt x="974603" y="49349"/>
                  <a:pt x="973518" y="52467"/>
                </a:cubicBezTo>
                <a:moveTo>
                  <a:pt x="997447" y="66974"/>
                </a:moveTo>
                <a:cubicBezTo>
                  <a:pt x="993651" y="68329"/>
                  <a:pt x="989697" y="69527"/>
                  <a:pt x="985584" y="70566"/>
                </a:cubicBezTo>
                <a:cubicBezTo>
                  <a:pt x="979981" y="72058"/>
                  <a:pt x="976433" y="73526"/>
                  <a:pt x="974942" y="74973"/>
                </a:cubicBezTo>
                <a:cubicBezTo>
                  <a:pt x="973405" y="76464"/>
                  <a:pt x="972637" y="78159"/>
                  <a:pt x="972637" y="80057"/>
                </a:cubicBezTo>
                <a:cubicBezTo>
                  <a:pt x="972637" y="82226"/>
                  <a:pt x="973394" y="84000"/>
                  <a:pt x="974908" y="85378"/>
                </a:cubicBezTo>
                <a:cubicBezTo>
                  <a:pt x="976422" y="86756"/>
                  <a:pt x="978648" y="87445"/>
                  <a:pt x="981585" y="87445"/>
                </a:cubicBezTo>
                <a:cubicBezTo>
                  <a:pt x="984658" y="87445"/>
                  <a:pt x="987516" y="86700"/>
                  <a:pt x="990160" y="85208"/>
                </a:cubicBezTo>
                <a:cubicBezTo>
                  <a:pt x="992804" y="83717"/>
                  <a:pt x="994679" y="81898"/>
                  <a:pt x="995786" y="79752"/>
                </a:cubicBezTo>
                <a:cubicBezTo>
                  <a:pt x="996894" y="77605"/>
                  <a:pt x="997447" y="74814"/>
                  <a:pt x="997447" y="71380"/>
                </a:cubicBezTo>
                <a:lnTo>
                  <a:pt x="997447" y="66974"/>
                </a:lnTo>
                <a:close/>
                <a:moveTo>
                  <a:pt x="1071878" y="1762"/>
                </a:moveTo>
                <a:lnTo>
                  <a:pt x="1071878" y="29148"/>
                </a:lnTo>
                <a:lnTo>
                  <a:pt x="1087062" y="29148"/>
                </a:lnTo>
                <a:lnTo>
                  <a:pt x="1087062" y="49349"/>
                </a:lnTo>
                <a:lnTo>
                  <a:pt x="1071878" y="49349"/>
                </a:lnTo>
                <a:lnTo>
                  <a:pt x="1071878" y="74854"/>
                </a:lnTo>
                <a:cubicBezTo>
                  <a:pt x="1071878" y="77921"/>
                  <a:pt x="1072171" y="79951"/>
                  <a:pt x="1072759" y="80942"/>
                </a:cubicBezTo>
                <a:cubicBezTo>
                  <a:pt x="1073663" y="82476"/>
                  <a:pt x="1075244" y="83243"/>
                  <a:pt x="1077504" y="83243"/>
                </a:cubicBezTo>
                <a:cubicBezTo>
                  <a:pt x="1079537" y="83243"/>
                  <a:pt x="1082385" y="82657"/>
                  <a:pt x="1086045" y="81484"/>
                </a:cubicBezTo>
                <a:lnTo>
                  <a:pt x="1088079" y="100528"/>
                </a:lnTo>
                <a:cubicBezTo>
                  <a:pt x="1081255" y="102020"/>
                  <a:pt x="1074883" y="102765"/>
                  <a:pt x="1068963" y="102765"/>
                </a:cubicBezTo>
                <a:cubicBezTo>
                  <a:pt x="1062094" y="102765"/>
                  <a:pt x="1057032" y="101886"/>
                  <a:pt x="1053778" y="100126"/>
                </a:cubicBezTo>
                <a:cubicBezTo>
                  <a:pt x="1050525" y="98365"/>
                  <a:pt x="1048118" y="95691"/>
                  <a:pt x="1046559" y="92104"/>
                </a:cubicBezTo>
                <a:cubicBezTo>
                  <a:pt x="1045000" y="88515"/>
                  <a:pt x="1044220" y="82704"/>
                  <a:pt x="1044220" y="74670"/>
                </a:cubicBezTo>
                <a:lnTo>
                  <a:pt x="1044220" y="49349"/>
                </a:lnTo>
                <a:lnTo>
                  <a:pt x="1034052" y="49349"/>
                </a:lnTo>
                <a:lnTo>
                  <a:pt x="1034052" y="29148"/>
                </a:lnTo>
                <a:lnTo>
                  <a:pt x="1044220" y="29148"/>
                </a:lnTo>
                <a:lnTo>
                  <a:pt x="1044220" y="15930"/>
                </a:lnTo>
                <a:lnTo>
                  <a:pt x="1071878" y="1762"/>
                </a:lnTo>
                <a:close/>
                <a:moveTo>
                  <a:pt x="1180127" y="71990"/>
                </a:moveTo>
                <a:lnTo>
                  <a:pt x="1124812" y="71990"/>
                </a:lnTo>
                <a:cubicBezTo>
                  <a:pt x="1125309" y="76398"/>
                  <a:pt x="1126507" y="79681"/>
                  <a:pt x="1128405" y="81840"/>
                </a:cubicBezTo>
                <a:cubicBezTo>
                  <a:pt x="1131071" y="84944"/>
                  <a:pt x="1134551" y="86496"/>
                  <a:pt x="1138844" y="86496"/>
                </a:cubicBezTo>
                <a:cubicBezTo>
                  <a:pt x="1141556" y="86496"/>
                  <a:pt x="1144132" y="85826"/>
                  <a:pt x="1146572" y="84484"/>
                </a:cubicBezTo>
                <a:cubicBezTo>
                  <a:pt x="1148063" y="83634"/>
                  <a:pt x="1149667" y="82135"/>
                  <a:pt x="1151385" y="79989"/>
                </a:cubicBezTo>
                <a:lnTo>
                  <a:pt x="1178567" y="82429"/>
                </a:lnTo>
                <a:cubicBezTo>
                  <a:pt x="1174410" y="89684"/>
                  <a:pt x="1169394" y="94887"/>
                  <a:pt x="1163519" y="98039"/>
                </a:cubicBezTo>
                <a:cubicBezTo>
                  <a:pt x="1157644" y="101190"/>
                  <a:pt x="1149216" y="102765"/>
                  <a:pt x="1138234" y="102765"/>
                </a:cubicBezTo>
                <a:cubicBezTo>
                  <a:pt x="1128699" y="102765"/>
                  <a:pt x="1121197" y="101421"/>
                  <a:pt x="1115729" y="98732"/>
                </a:cubicBezTo>
                <a:cubicBezTo>
                  <a:pt x="1110261" y="96043"/>
                  <a:pt x="1105730" y="91773"/>
                  <a:pt x="1102137" y="85920"/>
                </a:cubicBezTo>
                <a:cubicBezTo>
                  <a:pt x="1098545" y="80068"/>
                  <a:pt x="1096748" y="73188"/>
                  <a:pt x="1096748" y="65279"/>
                </a:cubicBezTo>
                <a:cubicBezTo>
                  <a:pt x="1096748" y="54026"/>
                  <a:pt x="1100352" y="44920"/>
                  <a:pt x="1107560" y="37961"/>
                </a:cubicBezTo>
                <a:cubicBezTo>
                  <a:pt x="1114768" y="31001"/>
                  <a:pt x="1124722" y="27522"/>
                  <a:pt x="1137421" y="27522"/>
                </a:cubicBezTo>
                <a:cubicBezTo>
                  <a:pt x="1147724" y="27522"/>
                  <a:pt x="1155859" y="29081"/>
                  <a:pt x="1161824" y="32199"/>
                </a:cubicBezTo>
                <a:cubicBezTo>
                  <a:pt x="1167789" y="35317"/>
                  <a:pt x="1172331" y="39836"/>
                  <a:pt x="1175449" y="45756"/>
                </a:cubicBezTo>
                <a:cubicBezTo>
                  <a:pt x="1178567" y="51676"/>
                  <a:pt x="1180127" y="59382"/>
                  <a:pt x="1180127" y="68872"/>
                </a:cubicBezTo>
                <a:lnTo>
                  <a:pt x="1180127" y="71990"/>
                </a:lnTo>
                <a:moveTo>
                  <a:pt x="1152063" y="58704"/>
                </a:moveTo>
                <a:cubicBezTo>
                  <a:pt x="1151520" y="53419"/>
                  <a:pt x="1150086" y="49635"/>
                  <a:pt x="1147758" y="47351"/>
                </a:cubicBezTo>
                <a:cubicBezTo>
                  <a:pt x="1145431" y="45068"/>
                  <a:pt x="1142369" y="43926"/>
                  <a:pt x="1138573" y="43926"/>
                </a:cubicBezTo>
                <a:cubicBezTo>
                  <a:pt x="1134189" y="43926"/>
                  <a:pt x="1130687" y="45650"/>
                  <a:pt x="1128066" y="49099"/>
                </a:cubicBezTo>
                <a:cubicBezTo>
                  <a:pt x="1126394" y="51249"/>
                  <a:pt x="1125332" y="54450"/>
                  <a:pt x="1124880" y="58704"/>
                </a:cubicBezTo>
                <a:lnTo>
                  <a:pt x="1152063" y="58704"/>
                </a:lnTo>
                <a:close/>
                <a:moveTo>
                  <a:pt x="1268576" y="1762"/>
                </a:moveTo>
                <a:lnTo>
                  <a:pt x="1268576" y="101138"/>
                </a:lnTo>
                <a:lnTo>
                  <a:pt x="1242749" y="101138"/>
                </a:lnTo>
                <a:lnTo>
                  <a:pt x="1242749" y="90496"/>
                </a:lnTo>
                <a:cubicBezTo>
                  <a:pt x="1239134" y="95015"/>
                  <a:pt x="1235835" y="98065"/>
                  <a:pt x="1232852" y="99647"/>
                </a:cubicBezTo>
                <a:cubicBezTo>
                  <a:pt x="1228875" y="101726"/>
                  <a:pt x="1224446" y="102765"/>
                  <a:pt x="1219566" y="102765"/>
                </a:cubicBezTo>
                <a:cubicBezTo>
                  <a:pt x="1209759" y="102765"/>
                  <a:pt x="1202269" y="99037"/>
                  <a:pt x="1197094" y="91580"/>
                </a:cubicBezTo>
                <a:cubicBezTo>
                  <a:pt x="1191920" y="84124"/>
                  <a:pt x="1189333" y="75063"/>
                  <a:pt x="1189333" y="64398"/>
                </a:cubicBezTo>
                <a:cubicBezTo>
                  <a:pt x="1189333" y="52467"/>
                  <a:pt x="1192191" y="43339"/>
                  <a:pt x="1197908" y="37012"/>
                </a:cubicBezTo>
                <a:cubicBezTo>
                  <a:pt x="1203625" y="30685"/>
                  <a:pt x="1210889" y="27522"/>
                  <a:pt x="1219701" y="27522"/>
                </a:cubicBezTo>
                <a:cubicBezTo>
                  <a:pt x="1223995" y="27522"/>
                  <a:pt x="1227892" y="28245"/>
                  <a:pt x="1231395" y="29691"/>
                </a:cubicBezTo>
                <a:cubicBezTo>
                  <a:pt x="1234897" y="31137"/>
                  <a:pt x="1238004" y="33306"/>
                  <a:pt x="1240715" y="36198"/>
                </a:cubicBezTo>
                <a:lnTo>
                  <a:pt x="1240715" y="1762"/>
                </a:lnTo>
                <a:lnTo>
                  <a:pt x="1268576" y="1762"/>
                </a:lnTo>
                <a:moveTo>
                  <a:pt x="1240919" y="64940"/>
                </a:moveTo>
                <a:cubicBezTo>
                  <a:pt x="1240919" y="59291"/>
                  <a:pt x="1239721" y="55077"/>
                  <a:pt x="1237326" y="52298"/>
                </a:cubicBezTo>
                <a:cubicBezTo>
                  <a:pt x="1234931" y="49519"/>
                  <a:pt x="1231903" y="48129"/>
                  <a:pt x="1228243" y="48129"/>
                </a:cubicBezTo>
                <a:cubicBezTo>
                  <a:pt x="1225034" y="48129"/>
                  <a:pt x="1222345" y="49462"/>
                  <a:pt x="1220176" y="52128"/>
                </a:cubicBezTo>
                <a:cubicBezTo>
                  <a:pt x="1218007" y="54795"/>
                  <a:pt x="1216922" y="59269"/>
                  <a:pt x="1216922" y="65550"/>
                </a:cubicBezTo>
                <a:cubicBezTo>
                  <a:pt x="1216922" y="71425"/>
                  <a:pt x="1218041" y="75730"/>
                  <a:pt x="1220278" y="78464"/>
                </a:cubicBezTo>
                <a:cubicBezTo>
                  <a:pt x="1222515" y="81198"/>
                  <a:pt x="1225283" y="82565"/>
                  <a:pt x="1228582" y="82565"/>
                </a:cubicBezTo>
                <a:cubicBezTo>
                  <a:pt x="1232106" y="82565"/>
                  <a:pt x="1235044" y="81186"/>
                  <a:pt x="1237394" y="78430"/>
                </a:cubicBezTo>
                <a:cubicBezTo>
                  <a:pt x="1239744" y="75673"/>
                  <a:pt x="1240919" y="71177"/>
                  <a:pt x="1240919" y="64940"/>
                </a:cubicBez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21,6%">
            <a:extLst xmlns:a="http://schemas.openxmlformats.org/drawingml/2006/main">
              <a:ext uri="{FF2B5EF4-FFF2-40B4-BE49-F238E27FC236}">
                <a16:creationId xmlns:a16="http://schemas.microsoft.com/office/drawing/2014/main" id="{1C7DC2E1-EEFD-4FC9-BC24-980ECE59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226" y="3392854"/>
            <a:ext cx="381002" cy="120661"/>
          </a:xfrm>
          <a:custGeom xmlns:a="http://schemas.openxmlformats.org/drawingml/2006/main">
            <a:pathLst>
              <a:path w="381002" h="120661">
                <a:moveTo>
                  <a:pt x="65776" y="89276"/>
                </a:moveTo>
                <a:lnTo>
                  <a:pt x="65776" y="101003"/>
                </a:lnTo>
                <a:lnTo>
                  <a:pt x="90" y="101003"/>
                </a:lnTo>
                <a:cubicBezTo>
                  <a:pt x="0" y="98067"/>
                  <a:pt x="475" y="95244"/>
                  <a:pt x="1514" y="92534"/>
                </a:cubicBezTo>
                <a:cubicBezTo>
                  <a:pt x="3186" y="88063"/>
                  <a:pt x="5864" y="83659"/>
                  <a:pt x="9547" y="79324"/>
                </a:cubicBezTo>
                <a:cubicBezTo>
                  <a:pt x="13230" y="74988"/>
                  <a:pt x="18551" y="69975"/>
                  <a:pt x="25511" y="64283"/>
                </a:cubicBezTo>
                <a:cubicBezTo>
                  <a:pt x="36311" y="55434"/>
                  <a:pt x="43610" y="48425"/>
                  <a:pt x="47406" y="43255"/>
                </a:cubicBezTo>
                <a:cubicBezTo>
                  <a:pt x="51202" y="38084"/>
                  <a:pt x="53100" y="33197"/>
                  <a:pt x="53100" y="28591"/>
                </a:cubicBezTo>
                <a:cubicBezTo>
                  <a:pt x="53100" y="23760"/>
                  <a:pt x="51371" y="19685"/>
                  <a:pt x="47914" y="16366"/>
                </a:cubicBezTo>
                <a:cubicBezTo>
                  <a:pt x="44457" y="13048"/>
                  <a:pt x="39949" y="11388"/>
                  <a:pt x="34391" y="11388"/>
                </a:cubicBezTo>
                <a:cubicBezTo>
                  <a:pt x="28516" y="11388"/>
                  <a:pt x="23816" y="13151"/>
                  <a:pt x="20291" y="16676"/>
                </a:cubicBezTo>
                <a:cubicBezTo>
                  <a:pt x="16766" y="20201"/>
                  <a:pt x="14981" y="25081"/>
                  <a:pt x="14936" y="31318"/>
                </a:cubicBezTo>
                <a:lnTo>
                  <a:pt x="2395" y="30028"/>
                </a:lnTo>
                <a:cubicBezTo>
                  <a:pt x="3254" y="20652"/>
                  <a:pt x="6485" y="13507"/>
                  <a:pt x="12089" y="8592"/>
                </a:cubicBezTo>
                <a:cubicBezTo>
                  <a:pt x="17692" y="3677"/>
                  <a:pt x="25217" y="1220"/>
                  <a:pt x="34662" y="1220"/>
                </a:cubicBezTo>
                <a:cubicBezTo>
                  <a:pt x="44197" y="1220"/>
                  <a:pt x="51744" y="3865"/>
                  <a:pt x="57303" y="9153"/>
                </a:cubicBezTo>
                <a:cubicBezTo>
                  <a:pt x="62861" y="14442"/>
                  <a:pt x="65641" y="20997"/>
                  <a:pt x="65641" y="28818"/>
                </a:cubicBezTo>
                <a:cubicBezTo>
                  <a:pt x="65641" y="32796"/>
                  <a:pt x="64827" y="36707"/>
                  <a:pt x="63200" y="40549"/>
                </a:cubicBezTo>
                <a:cubicBezTo>
                  <a:pt x="61573" y="44392"/>
                  <a:pt x="58873" y="48438"/>
                  <a:pt x="55100" y="52688"/>
                </a:cubicBezTo>
                <a:cubicBezTo>
                  <a:pt x="51326" y="56936"/>
                  <a:pt x="45056" y="62767"/>
                  <a:pt x="36289" y="70181"/>
                </a:cubicBezTo>
                <a:cubicBezTo>
                  <a:pt x="28968" y="76320"/>
                  <a:pt x="24268" y="80485"/>
                  <a:pt x="22189" y="82675"/>
                </a:cubicBezTo>
                <a:cubicBezTo>
                  <a:pt x="20110" y="84864"/>
                  <a:pt x="18393" y="87064"/>
                  <a:pt x="17037" y="89276"/>
                </a:cubicBezTo>
                <a:lnTo>
                  <a:pt x="65776" y="89276"/>
                </a:lnTo>
                <a:close/>
                <a:moveTo>
                  <a:pt x="124826" y="101003"/>
                </a:moveTo>
                <a:lnTo>
                  <a:pt x="112624" y="101003"/>
                </a:lnTo>
                <a:lnTo>
                  <a:pt x="112624" y="23251"/>
                </a:lnTo>
                <a:cubicBezTo>
                  <a:pt x="109687" y="26053"/>
                  <a:pt x="105834" y="28855"/>
                  <a:pt x="101066" y="31657"/>
                </a:cubicBezTo>
                <a:cubicBezTo>
                  <a:pt x="96299" y="34458"/>
                  <a:pt x="92017" y="36560"/>
                  <a:pt x="88221" y="37961"/>
                </a:cubicBezTo>
                <a:lnTo>
                  <a:pt x="88221" y="26166"/>
                </a:lnTo>
                <a:cubicBezTo>
                  <a:pt x="95045" y="22957"/>
                  <a:pt x="101010" y="19071"/>
                  <a:pt x="106116" y="14506"/>
                </a:cubicBezTo>
                <a:cubicBezTo>
                  <a:pt x="111223" y="9942"/>
                  <a:pt x="114838" y="5513"/>
                  <a:pt x="116962" y="1220"/>
                </a:cubicBezTo>
                <a:lnTo>
                  <a:pt x="124826" y="1220"/>
                </a:lnTo>
                <a:lnTo>
                  <a:pt x="124826" y="101003"/>
                </a:lnTo>
                <a:close/>
                <a:moveTo>
                  <a:pt x="162657" y="101003"/>
                </a:moveTo>
                <a:lnTo>
                  <a:pt x="162657" y="87039"/>
                </a:lnTo>
                <a:lnTo>
                  <a:pt x="176553" y="87039"/>
                </a:lnTo>
                <a:lnTo>
                  <a:pt x="176553" y="100963"/>
                </a:lnTo>
                <a:cubicBezTo>
                  <a:pt x="176553" y="106081"/>
                  <a:pt x="175650" y="110213"/>
                  <a:pt x="173842" y="113359"/>
                </a:cubicBezTo>
                <a:cubicBezTo>
                  <a:pt x="172034" y="116507"/>
                  <a:pt x="169165" y="118941"/>
                  <a:pt x="165233" y="120661"/>
                </a:cubicBezTo>
                <a:lnTo>
                  <a:pt x="161844" y="115374"/>
                </a:lnTo>
                <a:cubicBezTo>
                  <a:pt x="164419" y="114250"/>
                  <a:pt x="166318" y="112597"/>
                  <a:pt x="167538" y="110415"/>
                </a:cubicBezTo>
                <a:cubicBezTo>
                  <a:pt x="168758" y="108233"/>
                  <a:pt x="169436" y="105096"/>
                  <a:pt x="169571" y="101003"/>
                </a:cubicBezTo>
                <a:lnTo>
                  <a:pt x="162657" y="101003"/>
                </a:lnTo>
                <a:close/>
                <a:moveTo>
                  <a:pt x="257961" y="26028"/>
                </a:moveTo>
                <a:lnTo>
                  <a:pt x="245828" y="26979"/>
                </a:lnTo>
                <a:cubicBezTo>
                  <a:pt x="244743" y="22210"/>
                  <a:pt x="243206" y="18745"/>
                  <a:pt x="241218" y="16585"/>
                </a:cubicBezTo>
                <a:cubicBezTo>
                  <a:pt x="237919" y="13120"/>
                  <a:pt x="233852" y="11388"/>
                  <a:pt x="229016" y="11388"/>
                </a:cubicBezTo>
                <a:cubicBezTo>
                  <a:pt x="225130" y="11388"/>
                  <a:pt x="221718" y="12467"/>
                  <a:pt x="218780" y="14625"/>
                </a:cubicBezTo>
                <a:cubicBezTo>
                  <a:pt x="214939" y="17411"/>
                  <a:pt x="211911" y="21479"/>
                  <a:pt x="209697" y="26829"/>
                </a:cubicBezTo>
                <a:cubicBezTo>
                  <a:pt x="207483" y="32178"/>
                  <a:pt x="206330" y="39798"/>
                  <a:pt x="206240" y="49688"/>
                </a:cubicBezTo>
                <a:cubicBezTo>
                  <a:pt x="209177" y="45214"/>
                  <a:pt x="212770" y="41892"/>
                  <a:pt x="217018" y="39723"/>
                </a:cubicBezTo>
                <a:cubicBezTo>
                  <a:pt x="221266" y="37554"/>
                  <a:pt x="225717" y="36470"/>
                  <a:pt x="230372" y="36470"/>
                </a:cubicBezTo>
                <a:cubicBezTo>
                  <a:pt x="238506" y="36470"/>
                  <a:pt x="245432" y="39463"/>
                  <a:pt x="251149" y="45451"/>
                </a:cubicBezTo>
                <a:cubicBezTo>
                  <a:pt x="256866" y="51439"/>
                  <a:pt x="259724" y="59178"/>
                  <a:pt x="259724" y="68668"/>
                </a:cubicBezTo>
                <a:cubicBezTo>
                  <a:pt x="259724" y="74905"/>
                  <a:pt x="258379" y="80701"/>
                  <a:pt x="255691" y="86056"/>
                </a:cubicBezTo>
                <a:cubicBezTo>
                  <a:pt x="253002" y="91411"/>
                  <a:pt x="249307" y="95512"/>
                  <a:pt x="244607" y="98359"/>
                </a:cubicBezTo>
                <a:cubicBezTo>
                  <a:pt x="239907" y="101206"/>
                  <a:pt x="234575" y="102630"/>
                  <a:pt x="228610" y="102630"/>
                </a:cubicBezTo>
                <a:cubicBezTo>
                  <a:pt x="218441" y="102630"/>
                  <a:pt x="210149" y="98893"/>
                  <a:pt x="203732" y="91419"/>
                </a:cubicBezTo>
                <a:cubicBezTo>
                  <a:pt x="197314" y="83945"/>
                  <a:pt x="194106" y="71626"/>
                  <a:pt x="194106" y="54465"/>
                </a:cubicBezTo>
                <a:cubicBezTo>
                  <a:pt x="194106" y="35271"/>
                  <a:pt x="197653" y="21316"/>
                  <a:pt x="204748" y="12600"/>
                </a:cubicBezTo>
                <a:cubicBezTo>
                  <a:pt x="210940" y="5013"/>
                  <a:pt x="219278" y="1220"/>
                  <a:pt x="229762" y="1220"/>
                </a:cubicBezTo>
                <a:cubicBezTo>
                  <a:pt x="237580" y="1220"/>
                  <a:pt x="243986" y="3418"/>
                  <a:pt x="248980" y="7812"/>
                </a:cubicBezTo>
                <a:cubicBezTo>
                  <a:pt x="253973" y="12207"/>
                  <a:pt x="256967" y="18279"/>
                  <a:pt x="257961" y="26028"/>
                </a:cubicBezTo>
                <a:moveTo>
                  <a:pt x="208138" y="68673"/>
                </a:moveTo>
                <a:cubicBezTo>
                  <a:pt x="208138" y="72863"/>
                  <a:pt x="209030" y="76873"/>
                  <a:pt x="210815" y="80703"/>
                </a:cubicBezTo>
                <a:cubicBezTo>
                  <a:pt x="212600" y="84533"/>
                  <a:pt x="215097" y="87450"/>
                  <a:pt x="218306" y="89456"/>
                </a:cubicBezTo>
                <a:cubicBezTo>
                  <a:pt x="221515" y="91460"/>
                  <a:pt x="224881" y="92462"/>
                  <a:pt x="228406" y="92462"/>
                </a:cubicBezTo>
                <a:cubicBezTo>
                  <a:pt x="233558" y="92462"/>
                  <a:pt x="237987" y="90389"/>
                  <a:pt x="241692" y="86244"/>
                </a:cubicBezTo>
                <a:cubicBezTo>
                  <a:pt x="245398" y="82099"/>
                  <a:pt x="247251" y="76467"/>
                  <a:pt x="247251" y="69348"/>
                </a:cubicBezTo>
                <a:cubicBezTo>
                  <a:pt x="247251" y="62499"/>
                  <a:pt x="245421" y="57104"/>
                  <a:pt x="241760" y="53162"/>
                </a:cubicBezTo>
                <a:cubicBezTo>
                  <a:pt x="238100" y="49219"/>
                  <a:pt x="233490" y="47248"/>
                  <a:pt x="227932" y="47248"/>
                </a:cubicBezTo>
                <a:cubicBezTo>
                  <a:pt x="222418" y="47248"/>
                  <a:pt x="217741" y="49219"/>
                  <a:pt x="213900" y="53162"/>
                </a:cubicBezTo>
                <a:cubicBezTo>
                  <a:pt x="210058" y="57104"/>
                  <a:pt x="208138" y="62274"/>
                  <a:pt x="208138" y="68673"/>
                </a:cubicBezTo>
                <a:close/>
                <a:moveTo>
                  <a:pt x="274170" y="25590"/>
                </a:moveTo>
                <a:cubicBezTo>
                  <a:pt x="274170" y="18485"/>
                  <a:pt x="275955" y="12444"/>
                  <a:pt x="279525" y="7467"/>
                </a:cubicBezTo>
                <a:cubicBezTo>
                  <a:pt x="283095" y="2489"/>
                  <a:pt x="288269" y="0"/>
                  <a:pt x="295048" y="0"/>
                </a:cubicBezTo>
                <a:cubicBezTo>
                  <a:pt x="301285" y="0"/>
                  <a:pt x="306448" y="2229"/>
                  <a:pt x="310538" y="6686"/>
                </a:cubicBezTo>
                <a:cubicBezTo>
                  <a:pt x="314627" y="11143"/>
                  <a:pt x="316672" y="17692"/>
                  <a:pt x="316672" y="26335"/>
                </a:cubicBezTo>
                <a:cubicBezTo>
                  <a:pt x="316672" y="34752"/>
                  <a:pt x="314605" y="41234"/>
                  <a:pt x="310470" y="45782"/>
                </a:cubicBezTo>
                <a:cubicBezTo>
                  <a:pt x="306335" y="50329"/>
                  <a:pt x="301239" y="52603"/>
                  <a:pt x="295184" y="52603"/>
                </a:cubicBezTo>
                <a:cubicBezTo>
                  <a:pt x="289173" y="52603"/>
                  <a:pt x="284168" y="50363"/>
                  <a:pt x="280169" y="45883"/>
                </a:cubicBezTo>
                <a:cubicBezTo>
                  <a:pt x="276169" y="41404"/>
                  <a:pt x="274170" y="34639"/>
                  <a:pt x="274170" y="25590"/>
                </a:cubicBezTo>
                <a:moveTo>
                  <a:pt x="295387" y="8406"/>
                </a:moveTo>
                <a:cubicBezTo>
                  <a:pt x="292359" y="8406"/>
                  <a:pt x="289840" y="9719"/>
                  <a:pt x="287829" y="12346"/>
                </a:cubicBezTo>
                <a:cubicBezTo>
                  <a:pt x="285818" y="14971"/>
                  <a:pt x="284812" y="19792"/>
                  <a:pt x="284812" y="26810"/>
                </a:cubicBezTo>
                <a:cubicBezTo>
                  <a:pt x="284812" y="33195"/>
                  <a:pt x="285829" y="37689"/>
                  <a:pt x="287863" y="40293"/>
                </a:cubicBezTo>
                <a:cubicBezTo>
                  <a:pt x="289896" y="42896"/>
                  <a:pt x="292404" y="44197"/>
                  <a:pt x="295387" y="44197"/>
                </a:cubicBezTo>
                <a:cubicBezTo>
                  <a:pt x="298460" y="44197"/>
                  <a:pt x="301002" y="42885"/>
                  <a:pt x="303013" y="40259"/>
                </a:cubicBezTo>
                <a:cubicBezTo>
                  <a:pt x="305024" y="37632"/>
                  <a:pt x="306030" y="32833"/>
                  <a:pt x="306030" y="25861"/>
                </a:cubicBezTo>
                <a:cubicBezTo>
                  <a:pt x="306030" y="19431"/>
                  <a:pt x="305013" y="14915"/>
                  <a:pt x="302979" y="12312"/>
                </a:cubicBezTo>
                <a:cubicBezTo>
                  <a:pt x="300946" y="9708"/>
                  <a:pt x="298415" y="8406"/>
                  <a:pt x="295387" y="8406"/>
                </a:cubicBezTo>
                <a:moveTo>
                  <a:pt x="295455" y="104663"/>
                </a:moveTo>
                <a:lnTo>
                  <a:pt x="349820" y="0"/>
                </a:lnTo>
                <a:lnTo>
                  <a:pt x="359717" y="0"/>
                </a:lnTo>
                <a:lnTo>
                  <a:pt x="305555" y="104663"/>
                </a:lnTo>
                <a:lnTo>
                  <a:pt x="295455" y="104663"/>
                </a:lnTo>
                <a:moveTo>
                  <a:pt x="338432" y="77650"/>
                </a:moveTo>
                <a:cubicBezTo>
                  <a:pt x="338432" y="70500"/>
                  <a:pt x="340217" y="64448"/>
                  <a:pt x="343787" y="59494"/>
                </a:cubicBezTo>
                <a:cubicBezTo>
                  <a:pt x="347357" y="54538"/>
                  <a:pt x="352554" y="52061"/>
                  <a:pt x="359378" y="52061"/>
                </a:cubicBezTo>
                <a:cubicBezTo>
                  <a:pt x="365615" y="52061"/>
                  <a:pt x="370778" y="54289"/>
                  <a:pt x="374868" y="58746"/>
                </a:cubicBezTo>
                <a:cubicBezTo>
                  <a:pt x="378957" y="63203"/>
                  <a:pt x="381002" y="69753"/>
                  <a:pt x="381002" y="78396"/>
                </a:cubicBezTo>
                <a:cubicBezTo>
                  <a:pt x="381002" y="86813"/>
                  <a:pt x="378935" y="93295"/>
                  <a:pt x="374800" y="97842"/>
                </a:cubicBezTo>
                <a:cubicBezTo>
                  <a:pt x="370665" y="102390"/>
                  <a:pt x="365547" y="104663"/>
                  <a:pt x="359446" y="104663"/>
                </a:cubicBezTo>
                <a:cubicBezTo>
                  <a:pt x="353436" y="104663"/>
                  <a:pt x="348431" y="102412"/>
                  <a:pt x="344431" y="97910"/>
                </a:cubicBezTo>
                <a:cubicBezTo>
                  <a:pt x="340432" y="93408"/>
                  <a:pt x="338432" y="86655"/>
                  <a:pt x="338432" y="77650"/>
                </a:cubicBezTo>
                <a:moveTo>
                  <a:pt x="359717" y="60466"/>
                </a:moveTo>
                <a:cubicBezTo>
                  <a:pt x="356644" y="60466"/>
                  <a:pt x="354102" y="61780"/>
                  <a:pt x="352091" y="64406"/>
                </a:cubicBezTo>
                <a:cubicBezTo>
                  <a:pt x="350080" y="67032"/>
                  <a:pt x="349075" y="71853"/>
                  <a:pt x="349075" y="78870"/>
                </a:cubicBezTo>
                <a:cubicBezTo>
                  <a:pt x="349075" y="85210"/>
                  <a:pt x="350091" y="89693"/>
                  <a:pt x="352125" y="92320"/>
                </a:cubicBezTo>
                <a:cubicBezTo>
                  <a:pt x="354159" y="94945"/>
                  <a:pt x="356667" y="96258"/>
                  <a:pt x="359649" y="96258"/>
                </a:cubicBezTo>
                <a:cubicBezTo>
                  <a:pt x="362768" y="96258"/>
                  <a:pt x="365332" y="94945"/>
                  <a:pt x="367343" y="92320"/>
                </a:cubicBezTo>
                <a:cubicBezTo>
                  <a:pt x="369354" y="89693"/>
                  <a:pt x="370360" y="84894"/>
                  <a:pt x="370360" y="77921"/>
                </a:cubicBezTo>
                <a:cubicBezTo>
                  <a:pt x="370360" y="71491"/>
                  <a:pt x="369343" y="66975"/>
                  <a:pt x="367309" y="64372"/>
                </a:cubicBezTo>
                <a:cubicBezTo>
                  <a:pt x="365276" y="61768"/>
                  <a:pt x="362745" y="60466"/>
                  <a:pt x="359717" y="60466"/>
                </a:cubicBez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F2BCA-995E-45EA-A0B1-31FE1474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008" y="3625100"/>
            <a:ext cx="864559" cy="338009"/>
          </a:xfrm>
          <a:custGeom xmlns:a="http://schemas.openxmlformats.org/drawingml/2006/main">
            <a:pathLst>
              <a:path w="864559" h="338009">
                <a:moveTo>
                  <a:pt x="864559" y="169005"/>
                </a:moveTo>
                <a:cubicBezTo>
                  <a:pt x="864559" y="262280"/>
                  <a:pt x="788830" y="338009"/>
                  <a:pt x="695551" y="338009"/>
                </a:cubicBezTo>
                <a:lnTo>
                  <a:pt x="169008" y="338009"/>
                </a:lnTo>
                <a:cubicBezTo>
                  <a:pt x="75730" y="338009"/>
                  <a:pt x="0" y="262280"/>
                  <a:pt x="0" y="169005"/>
                </a:cubicBezTo>
                <a:cubicBezTo>
                  <a:pt x="0" y="75728"/>
                  <a:pt x="75730" y="0"/>
                  <a:pt x="169008" y="0"/>
                </a:cubicBezTo>
                <a:lnTo>
                  <a:pt x="695551" y="0"/>
                </a:lnTo>
                <a:cubicBezTo>
                  <a:pt x="788830" y="0"/>
                  <a:pt x="864559" y="75728"/>
                  <a:pt x="864559" y="169005"/>
                </a:cubicBezTo>
                <a:close/>
              </a:path>
            </a:pathLst>
          </a:custGeom>
          <a:solidFill xmlns:a="http://schemas.openxmlformats.org/drawingml/2006/main">
            <a:srgbClr val="A1A1A1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E1AC7-131B-4D3E-8838-AE6FBDA7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335" y="3677639"/>
            <a:ext cx="243397" cy="232930"/>
          </a:xfrm>
          <a:custGeom xmlns:a="http://schemas.openxmlformats.org/drawingml/2006/main">
            <a:pathLst>
              <a:path w="243397" h="232930">
                <a:moveTo>
                  <a:pt x="121928" y="232930"/>
                </a:moveTo>
                <a:cubicBezTo>
                  <a:pt x="80074" y="232930"/>
                  <a:pt x="41853" y="211094"/>
                  <a:pt x="20927" y="174697"/>
                </a:cubicBezTo>
                <a:cubicBezTo>
                  <a:pt x="0" y="138757"/>
                  <a:pt x="0" y="94628"/>
                  <a:pt x="20927" y="58233"/>
                </a:cubicBezTo>
                <a:cubicBezTo>
                  <a:pt x="41853" y="22293"/>
                  <a:pt x="80074" y="0"/>
                  <a:pt x="121928" y="0"/>
                </a:cubicBezTo>
                <a:cubicBezTo>
                  <a:pt x="163323" y="0"/>
                  <a:pt x="201544" y="22293"/>
                  <a:pt x="222470" y="58233"/>
                </a:cubicBezTo>
                <a:cubicBezTo>
                  <a:pt x="243397" y="94628"/>
                  <a:pt x="243397" y="138757"/>
                  <a:pt x="222470" y="174697"/>
                </a:cubicBezTo>
                <a:cubicBezTo>
                  <a:pt x="201544" y="211094"/>
                  <a:pt x="163323" y="232930"/>
                  <a:pt x="121928" y="232930"/>
                </a:cubicBezTo>
                <a:close/>
                <a:moveTo>
                  <a:pt x="107366" y="160140"/>
                </a:moveTo>
                <a:cubicBezTo>
                  <a:pt x="107366" y="168329"/>
                  <a:pt x="113730" y="174697"/>
                  <a:pt x="121928" y="174697"/>
                </a:cubicBezTo>
                <a:cubicBezTo>
                  <a:pt x="129667" y="174697"/>
                  <a:pt x="136490" y="168329"/>
                  <a:pt x="136490" y="160140"/>
                </a:cubicBezTo>
                <a:cubicBezTo>
                  <a:pt x="136490" y="152406"/>
                  <a:pt x="129667" y="145582"/>
                  <a:pt x="121928" y="145582"/>
                </a:cubicBezTo>
                <a:cubicBezTo>
                  <a:pt x="113730" y="145582"/>
                  <a:pt x="107366" y="152406"/>
                  <a:pt x="107366" y="160140"/>
                </a:cubicBezTo>
                <a:close/>
                <a:moveTo>
                  <a:pt x="82349" y="75521"/>
                </a:moveTo>
                <a:lnTo>
                  <a:pt x="82349" y="75976"/>
                </a:lnTo>
                <a:cubicBezTo>
                  <a:pt x="80533" y="81436"/>
                  <a:pt x="83248" y="87804"/>
                  <a:pt x="89171" y="90079"/>
                </a:cubicBezTo>
                <a:cubicBezTo>
                  <a:pt x="94637" y="91899"/>
                  <a:pt x="101001" y="89168"/>
                  <a:pt x="102817" y="83255"/>
                </a:cubicBezTo>
                <a:lnTo>
                  <a:pt x="103275" y="82800"/>
                </a:lnTo>
                <a:cubicBezTo>
                  <a:pt x="103734" y="81436"/>
                  <a:pt x="105091" y="80524"/>
                  <a:pt x="106466" y="80524"/>
                </a:cubicBezTo>
                <a:lnTo>
                  <a:pt x="132841" y="80524"/>
                </a:lnTo>
                <a:cubicBezTo>
                  <a:pt x="136931" y="80524"/>
                  <a:pt x="140122" y="83255"/>
                  <a:pt x="140122" y="87349"/>
                </a:cubicBezTo>
                <a:cubicBezTo>
                  <a:pt x="140122" y="89623"/>
                  <a:pt x="138764" y="91899"/>
                  <a:pt x="136490" y="93263"/>
                </a:cubicBezTo>
                <a:lnTo>
                  <a:pt x="116463" y="104636"/>
                </a:lnTo>
                <a:cubicBezTo>
                  <a:pt x="112831" y="106456"/>
                  <a:pt x="111015" y="110096"/>
                  <a:pt x="111015" y="114190"/>
                </a:cubicBezTo>
                <a:lnTo>
                  <a:pt x="111015" y="120105"/>
                </a:lnTo>
                <a:cubicBezTo>
                  <a:pt x="111015" y="126474"/>
                  <a:pt x="115563" y="131023"/>
                  <a:pt x="121928" y="131023"/>
                </a:cubicBezTo>
                <a:cubicBezTo>
                  <a:pt x="127834" y="131023"/>
                  <a:pt x="132382" y="126474"/>
                  <a:pt x="132841" y="120560"/>
                </a:cubicBezTo>
                <a:lnTo>
                  <a:pt x="147403" y="111916"/>
                </a:lnTo>
                <a:cubicBezTo>
                  <a:pt x="156042" y="106911"/>
                  <a:pt x="161965" y="97357"/>
                  <a:pt x="161965" y="87349"/>
                </a:cubicBezTo>
                <a:cubicBezTo>
                  <a:pt x="161965" y="71425"/>
                  <a:pt x="148761" y="58233"/>
                  <a:pt x="132841" y="58233"/>
                </a:cubicBezTo>
                <a:lnTo>
                  <a:pt x="106466" y="58233"/>
                </a:lnTo>
                <a:cubicBezTo>
                  <a:pt x="95536" y="58233"/>
                  <a:pt x="85981" y="65058"/>
                  <a:pt x="82349" y="75521"/>
                </a:cubicBez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NEI">
            <a:extLst xmlns:a="http://schemas.openxmlformats.org/drawingml/2006/main">
              <a:ext uri="{FF2B5EF4-FFF2-40B4-BE49-F238E27FC236}">
                <a16:creationId xmlns:a16="http://schemas.microsoft.com/office/drawing/2014/main" id="{C6D68794-9BB7-4E85-B4FC-623EB45C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609" y="3662903"/>
            <a:ext cx="247712" cy="99376"/>
          </a:xfrm>
          <a:custGeom xmlns:a="http://schemas.openxmlformats.org/drawingml/2006/main">
            <a:pathLst>
              <a:path w="247712" h="99376">
                <a:moveTo>
                  <a:pt x="0" y="0"/>
                </a:moveTo>
                <a:lnTo>
                  <a:pt x="28674" y="0"/>
                </a:lnTo>
                <a:lnTo>
                  <a:pt x="66093" y="54980"/>
                </a:lnTo>
                <a:lnTo>
                  <a:pt x="66093" y="0"/>
                </a:lnTo>
                <a:lnTo>
                  <a:pt x="95038" y="0"/>
                </a:lnTo>
                <a:lnTo>
                  <a:pt x="95038" y="99376"/>
                </a:lnTo>
                <a:lnTo>
                  <a:pt x="66093" y="99376"/>
                </a:lnTo>
                <a:lnTo>
                  <a:pt x="28877" y="44695"/>
                </a:lnTo>
                <a:lnTo>
                  <a:pt x="28877" y="99376"/>
                </a:lnTo>
                <a:lnTo>
                  <a:pt x="0" y="99376"/>
                </a:lnTo>
                <a:lnTo>
                  <a:pt x="0" y="0"/>
                </a:lnTo>
                <a:close/>
                <a:moveTo>
                  <a:pt x="115386" y="0"/>
                </a:moveTo>
                <a:lnTo>
                  <a:pt x="197680" y="0"/>
                </a:lnTo>
                <a:lnTo>
                  <a:pt x="197680" y="21285"/>
                </a:lnTo>
                <a:lnTo>
                  <a:pt x="146162" y="21285"/>
                </a:lnTo>
                <a:lnTo>
                  <a:pt x="146162" y="37012"/>
                </a:lnTo>
                <a:lnTo>
                  <a:pt x="193952" y="37012"/>
                </a:lnTo>
                <a:lnTo>
                  <a:pt x="193952" y="57348"/>
                </a:lnTo>
                <a:lnTo>
                  <a:pt x="146162" y="57348"/>
                </a:lnTo>
                <a:lnTo>
                  <a:pt x="146162" y="76871"/>
                </a:lnTo>
                <a:lnTo>
                  <a:pt x="199171" y="76871"/>
                </a:lnTo>
                <a:lnTo>
                  <a:pt x="199171" y="99376"/>
                </a:lnTo>
                <a:lnTo>
                  <a:pt x="115386" y="99376"/>
                </a:lnTo>
                <a:lnTo>
                  <a:pt x="115386" y="0"/>
                </a:lnTo>
                <a:close/>
                <a:moveTo>
                  <a:pt x="216936" y="0"/>
                </a:moveTo>
                <a:lnTo>
                  <a:pt x="247712" y="0"/>
                </a:lnTo>
                <a:lnTo>
                  <a:pt x="247712" y="99376"/>
                </a:lnTo>
                <a:lnTo>
                  <a:pt x="216936" y="99376"/>
                </a:lnTo>
                <a:lnTo>
                  <a:pt x="216936" y="0"/>
                </a:ln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21,9%">
            <a:extLst xmlns:a="http://schemas.openxmlformats.org/drawingml/2006/main">
              <a:ext uri="{FF2B5EF4-FFF2-40B4-BE49-F238E27FC236}">
                <a16:creationId xmlns:a16="http://schemas.microsoft.com/office/drawing/2014/main" id="{837A36D5-7CA4-4743-A514-E0595A8C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350" y="3804645"/>
            <a:ext cx="381002" cy="120661"/>
          </a:xfrm>
          <a:custGeom xmlns:a="http://schemas.openxmlformats.org/drawingml/2006/main">
            <a:pathLst>
              <a:path w="381002" h="120661">
                <a:moveTo>
                  <a:pt x="65776" y="89276"/>
                </a:moveTo>
                <a:lnTo>
                  <a:pt x="65776" y="101003"/>
                </a:lnTo>
                <a:lnTo>
                  <a:pt x="90" y="101003"/>
                </a:lnTo>
                <a:cubicBezTo>
                  <a:pt x="0" y="98067"/>
                  <a:pt x="475" y="95244"/>
                  <a:pt x="1514" y="92534"/>
                </a:cubicBezTo>
                <a:cubicBezTo>
                  <a:pt x="3186" y="88063"/>
                  <a:pt x="5864" y="83659"/>
                  <a:pt x="9547" y="79324"/>
                </a:cubicBezTo>
                <a:cubicBezTo>
                  <a:pt x="13230" y="74988"/>
                  <a:pt x="18551" y="69975"/>
                  <a:pt x="25511" y="64283"/>
                </a:cubicBezTo>
                <a:cubicBezTo>
                  <a:pt x="36311" y="55434"/>
                  <a:pt x="43610" y="48425"/>
                  <a:pt x="47406" y="43255"/>
                </a:cubicBezTo>
                <a:cubicBezTo>
                  <a:pt x="51202" y="38084"/>
                  <a:pt x="53100" y="33197"/>
                  <a:pt x="53100" y="28591"/>
                </a:cubicBezTo>
                <a:cubicBezTo>
                  <a:pt x="53100" y="23760"/>
                  <a:pt x="51371" y="19685"/>
                  <a:pt x="47914" y="16366"/>
                </a:cubicBezTo>
                <a:cubicBezTo>
                  <a:pt x="44457" y="13048"/>
                  <a:pt x="39949" y="11388"/>
                  <a:pt x="34391" y="11388"/>
                </a:cubicBezTo>
                <a:cubicBezTo>
                  <a:pt x="28516" y="11388"/>
                  <a:pt x="23816" y="13151"/>
                  <a:pt x="20291" y="16676"/>
                </a:cubicBezTo>
                <a:cubicBezTo>
                  <a:pt x="16766" y="20201"/>
                  <a:pt x="14981" y="25081"/>
                  <a:pt x="14936" y="31318"/>
                </a:cubicBezTo>
                <a:lnTo>
                  <a:pt x="2395" y="30028"/>
                </a:lnTo>
                <a:cubicBezTo>
                  <a:pt x="3254" y="20652"/>
                  <a:pt x="6485" y="13507"/>
                  <a:pt x="12089" y="8592"/>
                </a:cubicBezTo>
                <a:cubicBezTo>
                  <a:pt x="17692" y="3677"/>
                  <a:pt x="25217" y="1220"/>
                  <a:pt x="34662" y="1220"/>
                </a:cubicBezTo>
                <a:cubicBezTo>
                  <a:pt x="44197" y="1220"/>
                  <a:pt x="51744" y="3865"/>
                  <a:pt x="57303" y="9153"/>
                </a:cubicBezTo>
                <a:cubicBezTo>
                  <a:pt x="62861" y="14442"/>
                  <a:pt x="65641" y="20997"/>
                  <a:pt x="65641" y="28818"/>
                </a:cubicBezTo>
                <a:cubicBezTo>
                  <a:pt x="65641" y="32796"/>
                  <a:pt x="64827" y="36707"/>
                  <a:pt x="63200" y="40549"/>
                </a:cubicBezTo>
                <a:cubicBezTo>
                  <a:pt x="61573" y="44392"/>
                  <a:pt x="58873" y="48438"/>
                  <a:pt x="55100" y="52688"/>
                </a:cubicBezTo>
                <a:cubicBezTo>
                  <a:pt x="51326" y="56936"/>
                  <a:pt x="45056" y="62767"/>
                  <a:pt x="36289" y="70181"/>
                </a:cubicBezTo>
                <a:cubicBezTo>
                  <a:pt x="28968" y="76320"/>
                  <a:pt x="24268" y="80485"/>
                  <a:pt x="22189" y="82675"/>
                </a:cubicBezTo>
                <a:cubicBezTo>
                  <a:pt x="20110" y="84864"/>
                  <a:pt x="18393" y="87064"/>
                  <a:pt x="17037" y="89276"/>
                </a:cubicBezTo>
                <a:lnTo>
                  <a:pt x="65776" y="89276"/>
                </a:lnTo>
                <a:close/>
                <a:moveTo>
                  <a:pt x="124826" y="101003"/>
                </a:moveTo>
                <a:lnTo>
                  <a:pt x="112624" y="101003"/>
                </a:lnTo>
                <a:lnTo>
                  <a:pt x="112624" y="23251"/>
                </a:lnTo>
                <a:cubicBezTo>
                  <a:pt x="109687" y="26053"/>
                  <a:pt x="105834" y="28855"/>
                  <a:pt x="101066" y="31657"/>
                </a:cubicBezTo>
                <a:cubicBezTo>
                  <a:pt x="96299" y="34458"/>
                  <a:pt x="92017" y="36560"/>
                  <a:pt x="88221" y="37961"/>
                </a:cubicBezTo>
                <a:lnTo>
                  <a:pt x="88221" y="26166"/>
                </a:lnTo>
                <a:cubicBezTo>
                  <a:pt x="95045" y="22957"/>
                  <a:pt x="101010" y="19071"/>
                  <a:pt x="106116" y="14506"/>
                </a:cubicBezTo>
                <a:cubicBezTo>
                  <a:pt x="111223" y="9942"/>
                  <a:pt x="114838" y="5513"/>
                  <a:pt x="116962" y="1220"/>
                </a:cubicBezTo>
                <a:lnTo>
                  <a:pt x="124826" y="1220"/>
                </a:lnTo>
                <a:lnTo>
                  <a:pt x="124826" y="101003"/>
                </a:lnTo>
                <a:close/>
                <a:moveTo>
                  <a:pt x="162657" y="101003"/>
                </a:moveTo>
                <a:lnTo>
                  <a:pt x="162657" y="87039"/>
                </a:lnTo>
                <a:lnTo>
                  <a:pt x="176553" y="87039"/>
                </a:lnTo>
                <a:lnTo>
                  <a:pt x="176553" y="100963"/>
                </a:lnTo>
                <a:cubicBezTo>
                  <a:pt x="176553" y="106081"/>
                  <a:pt x="175650" y="110213"/>
                  <a:pt x="173842" y="113359"/>
                </a:cubicBezTo>
                <a:cubicBezTo>
                  <a:pt x="172034" y="116507"/>
                  <a:pt x="169165" y="118941"/>
                  <a:pt x="165233" y="120661"/>
                </a:cubicBezTo>
                <a:lnTo>
                  <a:pt x="161844" y="115374"/>
                </a:lnTo>
                <a:cubicBezTo>
                  <a:pt x="164419" y="114250"/>
                  <a:pt x="166318" y="112597"/>
                  <a:pt x="167538" y="110415"/>
                </a:cubicBezTo>
                <a:cubicBezTo>
                  <a:pt x="168758" y="108233"/>
                  <a:pt x="169436" y="105096"/>
                  <a:pt x="169571" y="101003"/>
                </a:cubicBezTo>
                <a:lnTo>
                  <a:pt x="162657" y="101003"/>
                </a:lnTo>
                <a:close/>
                <a:moveTo>
                  <a:pt x="196478" y="77826"/>
                </a:moveTo>
                <a:lnTo>
                  <a:pt x="208206" y="76735"/>
                </a:lnTo>
                <a:cubicBezTo>
                  <a:pt x="209200" y="82248"/>
                  <a:pt x="211098" y="86248"/>
                  <a:pt x="213900" y="88733"/>
                </a:cubicBezTo>
                <a:cubicBezTo>
                  <a:pt x="216702" y="91219"/>
                  <a:pt x="220294" y="92462"/>
                  <a:pt x="224678" y="92462"/>
                </a:cubicBezTo>
                <a:cubicBezTo>
                  <a:pt x="228429" y="92462"/>
                  <a:pt x="231716" y="91603"/>
                  <a:pt x="234541" y="89886"/>
                </a:cubicBezTo>
                <a:cubicBezTo>
                  <a:pt x="237365" y="88169"/>
                  <a:pt x="239681" y="85875"/>
                  <a:pt x="241489" y="83005"/>
                </a:cubicBezTo>
                <a:cubicBezTo>
                  <a:pt x="243297" y="80136"/>
                  <a:pt x="244811" y="76261"/>
                  <a:pt x="246031" y="71380"/>
                </a:cubicBezTo>
                <a:cubicBezTo>
                  <a:pt x="247251" y="66499"/>
                  <a:pt x="247861" y="61528"/>
                  <a:pt x="247861" y="56467"/>
                </a:cubicBezTo>
                <a:cubicBezTo>
                  <a:pt x="247861" y="55924"/>
                  <a:pt x="247839" y="55111"/>
                  <a:pt x="247793" y="54026"/>
                </a:cubicBezTo>
                <a:cubicBezTo>
                  <a:pt x="245353" y="57913"/>
                  <a:pt x="242020" y="61065"/>
                  <a:pt x="237795" y="63483"/>
                </a:cubicBezTo>
                <a:cubicBezTo>
                  <a:pt x="233569" y="65900"/>
                  <a:pt x="228994" y="67109"/>
                  <a:pt x="224068" y="67109"/>
                </a:cubicBezTo>
                <a:cubicBezTo>
                  <a:pt x="215843" y="67109"/>
                  <a:pt x="208883" y="64136"/>
                  <a:pt x="203189" y="58189"/>
                </a:cubicBezTo>
                <a:cubicBezTo>
                  <a:pt x="197495" y="52242"/>
                  <a:pt x="194648" y="44403"/>
                  <a:pt x="194648" y="34671"/>
                </a:cubicBezTo>
                <a:cubicBezTo>
                  <a:pt x="194648" y="24624"/>
                  <a:pt x="197620" y="16538"/>
                  <a:pt x="203562" y="10412"/>
                </a:cubicBezTo>
                <a:cubicBezTo>
                  <a:pt x="209505" y="4284"/>
                  <a:pt x="216950" y="1220"/>
                  <a:pt x="225898" y="1220"/>
                </a:cubicBezTo>
                <a:cubicBezTo>
                  <a:pt x="232360" y="1220"/>
                  <a:pt x="238269" y="2959"/>
                  <a:pt x="243624" y="6438"/>
                </a:cubicBezTo>
                <a:cubicBezTo>
                  <a:pt x="248980" y="9915"/>
                  <a:pt x="253047" y="14871"/>
                  <a:pt x="255826" y="21306"/>
                </a:cubicBezTo>
                <a:cubicBezTo>
                  <a:pt x="258605" y="27742"/>
                  <a:pt x="259995" y="37056"/>
                  <a:pt x="259995" y="49250"/>
                </a:cubicBezTo>
                <a:cubicBezTo>
                  <a:pt x="259995" y="61940"/>
                  <a:pt x="258617" y="72045"/>
                  <a:pt x="255860" y="79565"/>
                </a:cubicBezTo>
                <a:cubicBezTo>
                  <a:pt x="253103" y="87084"/>
                  <a:pt x="249002" y="92808"/>
                  <a:pt x="243557" y="96737"/>
                </a:cubicBezTo>
                <a:cubicBezTo>
                  <a:pt x="238111" y="100665"/>
                  <a:pt x="231728" y="102630"/>
                  <a:pt x="224407" y="102630"/>
                </a:cubicBezTo>
                <a:cubicBezTo>
                  <a:pt x="216634" y="102630"/>
                  <a:pt x="210284" y="100461"/>
                  <a:pt x="205359" y="96122"/>
                </a:cubicBezTo>
                <a:cubicBezTo>
                  <a:pt x="200433" y="91784"/>
                  <a:pt x="197473" y="85685"/>
                  <a:pt x="196478" y="77826"/>
                </a:cubicBezTo>
                <a:moveTo>
                  <a:pt x="246438" y="34095"/>
                </a:moveTo>
                <a:cubicBezTo>
                  <a:pt x="246438" y="27133"/>
                  <a:pt x="244573" y="21608"/>
                  <a:pt x="240845" y="17521"/>
                </a:cubicBezTo>
                <a:cubicBezTo>
                  <a:pt x="237117" y="13432"/>
                  <a:pt x="232632" y="11388"/>
                  <a:pt x="227389" y="11388"/>
                </a:cubicBezTo>
                <a:cubicBezTo>
                  <a:pt x="221966" y="11388"/>
                  <a:pt x="217244" y="13589"/>
                  <a:pt x="213222" y="17991"/>
                </a:cubicBezTo>
                <a:cubicBezTo>
                  <a:pt x="209200" y="22393"/>
                  <a:pt x="207189" y="28098"/>
                  <a:pt x="207189" y="35105"/>
                </a:cubicBezTo>
                <a:cubicBezTo>
                  <a:pt x="207189" y="41395"/>
                  <a:pt x="209098" y="46506"/>
                  <a:pt x="212917" y="50436"/>
                </a:cubicBezTo>
                <a:cubicBezTo>
                  <a:pt x="216736" y="54366"/>
                  <a:pt x="221447" y="56331"/>
                  <a:pt x="227050" y="56331"/>
                </a:cubicBezTo>
                <a:cubicBezTo>
                  <a:pt x="232699" y="56331"/>
                  <a:pt x="237343" y="54366"/>
                  <a:pt x="240981" y="50436"/>
                </a:cubicBezTo>
                <a:cubicBezTo>
                  <a:pt x="244619" y="46506"/>
                  <a:pt x="246438" y="41059"/>
                  <a:pt x="246438" y="34095"/>
                </a:cubicBezTo>
                <a:close/>
                <a:moveTo>
                  <a:pt x="274170" y="25590"/>
                </a:moveTo>
                <a:cubicBezTo>
                  <a:pt x="274170" y="18485"/>
                  <a:pt x="275955" y="12444"/>
                  <a:pt x="279525" y="7467"/>
                </a:cubicBezTo>
                <a:cubicBezTo>
                  <a:pt x="283095" y="2489"/>
                  <a:pt x="288269" y="0"/>
                  <a:pt x="295048" y="0"/>
                </a:cubicBezTo>
                <a:cubicBezTo>
                  <a:pt x="301285" y="0"/>
                  <a:pt x="306448" y="2229"/>
                  <a:pt x="310538" y="6686"/>
                </a:cubicBezTo>
                <a:cubicBezTo>
                  <a:pt x="314627" y="11143"/>
                  <a:pt x="316672" y="17692"/>
                  <a:pt x="316672" y="26335"/>
                </a:cubicBezTo>
                <a:cubicBezTo>
                  <a:pt x="316672" y="34752"/>
                  <a:pt x="314605" y="41234"/>
                  <a:pt x="310470" y="45782"/>
                </a:cubicBezTo>
                <a:cubicBezTo>
                  <a:pt x="306335" y="50329"/>
                  <a:pt x="301239" y="52603"/>
                  <a:pt x="295184" y="52603"/>
                </a:cubicBezTo>
                <a:cubicBezTo>
                  <a:pt x="289173" y="52603"/>
                  <a:pt x="284168" y="50363"/>
                  <a:pt x="280169" y="45883"/>
                </a:cubicBezTo>
                <a:cubicBezTo>
                  <a:pt x="276169" y="41404"/>
                  <a:pt x="274170" y="34639"/>
                  <a:pt x="274170" y="25590"/>
                </a:cubicBezTo>
                <a:moveTo>
                  <a:pt x="295387" y="8406"/>
                </a:moveTo>
                <a:cubicBezTo>
                  <a:pt x="292359" y="8406"/>
                  <a:pt x="289840" y="9719"/>
                  <a:pt x="287829" y="12346"/>
                </a:cubicBezTo>
                <a:cubicBezTo>
                  <a:pt x="285818" y="14971"/>
                  <a:pt x="284812" y="19792"/>
                  <a:pt x="284812" y="26810"/>
                </a:cubicBezTo>
                <a:cubicBezTo>
                  <a:pt x="284812" y="33195"/>
                  <a:pt x="285829" y="37689"/>
                  <a:pt x="287863" y="40293"/>
                </a:cubicBezTo>
                <a:cubicBezTo>
                  <a:pt x="289896" y="42896"/>
                  <a:pt x="292404" y="44197"/>
                  <a:pt x="295387" y="44197"/>
                </a:cubicBezTo>
                <a:cubicBezTo>
                  <a:pt x="298460" y="44197"/>
                  <a:pt x="301002" y="42885"/>
                  <a:pt x="303013" y="40259"/>
                </a:cubicBezTo>
                <a:cubicBezTo>
                  <a:pt x="305024" y="37632"/>
                  <a:pt x="306030" y="32833"/>
                  <a:pt x="306030" y="25861"/>
                </a:cubicBezTo>
                <a:cubicBezTo>
                  <a:pt x="306030" y="19431"/>
                  <a:pt x="305013" y="14915"/>
                  <a:pt x="302979" y="12312"/>
                </a:cubicBezTo>
                <a:cubicBezTo>
                  <a:pt x="300946" y="9708"/>
                  <a:pt x="298415" y="8406"/>
                  <a:pt x="295387" y="8406"/>
                </a:cubicBezTo>
                <a:moveTo>
                  <a:pt x="295455" y="104663"/>
                </a:moveTo>
                <a:lnTo>
                  <a:pt x="349820" y="0"/>
                </a:lnTo>
                <a:lnTo>
                  <a:pt x="359717" y="0"/>
                </a:lnTo>
                <a:lnTo>
                  <a:pt x="305555" y="104663"/>
                </a:lnTo>
                <a:lnTo>
                  <a:pt x="295455" y="104663"/>
                </a:lnTo>
                <a:moveTo>
                  <a:pt x="338432" y="77650"/>
                </a:moveTo>
                <a:cubicBezTo>
                  <a:pt x="338432" y="70500"/>
                  <a:pt x="340217" y="64448"/>
                  <a:pt x="343787" y="59494"/>
                </a:cubicBezTo>
                <a:cubicBezTo>
                  <a:pt x="347357" y="54538"/>
                  <a:pt x="352554" y="52061"/>
                  <a:pt x="359378" y="52061"/>
                </a:cubicBezTo>
                <a:cubicBezTo>
                  <a:pt x="365615" y="52061"/>
                  <a:pt x="370778" y="54289"/>
                  <a:pt x="374868" y="58746"/>
                </a:cubicBezTo>
                <a:cubicBezTo>
                  <a:pt x="378957" y="63203"/>
                  <a:pt x="381002" y="69753"/>
                  <a:pt x="381002" y="78396"/>
                </a:cubicBezTo>
                <a:cubicBezTo>
                  <a:pt x="381002" y="86813"/>
                  <a:pt x="378935" y="93295"/>
                  <a:pt x="374800" y="97842"/>
                </a:cubicBezTo>
                <a:cubicBezTo>
                  <a:pt x="370665" y="102390"/>
                  <a:pt x="365547" y="104663"/>
                  <a:pt x="359446" y="104663"/>
                </a:cubicBezTo>
                <a:cubicBezTo>
                  <a:pt x="353436" y="104663"/>
                  <a:pt x="348431" y="102412"/>
                  <a:pt x="344431" y="97910"/>
                </a:cubicBezTo>
                <a:cubicBezTo>
                  <a:pt x="340432" y="93408"/>
                  <a:pt x="338432" y="86655"/>
                  <a:pt x="338432" y="77650"/>
                </a:cubicBezTo>
                <a:moveTo>
                  <a:pt x="359717" y="60466"/>
                </a:moveTo>
                <a:cubicBezTo>
                  <a:pt x="356644" y="60466"/>
                  <a:pt x="354102" y="61780"/>
                  <a:pt x="352091" y="64406"/>
                </a:cubicBezTo>
                <a:cubicBezTo>
                  <a:pt x="350080" y="67032"/>
                  <a:pt x="349075" y="71853"/>
                  <a:pt x="349075" y="78870"/>
                </a:cubicBezTo>
                <a:cubicBezTo>
                  <a:pt x="349075" y="85210"/>
                  <a:pt x="350091" y="89693"/>
                  <a:pt x="352125" y="92320"/>
                </a:cubicBezTo>
                <a:cubicBezTo>
                  <a:pt x="354159" y="94945"/>
                  <a:pt x="356667" y="96258"/>
                  <a:pt x="359649" y="96258"/>
                </a:cubicBezTo>
                <a:cubicBezTo>
                  <a:pt x="362768" y="96258"/>
                  <a:pt x="365332" y="94945"/>
                  <a:pt x="367343" y="92320"/>
                </a:cubicBezTo>
                <a:cubicBezTo>
                  <a:pt x="369354" y="89693"/>
                  <a:pt x="370360" y="84894"/>
                  <a:pt x="370360" y="77921"/>
                </a:cubicBezTo>
                <a:cubicBezTo>
                  <a:pt x="370360" y="71491"/>
                  <a:pt x="369343" y="66975"/>
                  <a:pt x="367309" y="64372"/>
                </a:cubicBezTo>
                <a:cubicBezTo>
                  <a:pt x="365276" y="61768"/>
                  <a:pt x="362745" y="60466"/>
                  <a:pt x="359717" y="60466"/>
                </a:cubicBez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676D5-9E67-492B-BC66-178D2398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008" y="2403493"/>
            <a:ext cx="1082957" cy="338006"/>
          </a:xfrm>
          <a:custGeom xmlns:a="http://schemas.openxmlformats.org/drawingml/2006/main">
            <a:pathLst>
              <a:path w="1082957" h="338006">
                <a:moveTo>
                  <a:pt x="1082957" y="169002"/>
                </a:moveTo>
                <a:cubicBezTo>
                  <a:pt x="1082957" y="262279"/>
                  <a:pt x="1007244" y="338006"/>
                  <a:pt x="913965" y="338006"/>
                </a:cubicBezTo>
                <a:lnTo>
                  <a:pt x="169008" y="338006"/>
                </a:lnTo>
                <a:cubicBezTo>
                  <a:pt x="75730" y="338006"/>
                  <a:pt x="0" y="262279"/>
                  <a:pt x="0" y="169002"/>
                </a:cubicBezTo>
                <a:cubicBezTo>
                  <a:pt x="0" y="75726"/>
                  <a:pt x="75730" y="0"/>
                  <a:pt x="169008" y="0"/>
                </a:cubicBezTo>
                <a:lnTo>
                  <a:pt x="913965" y="0"/>
                </a:lnTo>
                <a:cubicBezTo>
                  <a:pt x="1007244" y="0"/>
                  <a:pt x="1082957" y="75726"/>
                  <a:pt x="1082957" y="169002"/>
                </a:cubicBezTo>
                <a:close/>
              </a:path>
            </a:pathLst>
          </a:custGeom>
          <a:solidFill xmlns:a="http://schemas.openxmlformats.org/drawingml/2006/main">
            <a:srgbClr val="09C479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Pristine">
            <a:extLst xmlns:a="http://schemas.openxmlformats.org/drawingml/2006/main">
              <a:ext uri="{FF2B5EF4-FFF2-40B4-BE49-F238E27FC236}">
                <a16:creationId xmlns:a16="http://schemas.microsoft.com/office/drawing/2014/main" id="{78151816-9B5A-4DC0-8AE5-19A38941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951" y="2441293"/>
            <a:ext cx="571580" cy="101003"/>
          </a:xfrm>
          <a:custGeom xmlns:a="http://schemas.openxmlformats.org/drawingml/2006/main">
            <a:pathLst>
              <a:path w="571580" h="101003">
                <a:moveTo>
                  <a:pt x="0" y="0"/>
                </a:moveTo>
                <a:lnTo>
                  <a:pt x="51044" y="0"/>
                </a:lnTo>
                <a:cubicBezTo>
                  <a:pt x="62161" y="0"/>
                  <a:pt x="70487" y="2644"/>
                  <a:pt x="76023" y="7931"/>
                </a:cubicBezTo>
                <a:cubicBezTo>
                  <a:pt x="81559" y="13218"/>
                  <a:pt x="84327" y="20743"/>
                  <a:pt x="84327" y="30504"/>
                </a:cubicBezTo>
                <a:cubicBezTo>
                  <a:pt x="84327" y="40537"/>
                  <a:pt x="81311" y="48377"/>
                  <a:pt x="75278" y="54026"/>
                </a:cubicBezTo>
                <a:cubicBezTo>
                  <a:pt x="69245" y="59675"/>
                  <a:pt x="60037" y="62500"/>
                  <a:pt x="47654" y="62500"/>
                </a:cubicBezTo>
                <a:lnTo>
                  <a:pt x="30843" y="62500"/>
                </a:lnTo>
                <a:lnTo>
                  <a:pt x="30843" y="99376"/>
                </a:lnTo>
                <a:lnTo>
                  <a:pt x="0" y="99376"/>
                </a:lnTo>
                <a:lnTo>
                  <a:pt x="0" y="0"/>
                </a:lnTo>
                <a:moveTo>
                  <a:pt x="30843" y="42299"/>
                </a:moveTo>
                <a:lnTo>
                  <a:pt x="38368" y="42299"/>
                </a:lnTo>
                <a:cubicBezTo>
                  <a:pt x="44288" y="42299"/>
                  <a:pt x="48445" y="41275"/>
                  <a:pt x="50840" y="39225"/>
                </a:cubicBezTo>
                <a:cubicBezTo>
                  <a:pt x="53236" y="37175"/>
                  <a:pt x="54433" y="34550"/>
                  <a:pt x="54433" y="31352"/>
                </a:cubicBezTo>
                <a:cubicBezTo>
                  <a:pt x="54433" y="28243"/>
                  <a:pt x="53394" y="25608"/>
                  <a:pt x="51315" y="23446"/>
                </a:cubicBezTo>
                <a:cubicBezTo>
                  <a:pt x="49236" y="21282"/>
                  <a:pt x="45327" y="20201"/>
                  <a:pt x="39588" y="20201"/>
                </a:cubicBezTo>
                <a:lnTo>
                  <a:pt x="30843" y="20201"/>
                </a:lnTo>
                <a:lnTo>
                  <a:pt x="30843" y="42299"/>
                </a:lnTo>
                <a:close/>
                <a:moveTo>
                  <a:pt x="98838" y="27386"/>
                </a:moveTo>
                <a:lnTo>
                  <a:pt x="124665" y="27386"/>
                </a:lnTo>
                <a:lnTo>
                  <a:pt x="124665" y="39181"/>
                </a:lnTo>
                <a:cubicBezTo>
                  <a:pt x="127151" y="34074"/>
                  <a:pt x="129715" y="30561"/>
                  <a:pt x="132359" y="28640"/>
                </a:cubicBezTo>
                <a:cubicBezTo>
                  <a:pt x="135003" y="26719"/>
                  <a:pt x="138268" y="25759"/>
                  <a:pt x="142154" y="25759"/>
                </a:cubicBezTo>
                <a:cubicBezTo>
                  <a:pt x="146221" y="25759"/>
                  <a:pt x="150673" y="27024"/>
                  <a:pt x="155508" y="29555"/>
                </a:cubicBezTo>
                <a:lnTo>
                  <a:pt x="146967" y="49213"/>
                </a:lnTo>
                <a:cubicBezTo>
                  <a:pt x="143713" y="47858"/>
                  <a:pt x="141137" y="47180"/>
                  <a:pt x="139239" y="47180"/>
                </a:cubicBezTo>
                <a:cubicBezTo>
                  <a:pt x="135624" y="47180"/>
                  <a:pt x="132822" y="48671"/>
                  <a:pt x="130834" y="51654"/>
                </a:cubicBezTo>
                <a:cubicBezTo>
                  <a:pt x="127987" y="55857"/>
                  <a:pt x="126563" y="63720"/>
                  <a:pt x="126563" y="75244"/>
                </a:cubicBezTo>
                <a:lnTo>
                  <a:pt x="126563" y="99376"/>
                </a:lnTo>
                <a:lnTo>
                  <a:pt x="98838" y="99376"/>
                </a:lnTo>
                <a:lnTo>
                  <a:pt x="98838" y="27386"/>
                </a:lnTo>
                <a:close/>
                <a:moveTo>
                  <a:pt x="161196" y="0"/>
                </a:moveTo>
                <a:lnTo>
                  <a:pt x="188785" y="0"/>
                </a:lnTo>
                <a:lnTo>
                  <a:pt x="188785" y="18709"/>
                </a:lnTo>
                <a:lnTo>
                  <a:pt x="161196" y="18709"/>
                </a:lnTo>
                <a:lnTo>
                  <a:pt x="161196" y="0"/>
                </a:lnTo>
                <a:moveTo>
                  <a:pt x="161196" y="27386"/>
                </a:moveTo>
                <a:lnTo>
                  <a:pt x="188785" y="27386"/>
                </a:lnTo>
                <a:lnTo>
                  <a:pt x="188785" y="99376"/>
                </a:lnTo>
                <a:lnTo>
                  <a:pt x="161196" y="99376"/>
                </a:lnTo>
                <a:lnTo>
                  <a:pt x="161196" y="27386"/>
                </a:lnTo>
                <a:close/>
                <a:moveTo>
                  <a:pt x="201542" y="79311"/>
                </a:moveTo>
                <a:lnTo>
                  <a:pt x="228928" y="76735"/>
                </a:lnTo>
                <a:cubicBezTo>
                  <a:pt x="230058" y="79989"/>
                  <a:pt x="231640" y="82316"/>
                  <a:pt x="233673" y="83717"/>
                </a:cubicBezTo>
                <a:cubicBezTo>
                  <a:pt x="235707" y="85118"/>
                  <a:pt x="238419" y="85819"/>
                  <a:pt x="241808" y="85819"/>
                </a:cubicBezTo>
                <a:cubicBezTo>
                  <a:pt x="245514" y="85819"/>
                  <a:pt x="248383" y="85031"/>
                  <a:pt x="250417" y="83457"/>
                </a:cubicBezTo>
                <a:cubicBezTo>
                  <a:pt x="251999" y="82287"/>
                  <a:pt x="252789" y="80825"/>
                  <a:pt x="252789" y="79070"/>
                </a:cubicBezTo>
                <a:cubicBezTo>
                  <a:pt x="252789" y="77090"/>
                  <a:pt x="251750" y="75560"/>
                  <a:pt x="249671" y="74481"/>
                </a:cubicBezTo>
                <a:cubicBezTo>
                  <a:pt x="248180" y="73716"/>
                  <a:pt x="244226" y="72771"/>
                  <a:pt x="237809" y="71647"/>
                </a:cubicBezTo>
                <a:cubicBezTo>
                  <a:pt x="228228" y="69982"/>
                  <a:pt x="221573" y="68439"/>
                  <a:pt x="217845" y="67018"/>
                </a:cubicBezTo>
                <a:cubicBezTo>
                  <a:pt x="214117" y="65596"/>
                  <a:pt x="210976" y="63193"/>
                  <a:pt x="208423" y="59809"/>
                </a:cubicBezTo>
                <a:cubicBezTo>
                  <a:pt x="205869" y="56424"/>
                  <a:pt x="204593" y="52565"/>
                  <a:pt x="204593" y="48233"/>
                </a:cubicBezTo>
                <a:cubicBezTo>
                  <a:pt x="204593" y="43495"/>
                  <a:pt x="205971" y="39411"/>
                  <a:pt x="208728" y="35982"/>
                </a:cubicBezTo>
                <a:cubicBezTo>
                  <a:pt x="211484" y="32552"/>
                  <a:pt x="215281" y="29991"/>
                  <a:pt x="220116" y="28299"/>
                </a:cubicBezTo>
                <a:cubicBezTo>
                  <a:pt x="224952" y="26606"/>
                  <a:pt x="231437" y="25759"/>
                  <a:pt x="239571" y="25759"/>
                </a:cubicBezTo>
                <a:cubicBezTo>
                  <a:pt x="248157" y="25759"/>
                  <a:pt x="254495" y="26414"/>
                  <a:pt x="258585" y="27725"/>
                </a:cubicBezTo>
                <a:cubicBezTo>
                  <a:pt x="262675" y="29036"/>
                  <a:pt x="266087" y="31069"/>
                  <a:pt x="268821" y="33826"/>
                </a:cubicBezTo>
                <a:cubicBezTo>
                  <a:pt x="271555" y="36582"/>
                  <a:pt x="273826" y="40311"/>
                  <a:pt x="275634" y="45011"/>
                </a:cubicBezTo>
                <a:lnTo>
                  <a:pt x="249468" y="47587"/>
                </a:lnTo>
                <a:cubicBezTo>
                  <a:pt x="248790" y="45303"/>
                  <a:pt x="247660" y="43624"/>
                  <a:pt x="246079" y="42549"/>
                </a:cubicBezTo>
                <a:cubicBezTo>
                  <a:pt x="243909" y="41117"/>
                  <a:pt x="241288" y="40401"/>
                  <a:pt x="238215" y="40401"/>
                </a:cubicBezTo>
                <a:cubicBezTo>
                  <a:pt x="235097" y="40401"/>
                  <a:pt x="232826" y="40953"/>
                  <a:pt x="231403" y="42056"/>
                </a:cubicBezTo>
                <a:cubicBezTo>
                  <a:pt x="229979" y="43157"/>
                  <a:pt x="229267" y="44495"/>
                  <a:pt x="229267" y="46070"/>
                </a:cubicBezTo>
                <a:cubicBezTo>
                  <a:pt x="229267" y="47825"/>
                  <a:pt x="230171" y="49153"/>
                  <a:pt x="231979" y="50052"/>
                </a:cubicBezTo>
                <a:cubicBezTo>
                  <a:pt x="233786" y="50952"/>
                  <a:pt x="237718" y="51762"/>
                  <a:pt x="243774" y="52482"/>
                </a:cubicBezTo>
                <a:cubicBezTo>
                  <a:pt x="252948" y="53516"/>
                  <a:pt x="259772" y="54958"/>
                  <a:pt x="264246" y="56808"/>
                </a:cubicBezTo>
                <a:cubicBezTo>
                  <a:pt x="268719" y="58658"/>
                  <a:pt x="272143" y="61297"/>
                  <a:pt x="274515" y="64726"/>
                </a:cubicBezTo>
                <a:cubicBezTo>
                  <a:pt x="276888" y="68155"/>
                  <a:pt x="278074" y="71923"/>
                  <a:pt x="278074" y="76030"/>
                </a:cubicBezTo>
                <a:cubicBezTo>
                  <a:pt x="278074" y="80180"/>
                  <a:pt x="276820" y="84219"/>
                  <a:pt x="274312" y="88145"/>
                </a:cubicBezTo>
                <a:cubicBezTo>
                  <a:pt x="271804" y="92069"/>
                  <a:pt x="267850" y="95194"/>
                  <a:pt x="262449" y="97518"/>
                </a:cubicBezTo>
                <a:cubicBezTo>
                  <a:pt x="257049" y="99841"/>
                  <a:pt x="249694" y="101003"/>
                  <a:pt x="240384" y="101003"/>
                </a:cubicBezTo>
                <a:cubicBezTo>
                  <a:pt x="227234" y="101003"/>
                  <a:pt x="217868" y="99122"/>
                  <a:pt x="212287" y="95360"/>
                </a:cubicBezTo>
                <a:cubicBezTo>
                  <a:pt x="206705" y="91596"/>
                  <a:pt x="203124" y="86246"/>
                  <a:pt x="201542" y="79311"/>
                </a:cubicBezTo>
                <a:close/>
                <a:moveTo>
                  <a:pt x="324503" y="0"/>
                </a:moveTo>
                <a:lnTo>
                  <a:pt x="324503" y="27386"/>
                </a:lnTo>
                <a:lnTo>
                  <a:pt x="339687" y="27386"/>
                </a:lnTo>
                <a:lnTo>
                  <a:pt x="339687" y="47587"/>
                </a:lnTo>
                <a:lnTo>
                  <a:pt x="324503" y="47587"/>
                </a:lnTo>
                <a:lnTo>
                  <a:pt x="324503" y="73092"/>
                </a:lnTo>
                <a:cubicBezTo>
                  <a:pt x="324503" y="76159"/>
                  <a:pt x="324796" y="78188"/>
                  <a:pt x="325384" y="79180"/>
                </a:cubicBezTo>
                <a:cubicBezTo>
                  <a:pt x="326288" y="80713"/>
                  <a:pt x="327869" y="81480"/>
                  <a:pt x="330129" y="81480"/>
                </a:cubicBezTo>
                <a:cubicBezTo>
                  <a:pt x="332163" y="81480"/>
                  <a:pt x="335010" y="80894"/>
                  <a:pt x="338670" y="79722"/>
                </a:cubicBezTo>
                <a:lnTo>
                  <a:pt x="340704" y="98766"/>
                </a:lnTo>
                <a:cubicBezTo>
                  <a:pt x="333880" y="100257"/>
                  <a:pt x="327508" y="101003"/>
                  <a:pt x="321588" y="101003"/>
                </a:cubicBezTo>
                <a:cubicBezTo>
                  <a:pt x="314719" y="101003"/>
                  <a:pt x="309657" y="100123"/>
                  <a:pt x="306403" y="98363"/>
                </a:cubicBezTo>
                <a:cubicBezTo>
                  <a:pt x="303150" y="96602"/>
                  <a:pt x="300743" y="93928"/>
                  <a:pt x="299184" y="90341"/>
                </a:cubicBezTo>
                <a:cubicBezTo>
                  <a:pt x="297625" y="86753"/>
                  <a:pt x="296845" y="80941"/>
                  <a:pt x="296845" y="72907"/>
                </a:cubicBezTo>
                <a:lnTo>
                  <a:pt x="296845" y="47587"/>
                </a:lnTo>
                <a:lnTo>
                  <a:pt x="286677" y="47587"/>
                </a:lnTo>
                <a:lnTo>
                  <a:pt x="286677" y="27386"/>
                </a:lnTo>
                <a:lnTo>
                  <a:pt x="296845" y="27386"/>
                </a:lnTo>
                <a:lnTo>
                  <a:pt x="296845" y="14168"/>
                </a:lnTo>
                <a:lnTo>
                  <a:pt x="324503" y="0"/>
                </a:lnTo>
                <a:close/>
                <a:moveTo>
                  <a:pt x="353847" y="0"/>
                </a:moveTo>
                <a:lnTo>
                  <a:pt x="381436" y="0"/>
                </a:lnTo>
                <a:lnTo>
                  <a:pt x="381436" y="18709"/>
                </a:lnTo>
                <a:lnTo>
                  <a:pt x="353847" y="18709"/>
                </a:lnTo>
                <a:lnTo>
                  <a:pt x="353847" y="0"/>
                </a:lnTo>
                <a:moveTo>
                  <a:pt x="353847" y="27386"/>
                </a:moveTo>
                <a:lnTo>
                  <a:pt x="381436" y="27386"/>
                </a:lnTo>
                <a:lnTo>
                  <a:pt x="381436" y="99376"/>
                </a:lnTo>
                <a:lnTo>
                  <a:pt x="353847" y="99376"/>
                </a:lnTo>
                <a:lnTo>
                  <a:pt x="353847" y="27386"/>
                </a:lnTo>
                <a:close/>
                <a:moveTo>
                  <a:pt x="399075" y="27386"/>
                </a:moveTo>
                <a:lnTo>
                  <a:pt x="424766" y="27386"/>
                </a:lnTo>
                <a:lnTo>
                  <a:pt x="424766" y="39153"/>
                </a:lnTo>
                <a:cubicBezTo>
                  <a:pt x="428607" y="34349"/>
                  <a:pt x="432494" y="30916"/>
                  <a:pt x="436426" y="28854"/>
                </a:cubicBezTo>
                <a:cubicBezTo>
                  <a:pt x="440357" y="26791"/>
                  <a:pt x="445148" y="25759"/>
                  <a:pt x="450796" y="25759"/>
                </a:cubicBezTo>
                <a:cubicBezTo>
                  <a:pt x="458434" y="25759"/>
                  <a:pt x="464410" y="28030"/>
                  <a:pt x="468726" y="32572"/>
                </a:cubicBezTo>
                <a:cubicBezTo>
                  <a:pt x="473042" y="37113"/>
                  <a:pt x="475200" y="44129"/>
                  <a:pt x="475200" y="53620"/>
                </a:cubicBezTo>
                <a:lnTo>
                  <a:pt x="475200" y="99376"/>
                </a:lnTo>
                <a:lnTo>
                  <a:pt x="447475" y="99376"/>
                </a:lnTo>
                <a:lnTo>
                  <a:pt x="447475" y="59839"/>
                </a:lnTo>
                <a:cubicBezTo>
                  <a:pt x="447475" y="55327"/>
                  <a:pt x="446639" y="52135"/>
                  <a:pt x="444967" y="50262"/>
                </a:cubicBezTo>
                <a:cubicBezTo>
                  <a:pt x="443295" y="48388"/>
                  <a:pt x="440945" y="47451"/>
                  <a:pt x="437917" y="47451"/>
                </a:cubicBezTo>
                <a:cubicBezTo>
                  <a:pt x="434573" y="47451"/>
                  <a:pt x="431861" y="48715"/>
                  <a:pt x="429782" y="51243"/>
                </a:cubicBezTo>
                <a:cubicBezTo>
                  <a:pt x="427704" y="53769"/>
                  <a:pt x="426664" y="58305"/>
                  <a:pt x="426664" y="64849"/>
                </a:cubicBezTo>
                <a:lnTo>
                  <a:pt x="426664" y="99376"/>
                </a:lnTo>
                <a:lnTo>
                  <a:pt x="399075" y="99376"/>
                </a:lnTo>
                <a:lnTo>
                  <a:pt x="399075" y="27386"/>
                </a:lnTo>
                <a:close/>
                <a:moveTo>
                  <a:pt x="571580" y="70228"/>
                </a:moveTo>
                <a:lnTo>
                  <a:pt x="516266" y="70228"/>
                </a:lnTo>
                <a:cubicBezTo>
                  <a:pt x="516763" y="74635"/>
                  <a:pt x="517960" y="77919"/>
                  <a:pt x="519858" y="80078"/>
                </a:cubicBezTo>
                <a:cubicBezTo>
                  <a:pt x="522525" y="83182"/>
                  <a:pt x="526004" y="84734"/>
                  <a:pt x="530298" y="84734"/>
                </a:cubicBezTo>
                <a:cubicBezTo>
                  <a:pt x="533009" y="84734"/>
                  <a:pt x="535585" y="84063"/>
                  <a:pt x="538025" y="82722"/>
                </a:cubicBezTo>
                <a:cubicBezTo>
                  <a:pt x="539517" y="81871"/>
                  <a:pt x="541121" y="80373"/>
                  <a:pt x="542838" y="78226"/>
                </a:cubicBezTo>
                <a:lnTo>
                  <a:pt x="570021" y="80667"/>
                </a:lnTo>
                <a:cubicBezTo>
                  <a:pt x="565863" y="87921"/>
                  <a:pt x="560847" y="93125"/>
                  <a:pt x="554972" y="96277"/>
                </a:cubicBezTo>
                <a:cubicBezTo>
                  <a:pt x="549097" y="99428"/>
                  <a:pt x="540669" y="101003"/>
                  <a:pt x="529688" y="101003"/>
                </a:cubicBezTo>
                <a:cubicBezTo>
                  <a:pt x="520152" y="101003"/>
                  <a:pt x="512650" y="99658"/>
                  <a:pt x="507182" y="96970"/>
                </a:cubicBezTo>
                <a:cubicBezTo>
                  <a:pt x="501714" y="94281"/>
                  <a:pt x="497184" y="90010"/>
                  <a:pt x="493591" y="84158"/>
                </a:cubicBezTo>
                <a:cubicBezTo>
                  <a:pt x="489998" y="78305"/>
                  <a:pt x="488202" y="71425"/>
                  <a:pt x="488202" y="63517"/>
                </a:cubicBezTo>
                <a:cubicBezTo>
                  <a:pt x="488202" y="52264"/>
                  <a:pt x="491806" y="43158"/>
                  <a:pt x="499014" y="36198"/>
                </a:cubicBezTo>
                <a:cubicBezTo>
                  <a:pt x="506222" y="29239"/>
                  <a:pt x="516175" y="25759"/>
                  <a:pt x="528874" y="25759"/>
                </a:cubicBezTo>
                <a:cubicBezTo>
                  <a:pt x="539178" y="25759"/>
                  <a:pt x="547312" y="27318"/>
                  <a:pt x="553278" y="30436"/>
                </a:cubicBezTo>
                <a:cubicBezTo>
                  <a:pt x="559243" y="33555"/>
                  <a:pt x="563785" y="38074"/>
                  <a:pt x="566903" y="43994"/>
                </a:cubicBezTo>
                <a:cubicBezTo>
                  <a:pt x="570021" y="49914"/>
                  <a:pt x="571580" y="57619"/>
                  <a:pt x="571580" y="67109"/>
                </a:cubicBezTo>
                <a:lnTo>
                  <a:pt x="571580" y="70228"/>
                </a:lnTo>
                <a:moveTo>
                  <a:pt x="543516" y="56941"/>
                </a:moveTo>
                <a:cubicBezTo>
                  <a:pt x="542974" y="51657"/>
                  <a:pt x="541539" y="47873"/>
                  <a:pt x="539212" y="45589"/>
                </a:cubicBezTo>
                <a:cubicBezTo>
                  <a:pt x="536884" y="43305"/>
                  <a:pt x="533823" y="42164"/>
                  <a:pt x="530027" y="42164"/>
                </a:cubicBezTo>
                <a:cubicBezTo>
                  <a:pt x="525643" y="42164"/>
                  <a:pt x="522141" y="43888"/>
                  <a:pt x="519520" y="47337"/>
                </a:cubicBezTo>
                <a:cubicBezTo>
                  <a:pt x="517847" y="49486"/>
                  <a:pt x="516785" y="52688"/>
                  <a:pt x="516334" y="56941"/>
                </a:cubicBezTo>
                <a:lnTo>
                  <a:pt x="543516" y="56941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49,1%">
            <a:extLst xmlns:a="http://schemas.openxmlformats.org/drawingml/2006/main">
              <a:ext uri="{FF2B5EF4-FFF2-40B4-BE49-F238E27FC236}">
                <a16:creationId xmlns:a16="http://schemas.microsoft.com/office/drawing/2014/main" id="{6ADB60E2-E69B-4D07-AFC6-B4105EEB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681" y="2583036"/>
            <a:ext cx="383352" cy="120661"/>
          </a:xfrm>
          <a:custGeom xmlns:a="http://schemas.openxmlformats.org/drawingml/2006/main">
            <a:pathLst>
              <a:path w="383352" h="120661">
                <a:moveTo>
                  <a:pt x="43113" y="101003"/>
                </a:moveTo>
                <a:lnTo>
                  <a:pt x="43113" y="77210"/>
                </a:lnTo>
                <a:lnTo>
                  <a:pt x="0" y="77210"/>
                </a:lnTo>
                <a:lnTo>
                  <a:pt x="0" y="66025"/>
                </a:lnTo>
                <a:lnTo>
                  <a:pt x="45350" y="1627"/>
                </a:lnTo>
                <a:lnTo>
                  <a:pt x="55314" y="1627"/>
                </a:lnTo>
                <a:lnTo>
                  <a:pt x="55314" y="66025"/>
                </a:lnTo>
                <a:lnTo>
                  <a:pt x="68736" y="66025"/>
                </a:lnTo>
                <a:lnTo>
                  <a:pt x="68736" y="77210"/>
                </a:lnTo>
                <a:lnTo>
                  <a:pt x="55314" y="77210"/>
                </a:lnTo>
                <a:lnTo>
                  <a:pt x="55314" y="101003"/>
                </a:lnTo>
                <a:lnTo>
                  <a:pt x="43113" y="101003"/>
                </a:lnTo>
                <a:moveTo>
                  <a:pt x="43113" y="66025"/>
                </a:moveTo>
                <a:lnTo>
                  <a:pt x="43113" y="21217"/>
                </a:lnTo>
                <a:lnTo>
                  <a:pt x="11998" y="66025"/>
                </a:lnTo>
                <a:lnTo>
                  <a:pt x="43113" y="66025"/>
                </a:lnTo>
                <a:close/>
                <a:moveTo>
                  <a:pt x="83046" y="77826"/>
                </a:moveTo>
                <a:lnTo>
                  <a:pt x="94773" y="76735"/>
                </a:lnTo>
                <a:cubicBezTo>
                  <a:pt x="95767" y="82248"/>
                  <a:pt x="97665" y="86248"/>
                  <a:pt x="100467" y="88733"/>
                </a:cubicBezTo>
                <a:cubicBezTo>
                  <a:pt x="103269" y="91219"/>
                  <a:pt x="106862" y="92462"/>
                  <a:pt x="111245" y="92462"/>
                </a:cubicBezTo>
                <a:cubicBezTo>
                  <a:pt x="114996" y="92462"/>
                  <a:pt x="118284" y="91603"/>
                  <a:pt x="121108" y="89886"/>
                </a:cubicBezTo>
                <a:cubicBezTo>
                  <a:pt x="123933" y="88169"/>
                  <a:pt x="126249" y="85875"/>
                  <a:pt x="128056" y="83005"/>
                </a:cubicBezTo>
                <a:cubicBezTo>
                  <a:pt x="129864" y="80136"/>
                  <a:pt x="131378" y="76261"/>
                  <a:pt x="132598" y="71380"/>
                </a:cubicBezTo>
                <a:cubicBezTo>
                  <a:pt x="133818" y="66499"/>
                  <a:pt x="134428" y="61528"/>
                  <a:pt x="134428" y="56467"/>
                </a:cubicBezTo>
                <a:cubicBezTo>
                  <a:pt x="134428" y="55924"/>
                  <a:pt x="134406" y="55111"/>
                  <a:pt x="134361" y="54026"/>
                </a:cubicBezTo>
                <a:cubicBezTo>
                  <a:pt x="131920" y="57913"/>
                  <a:pt x="128587" y="61065"/>
                  <a:pt x="124362" y="63483"/>
                </a:cubicBezTo>
                <a:cubicBezTo>
                  <a:pt x="120137" y="65900"/>
                  <a:pt x="115561" y="67109"/>
                  <a:pt x="110635" y="67109"/>
                </a:cubicBezTo>
                <a:cubicBezTo>
                  <a:pt x="102410" y="67109"/>
                  <a:pt x="95451" y="64136"/>
                  <a:pt x="89757" y="58189"/>
                </a:cubicBezTo>
                <a:cubicBezTo>
                  <a:pt x="84062" y="52242"/>
                  <a:pt x="81215" y="44403"/>
                  <a:pt x="81215" y="34671"/>
                </a:cubicBezTo>
                <a:cubicBezTo>
                  <a:pt x="81215" y="24624"/>
                  <a:pt x="84187" y="16538"/>
                  <a:pt x="90129" y="10412"/>
                </a:cubicBezTo>
                <a:cubicBezTo>
                  <a:pt x="96072" y="4284"/>
                  <a:pt x="103517" y="1220"/>
                  <a:pt x="112465" y="1220"/>
                </a:cubicBezTo>
                <a:cubicBezTo>
                  <a:pt x="118928" y="1220"/>
                  <a:pt x="124836" y="2959"/>
                  <a:pt x="130192" y="6438"/>
                </a:cubicBezTo>
                <a:cubicBezTo>
                  <a:pt x="135547" y="9915"/>
                  <a:pt x="139614" y="14871"/>
                  <a:pt x="142393" y="21306"/>
                </a:cubicBezTo>
                <a:cubicBezTo>
                  <a:pt x="145173" y="27742"/>
                  <a:pt x="146562" y="37056"/>
                  <a:pt x="146562" y="49250"/>
                </a:cubicBezTo>
                <a:cubicBezTo>
                  <a:pt x="146562" y="61940"/>
                  <a:pt x="145184" y="72045"/>
                  <a:pt x="142427" y="79565"/>
                </a:cubicBezTo>
                <a:cubicBezTo>
                  <a:pt x="139671" y="87084"/>
                  <a:pt x="135569" y="92808"/>
                  <a:pt x="130124" y="96737"/>
                </a:cubicBezTo>
                <a:cubicBezTo>
                  <a:pt x="124678" y="100665"/>
                  <a:pt x="118295" y="102630"/>
                  <a:pt x="110974" y="102630"/>
                </a:cubicBezTo>
                <a:cubicBezTo>
                  <a:pt x="103201" y="102630"/>
                  <a:pt x="96852" y="100461"/>
                  <a:pt x="91926" y="96122"/>
                </a:cubicBezTo>
                <a:cubicBezTo>
                  <a:pt x="87000" y="91784"/>
                  <a:pt x="84040" y="85685"/>
                  <a:pt x="83046" y="77826"/>
                </a:cubicBezTo>
                <a:moveTo>
                  <a:pt x="133005" y="34095"/>
                </a:moveTo>
                <a:cubicBezTo>
                  <a:pt x="133005" y="27133"/>
                  <a:pt x="131141" y="21608"/>
                  <a:pt x="127412" y="17521"/>
                </a:cubicBezTo>
                <a:cubicBezTo>
                  <a:pt x="123684" y="13432"/>
                  <a:pt x="119199" y="11388"/>
                  <a:pt x="113957" y="11388"/>
                </a:cubicBezTo>
                <a:cubicBezTo>
                  <a:pt x="108534" y="11388"/>
                  <a:pt x="103811" y="13589"/>
                  <a:pt x="99789" y="17991"/>
                </a:cubicBezTo>
                <a:cubicBezTo>
                  <a:pt x="95767" y="22393"/>
                  <a:pt x="93756" y="28098"/>
                  <a:pt x="93756" y="35105"/>
                </a:cubicBezTo>
                <a:cubicBezTo>
                  <a:pt x="93756" y="41395"/>
                  <a:pt x="95665" y="46506"/>
                  <a:pt x="99484" y="50436"/>
                </a:cubicBezTo>
                <a:cubicBezTo>
                  <a:pt x="103303" y="54366"/>
                  <a:pt x="108014" y="56331"/>
                  <a:pt x="113618" y="56331"/>
                </a:cubicBezTo>
                <a:cubicBezTo>
                  <a:pt x="119267" y="56331"/>
                  <a:pt x="123910" y="54366"/>
                  <a:pt x="127548" y="50436"/>
                </a:cubicBezTo>
                <a:cubicBezTo>
                  <a:pt x="131186" y="46506"/>
                  <a:pt x="133005" y="41059"/>
                  <a:pt x="133005" y="34095"/>
                </a:cubicBezTo>
                <a:close/>
                <a:moveTo>
                  <a:pt x="165007" y="101003"/>
                </a:moveTo>
                <a:lnTo>
                  <a:pt x="165007" y="87039"/>
                </a:lnTo>
                <a:lnTo>
                  <a:pt x="178903" y="87039"/>
                </a:lnTo>
                <a:lnTo>
                  <a:pt x="178903" y="100963"/>
                </a:lnTo>
                <a:cubicBezTo>
                  <a:pt x="178903" y="106081"/>
                  <a:pt x="177999" y="110213"/>
                  <a:pt x="176192" y="113359"/>
                </a:cubicBezTo>
                <a:cubicBezTo>
                  <a:pt x="174384" y="116507"/>
                  <a:pt x="171515" y="118941"/>
                  <a:pt x="167583" y="120661"/>
                </a:cubicBezTo>
                <a:lnTo>
                  <a:pt x="164194" y="115374"/>
                </a:lnTo>
                <a:cubicBezTo>
                  <a:pt x="166769" y="114250"/>
                  <a:pt x="168667" y="112597"/>
                  <a:pt x="169888" y="110415"/>
                </a:cubicBezTo>
                <a:cubicBezTo>
                  <a:pt x="171108" y="108233"/>
                  <a:pt x="171786" y="105096"/>
                  <a:pt x="171921" y="101003"/>
                </a:cubicBezTo>
                <a:lnTo>
                  <a:pt x="165007" y="101003"/>
                </a:lnTo>
                <a:close/>
                <a:moveTo>
                  <a:pt x="242958" y="101003"/>
                </a:moveTo>
                <a:lnTo>
                  <a:pt x="230756" y="101003"/>
                </a:lnTo>
                <a:lnTo>
                  <a:pt x="230756" y="23251"/>
                </a:lnTo>
                <a:cubicBezTo>
                  <a:pt x="227819" y="26053"/>
                  <a:pt x="223966" y="28855"/>
                  <a:pt x="219199" y="31657"/>
                </a:cubicBezTo>
                <a:cubicBezTo>
                  <a:pt x="214431" y="34458"/>
                  <a:pt x="210149" y="36560"/>
                  <a:pt x="206353" y="37961"/>
                </a:cubicBezTo>
                <a:lnTo>
                  <a:pt x="206353" y="26166"/>
                </a:lnTo>
                <a:cubicBezTo>
                  <a:pt x="213177" y="22957"/>
                  <a:pt x="219142" y="19071"/>
                  <a:pt x="224249" y="14506"/>
                </a:cubicBezTo>
                <a:cubicBezTo>
                  <a:pt x="229355" y="9942"/>
                  <a:pt x="232971" y="5513"/>
                  <a:pt x="235095" y="1220"/>
                </a:cubicBezTo>
                <a:lnTo>
                  <a:pt x="242958" y="1220"/>
                </a:lnTo>
                <a:lnTo>
                  <a:pt x="242958" y="101003"/>
                </a:lnTo>
                <a:close/>
                <a:moveTo>
                  <a:pt x="276520" y="25590"/>
                </a:moveTo>
                <a:cubicBezTo>
                  <a:pt x="276520" y="18485"/>
                  <a:pt x="278305" y="12444"/>
                  <a:pt x="281875" y="7467"/>
                </a:cubicBezTo>
                <a:cubicBezTo>
                  <a:pt x="285445" y="2489"/>
                  <a:pt x="290619" y="0"/>
                  <a:pt x="297398" y="0"/>
                </a:cubicBezTo>
                <a:cubicBezTo>
                  <a:pt x="303635" y="0"/>
                  <a:pt x="308798" y="2229"/>
                  <a:pt x="312888" y="6686"/>
                </a:cubicBezTo>
                <a:cubicBezTo>
                  <a:pt x="316977" y="11143"/>
                  <a:pt x="319022" y="17692"/>
                  <a:pt x="319022" y="26335"/>
                </a:cubicBezTo>
                <a:cubicBezTo>
                  <a:pt x="319022" y="34752"/>
                  <a:pt x="316955" y="41234"/>
                  <a:pt x="312820" y="45782"/>
                </a:cubicBezTo>
                <a:cubicBezTo>
                  <a:pt x="308685" y="50329"/>
                  <a:pt x="303589" y="52603"/>
                  <a:pt x="297534" y="52603"/>
                </a:cubicBezTo>
                <a:cubicBezTo>
                  <a:pt x="291523" y="52603"/>
                  <a:pt x="286518" y="50363"/>
                  <a:pt x="282519" y="45883"/>
                </a:cubicBezTo>
                <a:cubicBezTo>
                  <a:pt x="278519" y="41404"/>
                  <a:pt x="276520" y="34639"/>
                  <a:pt x="276520" y="25590"/>
                </a:cubicBezTo>
                <a:moveTo>
                  <a:pt x="297737" y="8406"/>
                </a:moveTo>
                <a:cubicBezTo>
                  <a:pt x="294709" y="8406"/>
                  <a:pt x="292190" y="9719"/>
                  <a:pt x="290179" y="12346"/>
                </a:cubicBezTo>
                <a:cubicBezTo>
                  <a:pt x="288168" y="14971"/>
                  <a:pt x="287162" y="19792"/>
                  <a:pt x="287162" y="26810"/>
                </a:cubicBezTo>
                <a:cubicBezTo>
                  <a:pt x="287162" y="33195"/>
                  <a:pt x="288179" y="37689"/>
                  <a:pt x="290213" y="40293"/>
                </a:cubicBezTo>
                <a:cubicBezTo>
                  <a:pt x="292246" y="42896"/>
                  <a:pt x="294754" y="44197"/>
                  <a:pt x="297737" y="44197"/>
                </a:cubicBezTo>
                <a:cubicBezTo>
                  <a:pt x="300810" y="44197"/>
                  <a:pt x="303352" y="42885"/>
                  <a:pt x="305363" y="40259"/>
                </a:cubicBezTo>
                <a:cubicBezTo>
                  <a:pt x="307374" y="37632"/>
                  <a:pt x="308380" y="32833"/>
                  <a:pt x="308380" y="25861"/>
                </a:cubicBezTo>
                <a:cubicBezTo>
                  <a:pt x="308380" y="19431"/>
                  <a:pt x="307363" y="14915"/>
                  <a:pt x="305329" y="12312"/>
                </a:cubicBezTo>
                <a:cubicBezTo>
                  <a:pt x="303296" y="9708"/>
                  <a:pt x="300765" y="8406"/>
                  <a:pt x="297737" y="8406"/>
                </a:cubicBezTo>
                <a:moveTo>
                  <a:pt x="297805" y="104663"/>
                </a:moveTo>
                <a:lnTo>
                  <a:pt x="352170" y="0"/>
                </a:lnTo>
                <a:lnTo>
                  <a:pt x="362067" y="0"/>
                </a:lnTo>
                <a:lnTo>
                  <a:pt x="307905" y="104663"/>
                </a:lnTo>
                <a:lnTo>
                  <a:pt x="297805" y="104663"/>
                </a:lnTo>
                <a:moveTo>
                  <a:pt x="340782" y="77650"/>
                </a:moveTo>
                <a:cubicBezTo>
                  <a:pt x="340782" y="70500"/>
                  <a:pt x="342567" y="64448"/>
                  <a:pt x="346137" y="59494"/>
                </a:cubicBezTo>
                <a:cubicBezTo>
                  <a:pt x="349707" y="54538"/>
                  <a:pt x="354904" y="52061"/>
                  <a:pt x="361728" y="52061"/>
                </a:cubicBezTo>
                <a:cubicBezTo>
                  <a:pt x="367965" y="52061"/>
                  <a:pt x="373128" y="54289"/>
                  <a:pt x="377218" y="58746"/>
                </a:cubicBezTo>
                <a:cubicBezTo>
                  <a:pt x="381307" y="63203"/>
                  <a:pt x="383352" y="69753"/>
                  <a:pt x="383352" y="78396"/>
                </a:cubicBezTo>
                <a:cubicBezTo>
                  <a:pt x="383352" y="86813"/>
                  <a:pt x="381285" y="93295"/>
                  <a:pt x="377150" y="97842"/>
                </a:cubicBezTo>
                <a:cubicBezTo>
                  <a:pt x="373015" y="102390"/>
                  <a:pt x="367897" y="104663"/>
                  <a:pt x="361796" y="104663"/>
                </a:cubicBezTo>
                <a:cubicBezTo>
                  <a:pt x="355786" y="104663"/>
                  <a:pt x="350781" y="102412"/>
                  <a:pt x="346781" y="97910"/>
                </a:cubicBezTo>
                <a:cubicBezTo>
                  <a:pt x="342782" y="93408"/>
                  <a:pt x="340782" y="86655"/>
                  <a:pt x="340782" y="77650"/>
                </a:cubicBezTo>
                <a:moveTo>
                  <a:pt x="362067" y="60466"/>
                </a:moveTo>
                <a:cubicBezTo>
                  <a:pt x="358994" y="60466"/>
                  <a:pt x="356452" y="61780"/>
                  <a:pt x="354441" y="64406"/>
                </a:cubicBezTo>
                <a:cubicBezTo>
                  <a:pt x="352430" y="67032"/>
                  <a:pt x="351425" y="71853"/>
                  <a:pt x="351425" y="78870"/>
                </a:cubicBezTo>
                <a:cubicBezTo>
                  <a:pt x="351425" y="85210"/>
                  <a:pt x="352441" y="89693"/>
                  <a:pt x="354475" y="92320"/>
                </a:cubicBezTo>
                <a:cubicBezTo>
                  <a:pt x="356509" y="94945"/>
                  <a:pt x="359017" y="96258"/>
                  <a:pt x="361999" y="96258"/>
                </a:cubicBezTo>
                <a:cubicBezTo>
                  <a:pt x="365118" y="96258"/>
                  <a:pt x="367682" y="94945"/>
                  <a:pt x="369693" y="92320"/>
                </a:cubicBezTo>
                <a:cubicBezTo>
                  <a:pt x="371704" y="89693"/>
                  <a:pt x="372710" y="84894"/>
                  <a:pt x="372710" y="77921"/>
                </a:cubicBezTo>
                <a:cubicBezTo>
                  <a:pt x="372710" y="71491"/>
                  <a:pt x="371693" y="66975"/>
                  <a:pt x="369659" y="64372"/>
                </a:cubicBezTo>
                <a:cubicBezTo>
                  <a:pt x="367626" y="61768"/>
                  <a:pt x="365095" y="60466"/>
                  <a:pt x="362067" y="60466"/>
                </a:cubicBez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1A5DA-67ED-49A6-B35B-C763295E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18" y="2456031"/>
            <a:ext cx="243397" cy="232930"/>
          </a:xfrm>
          <a:custGeom xmlns:a="http://schemas.openxmlformats.org/drawingml/2006/main">
            <a:pathLst>
              <a:path w="243397" h="232930">
                <a:moveTo>
                  <a:pt x="121928" y="232930"/>
                </a:moveTo>
                <a:cubicBezTo>
                  <a:pt x="80074" y="232930"/>
                  <a:pt x="41853" y="211092"/>
                  <a:pt x="20927" y="174697"/>
                </a:cubicBezTo>
                <a:cubicBezTo>
                  <a:pt x="0" y="138757"/>
                  <a:pt x="0" y="94628"/>
                  <a:pt x="20927" y="58231"/>
                </a:cubicBezTo>
                <a:cubicBezTo>
                  <a:pt x="41853" y="22291"/>
                  <a:pt x="80074" y="0"/>
                  <a:pt x="121928" y="0"/>
                </a:cubicBezTo>
                <a:cubicBezTo>
                  <a:pt x="163323" y="0"/>
                  <a:pt x="201544" y="22291"/>
                  <a:pt x="222470" y="58231"/>
                </a:cubicBezTo>
                <a:cubicBezTo>
                  <a:pt x="243397" y="94628"/>
                  <a:pt x="243397" y="138757"/>
                  <a:pt x="222470" y="174697"/>
                </a:cubicBezTo>
                <a:cubicBezTo>
                  <a:pt x="201544" y="211092"/>
                  <a:pt x="163323" y="232930"/>
                  <a:pt x="121928" y="232930"/>
                </a:cubicBezTo>
                <a:close/>
                <a:moveTo>
                  <a:pt x="173336" y="95083"/>
                </a:moveTo>
                <a:lnTo>
                  <a:pt x="172878" y="95083"/>
                </a:lnTo>
                <a:cubicBezTo>
                  <a:pt x="177426" y="90987"/>
                  <a:pt x="177426" y="84163"/>
                  <a:pt x="172878" y="79614"/>
                </a:cubicBezTo>
                <a:cubicBezTo>
                  <a:pt x="168788" y="75519"/>
                  <a:pt x="161965" y="75519"/>
                  <a:pt x="157858" y="79614"/>
                </a:cubicBezTo>
                <a:lnTo>
                  <a:pt x="107366" y="130568"/>
                </a:lnTo>
                <a:lnTo>
                  <a:pt x="85981" y="109185"/>
                </a:lnTo>
                <a:cubicBezTo>
                  <a:pt x="81432" y="104636"/>
                  <a:pt x="74609" y="104636"/>
                  <a:pt x="70519" y="109185"/>
                </a:cubicBezTo>
                <a:cubicBezTo>
                  <a:pt x="65971" y="113280"/>
                  <a:pt x="65971" y="120105"/>
                  <a:pt x="70519" y="124199"/>
                </a:cubicBezTo>
                <a:lnTo>
                  <a:pt x="99626" y="153314"/>
                </a:lnTo>
                <a:cubicBezTo>
                  <a:pt x="103734" y="157864"/>
                  <a:pt x="110556" y="157864"/>
                  <a:pt x="115105" y="153314"/>
                </a:cubicBezTo>
                <a:lnTo>
                  <a:pt x="173336" y="95083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14K">
            <a:extLst xmlns:a="http://schemas.openxmlformats.org/drawingml/2006/main">
              <a:ext uri="{FF2B5EF4-FFF2-40B4-BE49-F238E27FC236}">
                <a16:creationId xmlns:a16="http://schemas.microsoft.com/office/drawing/2014/main" id="{7D9E554A-DE06-45A1-B8D8-AD66C66B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914" y="3045261"/>
            <a:ext cx="427701" cy="149423"/>
          </a:xfrm>
          <a:custGeom xmlns:a="http://schemas.openxmlformats.org/drawingml/2006/main">
            <a:pathLst>
              <a:path w="427701" h="149423">
                <a:moveTo>
                  <a:pt x="84126" y="0"/>
                </a:moveTo>
                <a:lnTo>
                  <a:pt x="84126" y="149423"/>
                </a:lnTo>
                <a:lnTo>
                  <a:pt x="42864" y="149423"/>
                </a:lnTo>
                <a:lnTo>
                  <a:pt x="42864" y="51705"/>
                </a:lnTo>
                <a:cubicBezTo>
                  <a:pt x="36187" y="56748"/>
                  <a:pt x="29728" y="60829"/>
                  <a:pt x="23485" y="63949"/>
                </a:cubicBezTo>
                <a:cubicBezTo>
                  <a:pt x="17242" y="67068"/>
                  <a:pt x="9414" y="70055"/>
                  <a:pt x="0" y="72909"/>
                </a:cubicBezTo>
                <a:lnTo>
                  <a:pt x="0" y="39659"/>
                </a:lnTo>
                <a:cubicBezTo>
                  <a:pt x="13887" y="35152"/>
                  <a:pt x="24670" y="29737"/>
                  <a:pt x="32348" y="23413"/>
                </a:cubicBezTo>
                <a:cubicBezTo>
                  <a:pt x="40026" y="17089"/>
                  <a:pt x="46035" y="9285"/>
                  <a:pt x="50375" y="0"/>
                </a:cubicBezTo>
                <a:lnTo>
                  <a:pt x="84126" y="0"/>
                </a:lnTo>
                <a:close/>
                <a:moveTo>
                  <a:pt x="198578" y="121982"/>
                </a:moveTo>
                <a:lnTo>
                  <a:pt x="124267" y="121982"/>
                </a:lnTo>
                <a:lnTo>
                  <a:pt x="124267" y="88404"/>
                </a:lnTo>
                <a:lnTo>
                  <a:pt x="198578" y="0"/>
                </a:lnTo>
                <a:lnTo>
                  <a:pt x="234131" y="0"/>
                </a:lnTo>
                <a:lnTo>
                  <a:pt x="234131" y="90335"/>
                </a:lnTo>
                <a:lnTo>
                  <a:pt x="252558" y="90335"/>
                </a:lnTo>
                <a:lnTo>
                  <a:pt x="252558" y="121982"/>
                </a:lnTo>
                <a:lnTo>
                  <a:pt x="234131" y="121982"/>
                </a:lnTo>
                <a:lnTo>
                  <a:pt x="234131" y="149423"/>
                </a:lnTo>
                <a:lnTo>
                  <a:pt x="198578" y="149423"/>
                </a:lnTo>
                <a:lnTo>
                  <a:pt x="198578" y="121982"/>
                </a:lnTo>
                <a:moveTo>
                  <a:pt x="198578" y="90335"/>
                </a:moveTo>
                <a:lnTo>
                  <a:pt x="198578" y="43925"/>
                </a:lnTo>
                <a:lnTo>
                  <a:pt x="159319" y="90335"/>
                </a:lnTo>
                <a:lnTo>
                  <a:pt x="198578" y="90335"/>
                </a:lnTo>
                <a:close/>
                <a:moveTo>
                  <a:pt x="272068" y="2604"/>
                </a:moveTo>
                <a:lnTo>
                  <a:pt x="317436" y="2604"/>
                </a:lnTo>
                <a:lnTo>
                  <a:pt x="317436" y="58087"/>
                </a:lnTo>
                <a:lnTo>
                  <a:pt x="365007" y="2604"/>
                </a:lnTo>
                <a:lnTo>
                  <a:pt x="425297" y="2604"/>
                </a:lnTo>
                <a:lnTo>
                  <a:pt x="371817" y="57987"/>
                </a:lnTo>
                <a:lnTo>
                  <a:pt x="427701" y="149423"/>
                </a:lnTo>
                <a:lnTo>
                  <a:pt x="371817" y="149423"/>
                </a:lnTo>
                <a:lnTo>
                  <a:pt x="340871" y="89033"/>
                </a:lnTo>
                <a:lnTo>
                  <a:pt x="317436" y="113570"/>
                </a:lnTo>
                <a:lnTo>
                  <a:pt x="317436" y="149423"/>
                </a:lnTo>
                <a:lnTo>
                  <a:pt x="272068" y="149423"/>
                </a:lnTo>
                <a:lnTo>
                  <a:pt x="272068" y="2604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Media">
            <a:extLst xmlns:a="http://schemas.openxmlformats.org/drawingml/2006/main">
              <a:ext uri="{FF2B5EF4-FFF2-40B4-BE49-F238E27FC236}">
                <a16:creationId xmlns:a16="http://schemas.microsoft.com/office/drawing/2014/main" id="{0FBA4D9B-FF04-47B2-BD54-4D303C1C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108" y="3240290"/>
            <a:ext cx="375203" cy="104702"/>
          </a:xfrm>
          <a:custGeom xmlns:a="http://schemas.openxmlformats.org/drawingml/2006/main">
            <a:pathLst>
              <a:path w="375203" h="104702">
                <a:moveTo>
                  <a:pt x="0" y="103016"/>
                </a:moveTo>
                <a:lnTo>
                  <a:pt x="0" y="0"/>
                </a:lnTo>
                <a:lnTo>
                  <a:pt x="20519" y="0"/>
                </a:lnTo>
                <a:lnTo>
                  <a:pt x="44903" y="72940"/>
                </a:lnTo>
                <a:cubicBezTo>
                  <a:pt x="47151" y="79733"/>
                  <a:pt x="48791" y="84816"/>
                  <a:pt x="49821" y="88189"/>
                </a:cubicBezTo>
                <a:cubicBezTo>
                  <a:pt x="50993" y="84441"/>
                  <a:pt x="52820" y="78937"/>
                  <a:pt x="55303" y="71675"/>
                </a:cubicBezTo>
                <a:lnTo>
                  <a:pt x="79967" y="0"/>
                </a:lnTo>
                <a:lnTo>
                  <a:pt x="98308" y="0"/>
                </a:lnTo>
                <a:lnTo>
                  <a:pt x="98308" y="103016"/>
                </a:lnTo>
                <a:lnTo>
                  <a:pt x="85167" y="103016"/>
                </a:lnTo>
                <a:lnTo>
                  <a:pt x="85167" y="16795"/>
                </a:lnTo>
                <a:lnTo>
                  <a:pt x="55232" y="103016"/>
                </a:lnTo>
                <a:lnTo>
                  <a:pt x="42935" y="103016"/>
                </a:lnTo>
                <a:lnTo>
                  <a:pt x="13140" y="15319"/>
                </a:lnTo>
                <a:lnTo>
                  <a:pt x="13140" y="103016"/>
                </a:lnTo>
                <a:lnTo>
                  <a:pt x="0" y="103016"/>
                </a:lnTo>
                <a:close/>
                <a:moveTo>
                  <a:pt x="169786" y="78983"/>
                </a:moveTo>
                <a:lnTo>
                  <a:pt x="182856" y="80600"/>
                </a:lnTo>
                <a:cubicBezTo>
                  <a:pt x="180795" y="88236"/>
                  <a:pt x="176977" y="94162"/>
                  <a:pt x="171402" y="98378"/>
                </a:cubicBezTo>
                <a:cubicBezTo>
                  <a:pt x="165827" y="102594"/>
                  <a:pt x="158707" y="104702"/>
                  <a:pt x="150040" y="104702"/>
                </a:cubicBezTo>
                <a:cubicBezTo>
                  <a:pt x="139125" y="104702"/>
                  <a:pt x="130470" y="101341"/>
                  <a:pt x="124075" y="94619"/>
                </a:cubicBezTo>
                <a:cubicBezTo>
                  <a:pt x="117681" y="87896"/>
                  <a:pt x="114483" y="78468"/>
                  <a:pt x="114483" y="66335"/>
                </a:cubicBezTo>
                <a:cubicBezTo>
                  <a:pt x="114483" y="53780"/>
                  <a:pt x="117716" y="44036"/>
                  <a:pt x="124181" y="37103"/>
                </a:cubicBezTo>
                <a:cubicBezTo>
                  <a:pt x="130645" y="30169"/>
                  <a:pt x="139031" y="26703"/>
                  <a:pt x="149337" y="26703"/>
                </a:cubicBezTo>
                <a:cubicBezTo>
                  <a:pt x="159316" y="26703"/>
                  <a:pt x="167467" y="30094"/>
                  <a:pt x="173791" y="36876"/>
                </a:cubicBezTo>
                <a:cubicBezTo>
                  <a:pt x="180116" y="43657"/>
                  <a:pt x="183278" y="53198"/>
                  <a:pt x="183278" y="65498"/>
                </a:cubicBezTo>
                <a:cubicBezTo>
                  <a:pt x="183278" y="66246"/>
                  <a:pt x="183254" y="67368"/>
                  <a:pt x="183207" y="68865"/>
                </a:cubicBezTo>
                <a:lnTo>
                  <a:pt x="127554" y="68865"/>
                </a:lnTo>
                <a:cubicBezTo>
                  <a:pt x="128022" y="77039"/>
                  <a:pt x="130341" y="83299"/>
                  <a:pt x="134510" y="87644"/>
                </a:cubicBezTo>
                <a:cubicBezTo>
                  <a:pt x="138680" y="91989"/>
                  <a:pt x="143880" y="94162"/>
                  <a:pt x="150110" y="94162"/>
                </a:cubicBezTo>
                <a:cubicBezTo>
                  <a:pt x="154748" y="94162"/>
                  <a:pt x="158707" y="92956"/>
                  <a:pt x="161986" y="90543"/>
                </a:cubicBezTo>
                <a:cubicBezTo>
                  <a:pt x="165265" y="88129"/>
                  <a:pt x="167865" y="84276"/>
                  <a:pt x="169786" y="78983"/>
                </a:cubicBezTo>
                <a:moveTo>
                  <a:pt x="128256" y="58324"/>
                </a:moveTo>
                <a:lnTo>
                  <a:pt x="169926" y="58324"/>
                </a:lnTo>
                <a:cubicBezTo>
                  <a:pt x="169364" y="52149"/>
                  <a:pt x="167771" y="47518"/>
                  <a:pt x="165148" y="44430"/>
                </a:cubicBezTo>
                <a:cubicBezTo>
                  <a:pt x="161119" y="39639"/>
                  <a:pt x="155896" y="37243"/>
                  <a:pt x="149478" y="37243"/>
                </a:cubicBezTo>
                <a:cubicBezTo>
                  <a:pt x="143669" y="37243"/>
                  <a:pt x="138785" y="39156"/>
                  <a:pt x="134827" y="42981"/>
                </a:cubicBezTo>
                <a:cubicBezTo>
                  <a:pt x="130868" y="46805"/>
                  <a:pt x="128678" y="51919"/>
                  <a:pt x="128256" y="58324"/>
                </a:cubicBezTo>
                <a:close/>
                <a:moveTo>
                  <a:pt x="247160" y="103016"/>
                </a:moveTo>
                <a:lnTo>
                  <a:pt x="247160" y="93600"/>
                </a:lnTo>
                <a:cubicBezTo>
                  <a:pt x="242429" y="101001"/>
                  <a:pt x="235472" y="104702"/>
                  <a:pt x="226290" y="104702"/>
                </a:cubicBezTo>
                <a:cubicBezTo>
                  <a:pt x="220340" y="104702"/>
                  <a:pt x="214871" y="103063"/>
                  <a:pt x="209882" y="99783"/>
                </a:cubicBezTo>
                <a:cubicBezTo>
                  <a:pt x="204893" y="96504"/>
                  <a:pt x="201028" y="91925"/>
                  <a:pt x="198287" y="86046"/>
                </a:cubicBezTo>
                <a:cubicBezTo>
                  <a:pt x="195547" y="80166"/>
                  <a:pt x="194177" y="73409"/>
                  <a:pt x="194177" y="65773"/>
                </a:cubicBezTo>
                <a:cubicBezTo>
                  <a:pt x="194177" y="58324"/>
                  <a:pt x="195418" y="51566"/>
                  <a:pt x="197901" y="45500"/>
                </a:cubicBezTo>
                <a:cubicBezTo>
                  <a:pt x="200384" y="39433"/>
                  <a:pt x="204108" y="34784"/>
                  <a:pt x="209074" y="31551"/>
                </a:cubicBezTo>
                <a:cubicBezTo>
                  <a:pt x="214040" y="28319"/>
                  <a:pt x="219591" y="26703"/>
                  <a:pt x="225728" y="26703"/>
                </a:cubicBezTo>
                <a:cubicBezTo>
                  <a:pt x="230225" y="26703"/>
                  <a:pt x="234230" y="27651"/>
                  <a:pt x="237744" y="29549"/>
                </a:cubicBezTo>
                <a:cubicBezTo>
                  <a:pt x="241257" y="31446"/>
                  <a:pt x="244115" y="33917"/>
                  <a:pt x="246317" y="36962"/>
                </a:cubicBezTo>
                <a:lnTo>
                  <a:pt x="246317" y="0"/>
                </a:lnTo>
                <a:lnTo>
                  <a:pt x="258895" y="0"/>
                </a:lnTo>
                <a:lnTo>
                  <a:pt x="258895" y="103016"/>
                </a:lnTo>
                <a:lnTo>
                  <a:pt x="247160" y="103016"/>
                </a:lnTo>
                <a:moveTo>
                  <a:pt x="207177" y="65738"/>
                </a:moveTo>
                <a:cubicBezTo>
                  <a:pt x="207177" y="75259"/>
                  <a:pt x="209191" y="82377"/>
                  <a:pt x="213220" y="87091"/>
                </a:cubicBezTo>
                <a:cubicBezTo>
                  <a:pt x="217249" y="91805"/>
                  <a:pt x="222003" y="94162"/>
                  <a:pt x="227485" y="94162"/>
                </a:cubicBezTo>
                <a:cubicBezTo>
                  <a:pt x="233012" y="94162"/>
                  <a:pt x="237709" y="91910"/>
                  <a:pt x="241574" y="87407"/>
                </a:cubicBezTo>
                <a:cubicBezTo>
                  <a:pt x="245439" y="82903"/>
                  <a:pt x="247371" y="76029"/>
                  <a:pt x="247371" y="66787"/>
                </a:cubicBezTo>
                <a:cubicBezTo>
                  <a:pt x="247371" y="56613"/>
                  <a:pt x="245403" y="49145"/>
                  <a:pt x="241468" y="44384"/>
                </a:cubicBezTo>
                <a:cubicBezTo>
                  <a:pt x="237533" y="39624"/>
                  <a:pt x="232685" y="37243"/>
                  <a:pt x="226922" y="37243"/>
                </a:cubicBezTo>
                <a:cubicBezTo>
                  <a:pt x="221301" y="37243"/>
                  <a:pt x="216604" y="39531"/>
                  <a:pt x="212833" y="44105"/>
                </a:cubicBezTo>
                <a:cubicBezTo>
                  <a:pt x="209062" y="48679"/>
                  <a:pt x="207177" y="55890"/>
                  <a:pt x="207177" y="65738"/>
                </a:cubicBezTo>
                <a:close/>
                <a:moveTo>
                  <a:pt x="278858" y="14616"/>
                </a:moveTo>
                <a:lnTo>
                  <a:pt x="278858" y="0"/>
                </a:lnTo>
                <a:lnTo>
                  <a:pt x="291506" y="0"/>
                </a:lnTo>
                <a:lnTo>
                  <a:pt x="291506" y="14616"/>
                </a:lnTo>
                <a:lnTo>
                  <a:pt x="278858" y="14616"/>
                </a:lnTo>
                <a:moveTo>
                  <a:pt x="278858" y="103016"/>
                </a:moveTo>
                <a:lnTo>
                  <a:pt x="278858" y="28389"/>
                </a:lnTo>
                <a:lnTo>
                  <a:pt x="291506" y="28389"/>
                </a:lnTo>
                <a:lnTo>
                  <a:pt x="291506" y="103016"/>
                </a:lnTo>
                <a:lnTo>
                  <a:pt x="278858" y="103016"/>
                </a:lnTo>
                <a:close/>
                <a:moveTo>
                  <a:pt x="359463" y="93802"/>
                </a:moveTo>
                <a:cubicBezTo>
                  <a:pt x="354778" y="97787"/>
                  <a:pt x="350269" y="100600"/>
                  <a:pt x="345936" y="102241"/>
                </a:cubicBezTo>
                <a:cubicBezTo>
                  <a:pt x="341602" y="103882"/>
                  <a:pt x="336953" y="104702"/>
                  <a:pt x="331987" y="104702"/>
                </a:cubicBezTo>
                <a:cubicBezTo>
                  <a:pt x="323789" y="104702"/>
                  <a:pt x="317488" y="102698"/>
                  <a:pt x="313084" y="98690"/>
                </a:cubicBezTo>
                <a:cubicBezTo>
                  <a:pt x="308681" y="94682"/>
                  <a:pt x="306479" y="89560"/>
                  <a:pt x="306479" y="83325"/>
                </a:cubicBezTo>
                <a:cubicBezTo>
                  <a:pt x="306479" y="79669"/>
                  <a:pt x="307311" y="76330"/>
                  <a:pt x="308974" y="73307"/>
                </a:cubicBezTo>
                <a:cubicBezTo>
                  <a:pt x="310637" y="70282"/>
                  <a:pt x="312815" y="67856"/>
                  <a:pt x="315509" y="66027"/>
                </a:cubicBezTo>
                <a:cubicBezTo>
                  <a:pt x="318202" y="64199"/>
                  <a:pt x="321236" y="62816"/>
                  <a:pt x="324609" y="61879"/>
                </a:cubicBezTo>
                <a:cubicBezTo>
                  <a:pt x="327092" y="61222"/>
                  <a:pt x="330839" y="60589"/>
                  <a:pt x="335852" y="59980"/>
                </a:cubicBezTo>
                <a:cubicBezTo>
                  <a:pt x="346065" y="58771"/>
                  <a:pt x="353583" y="57329"/>
                  <a:pt x="358409" y="55654"/>
                </a:cubicBezTo>
                <a:cubicBezTo>
                  <a:pt x="358455" y="53928"/>
                  <a:pt x="358479" y="52831"/>
                  <a:pt x="358479" y="52364"/>
                </a:cubicBezTo>
                <a:cubicBezTo>
                  <a:pt x="358479" y="47230"/>
                  <a:pt x="357284" y="43614"/>
                  <a:pt x="354895" y="41514"/>
                </a:cubicBezTo>
                <a:cubicBezTo>
                  <a:pt x="351663" y="38667"/>
                  <a:pt x="346861" y="37243"/>
                  <a:pt x="340490" y="37243"/>
                </a:cubicBezTo>
                <a:cubicBezTo>
                  <a:pt x="334540" y="37243"/>
                  <a:pt x="330148" y="38285"/>
                  <a:pt x="327314" y="40370"/>
                </a:cubicBezTo>
                <a:cubicBezTo>
                  <a:pt x="324480" y="42455"/>
                  <a:pt x="322384" y="46144"/>
                  <a:pt x="321025" y="51438"/>
                </a:cubicBezTo>
                <a:lnTo>
                  <a:pt x="308657" y="49751"/>
                </a:lnTo>
                <a:cubicBezTo>
                  <a:pt x="309782" y="44441"/>
                  <a:pt x="311632" y="40153"/>
                  <a:pt x="314209" y="36887"/>
                </a:cubicBezTo>
                <a:cubicBezTo>
                  <a:pt x="316785" y="33621"/>
                  <a:pt x="320510" y="31108"/>
                  <a:pt x="325382" y="29347"/>
                </a:cubicBezTo>
                <a:cubicBezTo>
                  <a:pt x="330254" y="27584"/>
                  <a:pt x="335899" y="26703"/>
                  <a:pt x="342317" y="26703"/>
                </a:cubicBezTo>
                <a:cubicBezTo>
                  <a:pt x="348688" y="26703"/>
                  <a:pt x="353864" y="27452"/>
                  <a:pt x="357846" y="28951"/>
                </a:cubicBezTo>
                <a:cubicBezTo>
                  <a:pt x="361828" y="30450"/>
                  <a:pt x="364756" y="32336"/>
                  <a:pt x="366630" y="34608"/>
                </a:cubicBezTo>
                <a:cubicBezTo>
                  <a:pt x="368504" y="36880"/>
                  <a:pt x="369816" y="39749"/>
                  <a:pt x="370565" y="43216"/>
                </a:cubicBezTo>
                <a:cubicBezTo>
                  <a:pt x="370987" y="45371"/>
                  <a:pt x="371198" y="49259"/>
                  <a:pt x="371198" y="54881"/>
                </a:cubicBezTo>
                <a:lnTo>
                  <a:pt x="371198" y="71746"/>
                </a:lnTo>
                <a:cubicBezTo>
                  <a:pt x="371198" y="83504"/>
                  <a:pt x="371467" y="90941"/>
                  <a:pt x="372006" y="94056"/>
                </a:cubicBezTo>
                <a:cubicBezTo>
                  <a:pt x="372545" y="97172"/>
                  <a:pt x="373610" y="100158"/>
                  <a:pt x="375203" y="103016"/>
                </a:cubicBezTo>
                <a:lnTo>
                  <a:pt x="361992" y="103016"/>
                </a:lnTo>
                <a:cubicBezTo>
                  <a:pt x="360681" y="100389"/>
                  <a:pt x="359837" y="97318"/>
                  <a:pt x="359463" y="93802"/>
                </a:cubicBezTo>
                <a:moveTo>
                  <a:pt x="358409" y="65492"/>
                </a:moveTo>
                <a:cubicBezTo>
                  <a:pt x="353818" y="67382"/>
                  <a:pt x="346931" y="68988"/>
                  <a:pt x="337749" y="70310"/>
                </a:cubicBezTo>
                <a:cubicBezTo>
                  <a:pt x="332549" y="71062"/>
                  <a:pt x="328872" y="71909"/>
                  <a:pt x="326717" y="72850"/>
                </a:cubicBezTo>
                <a:cubicBezTo>
                  <a:pt x="324562" y="73790"/>
                  <a:pt x="322899" y="75166"/>
                  <a:pt x="321728" y="76979"/>
                </a:cubicBezTo>
                <a:cubicBezTo>
                  <a:pt x="320556" y="78790"/>
                  <a:pt x="319971" y="80800"/>
                  <a:pt x="319971" y="83011"/>
                </a:cubicBezTo>
                <a:cubicBezTo>
                  <a:pt x="319971" y="86397"/>
                  <a:pt x="321247" y="89219"/>
                  <a:pt x="323801" y="91478"/>
                </a:cubicBezTo>
                <a:cubicBezTo>
                  <a:pt x="326354" y="93736"/>
                  <a:pt x="330090" y="94865"/>
                  <a:pt x="335009" y="94865"/>
                </a:cubicBezTo>
                <a:cubicBezTo>
                  <a:pt x="339881" y="94865"/>
                  <a:pt x="344214" y="93794"/>
                  <a:pt x="348009" y="91652"/>
                </a:cubicBezTo>
                <a:cubicBezTo>
                  <a:pt x="351803" y="89510"/>
                  <a:pt x="354591" y="86580"/>
                  <a:pt x="356371" y="82862"/>
                </a:cubicBezTo>
                <a:cubicBezTo>
                  <a:pt x="357729" y="79989"/>
                  <a:pt x="358409" y="75753"/>
                  <a:pt x="358409" y="70151"/>
                </a:cubicBezTo>
                <a:lnTo>
                  <a:pt x="358409" y="6549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BAB566-5E13-439E-B0E9-55F6C8EE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461" y="2672547"/>
            <a:ext cx="392667" cy="375219"/>
          </a:xfrm>
          <a:custGeom xmlns:a="http://schemas.openxmlformats.org/drawingml/2006/main">
            <a:pathLst>
              <a:path w="392667" h="375219">
                <a:moveTo>
                  <a:pt x="208723" y="0"/>
                </a:moveTo>
                <a:cubicBezTo>
                  <a:pt x="287796" y="64677"/>
                  <a:pt x="350780" y="146846"/>
                  <a:pt x="392667" y="240026"/>
                </a:cubicBezTo>
                <a:lnTo>
                  <a:pt x="91989" y="375219"/>
                </a:lnTo>
                <a:cubicBezTo>
                  <a:pt x="71028" y="328631"/>
                  <a:pt x="39545" y="287547"/>
                  <a:pt x="0" y="255208"/>
                </a:cubicBezTo>
                <a:lnTo>
                  <a:pt x="208723" y="0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A1A03-E3EA-401E-B4A5-EEADF3B3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461" y="2672547"/>
            <a:ext cx="392667" cy="375219"/>
          </a:xfrm>
          <a:custGeom xmlns:a="http://schemas.openxmlformats.org/drawingml/2006/main">
            <a:pathLst>
              <a:path w="392667" h="375219" fill="none">
                <a:moveTo>
                  <a:pt x="208723" y="0"/>
                </a:moveTo>
                <a:cubicBezTo>
                  <a:pt x="287796" y="64677"/>
                  <a:pt x="350780" y="146846"/>
                  <a:pt x="392667" y="240026"/>
                </a:cubicBezTo>
                <a:lnTo>
                  <a:pt x="91989" y="375219"/>
                </a:lnTo>
                <a:cubicBezTo>
                  <a:pt x="71028" y="328631"/>
                  <a:pt x="39545" y="287547"/>
                  <a:pt x="0" y="255208"/>
                </a:cubicBezTo>
                <a:lnTo>
                  <a:pt x="20872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630" cap="flat">
            <a:solidFill>
              <a:srgbClr val="F4F4F4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E5F70-B507-4668-A514-51A9CAE0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2" y="2912574"/>
            <a:ext cx="531821" cy="799787"/>
          </a:xfrm>
          <a:custGeom xmlns:a="http://schemas.openxmlformats.org/drawingml/2006/main">
            <a:pathLst>
              <a:path w="531821" h="799787">
                <a:moveTo>
                  <a:pt x="404836" y="0"/>
                </a:moveTo>
                <a:cubicBezTo>
                  <a:pt x="531821" y="282435"/>
                  <a:pt x="445162" y="615183"/>
                  <a:pt x="196537" y="799787"/>
                </a:cubicBezTo>
                <a:lnTo>
                  <a:pt x="0" y="535087"/>
                </a:lnTo>
                <a:cubicBezTo>
                  <a:pt x="124304" y="442785"/>
                  <a:pt x="167651" y="276411"/>
                  <a:pt x="104158" y="135193"/>
                </a:cubicBezTo>
                <a:lnTo>
                  <a:pt x="404836" y="0"/>
                </a:ln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A06DE-6E64-403E-BE65-FC02007D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2" y="2912574"/>
            <a:ext cx="531821" cy="799787"/>
          </a:xfrm>
          <a:custGeom xmlns:a="http://schemas.openxmlformats.org/drawingml/2006/main">
            <a:pathLst>
              <a:path w="531821" h="799787" fill="none">
                <a:moveTo>
                  <a:pt x="404836" y="0"/>
                </a:moveTo>
                <a:cubicBezTo>
                  <a:pt x="531821" y="282435"/>
                  <a:pt x="445162" y="615183"/>
                  <a:pt x="196537" y="799787"/>
                </a:cubicBezTo>
                <a:lnTo>
                  <a:pt x="0" y="535087"/>
                </a:lnTo>
                <a:cubicBezTo>
                  <a:pt x="124304" y="442785"/>
                  <a:pt x="167651" y="276411"/>
                  <a:pt x="104158" y="135193"/>
                </a:cubicBezTo>
                <a:lnTo>
                  <a:pt x="4048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630" cap="flat">
            <a:solidFill>
              <a:srgbClr val="F4F4F4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9E5513-1A46-4EA8-A6F7-774F20F0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374" y="2446450"/>
            <a:ext cx="1149810" cy="1223362"/>
          </a:xfrm>
          <a:custGeom xmlns:a="http://schemas.openxmlformats.org/drawingml/2006/main">
            <a:pathLst>
              <a:path w="1149810" h="1223362">
                <a:moveTo>
                  <a:pt x="287694" y="1223362"/>
                </a:moveTo>
                <a:cubicBezTo>
                  <a:pt x="23999" y="982500"/>
                  <a:pt x="0" y="575475"/>
                  <a:pt x="233553" y="305293"/>
                </a:cubicBezTo>
                <a:cubicBezTo>
                  <a:pt x="467123" y="35112"/>
                  <a:pt x="873351" y="0"/>
                  <a:pt x="1149810" y="226097"/>
                </a:cubicBezTo>
                <a:lnTo>
                  <a:pt x="941087" y="481305"/>
                </a:lnTo>
                <a:cubicBezTo>
                  <a:pt x="802866" y="368256"/>
                  <a:pt x="599761" y="385812"/>
                  <a:pt x="482975" y="520903"/>
                </a:cubicBezTo>
                <a:cubicBezTo>
                  <a:pt x="366190" y="655993"/>
                  <a:pt x="378190" y="859505"/>
                  <a:pt x="510029" y="979936"/>
                </a:cubicBezTo>
                <a:lnTo>
                  <a:pt x="287694" y="1223362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03ED4-CE8E-423C-9E53-1BD20B88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374" y="2446450"/>
            <a:ext cx="1149810" cy="1223362"/>
          </a:xfrm>
          <a:custGeom xmlns:a="http://schemas.openxmlformats.org/drawingml/2006/main">
            <a:pathLst>
              <a:path w="1149810" h="1223362" fill="none">
                <a:moveTo>
                  <a:pt x="287694" y="1223362"/>
                </a:moveTo>
                <a:cubicBezTo>
                  <a:pt x="23999" y="982500"/>
                  <a:pt x="0" y="575475"/>
                  <a:pt x="233553" y="305293"/>
                </a:cubicBezTo>
                <a:cubicBezTo>
                  <a:pt x="467123" y="35112"/>
                  <a:pt x="873351" y="0"/>
                  <a:pt x="1149810" y="226097"/>
                </a:cubicBezTo>
                <a:lnTo>
                  <a:pt x="941087" y="481305"/>
                </a:lnTo>
                <a:cubicBezTo>
                  <a:pt x="802866" y="368256"/>
                  <a:pt x="599761" y="385812"/>
                  <a:pt x="482975" y="520903"/>
                </a:cubicBezTo>
                <a:cubicBezTo>
                  <a:pt x="366190" y="655993"/>
                  <a:pt x="378190" y="859505"/>
                  <a:pt x="510029" y="979936"/>
                </a:cubicBezTo>
                <a:lnTo>
                  <a:pt x="287694" y="12233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630" cap="flat">
            <a:solidFill>
              <a:srgbClr val="F4F4F4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36FEF-654A-4FC4-81F5-59E497E0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069" y="3426386"/>
            <a:ext cx="837760" cy="474148"/>
          </a:xfrm>
          <a:custGeom xmlns:a="http://schemas.openxmlformats.org/drawingml/2006/main">
            <a:pathLst>
              <a:path w="837760" h="474148">
                <a:moveTo>
                  <a:pt x="837760" y="285975"/>
                </a:moveTo>
                <a:cubicBezTo>
                  <a:pt x="584316" y="474148"/>
                  <a:pt x="233061" y="456309"/>
                  <a:pt x="0" y="243426"/>
                </a:cubicBezTo>
                <a:lnTo>
                  <a:pt x="222335" y="0"/>
                </a:lnTo>
                <a:cubicBezTo>
                  <a:pt x="338882" y="106442"/>
                  <a:pt x="514493" y="115363"/>
                  <a:pt x="641223" y="21275"/>
                </a:cubicBezTo>
                <a:lnTo>
                  <a:pt x="837760" y="285975"/>
                </a:ln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F6B54E-1628-4D5C-AED3-00B21320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069" y="3426386"/>
            <a:ext cx="837760" cy="474148"/>
          </a:xfrm>
          <a:custGeom xmlns:a="http://schemas.openxmlformats.org/drawingml/2006/main">
            <a:pathLst>
              <a:path w="837760" h="474148" fill="none">
                <a:moveTo>
                  <a:pt x="837760" y="285975"/>
                </a:moveTo>
                <a:cubicBezTo>
                  <a:pt x="584316" y="474148"/>
                  <a:pt x="233061" y="456309"/>
                  <a:pt x="0" y="243426"/>
                </a:cubicBezTo>
                <a:lnTo>
                  <a:pt x="222335" y="0"/>
                </a:lnTo>
                <a:cubicBezTo>
                  <a:pt x="338882" y="106442"/>
                  <a:pt x="514493" y="115363"/>
                  <a:pt x="641223" y="21275"/>
                </a:cubicBezTo>
                <a:lnTo>
                  <a:pt x="837760" y="285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630" cap="flat">
            <a:solidFill>
              <a:srgbClr val="F4F4F4"/>
            </a:solidFill>
            <a:round/>
          </a:ln>
        </p:spPr>
      </p:sp>
      <p:sp>
        <p:nvSpPr>
          <p:cNvPr id="77" name="Text MediaAuthenticity">
            <a:extLst xmlns:a="http://schemas.openxmlformats.org/drawingml/2006/main">
              <a:ext uri="{FF2B5EF4-FFF2-40B4-BE49-F238E27FC236}">
                <a16:creationId xmlns:a16="http://schemas.microsoft.com/office/drawing/2014/main" id="{9DCB848F-9BE6-409D-BF95-3C11749D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622" y="2129750"/>
            <a:ext cx="1914494" cy="173019"/>
          </a:xfrm>
          <a:custGeom xmlns:a="http://schemas.openxmlformats.org/drawingml/2006/main">
            <a:pathLst>
              <a:path w="1914494" h="173019">
                <a:moveTo>
                  <a:pt x="0" y="0"/>
                </a:moveTo>
                <a:lnTo>
                  <a:pt x="54331" y="0"/>
                </a:lnTo>
                <a:lnTo>
                  <a:pt x="75297" y="81314"/>
                </a:lnTo>
                <a:lnTo>
                  <a:pt x="96173" y="0"/>
                </a:lnTo>
                <a:lnTo>
                  <a:pt x="150321" y="0"/>
                </a:lnTo>
                <a:lnTo>
                  <a:pt x="150321" y="133639"/>
                </a:lnTo>
                <a:lnTo>
                  <a:pt x="116592" y="133639"/>
                </a:lnTo>
                <a:lnTo>
                  <a:pt x="116592" y="31723"/>
                </a:lnTo>
                <a:lnTo>
                  <a:pt x="90430" y="133639"/>
                </a:lnTo>
                <a:lnTo>
                  <a:pt x="59891" y="133639"/>
                </a:lnTo>
                <a:lnTo>
                  <a:pt x="33820" y="31723"/>
                </a:lnTo>
                <a:lnTo>
                  <a:pt x="33820" y="133639"/>
                </a:lnTo>
                <a:lnTo>
                  <a:pt x="0" y="133639"/>
                </a:lnTo>
                <a:lnTo>
                  <a:pt x="0" y="0"/>
                </a:lnTo>
                <a:close/>
                <a:moveTo>
                  <a:pt x="281672" y="94441"/>
                </a:moveTo>
                <a:lnTo>
                  <a:pt x="207286" y="94441"/>
                </a:lnTo>
                <a:cubicBezTo>
                  <a:pt x="207955" y="100368"/>
                  <a:pt x="209565" y="104783"/>
                  <a:pt x="212117" y="107687"/>
                </a:cubicBezTo>
                <a:cubicBezTo>
                  <a:pt x="215703" y="111861"/>
                  <a:pt x="220383" y="113949"/>
                  <a:pt x="226156" y="113949"/>
                </a:cubicBezTo>
                <a:cubicBezTo>
                  <a:pt x="229802" y="113949"/>
                  <a:pt x="233266" y="113046"/>
                  <a:pt x="236548" y="111242"/>
                </a:cubicBezTo>
                <a:cubicBezTo>
                  <a:pt x="238554" y="110099"/>
                  <a:pt x="240711" y="108084"/>
                  <a:pt x="243020" y="105197"/>
                </a:cubicBezTo>
                <a:lnTo>
                  <a:pt x="279575" y="108479"/>
                </a:lnTo>
                <a:cubicBezTo>
                  <a:pt x="273984" y="118235"/>
                  <a:pt x="267238" y="125232"/>
                  <a:pt x="259338" y="129471"/>
                </a:cubicBezTo>
                <a:cubicBezTo>
                  <a:pt x="251437" y="133708"/>
                  <a:pt x="240103" y="135827"/>
                  <a:pt x="225335" y="135827"/>
                </a:cubicBezTo>
                <a:cubicBezTo>
                  <a:pt x="212512" y="135827"/>
                  <a:pt x="202424" y="134019"/>
                  <a:pt x="195071" y="130403"/>
                </a:cubicBezTo>
                <a:cubicBezTo>
                  <a:pt x="187717" y="126787"/>
                  <a:pt x="181625" y="121044"/>
                  <a:pt x="176793" y="113174"/>
                </a:cubicBezTo>
                <a:cubicBezTo>
                  <a:pt x="171962" y="105304"/>
                  <a:pt x="169546" y="96051"/>
                  <a:pt x="169546" y="85416"/>
                </a:cubicBezTo>
                <a:cubicBezTo>
                  <a:pt x="169546" y="70283"/>
                  <a:pt x="174393" y="58038"/>
                  <a:pt x="184086" y="48679"/>
                </a:cubicBezTo>
                <a:cubicBezTo>
                  <a:pt x="193779" y="39320"/>
                  <a:pt x="207164" y="34640"/>
                  <a:pt x="224242" y="34640"/>
                </a:cubicBezTo>
                <a:cubicBezTo>
                  <a:pt x="238098" y="34640"/>
                  <a:pt x="249037" y="36737"/>
                  <a:pt x="257059" y="40930"/>
                </a:cubicBezTo>
                <a:cubicBezTo>
                  <a:pt x="265081" y="45124"/>
                  <a:pt x="271188" y="51201"/>
                  <a:pt x="275382" y="59162"/>
                </a:cubicBezTo>
                <a:cubicBezTo>
                  <a:pt x="279575" y="67123"/>
                  <a:pt x="281672" y="77485"/>
                  <a:pt x="281672" y="90247"/>
                </a:cubicBezTo>
                <a:lnTo>
                  <a:pt x="281672" y="94441"/>
                </a:lnTo>
                <a:moveTo>
                  <a:pt x="243932" y="76573"/>
                </a:moveTo>
                <a:cubicBezTo>
                  <a:pt x="243203" y="69467"/>
                  <a:pt x="241273" y="64378"/>
                  <a:pt x="238143" y="61307"/>
                </a:cubicBezTo>
                <a:cubicBezTo>
                  <a:pt x="235014" y="58236"/>
                  <a:pt x="230896" y="56701"/>
                  <a:pt x="225791" y="56701"/>
                </a:cubicBezTo>
                <a:cubicBezTo>
                  <a:pt x="219896" y="56701"/>
                  <a:pt x="215186" y="59020"/>
                  <a:pt x="211662" y="63657"/>
                </a:cubicBezTo>
                <a:cubicBezTo>
                  <a:pt x="209413" y="66548"/>
                  <a:pt x="207985" y="70853"/>
                  <a:pt x="207377" y="76573"/>
                </a:cubicBezTo>
                <a:lnTo>
                  <a:pt x="243932" y="76573"/>
                </a:lnTo>
                <a:close/>
                <a:moveTo>
                  <a:pt x="400617" y="0"/>
                </a:moveTo>
                <a:lnTo>
                  <a:pt x="400617" y="133639"/>
                </a:lnTo>
                <a:lnTo>
                  <a:pt x="365885" y="133639"/>
                </a:lnTo>
                <a:lnTo>
                  <a:pt x="365885" y="119327"/>
                </a:lnTo>
                <a:cubicBezTo>
                  <a:pt x="361023" y="125404"/>
                  <a:pt x="356587" y="129506"/>
                  <a:pt x="352576" y="131633"/>
                </a:cubicBezTo>
                <a:cubicBezTo>
                  <a:pt x="347228" y="134429"/>
                  <a:pt x="341272" y="135827"/>
                  <a:pt x="334709" y="135827"/>
                </a:cubicBezTo>
                <a:cubicBezTo>
                  <a:pt x="321521" y="135827"/>
                  <a:pt x="311448" y="130813"/>
                  <a:pt x="304490" y="120785"/>
                </a:cubicBezTo>
                <a:cubicBezTo>
                  <a:pt x="297531" y="110758"/>
                  <a:pt x="294052" y="98573"/>
                  <a:pt x="294052" y="84231"/>
                </a:cubicBezTo>
                <a:cubicBezTo>
                  <a:pt x="294052" y="68187"/>
                  <a:pt x="297896" y="55911"/>
                  <a:pt x="305584" y="47403"/>
                </a:cubicBezTo>
                <a:cubicBezTo>
                  <a:pt x="313271" y="38894"/>
                  <a:pt x="323041" y="34640"/>
                  <a:pt x="334891" y="34640"/>
                </a:cubicBezTo>
                <a:cubicBezTo>
                  <a:pt x="340665" y="34640"/>
                  <a:pt x="345906" y="35613"/>
                  <a:pt x="350616" y="37557"/>
                </a:cubicBezTo>
                <a:cubicBezTo>
                  <a:pt x="355326" y="39502"/>
                  <a:pt x="359504" y="42419"/>
                  <a:pt x="363151" y="46309"/>
                </a:cubicBezTo>
                <a:lnTo>
                  <a:pt x="363151" y="0"/>
                </a:lnTo>
                <a:lnTo>
                  <a:pt x="400617" y="0"/>
                </a:lnTo>
                <a:moveTo>
                  <a:pt x="363424" y="84960"/>
                </a:moveTo>
                <a:cubicBezTo>
                  <a:pt x="363424" y="77363"/>
                  <a:pt x="361814" y="71696"/>
                  <a:pt x="358593" y="67959"/>
                </a:cubicBezTo>
                <a:cubicBezTo>
                  <a:pt x="355372" y="64221"/>
                  <a:pt x="351300" y="62353"/>
                  <a:pt x="346377" y="62353"/>
                </a:cubicBezTo>
                <a:cubicBezTo>
                  <a:pt x="342062" y="62353"/>
                  <a:pt x="338446" y="64145"/>
                  <a:pt x="335529" y="67731"/>
                </a:cubicBezTo>
                <a:cubicBezTo>
                  <a:pt x="332612" y="71317"/>
                  <a:pt x="331154" y="77333"/>
                  <a:pt x="331154" y="85780"/>
                </a:cubicBezTo>
                <a:cubicBezTo>
                  <a:pt x="331154" y="93681"/>
                  <a:pt x="332658" y="99469"/>
                  <a:pt x="335666" y="103146"/>
                </a:cubicBezTo>
                <a:cubicBezTo>
                  <a:pt x="338674" y="106823"/>
                  <a:pt x="342397" y="108661"/>
                  <a:pt x="346833" y="108661"/>
                </a:cubicBezTo>
                <a:cubicBezTo>
                  <a:pt x="351573" y="108661"/>
                  <a:pt x="355524" y="106808"/>
                  <a:pt x="358684" y="103101"/>
                </a:cubicBezTo>
                <a:cubicBezTo>
                  <a:pt x="361844" y="99393"/>
                  <a:pt x="363424" y="93347"/>
                  <a:pt x="363424" y="84960"/>
                </a:cubicBezTo>
                <a:close/>
                <a:moveTo>
                  <a:pt x="424575" y="0"/>
                </a:moveTo>
                <a:lnTo>
                  <a:pt x="461676" y="0"/>
                </a:lnTo>
                <a:lnTo>
                  <a:pt x="461676" y="25160"/>
                </a:lnTo>
                <a:lnTo>
                  <a:pt x="424575" y="25160"/>
                </a:lnTo>
                <a:lnTo>
                  <a:pt x="424575" y="0"/>
                </a:lnTo>
                <a:moveTo>
                  <a:pt x="424575" y="36828"/>
                </a:moveTo>
                <a:lnTo>
                  <a:pt x="461676" y="36828"/>
                </a:lnTo>
                <a:lnTo>
                  <a:pt x="461676" y="133639"/>
                </a:lnTo>
                <a:lnTo>
                  <a:pt x="424575" y="133639"/>
                </a:lnTo>
                <a:lnTo>
                  <a:pt x="424575" y="36828"/>
                </a:lnTo>
                <a:close/>
                <a:moveTo>
                  <a:pt x="519214" y="68187"/>
                </a:moveTo>
                <a:lnTo>
                  <a:pt x="483754" y="64358"/>
                </a:lnTo>
                <a:cubicBezTo>
                  <a:pt x="485091" y="58178"/>
                  <a:pt x="487020" y="53317"/>
                  <a:pt x="489542" y="49773"/>
                </a:cubicBezTo>
                <a:cubicBezTo>
                  <a:pt x="492064" y="46227"/>
                  <a:pt x="495696" y="43152"/>
                  <a:pt x="500436" y="40549"/>
                </a:cubicBezTo>
                <a:cubicBezTo>
                  <a:pt x="503839" y="38670"/>
                  <a:pt x="508519" y="37217"/>
                  <a:pt x="514474" y="36187"/>
                </a:cubicBezTo>
                <a:cubicBezTo>
                  <a:pt x="520430" y="35156"/>
                  <a:pt x="526872" y="34640"/>
                  <a:pt x="533800" y="34640"/>
                </a:cubicBezTo>
                <a:cubicBezTo>
                  <a:pt x="544921" y="34640"/>
                  <a:pt x="553855" y="35263"/>
                  <a:pt x="560601" y="36509"/>
                </a:cubicBezTo>
                <a:cubicBezTo>
                  <a:pt x="567346" y="37755"/>
                  <a:pt x="572968" y="40353"/>
                  <a:pt x="577465" y="44303"/>
                </a:cubicBezTo>
                <a:cubicBezTo>
                  <a:pt x="580625" y="47038"/>
                  <a:pt x="583117" y="50912"/>
                  <a:pt x="584940" y="55926"/>
                </a:cubicBezTo>
                <a:cubicBezTo>
                  <a:pt x="586763" y="60940"/>
                  <a:pt x="587675" y="65725"/>
                  <a:pt x="587675" y="70283"/>
                </a:cubicBezTo>
                <a:lnTo>
                  <a:pt x="587675" y="113037"/>
                </a:lnTo>
                <a:cubicBezTo>
                  <a:pt x="587675" y="117595"/>
                  <a:pt x="587963" y="121165"/>
                  <a:pt x="588541" y="123748"/>
                </a:cubicBezTo>
                <a:cubicBezTo>
                  <a:pt x="589118" y="126331"/>
                  <a:pt x="590379" y="129628"/>
                  <a:pt x="592324" y="133639"/>
                </a:cubicBezTo>
                <a:lnTo>
                  <a:pt x="557501" y="133639"/>
                </a:lnTo>
                <a:cubicBezTo>
                  <a:pt x="556103" y="131147"/>
                  <a:pt x="555192" y="129248"/>
                  <a:pt x="554766" y="127941"/>
                </a:cubicBezTo>
                <a:cubicBezTo>
                  <a:pt x="554341" y="126635"/>
                  <a:pt x="553916" y="124584"/>
                  <a:pt x="553490" y="121788"/>
                </a:cubicBezTo>
                <a:cubicBezTo>
                  <a:pt x="548628" y="126468"/>
                  <a:pt x="543797" y="129810"/>
                  <a:pt x="538996" y="131816"/>
                </a:cubicBezTo>
                <a:cubicBezTo>
                  <a:pt x="532433" y="134490"/>
                  <a:pt x="524806" y="135827"/>
                  <a:pt x="516115" y="135827"/>
                </a:cubicBezTo>
                <a:cubicBezTo>
                  <a:pt x="504568" y="135827"/>
                  <a:pt x="495802" y="133149"/>
                  <a:pt x="489816" y="127793"/>
                </a:cubicBezTo>
                <a:cubicBezTo>
                  <a:pt x="483830" y="122438"/>
                  <a:pt x="480837" y="115835"/>
                  <a:pt x="480837" y="107986"/>
                </a:cubicBezTo>
                <a:cubicBezTo>
                  <a:pt x="480837" y="100621"/>
                  <a:pt x="482994" y="94566"/>
                  <a:pt x="487309" y="89820"/>
                </a:cubicBezTo>
                <a:cubicBezTo>
                  <a:pt x="491624" y="85074"/>
                  <a:pt x="499585" y="81544"/>
                  <a:pt x="511193" y="79231"/>
                </a:cubicBezTo>
                <a:cubicBezTo>
                  <a:pt x="525109" y="76432"/>
                  <a:pt x="534134" y="74469"/>
                  <a:pt x="538267" y="73343"/>
                </a:cubicBezTo>
                <a:cubicBezTo>
                  <a:pt x="542399" y="72217"/>
                  <a:pt x="546775" y="70741"/>
                  <a:pt x="551394" y="68916"/>
                </a:cubicBezTo>
                <a:cubicBezTo>
                  <a:pt x="551394" y="64392"/>
                  <a:pt x="550452" y="61225"/>
                  <a:pt x="548568" y="59416"/>
                </a:cubicBezTo>
                <a:cubicBezTo>
                  <a:pt x="546684" y="57606"/>
                  <a:pt x="543372" y="56701"/>
                  <a:pt x="538631" y="56701"/>
                </a:cubicBezTo>
                <a:cubicBezTo>
                  <a:pt x="532554" y="56701"/>
                  <a:pt x="527996" y="57673"/>
                  <a:pt x="524957" y="59618"/>
                </a:cubicBezTo>
                <a:cubicBezTo>
                  <a:pt x="522587" y="61137"/>
                  <a:pt x="520673" y="63993"/>
                  <a:pt x="519214" y="68187"/>
                </a:cubicBezTo>
                <a:moveTo>
                  <a:pt x="551394" y="87695"/>
                </a:moveTo>
                <a:cubicBezTo>
                  <a:pt x="546289" y="89518"/>
                  <a:pt x="540971" y="91128"/>
                  <a:pt x="535441" y="92526"/>
                </a:cubicBezTo>
                <a:cubicBezTo>
                  <a:pt x="527905" y="94532"/>
                  <a:pt x="523134" y="96507"/>
                  <a:pt x="521129" y="98452"/>
                </a:cubicBezTo>
                <a:cubicBezTo>
                  <a:pt x="519063" y="100457"/>
                  <a:pt x="518029" y="102736"/>
                  <a:pt x="518029" y="105288"/>
                </a:cubicBezTo>
                <a:cubicBezTo>
                  <a:pt x="518029" y="108205"/>
                  <a:pt x="519047" y="110591"/>
                  <a:pt x="521083" y="112444"/>
                </a:cubicBezTo>
                <a:cubicBezTo>
                  <a:pt x="523119" y="114298"/>
                  <a:pt x="526112" y="115225"/>
                  <a:pt x="530062" y="115225"/>
                </a:cubicBezTo>
                <a:cubicBezTo>
                  <a:pt x="534195" y="115225"/>
                  <a:pt x="538039" y="114222"/>
                  <a:pt x="541594" y="112216"/>
                </a:cubicBezTo>
                <a:cubicBezTo>
                  <a:pt x="545149" y="110211"/>
                  <a:pt x="547671" y="107765"/>
                  <a:pt x="549160" y="104878"/>
                </a:cubicBezTo>
                <a:cubicBezTo>
                  <a:pt x="550649" y="101992"/>
                  <a:pt x="551394" y="98239"/>
                  <a:pt x="551394" y="93620"/>
                </a:cubicBezTo>
                <a:lnTo>
                  <a:pt x="551394" y="87695"/>
                </a:lnTo>
                <a:close/>
                <a:moveTo>
                  <a:pt x="756850" y="111578"/>
                </a:moveTo>
                <a:lnTo>
                  <a:pt x="709812" y="111578"/>
                </a:lnTo>
                <a:lnTo>
                  <a:pt x="703339" y="133639"/>
                </a:lnTo>
                <a:lnTo>
                  <a:pt x="661133" y="133639"/>
                </a:lnTo>
                <a:lnTo>
                  <a:pt x="711361" y="0"/>
                </a:lnTo>
                <a:lnTo>
                  <a:pt x="756394" y="0"/>
                </a:lnTo>
                <a:lnTo>
                  <a:pt x="806622" y="133639"/>
                </a:lnTo>
                <a:lnTo>
                  <a:pt x="763413" y="133639"/>
                </a:lnTo>
                <a:lnTo>
                  <a:pt x="756850" y="111578"/>
                </a:lnTo>
                <a:moveTo>
                  <a:pt x="748189" y="82590"/>
                </a:moveTo>
                <a:lnTo>
                  <a:pt x="733422" y="34603"/>
                </a:lnTo>
                <a:lnTo>
                  <a:pt x="718745" y="82590"/>
                </a:lnTo>
                <a:lnTo>
                  <a:pt x="748189" y="82590"/>
                </a:lnTo>
                <a:close/>
                <a:moveTo>
                  <a:pt x="917569" y="133639"/>
                </a:moveTo>
                <a:lnTo>
                  <a:pt x="882928" y="133639"/>
                </a:lnTo>
                <a:lnTo>
                  <a:pt x="882928" y="117959"/>
                </a:lnTo>
                <a:cubicBezTo>
                  <a:pt x="877763" y="124401"/>
                  <a:pt x="872552" y="128990"/>
                  <a:pt x="867295" y="131724"/>
                </a:cubicBezTo>
                <a:cubicBezTo>
                  <a:pt x="862038" y="134459"/>
                  <a:pt x="855581" y="135827"/>
                  <a:pt x="847923" y="135827"/>
                </a:cubicBezTo>
                <a:cubicBezTo>
                  <a:pt x="837714" y="135827"/>
                  <a:pt x="829707" y="132773"/>
                  <a:pt x="823903" y="126665"/>
                </a:cubicBezTo>
                <a:cubicBezTo>
                  <a:pt x="818099" y="120558"/>
                  <a:pt x="815197" y="111153"/>
                  <a:pt x="815197" y="98452"/>
                </a:cubicBezTo>
                <a:lnTo>
                  <a:pt x="815197" y="36828"/>
                </a:lnTo>
                <a:lnTo>
                  <a:pt x="852481" y="36828"/>
                </a:lnTo>
                <a:lnTo>
                  <a:pt x="852481" y="90065"/>
                </a:lnTo>
                <a:cubicBezTo>
                  <a:pt x="852481" y="96142"/>
                  <a:pt x="853606" y="100457"/>
                  <a:pt x="855854" y="103009"/>
                </a:cubicBezTo>
                <a:cubicBezTo>
                  <a:pt x="858103" y="105562"/>
                  <a:pt x="861263" y="106838"/>
                  <a:pt x="865335" y="106838"/>
                </a:cubicBezTo>
                <a:cubicBezTo>
                  <a:pt x="869771" y="106838"/>
                  <a:pt x="873402" y="105136"/>
                  <a:pt x="876228" y="101733"/>
                </a:cubicBezTo>
                <a:cubicBezTo>
                  <a:pt x="879054" y="98330"/>
                  <a:pt x="880467" y="92222"/>
                  <a:pt x="880467" y="83410"/>
                </a:cubicBezTo>
                <a:lnTo>
                  <a:pt x="880467" y="36828"/>
                </a:lnTo>
                <a:lnTo>
                  <a:pt x="917569" y="36828"/>
                </a:lnTo>
                <a:lnTo>
                  <a:pt x="917569" y="133639"/>
                </a:lnTo>
                <a:close/>
                <a:moveTo>
                  <a:pt x="984826" y="0"/>
                </a:moveTo>
                <a:lnTo>
                  <a:pt x="984826" y="36828"/>
                </a:lnTo>
                <a:lnTo>
                  <a:pt x="1005246" y="36828"/>
                </a:lnTo>
                <a:lnTo>
                  <a:pt x="1005246" y="63993"/>
                </a:lnTo>
                <a:lnTo>
                  <a:pt x="984826" y="63993"/>
                </a:lnTo>
                <a:lnTo>
                  <a:pt x="984826" y="98292"/>
                </a:lnTo>
                <a:cubicBezTo>
                  <a:pt x="984826" y="102417"/>
                  <a:pt x="985221" y="105146"/>
                  <a:pt x="986011" y="106479"/>
                </a:cubicBezTo>
                <a:cubicBezTo>
                  <a:pt x="987227" y="108542"/>
                  <a:pt x="989354" y="109573"/>
                  <a:pt x="992392" y="109573"/>
                </a:cubicBezTo>
                <a:cubicBezTo>
                  <a:pt x="995127" y="109573"/>
                  <a:pt x="998956" y="108785"/>
                  <a:pt x="1003878" y="107208"/>
                </a:cubicBezTo>
                <a:lnTo>
                  <a:pt x="1006613" y="132818"/>
                </a:lnTo>
                <a:cubicBezTo>
                  <a:pt x="997436" y="134824"/>
                  <a:pt x="988867" y="135827"/>
                  <a:pt x="980906" y="135827"/>
                </a:cubicBezTo>
                <a:cubicBezTo>
                  <a:pt x="971669" y="135827"/>
                  <a:pt x="964862" y="134643"/>
                  <a:pt x="960487" y="132277"/>
                </a:cubicBezTo>
                <a:cubicBezTo>
                  <a:pt x="956111" y="129909"/>
                  <a:pt x="952875" y="126313"/>
                  <a:pt x="950778" y="121489"/>
                </a:cubicBezTo>
                <a:cubicBezTo>
                  <a:pt x="948682" y="116663"/>
                  <a:pt x="947633" y="108848"/>
                  <a:pt x="947633" y="98044"/>
                </a:cubicBezTo>
                <a:lnTo>
                  <a:pt x="947633" y="63993"/>
                </a:lnTo>
                <a:lnTo>
                  <a:pt x="933959" y="63993"/>
                </a:lnTo>
                <a:lnTo>
                  <a:pt x="933959" y="36828"/>
                </a:lnTo>
                <a:lnTo>
                  <a:pt x="947633" y="36828"/>
                </a:lnTo>
                <a:lnTo>
                  <a:pt x="947633" y="19052"/>
                </a:lnTo>
                <a:lnTo>
                  <a:pt x="984826" y="0"/>
                </a:lnTo>
                <a:close/>
                <a:moveTo>
                  <a:pt x="1022922" y="0"/>
                </a:moveTo>
                <a:lnTo>
                  <a:pt x="1060023" y="0"/>
                </a:lnTo>
                <a:lnTo>
                  <a:pt x="1060023" y="49297"/>
                </a:lnTo>
                <a:cubicBezTo>
                  <a:pt x="1065068" y="44046"/>
                  <a:pt x="1070081" y="40290"/>
                  <a:pt x="1075065" y="38030"/>
                </a:cubicBezTo>
                <a:cubicBezTo>
                  <a:pt x="1080048" y="35770"/>
                  <a:pt x="1085943" y="34640"/>
                  <a:pt x="1092749" y="34640"/>
                </a:cubicBezTo>
                <a:cubicBezTo>
                  <a:pt x="1102838" y="34640"/>
                  <a:pt x="1110784" y="37709"/>
                  <a:pt x="1116587" y="43847"/>
                </a:cubicBezTo>
                <a:cubicBezTo>
                  <a:pt x="1122391" y="49985"/>
                  <a:pt x="1125293" y="59405"/>
                  <a:pt x="1125293" y="72107"/>
                </a:cubicBezTo>
                <a:lnTo>
                  <a:pt x="1125293" y="133639"/>
                </a:lnTo>
                <a:lnTo>
                  <a:pt x="1088009" y="133639"/>
                </a:lnTo>
                <a:lnTo>
                  <a:pt x="1088009" y="80470"/>
                </a:lnTo>
                <a:cubicBezTo>
                  <a:pt x="1088009" y="74403"/>
                  <a:pt x="1086885" y="70110"/>
                  <a:pt x="1084636" y="67591"/>
                </a:cubicBezTo>
                <a:cubicBezTo>
                  <a:pt x="1082388" y="65071"/>
                  <a:pt x="1079228" y="63811"/>
                  <a:pt x="1075156" y="63811"/>
                </a:cubicBezTo>
                <a:cubicBezTo>
                  <a:pt x="1070659" y="63811"/>
                  <a:pt x="1067012" y="65511"/>
                  <a:pt x="1064217" y="68910"/>
                </a:cubicBezTo>
                <a:cubicBezTo>
                  <a:pt x="1061421" y="72308"/>
                  <a:pt x="1060023" y="78407"/>
                  <a:pt x="1060023" y="87208"/>
                </a:cubicBezTo>
                <a:lnTo>
                  <a:pt x="1060023" y="133639"/>
                </a:lnTo>
                <a:lnTo>
                  <a:pt x="1022922" y="133639"/>
                </a:lnTo>
                <a:lnTo>
                  <a:pt x="1022922" y="0"/>
                </a:lnTo>
                <a:close/>
                <a:moveTo>
                  <a:pt x="1254904" y="94441"/>
                </a:moveTo>
                <a:lnTo>
                  <a:pt x="1180519" y="94441"/>
                </a:lnTo>
                <a:cubicBezTo>
                  <a:pt x="1181187" y="100368"/>
                  <a:pt x="1182798" y="104783"/>
                  <a:pt x="1185350" y="107687"/>
                </a:cubicBezTo>
                <a:cubicBezTo>
                  <a:pt x="1188936" y="111861"/>
                  <a:pt x="1193615" y="113949"/>
                  <a:pt x="1199389" y="113949"/>
                </a:cubicBezTo>
                <a:cubicBezTo>
                  <a:pt x="1203035" y="113949"/>
                  <a:pt x="1206499" y="113046"/>
                  <a:pt x="1209781" y="111242"/>
                </a:cubicBezTo>
                <a:cubicBezTo>
                  <a:pt x="1211786" y="110099"/>
                  <a:pt x="1213944" y="108084"/>
                  <a:pt x="1216253" y="105197"/>
                </a:cubicBezTo>
                <a:lnTo>
                  <a:pt x="1252808" y="108479"/>
                </a:lnTo>
                <a:cubicBezTo>
                  <a:pt x="1247217" y="118235"/>
                  <a:pt x="1240471" y="125232"/>
                  <a:pt x="1232570" y="129471"/>
                </a:cubicBezTo>
                <a:cubicBezTo>
                  <a:pt x="1224670" y="133708"/>
                  <a:pt x="1213336" y="135827"/>
                  <a:pt x="1198568" y="135827"/>
                </a:cubicBezTo>
                <a:cubicBezTo>
                  <a:pt x="1185745" y="135827"/>
                  <a:pt x="1175657" y="134019"/>
                  <a:pt x="1168304" y="130403"/>
                </a:cubicBezTo>
                <a:cubicBezTo>
                  <a:pt x="1160950" y="126787"/>
                  <a:pt x="1154858" y="121044"/>
                  <a:pt x="1150026" y="113174"/>
                </a:cubicBezTo>
                <a:cubicBezTo>
                  <a:pt x="1145195" y="105304"/>
                  <a:pt x="1142779" y="96051"/>
                  <a:pt x="1142779" y="85416"/>
                </a:cubicBezTo>
                <a:cubicBezTo>
                  <a:pt x="1142779" y="70283"/>
                  <a:pt x="1147626" y="58038"/>
                  <a:pt x="1157319" y="48679"/>
                </a:cubicBezTo>
                <a:cubicBezTo>
                  <a:pt x="1167012" y="39320"/>
                  <a:pt x="1180397" y="34640"/>
                  <a:pt x="1197474" y="34640"/>
                </a:cubicBezTo>
                <a:cubicBezTo>
                  <a:pt x="1211330" y="34640"/>
                  <a:pt x="1222270" y="36737"/>
                  <a:pt x="1230292" y="40930"/>
                </a:cubicBezTo>
                <a:cubicBezTo>
                  <a:pt x="1238313" y="45124"/>
                  <a:pt x="1244421" y="51201"/>
                  <a:pt x="1248614" y="59162"/>
                </a:cubicBezTo>
                <a:cubicBezTo>
                  <a:pt x="1252808" y="67123"/>
                  <a:pt x="1254904" y="77485"/>
                  <a:pt x="1254904" y="90247"/>
                </a:cubicBezTo>
                <a:lnTo>
                  <a:pt x="1254904" y="94441"/>
                </a:lnTo>
                <a:moveTo>
                  <a:pt x="1217165" y="76573"/>
                </a:moveTo>
                <a:cubicBezTo>
                  <a:pt x="1216435" y="69467"/>
                  <a:pt x="1214506" y="64378"/>
                  <a:pt x="1211376" y="61307"/>
                </a:cubicBezTo>
                <a:cubicBezTo>
                  <a:pt x="1208246" y="58236"/>
                  <a:pt x="1204129" y="56701"/>
                  <a:pt x="1199024" y="56701"/>
                </a:cubicBezTo>
                <a:cubicBezTo>
                  <a:pt x="1193129" y="56701"/>
                  <a:pt x="1188419" y="59020"/>
                  <a:pt x="1184894" y="63657"/>
                </a:cubicBezTo>
                <a:cubicBezTo>
                  <a:pt x="1182646" y="66548"/>
                  <a:pt x="1181218" y="70853"/>
                  <a:pt x="1180610" y="76573"/>
                </a:cubicBezTo>
                <a:lnTo>
                  <a:pt x="1217165" y="76573"/>
                </a:lnTo>
                <a:close/>
                <a:moveTo>
                  <a:pt x="1271934" y="36828"/>
                </a:moveTo>
                <a:lnTo>
                  <a:pt x="1306483" y="36828"/>
                </a:lnTo>
                <a:lnTo>
                  <a:pt x="1306483" y="52653"/>
                </a:lnTo>
                <a:cubicBezTo>
                  <a:pt x="1311649" y="46192"/>
                  <a:pt x="1316875" y="41575"/>
                  <a:pt x="1322162" y="38802"/>
                </a:cubicBezTo>
                <a:cubicBezTo>
                  <a:pt x="1327449" y="36028"/>
                  <a:pt x="1333891" y="34640"/>
                  <a:pt x="1341488" y="34640"/>
                </a:cubicBezTo>
                <a:cubicBezTo>
                  <a:pt x="1351758" y="34640"/>
                  <a:pt x="1359796" y="37694"/>
                  <a:pt x="1365599" y="43802"/>
                </a:cubicBezTo>
                <a:cubicBezTo>
                  <a:pt x="1371403" y="49909"/>
                  <a:pt x="1374305" y="59344"/>
                  <a:pt x="1374305" y="72107"/>
                </a:cubicBezTo>
                <a:lnTo>
                  <a:pt x="1374305" y="133639"/>
                </a:lnTo>
                <a:lnTo>
                  <a:pt x="1337021" y="133639"/>
                </a:lnTo>
                <a:lnTo>
                  <a:pt x="1337021" y="80470"/>
                </a:lnTo>
                <a:cubicBezTo>
                  <a:pt x="1337021" y="74403"/>
                  <a:pt x="1335897" y="70110"/>
                  <a:pt x="1333648" y="67591"/>
                </a:cubicBezTo>
                <a:cubicBezTo>
                  <a:pt x="1331400" y="65071"/>
                  <a:pt x="1328239" y="63811"/>
                  <a:pt x="1324168" y="63811"/>
                </a:cubicBezTo>
                <a:cubicBezTo>
                  <a:pt x="1319671" y="63811"/>
                  <a:pt x="1316024" y="65511"/>
                  <a:pt x="1313229" y="68910"/>
                </a:cubicBezTo>
                <a:cubicBezTo>
                  <a:pt x="1310433" y="72308"/>
                  <a:pt x="1309035" y="78407"/>
                  <a:pt x="1309035" y="87208"/>
                </a:cubicBezTo>
                <a:lnTo>
                  <a:pt x="1309035" y="133639"/>
                </a:lnTo>
                <a:lnTo>
                  <a:pt x="1271934" y="133639"/>
                </a:lnTo>
                <a:lnTo>
                  <a:pt x="1271934" y="36828"/>
                </a:lnTo>
                <a:close/>
                <a:moveTo>
                  <a:pt x="1441198" y="0"/>
                </a:moveTo>
                <a:lnTo>
                  <a:pt x="1441198" y="36828"/>
                </a:lnTo>
                <a:lnTo>
                  <a:pt x="1461618" y="36828"/>
                </a:lnTo>
                <a:lnTo>
                  <a:pt x="1461618" y="63993"/>
                </a:lnTo>
                <a:lnTo>
                  <a:pt x="1441198" y="63993"/>
                </a:lnTo>
                <a:lnTo>
                  <a:pt x="1441198" y="98292"/>
                </a:lnTo>
                <a:cubicBezTo>
                  <a:pt x="1441198" y="102417"/>
                  <a:pt x="1441593" y="105146"/>
                  <a:pt x="1442383" y="106479"/>
                </a:cubicBezTo>
                <a:cubicBezTo>
                  <a:pt x="1443599" y="108542"/>
                  <a:pt x="1445726" y="109573"/>
                  <a:pt x="1448764" y="109573"/>
                </a:cubicBezTo>
                <a:cubicBezTo>
                  <a:pt x="1451499" y="109573"/>
                  <a:pt x="1455328" y="108785"/>
                  <a:pt x="1460250" y="107208"/>
                </a:cubicBezTo>
                <a:lnTo>
                  <a:pt x="1462985" y="132818"/>
                </a:lnTo>
                <a:cubicBezTo>
                  <a:pt x="1453809" y="134824"/>
                  <a:pt x="1445240" y="135827"/>
                  <a:pt x="1437278" y="135827"/>
                </a:cubicBezTo>
                <a:cubicBezTo>
                  <a:pt x="1428041" y="135827"/>
                  <a:pt x="1421234" y="134643"/>
                  <a:pt x="1416859" y="132277"/>
                </a:cubicBezTo>
                <a:cubicBezTo>
                  <a:pt x="1412483" y="129909"/>
                  <a:pt x="1409247" y="126313"/>
                  <a:pt x="1407150" y="121489"/>
                </a:cubicBezTo>
                <a:cubicBezTo>
                  <a:pt x="1405054" y="116663"/>
                  <a:pt x="1404005" y="108848"/>
                  <a:pt x="1404005" y="98044"/>
                </a:cubicBezTo>
                <a:lnTo>
                  <a:pt x="1404005" y="63993"/>
                </a:lnTo>
                <a:lnTo>
                  <a:pt x="1390332" y="63993"/>
                </a:lnTo>
                <a:lnTo>
                  <a:pt x="1390332" y="36828"/>
                </a:lnTo>
                <a:lnTo>
                  <a:pt x="1404005" y="36828"/>
                </a:lnTo>
                <a:lnTo>
                  <a:pt x="1404005" y="19052"/>
                </a:lnTo>
                <a:lnTo>
                  <a:pt x="1441198" y="0"/>
                </a:lnTo>
                <a:close/>
                <a:moveTo>
                  <a:pt x="1480661" y="0"/>
                </a:moveTo>
                <a:lnTo>
                  <a:pt x="1517762" y="0"/>
                </a:lnTo>
                <a:lnTo>
                  <a:pt x="1517762" y="25160"/>
                </a:lnTo>
                <a:lnTo>
                  <a:pt x="1480661" y="25160"/>
                </a:lnTo>
                <a:lnTo>
                  <a:pt x="1480661" y="0"/>
                </a:lnTo>
                <a:moveTo>
                  <a:pt x="1480661" y="36828"/>
                </a:moveTo>
                <a:lnTo>
                  <a:pt x="1517762" y="36828"/>
                </a:lnTo>
                <a:lnTo>
                  <a:pt x="1517762" y="133639"/>
                </a:lnTo>
                <a:lnTo>
                  <a:pt x="1480661" y="133639"/>
                </a:lnTo>
                <a:lnTo>
                  <a:pt x="1480661" y="36828"/>
                </a:lnTo>
                <a:close/>
                <a:moveTo>
                  <a:pt x="1613679" y="95717"/>
                </a:moveTo>
                <a:lnTo>
                  <a:pt x="1648957" y="99728"/>
                </a:lnTo>
                <a:cubicBezTo>
                  <a:pt x="1647013" y="107081"/>
                  <a:pt x="1643822" y="113447"/>
                  <a:pt x="1639386" y="118826"/>
                </a:cubicBezTo>
                <a:cubicBezTo>
                  <a:pt x="1634949" y="124204"/>
                  <a:pt x="1629282" y="128382"/>
                  <a:pt x="1622385" y="131360"/>
                </a:cubicBezTo>
                <a:cubicBezTo>
                  <a:pt x="1615487" y="134338"/>
                  <a:pt x="1606720" y="135827"/>
                  <a:pt x="1596085" y="135827"/>
                </a:cubicBezTo>
                <a:cubicBezTo>
                  <a:pt x="1585815" y="135827"/>
                  <a:pt x="1577261" y="134870"/>
                  <a:pt x="1570424" y="132958"/>
                </a:cubicBezTo>
                <a:cubicBezTo>
                  <a:pt x="1563587" y="131046"/>
                  <a:pt x="1557707" y="127949"/>
                  <a:pt x="1552785" y="123668"/>
                </a:cubicBezTo>
                <a:cubicBezTo>
                  <a:pt x="1547862" y="119388"/>
                  <a:pt x="1544003" y="114363"/>
                  <a:pt x="1541208" y="108596"/>
                </a:cubicBezTo>
                <a:cubicBezTo>
                  <a:pt x="1538412" y="102826"/>
                  <a:pt x="1537014" y="95175"/>
                  <a:pt x="1537014" y="85644"/>
                </a:cubicBezTo>
                <a:cubicBezTo>
                  <a:pt x="1537014" y="75686"/>
                  <a:pt x="1538716" y="67399"/>
                  <a:pt x="1542119" y="60780"/>
                </a:cubicBezTo>
                <a:cubicBezTo>
                  <a:pt x="1544611" y="55922"/>
                  <a:pt x="1548014" y="51565"/>
                  <a:pt x="1552329" y="47710"/>
                </a:cubicBezTo>
                <a:cubicBezTo>
                  <a:pt x="1556644" y="43855"/>
                  <a:pt x="1561080" y="40986"/>
                  <a:pt x="1565638" y="39104"/>
                </a:cubicBezTo>
                <a:cubicBezTo>
                  <a:pt x="1572870" y="36128"/>
                  <a:pt x="1582138" y="34640"/>
                  <a:pt x="1593442" y="34640"/>
                </a:cubicBezTo>
                <a:cubicBezTo>
                  <a:pt x="1609243" y="34640"/>
                  <a:pt x="1621291" y="37474"/>
                  <a:pt x="1629586" y="43141"/>
                </a:cubicBezTo>
                <a:cubicBezTo>
                  <a:pt x="1637882" y="48808"/>
                  <a:pt x="1643701" y="57096"/>
                  <a:pt x="1647043" y="68004"/>
                </a:cubicBezTo>
                <a:lnTo>
                  <a:pt x="1612129" y="72562"/>
                </a:lnTo>
                <a:cubicBezTo>
                  <a:pt x="1611035" y="68460"/>
                  <a:pt x="1609045" y="65368"/>
                  <a:pt x="1606158" y="63287"/>
                </a:cubicBezTo>
                <a:cubicBezTo>
                  <a:pt x="1603272" y="61206"/>
                  <a:pt x="1599397" y="60165"/>
                  <a:pt x="1594536" y="60165"/>
                </a:cubicBezTo>
                <a:cubicBezTo>
                  <a:pt x="1588398" y="60165"/>
                  <a:pt x="1583429" y="62348"/>
                  <a:pt x="1579631" y="66714"/>
                </a:cubicBezTo>
                <a:cubicBezTo>
                  <a:pt x="1575833" y="71080"/>
                  <a:pt x="1573934" y="77690"/>
                  <a:pt x="1573934" y="86544"/>
                </a:cubicBezTo>
                <a:cubicBezTo>
                  <a:pt x="1573934" y="94435"/>
                  <a:pt x="1575818" y="100429"/>
                  <a:pt x="1579586" y="104525"/>
                </a:cubicBezTo>
                <a:cubicBezTo>
                  <a:pt x="1583353" y="108620"/>
                  <a:pt x="1588154" y="110667"/>
                  <a:pt x="1593989" y="110667"/>
                </a:cubicBezTo>
                <a:cubicBezTo>
                  <a:pt x="1598850" y="110667"/>
                  <a:pt x="1602937" y="109444"/>
                  <a:pt x="1606249" y="106998"/>
                </a:cubicBezTo>
                <a:cubicBezTo>
                  <a:pt x="1609562" y="104550"/>
                  <a:pt x="1612038" y="100789"/>
                  <a:pt x="1613679" y="95717"/>
                </a:cubicBezTo>
                <a:close/>
                <a:moveTo>
                  <a:pt x="1667354" y="0"/>
                </a:moveTo>
                <a:lnTo>
                  <a:pt x="1704455" y="0"/>
                </a:lnTo>
                <a:lnTo>
                  <a:pt x="1704455" y="25160"/>
                </a:lnTo>
                <a:lnTo>
                  <a:pt x="1667354" y="25160"/>
                </a:lnTo>
                <a:lnTo>
                  <a:pt x="1667354" y="0"/>
                </a:lnTo>
                <a:moveTo>
                  <a:pt x="1667354" y="36828"/>
                </a:moveTo>
                <a:lnTo>
                  <a:pt x="1704455" y="36828"/>
                </a:lnTo>
                <a:lnTo>
                  <a:pt x="1704455" y="133639"/>
                </a:lnTo>
                <a:lnTo>
                  <a:pt x="1667354" y="133639"/>
                </a:lnTo>
                <a:lnTo>
                  <a:pt x="1667354" y="36828"/>
                </a:lnTo>
                <a:close/>
                <a:moveTo>
                  <a:pt x="1772933" y="0"/>
                </a:moveTo>
                <a:lnTo>
                  <a:pt x="1772933" y="36828"/>
                </a:lnTo>
                <a:lnTo>
                  <a:pt x="1793353" y="36828"/>
                </a:lnTo>
                <a:lnTo>
                  <a:pt x="1793353" y="63993"/>
                </a:lnTo>
                <a:lnTo>
                  <a:pt x="1772933" y="63993"/>
                </a:lnTo>
                <a:lnTo>
                  <a:pt x="1772933" y="98292"/>
                </a:lnTo>
                <a:cubicBezTo>
                  <a:pt x="1772933" y="102417"/>
                  <a:pt x="1773328" y="105146"/>
                  <a:pt x="1774118" y="106479"/>
                </a:cubicBezTo>
                <a:cubicBezTo>
                  <a:pt x="1775334" y="108542"/>
                  <a:pt x="1777461" y="109573"/>
                  <a:pt x="1780499" y="109573"/>
                </a:cubicBezTo>
                <a:cubicBezTo>
                  <a:pt x="1783234" y="109573"/>
                  <a:pt x="1787063" y="108785"/>
                  <a:pt x="1791985" y="107208"/>
                </a:cubicBezTo>
                <a:lnTo>
                  <a:pt x="1794720" y="132818"/>
                </a:lnTo>
                <a:cubicBezTo>
                  <a:pt x="1785543" y="134824"/>
                  <a:pt x="1776975" y="135827"/>
                  <a:pt x="1769013" y="135827"/>
                </a:cubicBezTo>
                <a:cubicBezTo>
                  <a:pt x="1759776" y="135827"/>
                  <a:pt x="1752969" y="134643"/>
                  <a:pt x="1748594" y="132277"/>
                </a:cubicBezTo>
                <a:cubicBezTo>
                  <a:pt x="1744218" y="129909"/>
                  <a:pt x="1740982" y="126313"/>
                  <a:pt x="1738885" y="121489"/>
                </a:cubicBezTo>
                <a:cubicBezTo>
                  <a:pt x="1736789" y="116663"/>
                  <a:pt x="1735740" y="108848"/>
                  <a:pt x="1735740" y="98044"/>
                </a:cubicBezTo>
                <a:lnTo>
                  <a:pt x="1735740" y="63993"/>
                </a:lnTo>
                <a:lnTo>
                  <a:pt x="1722067" y="63993"/>
                </a:lnTo>
                <a:lnTo>
                  <a:pt x="1722067" y="36828"/>
                </a:lnTo>
                <a:lnTo>
                  <a:pt x="1735740" y="36828"/>
                </a:lnTo>
                <a:lnTo>
                  <a:pt x="1735740" y="19052"/>
                </a:lnTo>
                <a:lnTo>
                  <a:pt x="1772933" y="0"/>
                </a:lnTo>
                <a:close/>
                <a:moveTo>
                  <a:pt x="1800272" y="36828"/>
                </a:moveTo>
                <a:lnTo>
                  <a:pt x="1839470" y="36828"/>
                </a:lnTo>
                <a:lnTo>
                  <a:pt x="1859434" y="101277"/>
                </a:lnTo>
                <a:lnTo>
                  <a:pt x="1877939" y="36828"/>
                </a:lnTo>
                <a:lnTo>
                  <a:pt x="1914494" y="36828"/>
                </a:lnTo>
                <a:lnTo>
                  <a:pt x="1876116" y="140330"/>
                </a:lnTo>
                <a:cubicBezTo>
                  <a:pt x="1871741" y="152139"/>
                  <a:pt x="1867274" y="160114"/>
                  <a:pt x="1862716" y="164254"/>
                </a:cubicBezTo>
                <a:cubicBezTo>
                  <a:pt x="1856274" y="170098"/>
                  <a:pt x="1846459" y="173019"/>
                  <a:pt x="1833272" y="173019"/>
                </a:cubicBezTo>
                <a:cubicBezTo>
                  <a:pt x="1827924" y="173019"/>
                  <a:pt x="1819659" y="172290"/>
                  <a:pt x="1808476" y="170832"/>
                </a:cubicBezTo>
                <a:lnTo>
                  <a:pt x="1805559" y="144925"/>
                </a:lnTo>
                <a:cubicBezTo>
                  <a:pt x="1810907" y="146638"/>
                  <a:pt x="1816863" y="147495"/>
                  <a:pt x="1823426" y="147495"/>
                </a:cubicBezTo>
                <a:cubicBezTo>
                  <a:pt x="1827802" y="147495"/>
                  <a:pt x="1831342" y="146486"/>
                  <a:pt x="1834046" y="144467"/>
                </a:cubicBezTo>
                <a:cubicBezTo>
                  <a:pt x="1836751" y="142448"/>
                  <a:pt x="1839045" y="138838"/>
                  <a:pt x="1840929" y="133636"/>
                </a:cubicBezTo>
                <a:lnTo>
                  <a:pt x="1800272" y="36828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8B7AE7-AD22-4E30-8984-2DC3CE9C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50" y="1517583"/>
            <a:ext cx="3238674" cy="1065715"/>
          </a:xfrm>
          <a:custGeom xmlns:a="http://schemas.openxmlformats.org/drawingml/2006/main">
            <a:pathLst>
              <a:path w="3238674" h="1065715">
                <a:moveTo>
                  <a:pt x="3238674" y="130193"/>
                </a:moveTo>
                <a:lnTo>
                  <a:pt x="3238674" y="935508"/>
                </a:lnTo>
                <a:cubicBezTo>
                  <a:pt x="3238674" y="1007371"/>
                  <a:pt x="3180324" y="1065715"/>
                  <a:pt x="3108464" y="1065715"/>
                </a:cubicBezTo>
                <a:lnTo>
                  <a:pt x="130208" y="1065715"/>
                </a:lnTo>
                <a:cubicBezTo>
                  <a:pt x="58344" y="1065715"/>
                  <a:pt x="0" y="1007371"/>
                  <a:pt x="0" y="935508"/>
                </a:cubicBezTo>
                <a:lnTo>
                  <a:pt x="0" y="130193"/>
                </a:lnTo>
                <a:cubicBezTo>
                  <a:pt x="0" y="58333"/>
                  <a:pt x="58344" y="0"/>
                  <a:pt x="130208" y="0"/>
                </a:cubicBezTo>
                <a:lnTo>
                  <a:pt x="3108464" y="0"/>
                </a:lnTo>
                <a:cubicBezTo>
                  <a:pt x="3180324" y="0"/>
                  <a:pt x="3238674" y="58333"/>
                  <a:pt x="3238674" y="130193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Primarytask">
            <a:extLst xmlns:a="http://schemas.openxmlformats.org/drawingml/2006/main">
              <a:ext uri="{FF2B5EF4-FFF2-40B4-BE49-F238E27FC236}">
                <a16:creationId xmlns:a16="http://schemas.microsoft.com/office/drawing/2014/main" id="{7F10A45B-1781-47B2-A095-D780ACAA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9" y="1593347"/>
            <a:ext cx="745710" cy="126214"/>
          </a:xfrm>
          <a:custGeom xmlns:a="http://schemas.openxmlformats.org/drawingml/2006/main">
            <a:pathLst>
              <a:path w="745710" h="126214">
                <a:moveTo>
                  <a:pt x="0" y="97487"/>
                </a:moveTo>
                <a:lnTo>
                  <a:pt x="0" y="0"/>
                </a:lnTo>
                <a:lnTo>
                  <a:pt x="36774" y="0"/>
                </a:lnTo>
                <a:cubicBezTo>
                  <a:pt x="43246" y="0"/>
                  <a:pt x="48189" y="310"/>
                  <a:pt x="51603" y="929"/>
                </a:cubicBezTo>
                <a:cubicBezTo>
                  <a:pt x="56391" y="1727"/>
                  <a:pt x="60403" y="3244"/>
                  <a:pt x="63639" y="5480"/>
                </a:cubicBezTo>
                <a:cubicBezTo>
                  <a:pt x="66875" y="7716"/>
                  <a:pt x="69480" y="10849"/>
                  <a:pt x="71453" y="14879"/>
                </a:cubicBezTo>
                <a:cubicBezTo>
                  <a:pt x="73426" y="18908"/>
                  <a:pt x="74412" y="23335"/>
                  <a:pt x="74412" y="28162"/>
                </a:cubicBezTo>
                <a:cubicBezTo>
                  <a:pt x="74412" y="36444"/>
                  <a:pt x="71774" y="43452"/>
                  <a:pt x="66499" y="49186"/>
                </a:cubicBezTo>
                <a:cubicBezTo>
                  <a:pt x="61223" y="54920"/>
                  <a:pt x="51692" y="57787"/>
                  <a:pt x="37904" y="57787"/>
                </a:cubicBezTo>
                <a:lnTo>
                  <a:pt x="12901" y="57787"/>
                </a:lnTo>
                <a:lnTo>
                  <a:pt x="12901" y="97487"/>
                </a:lnTo>
                <a:lnTo>
                  <a:pt x="0" y="97487"/>
                </a:lnTo>
                <a:moveTo>
                  <a:pt x="12901" y="46283"/>
                </a:moveTo>
                <a:lnTo>
                  <a:pt x="38104" y="46283"/>
                </a:lnTo>
                <a:cubicBezTo>
                  <a:pt x="46438" y="46283"/>
                  <a:pt x="52357" y="44735"/>
                  <a:pt x="55859" y="41639"/>
                </a:cubicBezTo>
                <a:cubicBezTo>
                  <a:pt x="59361" y="38541"/>
                  <a:pt x="61112" y="34182"/>
                  <a:pt x="61112" y="28561"/>
                </a:cubicBezTo>
                <a:cubicBezTo>
                  <a:pt x="61112" y="24491"/>
                  <a:pt x="60081" y="21007"/>
                  <a:pt x="58020" y="18108"/>
                </a:cubicBezTo>
                <a:cubicBezTo>
                  <a:pt x="55959" y="15210"/>
                  <a:pt x="53243" y="13296"/>
                  <a:pt x="49874" y="12367"/>
                </a:cubicBezTo>
                <a:cubicBezTo>
                  <a:pt x="47702" y="11792"/>
                  <a:pt x="43690" y="11504"/>
                  <a:pt x="37838" y="11504"/>
                </a:cubicBezTo>
                <a:lnTo>
                  <a:pt x="12901" y="11504"/>
                </a:lnTo>
                <a:lnTo>
                  <a:pt x="12901" y="46283"/>
                </a:lnTo>
                <a:close/>
                <a:moveTo>
                  <a:pt x="89162" y="97487"/>
                </a:moveTo>
                <a:lnTo>
                  <a:pt x="89162" y="26865"/>
                </a:lnTo>
                <a:lnTo>
                  <a:pt x="99935" y="26865"/>
                </a:lnTo>
                <a:lnTo>
                  <a:pt x="99935" y="37505"/>
                </a:lnTo>
                <a:cubicBezTo>
                  <a:pt x="102684" y="32523"/>
                  <a:pt x="105222" y="29239"/>
                  <a:pt x="107549" y="27651"/>
                </a:cubicBezTo>
                <a:cubicBezTo>
                  <a:pt x="109876" y="26063"/>
                  <a:pt x="112437" y="25269"/>
                  <a:pt x="115230" y="25269"/>
                </a:cubicBezTo>
                <a:cubicBezTo>
                  <a:pt x="119264" y="25269"/>
                  <a:pt x="123365" y="26550"/>
                  <a:pt x="127532" y="29110"/>
                </a:cubicBezTo>
                <a:lnTo>
                  <a:pt x="123409" y="40165"/>
                </a:lnTo>
                <a:cubicBezTo>
                  <a:pt x="120483" y="38436"/>
                  <a:pt x="117557" y="37572"/>
                  <a:pt x="114631" y="37572"/>
                </a:cubicBezTo>
                <a:cubicBezTo>
                  <a:pt x="112015" y="37572"/>
                  <a:pt x="109666" y="38360"/>
                  <a:pt x="107582" y="39937"/>
                </a:cubicBezTo>
                <a:cubicBezTo>
                  <a:pt x="105499" y="41512"/>
                  <a:pt x="104013" y="43697"/>
                  <a:pt x="103127" y="46493"/>
                </a:cubicBezTo>
                <a:cubicBezTo>
                  <a:pt x="101797" y="50753"/>
                  <a:pt x="101132" y="55413"/>
                  <a:pt x="101132" y="60472"/>
                </a:cubicBezTo>
                <a:lnTo>
                  <a:pt x="101132" y="97487"/>
                </a:lnTo>
                <a:lnTo>
                  <a:pt x="89162" y="97487"/>
                </a:lnTo>
                <a:close/>
                <a:moveTo>
                  <a:pt x="134726" y="13832"/>
                </a:moveTo>
                <a:lnTo>
                  <a:pt x="134726" y="0"/>
                </a:lnTo>
                <a:lnTo>
                  <a:pt x="146696" y="0"/>
                </a:lnTo>
                <a:lnTo>
                  <a:pt x="146696" y="13832"/>
                </a:lnTo>
                <a:lnTo>
                  <a:pt x="134726" y="13832"/>
                </a:lnTo>
                <a:moveTo>
                  <a:pt x="134726" y="97487"/>
                </a:moveTo>
                <a:lnTo>
                  <a:pt x="134726" y="26865"/>
                </a:lnTo>
                <a:lnTo>
                  <a:pt x="146696" y="26865"/>
                </a:lnTo>
                <a:lnTo>
                  <a:pt x="146696" y="97487"/>
                </a:lnTo>
                <a:lnTo>
                  <a:pt x="134726" y="97487"/>
                </a:lnTo>
                <a:close/>
                <a:moveTo>
                  <a:pt x="164921" y="97487"/>
                </a:moveTo>
                <a:lnTo>
                  <a:pt x="164921" y="26865"/>
                </a:lnTo>
                <a:lnTo>
                  <a:pt x="175627" y="26865"/>
                </a:lnTo>
                <a:lnTo>
                  <a:pt x="175627" y="36707"/>
                </a:lnTo>
                <a:cubicBezTo>
                  <a:pt x="177844" y="33269"/>
                  <a:pt x="180792" y="30503"/>
                  <a:pt x="184471" y="28409"/>
                </a:cubicBezTo>
                <a:cubicBezTo>
                  <a:pt x="188151" y="26316"/>
                  <a:pt x="192341" y="25269"/>
                  <a:pt x="197040" y="25269"/>
                </a:cubicBezTo>
                <a:cubicBezTo>
                  <a:pt x="202271" y="25269"/>
                  <a:pt x="206560" y="26350"/>
                  <a:pt x="209907" y="28511"/>
                </a:cubicBezTo>
                <a:cubicBezTo>
                  <a:pt x="213254" y="30671"/>
                  <a:pt x="215615" y="33691"/>
                  <a:pt x="216989" y="37572"/>
                </a:cubicBezTo>
                <a:cubicBezTo>
                  <a:pt x="222575" y="29370"/>
                  <a:pt x="229846" y="25269"/>
                  <a:pt x="238801" y="25269"/>
                </a:cubicBezTo>
                <a:cubicBezTo>
                  <a:pt x="245805" y="25269"/>
                  <a:pt x="251192" y="27209"/>
                  <a:pt x="254960" y="31088"/>
                </a:cubicBezTo>
                <a:cubicBezTo>
                  <a:pt x="258728" y="34967"/>
                  <a:pt x="260612" y="40941"/>
                  <a:pt x="260612" y="49009"/>
                </a:cubicBezTo>
                <a:lnTo>
                  <a:pt x="260612" y="97487"/>
                </a:lnTo>
                <a:lnTo>
                  <a:pt x="248709" y="97487"/>
                </a:lnTo>
                <a:lnTo>
                  <a:pt x="248709" y="52952"/>
                </a:lnTo>
                <a:cubicBezTo>
                  <a:pt x="248709" y="48158"/>
                  <a:pt x="248321" y="44708"/>
                  <a:pt x="247545" y="42601"/>
                </a:cubicBezTo>
                <a:cubicBezTo>
                  <a:pt x="246770" y="40492"/>
                  <a:pt x="245362" y="38794"/>
                  <a:pt x="243323" y="37507"/>
                </a:cubicBezTo>
                <a:cubicBezTo>
                  <a:pt x="241283" y="36220"/>
                  <a:pt x="238890" y="35577"/>
                  <a:pt x="236141" y="35577"/>
                </a:cubicBezTo>
                <a:cubicBezTo>
                  <a:pt x="231176" y="35577"/>
                  <a:pt x="227053" y="37230"/>
                  <a:pt x="223772" y="40537"/>
                </a:cubicBezTo>
                <a:cubicBezTo>
                  <a:pt x="220492" y="43843"/>
                  <a:pt x="218851" y="49135"/>
                  <a:pt x="218851" y="56414"/>
                </a:cubicBezTo>
                <a:lnTo>
                  <a:pt x="218851" y="97487"/>
                </a:lnTo>
                <a:lnTo>
                  <a:pt x="206882" y="97487"/>
                </a:lnTo>
                <a:lnTo>
                  <a:pt x="206882" y="51553"/>
                </a:lnTo>
                <a:cubicBezTo>
                  <a:pt x="206882" y="46228"/>
                  <a:pt x="205906" y="42234"/>
                  <a:pt x="203956" y="39571"/>
                </a:cubicBezTo>
                <a:cubicBezTo>
                  <a:pt x="202005" y="36908"/>
                  <a:pt x="198813" y="35577"/>
                  <a:pt x="194380" y="35577"/>
                </a:cubicBezTo>
                <a:cubicBezTo>
                  <a:pt x="191011" y="35577"/>
                  <a:pt x="187896" y="36465"/>
                  <a:pt x="185037" y="38241"/>
                </a:cubicBezTo>
                <a:cubicBezTo>
                  <a:pt x="182177" y="40016"/>
                  <a:pt x="180105" y="42612"/>
                  <a:pt x="178819" y="46030"/>
                </a:cubicBezTo>
                <a:cubicBezTo>
                  <a:pt x="177533" y="49446"/>
                  <a:pt x="176891" y="54372"/>
                  <a:pt x="176891" y="60807"/>
                </a:cubicBezTo>
                <a:lnTo>
                  <a:pt x="176891" y="97487"/>
                </a:lnTo>
                <a:lnTo>
                  <a:pt x="164921" y="97487"/>
                </a:lnTo>
                <a:close/>
                <a:moveTo>
                  <a:pt x="324464" y="88767"/>
                </a:moveTo>
                <a:cubicBezTo>
                  <a:pt x="320030" y="92538"/>
                  <a:pt x="315763" y="95200"/>
                  <a:pt x="311663" y="96753"/>
                </a:cubicBezTo>
                <a:cubicBezTo>
                  <a:pt x="307562" y="98306"/>
                  <a:pt x="303162" y="99083"/>
                  <a:pt x="298463" y="99083"/>
                </a:cubicBezTo>
                <a:cubicBezTo>
                  <a:pt x="290705" y="99083"/>
                  <a:pt x="284742" y="97186"/>
                  <a:pt x="280575" y="93393"/>
                </a:cubicBezTo>
                <a:cubicBezTo>
                  <a:pt x="276407" y="89600"/>
                  <a:pt x="274324" y="84753"/>
                  <a:pt x="274324" y="78853"/>
                </a:cubicBezTo>
                <a:cubicBezTo>
                  <a:pt x="274324" y="75393"/>
                  <a:pt x="275111" y="72233"/>
                  <a:pt x="276684" y="69373"/>
                </a:cubicBezTo>
                <a:cubicBezTo>
                  <a:pt x="278258" y="66510"/>
                  <a:pt x="280320" y="64214"/>
                  <a:pt x="282869" y="62484"/>
                </a:cubicBezTo>
                <a:cubicBezTo>
                  <a:pt x="285418" y="60753"/>
                  <a:pt x="288288" y="59445"/>
                  <a:pt x="291480" y="58558"/>
                </a:cubicBezTo>
                <a:cubicBezTo>
                  <a:pt x="293830" y="57936"/>
                  <a:pt x="297377" y="57337"/>
                  <a:pt x="302120" y="56761"/>
                </a:cubicBezTo>
                <a:cubicBezTo>
                  <a:pt x="311785" y="55616"/>
                  <a:pt x="318900" y="54252"/>
                  <a:pt x="323466" y="52667"/>
                </a:cubicBezTo>
                <a:cubicBezTo>
                  <a:pt x="323511" y="51034"/>
                  <a:pt x="323533" y="49996"/>
                  <a:pt x="323533" y="49554"/>
                </a:cubicBezTo>
                <a:cubicBezTo>
                  <a:pt x="323533" y="44695"/>
                  <a:pt x="322402" y="41273"/>
                  <a:pt x="320141" y="39286"/>
                </a:cubicBezTo>
                <a:cubicBezTo>
                  <a:pt x="317082" y="36592"/>
                  <a:pt x="312538" y="35244"/>
                  <a:pt x="306509" y="35244"/>
                </a:cubicBezTo>
                <a:cubicBezTo>
                  <a:pt x="300879" y="35244"/>
                  <a:pt x="296723" y="36231"/>
                  <a:pt x="294041" y="38203"/>
                </a:cubicBezTo>
                <a:cubicBezTo>
                  <a:pt x="291358" y="40176"/>
                  <a:pt x="289375" y="43667"/>
                  <a:pt x="288089" y="48677"/>
                </a:cubicBezTo>
                <a:lnTo>
                  <a:pt x="276385" y="47081"/>
                </a:lnTo>
                <a:cubicBezTo>
                  <a:pt x="277449" y="42056"/>
                  <a:pt x="279200" y="37998"/>
                  <a:pt x="281639" y="34908"/>
                </a:cubicBezTo>
                <a:cubicBezTo>
                  <a:pt x="284077" y="31817"/>
                  <a:pt x="287601" y="29438"/>
                  <a:pt x="292212" y="27771"/>
                </a:cubicBezTo>
                <a:cubicBezTo>
                  <a:pt x="296822" y="26103"/>
                  <a:pt x="302165" y="25269"/>
                  <a:pt x="308238" y="25269"/>
                </a:cubicBezTo>
                <a:cubicBezTo>
                  <a:pt x="314267" y="25269"/>
                  <a:pt x="319166" y="25979"/>
                  <a:pt x="322934" y="27397"/>
                </a:cubicBezTo>
                <a:cubicBezTo>
                  <a:pt x="326703" y="28816"/>
                  <a:pt x="329473" y="30600"/>
                  <a:pt x="331247" y="32751"/>
                </a:cubicBezTo>
                <a:cubicBezTo>
                  <a:pt x="333020" y="34901"/>
                  <a:pt x="334261" y="37616"/>
                  <a:pt x="334970" y="40897"/>
                </a:cubicBezTo>
                <a:cubicBezTo>
                  <a:pt x="335369" y="42936"/>
                  <a:pt x="335569" y="46616"/>
                  <a:pt x="335569" y="51935"/>
                </a:cubicBezTo>
                <a:lnTo>
                  <a:pt x="335569" y="67895"/>
                </a:lnTo>
                <a:cubicBezTo>
                  <a:pt x="335569" y="79023"/>
                  <a:pt x="335824" y="86060"/>
                  <a:pt x="336334" y="89008"/>
                </a:cubicBezTo>
                <a:cubicBezTo>
                  <a:pt x="336844" y="91956"/>
                  <a:pt x="337852" y="94783"/>
                  <a:pt x="339359" y="97487"/>
                </a:cubicBezTo>
                <a:lnTo>
                  <a:pt x="326858" y="97487"/>
                </a:lnTo>
                <a:cubicBezTo>
                  <a:pt x="325616" y="95002"/>
                  <a:pt x="324818" y="92095"/>
                  <a:pt x="324464" y="88767"/>
                </a:cubicBezTo>
                <a:moveTo>
                  <a:pt x="323466" y="61977"/>
                </a:moveTo>
                <a:cubicBezTo>
                  <a:pt x="319122" y="63765"/>
                  <a:pt x="312605" y="65285"/>
                  <a:pt x="303916" y="66536"/>
                </a:cubicBezTo>
                <a:cubicBezTo>
                  <a:pt x="298995" y="67248"/>
                  <a:pt x="295515" y="68050"/>
                  <a:pt x="293475" y="68940"/>
                </a:cubicBezTo>
                <a:cubicBezTo>
                  <a:pt x="291436" y="69830"/>
                  <a:pt x="289862" y="71132"/>
                  <a:pt x="288754" y="72847"/>
                </a:cubicBezTo>
                <a:cubicBezTo>
                  <a:pt x="287646" y="74561"/>
                  <a:pt x="287091" y="76464"/>
                  <a:pt x="287091" y="78556"/>
                </a:cubicBezTo>
                <a:cubicBezTo>
                  <a:pt x="287091" y="81760"/>
                  <a:pt x="288300" y="84431"/>
                  <a:pt x="290716" y="86569"/>
                </a:cubicBezTo>
                <a:cubicBezTo>
                  <a:pt x="293132" y="88705"/>
                  <a:pt x="296667" y="89773"/>
                  <a:pt x="301322" y="89773"/>
                </a:cubicBezTo>
                <a:cubicBezTo>
                  <a:pt x="305933" y="89773"/>
                  <a:pt x="310034" y="88760"/>
                  <a:pt x="313624" y="86733"/>
                </a:cubicBezTo>
                <a:cubicBezTo>
                  <a:pt x="317215" y="84706"/>
                  <a:pt x="319853" y="81933"/>
                  <a:pt x="321538" y="78414"/>
                </a:cubicBezTo>
                <a:cubicBezTo>
                  <a:pt x="322823" y="75696"/>
                  <a:pt x="323466" y="71687"/>
                  <a:pt x="323466" y="66386"/>
                </a:cubicBezTo>
                <a:lnTo>
                  <a:pt x="323466" y="61977"/>
                </a:lnTo>
                <a:close/>
                <a:moveTo>
                  <a:pt x="353996" y="97487"/>
                </a:moveTo>
                <a:lnTo>
                  <a:pt x="353996" y="26865"/>
                </a:lnTo>
                <a:lnTo>
                  <a:pt x="364768" y="26865"/>
                </a:lnTo>
                <a:lnTo>
                  <a:pt x="364768" y="37505"/>
                </a:lnTo>
                <a:cubicBezTo>
                  <a:pt x="367517" y="32523"/>
                  <a:pt x="370055" y="29239"/>
                  <a:pt x="372382" y="27651"/>
                </a:cubicBezTo>
                <a:cubicBezTo>
                  <a:pt x="374710" y="26063"/>
                  <a:pt x="377270" y="25269"/>
                  <a:pt x="380063" y="25269"/>
                </a:cubicBezTo>
                <a:cubicBezTo>
                  <a:pt x="384097" y="25269"/>
                  <a:pt x="388198" y="26550"/>
                  <a:pt x="392365" y="29110"/>
                </a:cubicBezTo>
                <a:lnTo>
                  <a:pt x="388242" y="40165"/>
                </a:lnTo>
                <a:cubicBezTo>
                  <a:pt x="385316" y="38436"/>
                  <a:pt x="382391" y="37572"/>
                  <a:pt x="379465" y="37572"/>
                </a:cubicBezTo>
                <a:cubicBezTo>
                  <a:pt x="376849" y="37572"/>
                  <a:pt x="374499" y="38360"/>
                  <a:pt x="372416" y="39937"/>
                </a:cubicBezTo>
                <a:cubicBezTo>
                  <a:pt x="370332" y="41512"/>
                  <a:pt x="368847" y="43697"/>
                  <a:pt x="367960" y="46493"/>
                </a:cubicBezTo>
                <a:cubicBezTo>
                  <a:pt x="366630" y="50753"/>
                  <a:pt x="365965" y="55413"/>
                  <a:pt x="365965" y="60472"/>
                </a:cubicBezTo>
                <a:lnTo>
                  <a:pt x="365965" y="97487"/>
                </a:lnTo>
                <a:lnTo>
                  <a:pt x="353996" y="97487"/>
                </a:lnTo>
                <a:close/>
                <a:moveTo>
                  <a:pt x="398961" y="124751"/>
                </a:moveTo>
                <a:lnTo>
                  <a:pt x="397631" y="113513"/>
                </a:lnTo>
                <a:cubicBezTo>
                  <a:pt x="400247" y="114222"/>
                  <a:pt x="402530" y="114577"/>
                  <a:pt x="404481" y="114577"/>
                </a:cubicBezTo>
                <a:cubicBezTo>
                  <a:pt x="407141" y="114577"/>
                  <a:pt x="409268" y="114128"/>
                  <a:pt x="410864" y="113231"/>
                </a:cubicBezTo>
                <a:cubicBezTo>
                  <a:pt x="412460" y="112334"/>
                  <a:pt x="413768" y="111078"/>
                  <a:pt x="414788" y="109463"/>
                </a:cubicBezTo>
                <a:cubicBezTo>
                  <a:pt x="415542" y="108252"/>
                  <a:pt x="416761" y="105247"/>
                  <a:pt x="418445" y="100448"/>
                </a:cubicBezTo>
                <a:cubicBezTo>
                  <a:pt x="418667" y="99775"/>
                  <a:pt x="419022" y="98788"/>
                  <a:pt x="419509" y="97487"/>
                </a:cubicBezTo>
                <a:lnTo>
                  <a:pt x="392710" y="26865"/>
                </a:lnTo>
                <a:lnTo>
                  <a:pt x="405611" y="26865"/>
                </a:lnTo>
                <a:lnTo>
                  <a:pt x="420307" y="67666"/>
                </a:lnTo>
                <a:cubicBezTo>
                  <a:pt x="422214" y="72842"/>
                  <a:pt x="423920" y="78283"/>
                  <a:pt x="425428" y="83988"/>
                </a:cubicBezTo>
                <a:cubicBezTo>
                  <a:pt x="426802" y="78503"/>
                  <a:pt x="428442" y="73151"/>
                  <a:pt x="430349" y="67932"/>
                </a:cubicBezTo>
                <a:lnTo>
                  <a:pt x="445444" y="26865"/>
                </a:lnTo>
                <a:lnTo>
                  <a:pt x="457413" y="26865"/>
                </a:lnTo>
                <a:lnTo>
                  <a:pt x="430548" y="98732"/>
                </a:lnTo>
                <a:cubicBezTo>
                  <a:pt x="427666" y="106495"/>
                  <a:pt x="425428" y="111841"/>
                  <a:pt x="423832" y="114768"/>
                </a:cubicBezTo>
                <a:cubicBezTo>
                  <a:pt x="421704" y="118717"/>
                  <a:pt x="419265" y="121611"/>
                  <a:pt x="416517" y="123453"/>
                </a:cubicBezTo>
                <a:cubicBezTo>
                  <a:pt x="413768" y="125294"/>
                  <a:pt x="410488" y="126214"/>
                  <a:pt x="406675" y="126214"/>
                </a:cubicBezTo>
                <a:cubicBezTo>
                  <a:pt x="404370" y="126214"/>
                  <a:pt x="401798" y="125727"/>
                  <a:pt x="398961" y="124751"/>
                </a:cubicBezTo>
                <a:close/>
                <a:moveTo>
                  <a:pt x="531569" y="86914"/>
                </a:moveTo>
                <a:lnTo>
                  <a:pt x="533298" y="97487"/>
                </a:lnTo>
                <a:cubicBezTo>
                  <a:pt x="529928" y="98108"/>
                  <a:pt x="526914" y="98418"/>
                  <a:pt x="524254" y="98418"/>
                </a:cubicBezTo>
                <a:cubicBezTo>
                  <a:pt x="519909" y="98418"/>
                  <a:pt x="516540" y="97731"/>
                  <a:pt x="514146" y="96356"/>
                </a:cubicBezTo>
                <a:cubicBezTo>
                  <a:pt x="511752" y="94982"/>
                  <a:pt x="510067" y="93176"/>
                  <a:pt x="509092" y="90937"/>
                </a:cubicBezTo>
                <a:cubicBezTo>
                  <a:pt x="508117" y="88698"/>
                  <a:pt x="507629" y="83988"/>
                  <a:pt x="507629" y="76806"/>
                </a:cubicBezTo>
                <a:lnTo>
                  <a:pt x="507629" y="36175"/>
                </a:lnTo>
                <a:lnTo>
                  <a:pt x="498851" y="36175"/>
                </a:lnTo>
                <a:lnTo>
                  <a:pt x="498851" y="26865"/>
                </a:lnTo>
                <a:lnTo>
                  <a:pt x="507629" y="26865"/>
                </a:lnTo>
                <a:lnTo>
                  <a:pt x="507629" y="9329"/>
                </a:lnTo>
                <a:lnTo>
                  <a:pt x="519532" y="2128"/>
                </a:lnTo>
                <a:lnTo>
                  <a:pt x="519532" y="26865"/>
                </a:lnTo>
                <a:lnTo>
                  <a:pt x="531569" y="26865"/>
                </a:lnTo>
                <a:lnTo>
                  <a:pt x="531569" y="36175"/>
                </a:lnTo>
                <a:lnTo>
                  <a:pt x="519532" y="36175"/>
                </a:lnTo>
                <a:lnTo>
                  <a:pt x="519532" y="77471"/>
                </a:lnTo>
                <a:cubicBezTo>
                  <a:pt x="519532" y="80884"/>
                  <a:pt x="519743" y="83079"/>
                  <a:pt x="520164" y="84054"/>
                </a:cubicBezTo>
                <a:cubicBezTo>
                  <a:pt x="520585" y="85030"/>
                  <a:pt x="521272" y="85805"/>
                  <a:pt x="522226" y="86382"/>
                </a:cubicBezTo>
                <a:cubicBezTo>
                  <a:pt x="523179" y="86958"/>
                  <a:pt x="524542" y="87246"/>
                  <a:pt x="526315" y="87246"/>
                </a:cubicBezTo>
                <a:cubicBezTo>
                  <a:pt x="527645" y="87246"/>
                  <a:pt x="529396" y="87135"/>
                  <a:pt x="531569" y="86914"/>
                </a:cubicBezTo>
                <a:close/>
                <a:moveTo>
                  <a:pt x="589352" y="88767"/>
                </a:moveTo>
                <a:cubicBezTo>
                  <a:pt x="584918" y="92538"/>
                  <a:pt x="580651" y="95200"/>
                  <a:pt x="576551" y="96753"/>
                </a:cubicBezTo>
                <a:cubicBezTo>
                  <a:pt x="572450" y="98306"/>
                  <a:pt x="568050" y="99083"/>
                  <a:pt x="563351" y="99083"/>
                </a:cubicBezTo>
                <a:cubicBezTo>
                  <a:pt x="555593" y="99083"/>
                  <a:pt x="549630" y="97186"/>
                  <a:pt x="545463" y="93393"/>
                </a:cubicBezTo>
                <a:cubicBezTo>
                  <a:pt x="541295" y="89600"/>
                  <a:pt x="539212" y="84753"/>
                  <a:pt x="539212" y="78853"/>
                </a:cubicBezTo>
                <a:cubicBezTo>
                  <a:pt x="539212" y="75393"/>
                  <a:pt x="539999" y="72233"/>
                  <a:pt x="541572" y="69373"/>
                </a:cubicBezTo>
                <a:cubicBezTo>
                  <a:pt x="543146" y="66510"/>
                  <a:pt x="545208" y="64214"/>
                  <a:pt x="547757" y="62484"/>
                </a:cubicBezTo>
                <a:cubicBezTo>
                  <a:pt x="550306" y="60753"/>
                  <a:pt x="553176" y="59445"/>
                  <a:pt x="556368" y="58558"/>
                </a:cubicBezTo>
                <a:cubicBezTo>
                  <a:pt x="558718" y="57936"/>
                  <a:pt x="562265" y="57337"/>
                  <a:pt x="567008" y="56761"/>
                </a:cubicBezTo>
                <a:cubicBezTo>
                  <a:pt x="576673" y="55616"/>
                  <a:pt x="583788" y="54252"/>
                  <a:pt x="588354" y="52667"/>
                </a:cubicBezTo>
                <a:cubicBezTo>
                  <a:pt x="588399" y="51034"/>
                  <a:pt x="588421" y="49996"/>
                  <a:pt x="588421" y="49554"/>
                </a:cubicBezTo>
                <a:cubicBezTo>
                  <a:pt x="588421" y="44695"/>
                  <a:pt x="587290" y="41273"/>
                  <a:pt x="585029" y="39286"/>
                </a:cubicBezTo>
                <a:cubicBezTo>
                  <a:pt x="581970" y="36592"/>
                  <a:pt x="577426" y="35244"/>
                  <a:pt x="571397" y="35244"/>
                </a:cubicBezTo>
                <a:cubicBezTo>
                  <a:pt x="565767" y="35244"/>
                  <a:pt x="561611" y="36231"/>
                  <a:pt x="558929" y="38203"/>
                </a:cubicBezTo>
                <a:cubicBezTo>
                  <a:pt x="556246" y="40176"/>
                  <a:pt x="554263" y="43667"/>
                  <a:pt x="552977" y="48677"/>
                </a:cubicBezTo>
                <a:lnTo>
                  <a:pt x="541273" y="47081"/>
                </a:lnTo>
                <a:cubicBezTo>
                  <a:pt x="542337" y="42056"/>
                  <a:pt x="544088" y="37998"/>
                  <a:pt x="546527" y="34908"/>
                </a:cubicBezTo>
                <a:cubicBezTo>
                  <a:pt x="548965" y="31817"/>
                  <a:pt x="552489" y="29438"/>
                  <a:pt x="557100" y="27771"/>
                </a:cubicBezTo>
                <a:cubicBezTo>
                  <a:pt x="561710" y="26103"/>
                  <a:pt x="567052" y="25269"/>
                  <a:pt x="573126" y="25269"/>
                </a:cubicBezTo>
                <a:cubicBezTo>
                  <a:pt x="579155" y="25269"/>
                  <a:pt x="584054" y="25979"/>
                  <a:pt x="587822" y="27397"/>
                </a:cubicBezTo>
                <a:cubicBezTo>
                  <a:pt x="591590" y="28816"/>
                  <a:pt x="594361" y="30600"/>
                  <a:pt x="596135" y="32751"/>
                </a:cubicBezTo>
                <a:cubicBezTo>
                  <a:pt x="597908" y="34901"/>
                  <a:pt x="599149" y="37616"/>
                  <a:pt x="599858" y="40897"/>
                </a:cubicBezTo>
                <a:cubicBezTo>
                  <a:pt x="600257" y="42936"/>
                  <a:pt x="600457" y="46616"/>
                  <a:pt x="600457" y="51935"/>
                </a:cubicBezTo>
                <a:lnTo>
                  <a:pt x="600457" y="67895"/>
                </a:lnTo>
                <a:cubicBezTo>
                  <a:pt x="600457" y="79023"/>
                  <a:pt x="600712" y="86060"/>
                  <a:pt x="601222" y="89008"/>
                </a:cubicBezTo>
                <a:cubicBezTo>
                  <a:pt x="601732" y="91956"/>
                  <a:pt x="602740" y="94783"/>
                  <a:pt x="604247" y="97487"/>
                </a:cubicBezTo>
                <a:lnTo>
                  <a:pt x="591746" y="97487"/>
                </a:lnTo>
                <a:cubicBezTo>
                  <a:pt x="590504" y="95002"/>
                  <a:pt x="589706" y="92095"/>
                  <a:pt x="589352" y="88767"/>
                </a:cubicBezTo>
                <a:moveTo>
                  <a:pt x="588354" y="61977"/>
                </a:moveTo>
                <a:cubicBezTo>
                  <a:pt x="584010" y="63765"/>
                  <a:pt x="577493" y="65285"/>
                  <a:pt x="568804" y="66536"/>
                </a:cubicBezTo>
                <a:cubicBezTo>
                  <a:pt x="563883" y="67248"/>
                  <a:pt x="560403" y="68050"/>
                  <a:pt x="558363" y="68940"/>
                </a:cubicBezTo>
                <a:cubicBezTo>
                  <a:pt x="556324" y="69830"/>
                  <a:pt x="554750" y="71132"/>
                  <a:pt x="553642" y="72847"/>
                </a:cubicBezTo>
                <a:cubicBezTo>
                  <a:pt x="552534" y="74561"/>
                  <a:pt x="551979" y="76464"/>
                  <a:pt x="551979" y="78556"/>
                </a:cubicBezTo>
                <a:cubicBezTo>
                  <a:pt x="551979" y="81760"/>
                  <a:pt x="553188" y="84431"/>
                  <a:pt x="555604" y="86569"/>
                </a:cubicBezTo>
                <a:cubicBezTo>
                  <a:pt x="558020" y="88705"/>
                  <a:pt x="561555" y="89773"/>
                  <a:pt x="566210" y="89773"/>
                </a:cubicBezTo>
                <a:cubicBezTo>
                  <a:pt x="570821" y="89773"/>
                  <a:pt x="574921" y="88760"/>
                  <a:pt x="578512" y="86733"/>
                </a:cubicBezTo>
                <a:cubicBezTo>
                  <a:pt x="582103" y="84706"/>
                  <a:pt x="584741" y="81933"/>
                  <a:pt x="586426" y="78414"/>
                </a:cubicBezTo>
                <a:cubicBezTo>
                  <a:pt x="587711" y="75696"/>
                  <a:pt x="588354" y="71687"/>
                  <a:pt x="588354" y="66386"/>
                </a:cubicBezTo>
                <a:lnTo>
                  <a:pt x="588354" y="61977"/>
                </a:lnTo>
                <a:close/>
                <a:moveTo>
                  <a:pt x="614229" y="76340"/>
                </a:moveTo>
                <a:lnTo>
                  <a:pt x="626065" y="74478"/>
                </a:lnTo>
                <a:cubicBezTo>
                  <a:pt x="626730" y="79201"/>
                  <a:pt x="628581" y="82821"/>
                  <a:pt x="631618" y="85336"/>
                </a:cubicBezTo>
                <a:cubicBezTo>
                  <a:pt x="634655" y="87851"/>
                  <a:pt x="638900" y="89108"/>
                  <a:pt x="644353" y="89108"/>
                </a:cubicBezTo>
                <a:cubicBezTo>
                  <a:pt x="649850" y="89108"/>
                  <a:pt x="653928" y="87998"/>
                  <a:pt x="656588" y="85777"/>
                </a:cubicBezTo>
                <a:cubicBezTo>
                  <a:pt x="659248" y="83555"/>
                  <a:pt x="660578" y="80949"/>
                  <a:pt x="660578" y="77959"/>
                </a:cubicBezTo>
                <a:cubicBezTo>
                  <a:pt x="660578" y="75276"/>
                  <a:pt x="659403" y="73164"/>
                  <a:pt x="657054" y="71625"/>
                </a:cubicBezTo>
                <a:cubicBezTo>
                  <a:pt x="655413" y="70570"/>
                  <a:pt x="651335" y="69228"/>
                  <a:pt x="644818" y="67600"/>
                </a:cubicBezTo>
                <a:cubicBezTo>
                  <a:pt x="636040" y="65382"/>
                  <a:pt x="629956" y="63463"/>
                  <a:pt x="626564" y="61844"/>
                </a:cubicBezTo>
                <a:cubicBezTo>
                  <a:pt x="623173" y="60224"/>
                  <a:pt x="620601" y="57983"/>
                  <a:pt x="618850" y="55121"/>
                </a:cubicBezTo>
                <a:cubicBezTo>
                  <a:pt x="617099" y="52259"/>
                  <a:pt x="616224" y="49097"/>
                  <a:pt x="616224" y="45637"/>
                </a:cubicBezTo>
                <a:cubicBezTo>
                  <a:pt x="616224" y="42486"/>
                  <a:pt x="616944" y="39569"/>
                  <a:pt x="618385" y="36884"/>
                </a:cubicBezTo>
                <a:cubicBezTo>
                  <a:pt x="619826" y="34199"/>
                  <a:pt x="621787" y="31969"/>
                  <a:pt x="624270" y="30195"/>
                </a:cubicBezTo>
                <a:cubicBezTo>
                  <a:pt x="626132" y="28819"/>
                  <a:pt x="628670" y="27654"/>
                  <a:pt x="631884" y="26701"/>
                </a:cubicBezTo>
                <a:cubicBezTo>
                  <a:pt x="635098" y="25747"/>
                  <a:pt x="638545" y="25269"/>
                  <a:pt x="642225" y="25269"/>
                </a:cubicBezTo>
                <a:cubicBezTo>
                  <a:pt x="647766" y="25269"/>
                  <a:pt x="652632" y="26073"/>
                  <a:pt x="656821" y="27680"/>
                </a:cubicBezTo>
                <a:cubicBezTo>
                  <a:pt x="661010" y="29286"/>
                  <a:pt x="664103" y="31461"/>
                  <a:pt x="666098" y="34207"/>
                </a:cubicBezTo>
                <a:cubicBezTo>
                  <a:pt x="668093" y="36952"/>
                  <a:pt x="669467" y="40622"/>
                  <a:pt x="670221" y="45219"/>
                </a:cubicBezTo>
                <a:lnTo>
                  <a:pt x="658517" y="46815"/>
                </a:lnTo>
                <a:cubicBezTo>
                  <a:pt x="657985" y="43180"/>
                  <a:pt x="656444" y="40342"/>
                  <a:pt x="653895" y="38303"/>
                </a:cubicBezTo>
                <a:cubicBezTo>
                  <a:pt x="651346" y="36264"/>
                  <a:pt x="647744" y="35244"/>
                  <a:pt x="643089" y="35244"/>
                </a:cubicBezTo>
                <a:cubicBezTo>
                  <a:pt x="637592" y="35244"/>
                  <a:pt x="633668" y="36149"/>
                  <a:pt x="631319" y="37958"/>
                </a:cubicBezTo>
                <a:cubicBezTo>
                  <a:pt x="628969" y="39766"/>
                  <a:pt x="627794" y="41884"/>
                  <a:pt x="627794" y="44311"/>
                </a:cubicBezTo>
                <a:cubicBezTo>
                  <a:pt x="627794" y="45854"/>
                  <a:pt x="628282" y="47244"/>
                  <a:pt x="629257" y="48480"/>
                </a:cubicBezTo>
                <a:cubicBezTo>
                  <a:pt x="630233" y="49758"/>
                  <a:pt x="631762" y="50817"/>
                  <a:pt x="633846" y="51655"/>
                </a:cubicBezTo>
                <a:cubicBezTo>
                  <a:pt x="635043" y="52097"/>
                  <a:pt x="638567" y="53112"/>
                  <a:pt x="644419" y="54699"/>
                </a:cubicBezTo>
                <a:cubicBezTo>
                  <a:pt x="652887" y="56959"/>
                  <a:pt x="658794" y="58808"/>
                  <a:pt x="662141" y="60248"/>
                </a:cubicBezTo>
                <a:cubicBezTo>
                  <a:pt x="665488" y="61687"/>
                  <a:pt x="668115" y="63780"/>
                  <a:pt x="670021" y="66528"/>
                </a:cubicBezTo>
                <a:cubicBezTo>
                  <a:pt x="671927" y="69274"/>
                  <a:pt x="672880" y="72684"/>
                  <a:pt x="672880" y="76758"/>
                </a:cubicBezTo>
                <a:cubicBezTo>
                  <a:pt x="672880" y="80745"/>
                  <a:pt x="671717" y="84500"/>
                  <a:pt x="669389" y="88021"/>
                </a:cubicBezTo>
                <a:cubicBezTo>
                  <a:pt x="667062" y="91542"/>
                  <a:pt x="663704" y="94265"/>
                  <a:pt x="659315" y="96192"/>
                </a:cubicBezTo>
                <a:cubicBezTo>
                  <a:pt x="654926" y="98119"/>
                  <a:pt x="649961" y="99083"/>
                  <a:pt x="644419" y="99083"/>
                </a:cubicBezTo>
                <a:cubicBezTo>
                  <a:pt x="635242" y="99083"/>
                  <a:pt x="628249" y="97171"/>
                  <a:pt x="623439" y="93347"/>
                </a:cubicBezTo>
                <a:cubicBezTo>
                  <a:pt x="618629" y="89524"/>
                  <a:pt x="615559" y="83855"/>
                  <a:pt x="614229" y="76340"/>
                </a:cubicBezTo>
                <a:close/>
                <a:moveTo>
                  <a:pt x="687191" y="97487"/>
                </a:moveTo>
                <a:lnTo>
                  <a:pt x="687191" y="0"/>
                </a:lnTo>
                <a:lnTo>
                  <a:pt x="699161" y="0"/>
                </a:lnTo>
                <a:lnTo>
                  <a:pt x="699161" y="55593"/>
                </a:lnTo>
                <a:lnTo>
                  <a:pt x="727489" y="26865"/>
                </a:lnTo>
                <a:lnTo>
                  <a:pt x="742983" y="26865"/>
                </a:lnTo>
                <a:lnTo>
                  <a:pt x="715985" y="53066"/>
                </a:lnTo>
                <a:lnTo>
                  <a:pt x="745710" y="97487"/>
                </a:lnTo>
                <a:lnTo>
                  <a:pt x="730947" y="97487"/>
                </a:lnTo>
                <a:lnTo>
                  <a:pt x="707606" y="61378"/>
                </a:lnTo>
                <a:lnTo>
                  <a:pt x="699161" y="69491"/>
                </a:lnTo>
                <a:lnTo>
                  <a:pt x="699161" y="97487"/>
                </a:lnTo>
                <a:lnTo>
                  <a:pt x="687191" y="97487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ClaimVerifcation">
            <a:extLst xmlns:a="http://schemas.openxmlformats.org/drawingml/2006/main">
              <a:ext uri="{FF2B5EF4-FFF2-40B4-BE49-F238E27FC236}">
                <a16:creationId xmlns:a16="http://schemas.microsoft.com/office/drawing/2014/main" id="{21908313-1236-4077-BFEC-D2B5FCCE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02" y="1761659"/>
            <a:ext cx="1352683" cy="121134"/>
          </a:xfrm>
          <a:custGeom xmlns:a="http://schemas.openxmlformats.org/drawingml/2006/main">
            <a:pathLst>
              <a:path w="1352683" h="121134">
                <a:moveTo>
                  <a:pt x="79000" y="75968"/>
                </a:moveTo>
                <a:lnTo>
                  <a:pt x="101902" y="83150"/>
                </a:lnTo>
                <a:cubicBezTo>
                  <a:pt x="98391" y="95999"/>
                  <a:pt x="92553" y="105542"/>
                  <a:pt x="84387" y="111780"/>
                </a:cubicBezTo>
                <a:cubicBezTo>
                  <a:pt x="76221" y="118016"/>
                  <a:pt x="65860" y="121134"/>
                  <a:pt x="53305" y="121134"/>
                </a:cubicBezTo>
                <a:cubicBezTo>
                  <a:pt x="37771" y="121134"/>
                  <a:pt x="25003" y="115821"/>
                  <a:pt x="15002" y="105194"/>
                </a:cubicBezTo>
                <a:cubicBezTo>
                  <a:pt x="5001" y="94566"/>
                  <a:pt x="0" y="80037"/>
                  <a:pt x="0" y="61607"/>
                </a:cubicBezTo>
                <a:cubicBezTo>
                  <a:pt x="0" y="42109"/>
                  <a:pt x="5027" y="26968"/>
                  <a:pt x="15082" y="16182"/>
                </a:cubicBezTo>
                <a:cubicBezTo>
                  <a:pt x="25136" y="5394"/>
                  <a:pt x="38356" y="0"/>
                  <a:pt x="54742" y="0"/>
                </a:cubicBezTo>
                <a:cubicBezTo>
                  <a:pt x="69052" y="0"/>
                  <a:pt x="80676" y="4239"/>
                  <a:pt x="89613" y="12718"/>
                </a:cubicBezTo>
                <a:cubicBezTo>
                  <a:pt x="94933" y="17730"/>
                  <a:pt x="98923" y="24929"/>
                  <a:pt x="101583" y="34313"/>
                </a:cubicBezTo>
                <a:lnTo>
                  <a:pt x="78202" y="39899"/>
                </a:lnTo>
                <a:cubicBezTo>
                  <a:pt x="76819" y="33834"/>
                  <a:pt x="73933" y="29047"/>
                  <a:pt x="69544" y="25535"/>
                </a:cubicBezTo>
                <a:cubicBezTo>
                  <a:pt x="65155" y="22024"/>
                  <a:pt x="59822" y="20269"/>
                  <a:pt x="53545" y="20269"/>
                </a:cubicBezTo>
                <a:cubicBezTo>
                  <a:pt x="44873" y="20269"/>
                  <a:pt x="37838" y="23381"/>
                  <a:pt x="32438" y="29605"/>
                </a:cubicBezTo>
                <a:cubicBezTo>
                  <a:pt x="27038" y="35829"/>
                  <a:pt x="24338" y="45911"/>
                  <a:pt x="24338" y="59849"/>
                </a:cubicBezTo>
                <a:cubicBezTo>
                  <a:pt x="24338" y="74638"/>
                  <a:pt x="26998" y="85171"/>
                  <a:pt x="32318" y="91449"/>
                </a:cubicBezTo>
                <a:cubicBezTo>
                  <a:pt x="37638" y="97726"/>
                  <a:pt x="44554" y="100865"/>
                  <a:pt x="53066" y="100865"/>
                </a:cubicBezTo>
                <a:cubicBezTo>
                  <a:pt x="59343" y="100865"/>
                  <a:pt x="64743" y="98864"/>
                  <a:pt x="69265" y="94863"/>
                </a:cubicBezTo>
                <a:cubicBezTo>
                  <a:pt x="73787" y="90859"/>
                  <a:pt x="77032" y="84561"/>
                  <a:pt x="79000" y="75968"/>
                </a:cubicBezTo>
                <a:close/>
                <a:moveTo>
                  <a:pt x="122017" y="119059"/>
                </a:moveTo>
                <a:lnTo>
                  <a:pt x="122017" y="2075"/>
                </a:lnTo>
                <a:lnTo>
                  <a:pt x="144440" y="2075"/>
                </a:lnTo>
                <a:lnTo>
                  <a:pt x="144440" y="119059"/>
                </a:lnTo>
                <a:lnTo>
                  <a:pt x="122017" y="119059"/>
                </a:lnTo>
                <a:close/>
                <a:moveTo>
                  <a:pt x="184174" y="60487"/>
                </a:moveTo>
                <a:lnTo>
                  <a:pt x="163826" y="56816"/>
                </a:lnTo>
                <a:cubicBezTo>
                  <a:pt x="166113" y="48516"/>
                  <a:pt x="170050" y="42371"/>
                  <a:pt x="175636" y="38383"/>
                </a:cubicBezTo>
                <a:cubicBezTo>
                  <a:pt x="181222" y="34393"/>
                  <a:pt x="189521" y="32398"/>
                  <a:pt x="200533" y="32398"/>
                </a:cubicBezTo>
                <a:cubicBezTo>
                  <a:pt x="210534" y="32398"/>
                  <a:pt x="217982" y="33582"/>
                  <a:pt x="222877" y="35949"/>
                </a:cubicBezTo>
                <a:cubicBezTo>
                  <a:pt x="227771" y="38316"/>
                  <a:pt x="231215" y="41322"/>
                  <a:pt x="233210" y="44966"/>
                </a:cubicBezTo>
                <a:cubicBezTo>
                  <a:pt x="235205" y="48610"/>
                  <a:pt x="236203" y="55300"/>
                  <a:pt x="236203" y="65036"/>
                </a:cubicBezTo>
                <a:lnTo>
                  <a:pt x="235963" y="91209"/>
                </a:lnTo>
                <a:cubicBezTo>
                  <a:pt x="235963" y="98657"/>
                  <a:pt x="236323" y="104150"/>
                  <a:pt x="237041" y="107688"/>
                </a:cubicBezTo>
                <a:cubicBezTo>
                  <a:pt x="237759" y="111225"/>
                  <a:pt x="239102" y="115016"/>
                  <a:pt x="241071" y="119059"/>
                </a:cubicBezTo>
                <a:lnTo>
                  <a:pt x="218887" y="119059"/>
                </a:lnTo>
                <a:cubicBezTo>
                  <a:pt x="218301" y="117569"/>
                  <a:pt x="217583" y="115362"/>
                  <a:pt x="216732" y="112436"/>
                </a:cubicBezTo>
                <a:cubicBezTo>
                  <a:pt x="216360" y="111106"/>
                  <a:pt x="216094" y="110228"/>
                  <a:pt x="215934" y="109802"/>
                </a:cubicBezTo>
                <a:cubicBezTo>
                  <a:pt x="212104" y="113526"/>
                  <a:pt x="208007" y="116319"/>
                  <a:pt x="203645" y="118181"/>
                </a:cubicBezTo>
                <a:cubicBezTo>
                  <a:pt x="199283" y="120043"/>
                  <a:pt x="194628" y="120974"/>
                  <a:pt x="189680" y="120974"/>
                </a:cubicBezTo>
                <a:cubicBezTo>
                  <a:pt x="180956" y="120974"/>
                  <a:pt x="174080" y="118617"/>
                  <a:pt x="169053" y="113902"/>
                </a:cubicBezTo>
                <a:cubicBezTo>
                  <a:pt x="164025" y="109187"/>
                  <a:pt x="161512" y="103227"/>
                  <a:pt x="161512" y="96022"/>
                </a:cubicBezTo>
                <a:cubicBezTo>
                  <a:pt x="161512" y="91254"/>
                  <a:pt x="162655" y="87003"/>
                  <a:pt x="164943" y="83269"/>
                </a:cubicBezTo>
                <a:cubicBezTo>
                  <a:pt x="167231" y="79534"/>
                  <a:pt x="170436" y="76673"/>
                  <a:pt x="174559" y="74686"/>
                </a:cubicBezTo>
                <a:cubicBezTo>
                  <a:pt x="178682" y="72700"/>
                  <a:pt x="184627" y="70965"/>
                  <a:pt x="192394" y="69482"/>
                </a:cubicBezTo>
                <a:cubicBezTo>
                  <a:pt x="202874" y="67522"/>
                  <a:pt x="210135" y="65694"/>
                  <a:pt x="214179" y="63998"/>
                </a:cubicBezTo>
                <a:lnTo>
                  <a:pt x="214179" y="61739"/>
                </a:lnTo>
                <a:cubicBezTo>
                  <a:pt x="214179" y="57382"/>
                  <a:pt x="213115" y="54275"/>
                  <a:pt x="210987" y="52420"/>
                </a:cubicBezTo>
                <a:cubicBezTo>
                  <a:pt x="208859" y="50563"/>
                  <a:pt x="204842" y="49635"/>
                  <a:pt x="198937" y="49635"/>
                </a:cubicBezTo>
                <a:cubicBezTo>
                  <a:pt x="194947" y="49635"/>
                  <a:pt x="191835" y="50437"/>
                  <a:pt x="189601" y="52043"/>
                </a:cubicBezTo>
                <a:cubicBezTo>
                  <a:pt x="187366" y="53648"/>
                  <a:pt x="185558" y="56462"/>
                  <a:pt x="184174" y="60487"/>
                </a:cubicBezTo>
                <a:moveTo>
                  <a:pt x="214179" y="78681"/>
                </a:moveTo>
                <a:cubicBezTo>
                  <a:pt x="211306" y="79627"/>
                  <a:pt x="206757" y="80758"/>
                  <a:pt x="200533" y="82073"/>
                </a:cubicBezTo>
                <a:cubicBezTo>
                  <a:pt x="194309" y="83386"/>
                  <a:pt x="190239" y="84673"/>
                  <a:pt x="188324" y="85935"/>
                </a:cubicBezTo>
                <a:cubicBezTo>
                  <a:pt x="185398" y="87985"/>
                  <a:pt x="183935" y="90587"/>
                  <a:pt x="183935" y="93741"/>
                </a:cubicBezTo>
                <a:cubicBezTo>
                  <a:pt x="183935" y="96843"/>
                  <a:pt x="185105" y="99524"/>
                  <a:pt x="187446" y="101785"/>
                </a:cubicBezTo>
                <a:cubicBezTo>
                  <a:pt x="189787" y="104044"/>
                  <a:pt x="192766" y="105174"/>
                  <a:pt x="196384" y="105174"/>
                </a:cubicBezTo>
                <a:cubicBezTo>
                  <a:pt x="200427" y="105174"/>
                  <a:pt x="204284" y="103860"/>
                  <a:pt x="207954" y="101232"/>
                </a:cubicBezTo>
                <a:cubicBezTo>
                  <a:pt x="210667" y="99235"/>
                  <a:pt x="212450" y="96790"/>
                  <a:pt x="213301" y="93898"/>
                </a:cubicBezTo>
                <a:cubicBezTo>
                  <a:pt x="213886" y="92006"/>
                  <a:pt x="214179" y="88406"/>
                  <a:pt x="214179" y="83097"/>
                </a:cubicBezTo>
                <a:lnTo>
                  <a:pt x="214179" y="78681"/>
                </a:lnTo>
                <a:close/>
                <a:moveTo>
                  <a:pt x="258315" y="22822"/>
                </a:moveTo>
                <a:lnTo>
                  <a:pt x="258315" y="2075"/>
                </a:lnTo>
                <a:lnTo>
                  <a:pt x="280738" y="2075"/>
                </a:lnTo>
                <a:lnTo>
                  <a:pt x="280738" y="22822"/>
                </a:lnTo>
                <a:lnTo>
                  <a:pt x="258315" y="22822"/>
                </a:lnTo>
                <a:moveTo>
                  <a:pt x="258315" y="119059"/>
                </a:moveTo>
                <a:lnTo>
                  <a:pt x="258315" y="34313"/>
                </a:lnTo>
                <a:lnTo>
                  <a:pt x="280738" y="34313"/>
                </a:lnTo>
                <a:lnTo>
                  <a:pt x="280738" y="119059"/>
                </a:lnTo>
                <a:lnTo>
                  <a:pt x="258315" y="119059"/>
                </a:lnTo>
                <a:close/>
                <a:moveTo>
                  <a:pt x="302039" y="34313"/>
                </a:moveTo>
                <a:lnTo>
                  <a:pt x="322707" y="34313"/>
                </a:lnTo>
                <a:lnTo>
                  <a:pt x="322707" y="45884"/>
                </a:lnTo>
                <a:cubicBezTo>
                  <a:pt x="330101" y="36893"/>
                  <a:pt x="338906" y="32398"/>
                  <a:pt x="349120" y="32398"/>
                </a:cubicBezTo>
                <a:cubicBezTo>
                  <a:pt x="354546" y="32398"/>
                  <a:pt x="359254" y="33520"/>
                  <a:pt x="363244" y="35765"/>
                </a:cubicBezTo>
                <a:cubicBezTo>
                  <a:pt x="367234" y="38009"/>
                  <a:pt x="370506" y="41403"/>
                  <a:pt x="373059" y="45946"/>
                </a:cubicBezTo>
                <a:cubicBezTo>
                  <a:pt x="376783" y="41403"/>
                  <a:pt x="380800" y="38009"/>
                  <a:pt x="385109" y="35765"/>
                </a:cubicBezTo>
                <a:cubicBezTo>
                  <a:pt x="389418" y="33520"/>
                  <a:pt x="394020" y="32398"/>
                  <a:pt x="398914" y="32398"/>
                </a:cubicBezTo>
                <a:cubicBezTo>
                  <a:pt x="405138" y="32398"/>
                  <a:pt x="410405" y="33662"/>
                  <a:pt x="414714" y="36189"/>
                </a:cubicBezTo>
                <a:cubicBezTo>
                  <a:pt x="419023" y="38715"/>
                  <a:pt x="422242" y="42426"/>
                  <a:pt x="424370" y="47320"/>
                </a:cubicBezTo>
                <a:cubicBezTo>
                  <a:pt x="425913" y="50938"/>
                  <a:pt x="426684" y="56790"/>
                  <a:pt x="426684" y="64876"/>
                </a:cubicBezTo>
                <a:lnTo>
                  <a:pt x="426684" y="119059"/>
                </a:lnTo>
                <a:lnTo>
                  <a:pt x="404261" y="119059"/>
                </a:lnTo>
                <a:lnTo>
                  <a:pt x="404261" y="70676"/>
                </a:lnTo>
                <a:cubicBezTo>
                  <a:pt x="404261" y="62281"/>
                  <a:pt x="403489" y="56861"/>
                  <a:pt x="401946" y="54417"/>
                </a:cubicBezTo>
                <a:cubicBezTo>
                  <a:pt x="399872" y="51229"/>
                  <a:pt x="396680" y="49635"/>
                  <a:pt x="392371" y="49635"/>
                </a:cubicBezTo>
                <a:cubicBezTo>
                  <a:pt x="389232" y="49635"/>
                  <a:pt x="386279" y="50591"/>
                  <a:pt x="383513" y="52505"/>
                </a:cubicBezTo>
                <a:cubicBezTo>
                  <a:pt x="380747" y="54417"/>
                  <a:pt x="378752" y="57220"/>
                  <a:pt x="377528" y="60914"/>
                </a:cubicBezTo>
                <a:cubicBezTo>
                  <a:pt x="376305" y="64606"/>
                  <a:pt x="375693" y="70438"/>
                  <a:pt x="375693" y="78409"/>
                </a:cubicBezTo>
                <a:lnTo>
                  <a:pt x="375693" y="119059"/>
                </a:lnTo>
                <a:lnTo>
                  <a:pt x="353270" y="119059"/>
                </a:lnTo>
                <a:lnTo>
                  <a:pt x="353270" y="72669"/>
                </a:lnTo>
                <a:cubicBezTo>
                  <a:pt x="353270" y="64433"/>
                  <a:pt x="352871" y="59120"/>
                  <a:pt x="352073" y="56729"/>
                </a:cubicBezTo>
                <a:cubicBezTo>
                  <a:pt x="351275" y="54337"/>
                  <a:pt x="350038" y="52556"/>
                  <a:pt x="348362" y="51388"/>
                </a:cubicBezTo>
                <a:cubicBezTo>
                  <a:pt x="346686" y="50219"/>
                  <a:pt x="344412" y="49635"/>
                  <a:pt x="341539" y="49635"/>
                </a:cubicBezTo>
                <a:cubicBezTo>
                  <a:pt x="338081" y="49635"/>
                  <a:pt x="334969" y="50565"/>
                  <a:pt x="332203" y="52425"/>
                </a:cubicBezTo>
                <a:cubicBezTo>
                  <a:pt x="329436" y="54284"/>
                  <a:pt x="327455" y="56967"/>
                  <a:pt x="326258" y="60475"/>
                </a:cubicBezTo>
                <a:cubicBezTo>
                  <a:pt x="325061" y="63982"/>
                  <a:pt x="324462" y="69801"/>
                  <a:pt x="324462" y="77930"/>
                </a:cubicBezTo>
                <a:lnTo>
                  <a:pt x="324462" y="119059"/>
                </a:lnTo>
                <a:lnTo>
                  <a:pt x="302039" y="119059"/>
                </a:lnTo>
                <a:lnTo>
                  <a:pt x="302039" y="34313"/>
                </a:lnTo>
                <a:close/>
                <a:moveTo>
                  <a:pt x="524438" y="119059"/>
                </a:moveTo>
                <a:lnTo>
                  <a:pt x="482624" y="2075"/>
                </a:lnTo>
                <a:lnTo>
                  <a:pt x="508239" y="2075"/>
                </a:lnTo>
                <a:lnTo>
                  <a:pt x="537844" y="88576"/>
                </a:lnTo>
                <a:lnTo>
                  <a:pt x="566492" y="2075"/>
                </a:lnTo>
                <a:lnTo>
                  <a:pt x="591548" y="2075"/>
                </a:lnTo>
                <a:lnTo>
                  <a:pt x="549654" y="119059"/>
                </a:lnTo>
                <a:lnTo>
                  <a:pt x="524438" y="119059"/>
                </a:lnTo>
                <a:close/>
                <a:moveTo>
                  <a:pt x="643494" y="92087"/>
                </a:moveTo>
                <a:lnTo>
                  <a:pt x="665838" y="95918"/>
                </a:lnTo>
                <a:cubicBezTo>
                  <a:pt x="662965" y="104084"/>
                  <a:pt x="658430" y="110301"/>
                  <a:pt x="652232" y="114570"/>
                </a:cubicBezTo>
                <a:cubicBezTo>
                  <a:pt x="646035" y="118840"/>
                  <a:pt x="638281" y="120974"/>
                  <a:pt x="628971" y="120974"/>
                </a:cubicBezTo>
                <a:cubicBezTo>
                  <a:pt x="614235" y="120974"/>
                  <a:pt x="603329" y="116160"/>
                  <a:pt x="596254" y="106531"/>
                </a:cubicBezTo>
                <a:cubicBezTo>
                  <a:pt x="590668" y="98817"/>
                  <a:pt x="587875" y="89081"/>
                  <a:pt x="587875" y="77325"/>
                </a:cubicBezTo>
                <a:cubicBezTo>
                  <a:pt x="587875" y="63280"/>
                  <a:pt x="591546" y="52281"/>
                  <a:pt x="598887" y="44328"/>
                </a:cubicBezTo>
                <a:cubicBezTo>
                  <a:pt x="606229" y="36375"/>
                  <a:pt x="615512" y="32398"/>
                  <a:pt x="626737" y="32398"/>
                </a:cubicBezTo>
                <a:cubicBezTo>
                  <a:pt x="639345" y="32398"/>
                  <a:pt x="649293" y="36561"/>
                  <a:pt x="656581" y="44887"/>
                </a:cubicBezTo>
                <a:cubicBezTo>
                  <a:pt x="663869" y="53212"/>
                  <a:pt x="667354" y="65967"/>
                  <a:pt x="667035" y="83150"/>
                </a:cubicBezTo>
                <a:lnTo>
                  <a:pt x="610857" y="83150"/>
                </a:lnTo>
                <a:cubicBezTo>
                  <a:pt x="611016" y="89800"/>
                  <a:pt x="612825" y="94973"/>
                  <a:pt x="616283" y="98671"/>
                </a:cubicBezTo>
                <a:cubicBezTo>
                  <a:pt x="619741" y="102368"/>
                  <a:pt x="624050" y="104217"/>
                  <a:pt x="629210" y="104217"/>
                </a:cubicBezTo>
                <a:cubicBezTo>
                  <a:pt x="632722" y="104217"/>
                  <a:pt x="635674" y="103259"/>
                  <a:pt x="638068" y="101344"/>
                </a:cubicBezTo>
                <a:cubicBezTo>
                  <a:pt x="640462" y="99429"/>
                  <a:pt x="642271" y="96343"/>
                  <a:pt x="643494" y="92087"/>
                </a:cubicBezTo>
                <a:moveTo>
                  <a:pt x="644771" y="69424"/>
                </a:moveTo>
                <a:cubicBezTo>
                  <a:pt x="644611" y="62961"/>
                  <a:pt x="642936" y="58047"/>
                  <a:pt x="639744" y="54682"/>
                </a:cubicBezTo>
                <a:cubicBezTo>
                  <a:pt x="636552" y="51317"/>
                  <a:pt x="632668" y="49635"/>
                  <a:pt x="628093" y="49635"/>
                </a:cubicBezTo>
                <a:cubicBezTo>
                  <a:pt x="623199" y="49635"/>
                  <a:pt x="619156" y="51409"/>
                  <a:pt x="615964" y="54959"/>
                </a:cubicBezTo>
                <a:cubicBezTo>
                  <a:pt x="612772" y="58510"/>
                  <a:pt x="611203" y="63332"/>
                  <a:pt x="611256" y="69424"/>
                </a:cubicBezTo>
                <a:lnTo>
                  <a:pt x="644771" y="69424"/>
                </a:lnTo>
                <a:close/>
                <a:moveTo>
                  <a:pt x="706782" y="119059"/>
                </a:moveTo>
                <a:lnTo>
                  <a:pt x="684359" y="119059"/>
                </a:lnTo>
                <a:lnTo>
                  <a:pt x="684359" y="34313"/>
                </a:lnTo>
                <a:lnTo>
                  <a:pt x="705186" y="34313"/>
                </a:lnTo>
                <a:lnTo>
                  <a:pt x="705186" y="46363"/>
                </a:lnTo>
                <a:cubicBezTo>
                  <a:pt x="708751" y="40671"/>
                  <a:pt x="711956" y="36920"/>
                  <a:pt x="714802" y="35111"/>
                </a:cubicBezTo>
                <a:cubicBezTo>
                  <a:pt x="717648" y="33302"/>
                  <a:pt x="720880" y="32398"/>
                  <a:pt x="724497" y="32398"/>
                </a:cubicBezTo>
                <a:cubicBezTo>
                  <a:pt x="729605" y="32398"/>
                  <a:pt x="734525" y="33808"/>
                  <a:pt x="739260" y="36627"/>
                </a:cubicBezTo>
                <a:lnTo>
                  <a:pt x="732318" y="56178"/>
                </a:lnTo>
                <a:cubicBezTo>
                  <a:pt x="728541" y="53731"/>
                  <a:pt x="725029" y="52507"/>
                  <a:pt x="721784" y="52507"/>
                </a:cubicBezTo>
                <a:cubicBezTo>
                  <a:pt x="718646" y="52507"/>
                  <a:pt x="715986" y="53372"/>
                  <a:pt x="713804" y="55101"/>
                </a:cubicBezTo>
                <a:cubicBezTo>
                  <a:pt x="711623" y="56830"/>
                  <a:pt x="709908" y="59955"/>
                  <a:pt x="708657" y="64477"/>
                </a:cubicBezTo>
                <a:cubicBezTo>
                  <a:pt x="707407" y="68999"/>
                  <a:pt x="706782" y="78468"/>
                  <a:pt x="706782" y="92885"/>
                </a:cubicBezTo>
                <a:lnTo>
                  <a:pt x="706782" y="119059"/>
                </a:lnTo>
                <a:close/>
                <a:moveTo>
                  <a:pt x="748922" y="22822"/>
                </a:moveTo>
                <a:lnTo>
                  <a:pt x="748922" y="2075"/>
                </a:lnTo>
                <a:lnTo>
                  <a:pt x="771346" y="2075"/>
                </a:lnTo>
                <a:lnTo>
                  <a:pt x="771346" y="22822"/>
                </a:lnTo>
                <a:lnTo>
                  <a:pt x="748922" y="22822"/>
                </a:lnTo>
                <a:moveTo>
                  <a:pt x="748922" y="119059"/>
                </a:moveTo>
                <a:lnTo>
                  <a:pt x="748922" y="34313"/>
                </a:lnTo>
                <a:lnTo>
                  <a:pt x="771346" y="34313"/>
                </a:lnTo>
                <a:lnTo>
                  <a:pt x="771346" y="119059"/>
                </a:lnTo>
                <a:lnTo>
                  <a:pt x="748922" y="119059"/>
                </a:lnTo>
                <a:close/>
                <a:moveTo>
                  <a:pt x="785066" y="34313"/>
                </a:moveTo>
                <a:lnTo>
                  <a:pt x="797514" y="34313"/>
                </a:lnTo>
                <a:lnTo>
                  <a:pt x="797514" y="27914"/>
                </a:lnTo>
                <a:cubicBezTo>
                  <a:pt x="797514" y="20769"/>
                  <a:pt x="798272" y="15437"/>
                  <a:pt x="799788" y="11917"/>
                </a:cubicBezTo>
                <a:cubicBezTo>
                  <a:pt x="801305" y="8398"/>
                  <a:pt x="804097" y="5532"/>
                  <a:pt x="808167" y="3319"/>
                </a:cubicBezTo>
                <a:cubicBezTo>
                  <a:pt x="812237" y="1106"/>
                  <a:pt x="817384" y="0"/>
                  <a:pt x="823608" y="0"/>
                </a:cubicBezTo>
                <a:cubicBezTo>
                  <a:pt x="829992" y="0"/>
                  <a:pt x="836243" y="958"/>
                  <a:pt x="842361" y="2873"/>
                </a:cubicBezTo>
                <a:lnTo>
                  <a:pt x="839328" y="18513"/>
                </a:lnTo>
                <a:cubicBezTo>
                  <a:pt x="835764" y="17662"/>
                  <a:pt x="832333" y="17236"/>
                  <a:pt x="829034" y="17236"/>
                </a:cubicBezTo>
                <a:cubicBezTo>
                  <a:pt x="825789" y="17236"/>
                  <a:pt x="823462" y="17999"/>
                  <a:pt x="822052" y="19523"/>
                </a:cubicBezTo>
                <a:cubicBezTo>
                  <a:pt x="820642" y="21046"/>
                  <a:pt x="819937" y="23972"/>
                  <a:pt x="819937" y="28301"/>
                </a:cubicBezTo>
                <a:lnTo>
                  <a:pt x="819937" y="34313"/>
                </a:lnTo>
                <a:lnTo>
                  <a:pt x="836695" y="34313"/>
                </a:lnTo>
                <a:lnTo>
                  <a:pt x="836695" y="52028"/>
                </a:lnTo>
                <a:lnTo>
                  <a:pt x="819937" y="52028"/>
                </a:lnTo>
                <a:lnTo>
                  <a:pt x="819937" y="119059"/>
                </a:lnTo>
                <a:lnTo>
                  <a:pt x="797514" y="119059"/>
                </a:lnTo>
                <a:lnTo>
                  <a:pt x="797514" y="52028"/>
                </a:lnTo>
                <a:lnTo>
                  <a:pt x="785066" y="52028"/>
                </a:lnTo>
                <a:lnTo>
                  <a:pt x="785066" y="34313"/>
                </a:lnTo>
                <a:moveTo>
                  <a:pt x="848026" y="22822"/>
                </a:moveTo>
                <a:lnTo>
                  <a:pt x="848026" y="2075"/>
                </a:lnTo>
                <a:lnTo>
                  <a:pt x="870450" y="2075"/>
                </a:lnTo>
                <a:lnTo>
                  <a:pt x="870450" y="22822"/>
                </a:lnTo>
                <a:lnTo>
                  <a:pt x="848026" y="22822"/>
                </a:lnTo>
                <a:moveTo>
                  <a:pt x="848026" y="119059"/>
                </a:moveTo>
                <a:lnTo>
                  <a:pt x="848026" y="34313"/>
                </a:lnTo>
                <a:lnTo>
                  <a:pt x="870450" y="34313"/>
                </a:lnTo>
                <a:lnTo>
                  <a:pt x="870450" y="119059"/>
                </a:lnTo>
                <a:lnTo>
                  <a:pt x="848026" y="119059"/>
                </a:lnTo>
                <a:close/>
                <a:moveTo>
                  <a:pt x="968036" y="59370"/>
                </a:moveTo>
                <a:lnTo>
                  <a:pt x="945932" y="63360"/>
                </a:lnTo>
                <a:cubicBezTo>
                  <a:pt x="945188" y="58971"/>
                  <a:pt x="943498" y="55666"/>
                  <a:pt x="940865" y="53445"/>
                </a:cubicBezTo>
                <a:cubicBezTo>
                  <a:pt x="938232" y="51224"/>
                  <a:pt x="934814" y="50113"/>
                  <a:pt x="930611" y="50113"/>
                </a:cubicBezTo>
                <a:cubicBezTo>
                  <a:pt x="925025" y="50113"/>
                  <a:pt x="920570" y="52036"/>
                  <a:pt x="917245" y="55881"/>
                </a:cubicBezTo>
                <a:cubicBezTo>
                  <a:pt x="913920" y="59727"/>
                  <a:pt x="912257" y="66157"/>
                  <a:pt x="912257" y="75172"/>
                </a:cubicBezTo>
                <a:cubicBezTo>
                  <a:pt x="912257" y="85197"/>
                  <a:pt x="913947" y="92278"/>
                  <a:pt x="917325" y="96416"/>
                </a:cubicBezTo>
                <a:cubicBezTo>
                  <a:pt x="920703" y="100552"/>
                  <a:pt x="925238" y="102621"/>
                  <a:pt x="930930" y="102621"/>
                </a:cubicBezTo>
                <a:cubicBezTo>
                  <a:pt x="935186" y="102621"/>
                  <a:pt x="938671" y="101410"/>
                  <a:pt x="941384" y="98990"/>
                </a:cubicBezTo>
                <a:cubicBezTo>
                  <a:pt x="944097" y="96569"/>
                  <a:pt x="946012" y="92406"/>
                  <a:pt x="947129" y="86501"/>
                </a:cubicBezTo>
                <a:lnTo>
                  <a:pt x="969154" y="90332"/>
                </a:lnTo>
                <a:cubicBezTo>
                  <a:pt x="966866" y="100439"/>
                  <a:pt x="962477" y="108073"/>
                  <a:pt x="955987" y="113234"/>
                </a:cubicBezTo>
                <a:cubicBezTo>
                  <a:pt x="949497" y="118394"/>
                  <a:pt x="940799" y="120974"/>
                  <a:pt x="929893" y="120974"/>
                </a:cubicBezTo>
                <a:cubicBezTo>
                  <a:pt x="917498" y="120974"/>
                  <a:pt x="907616" y="117064"/>
                  <a:pt x="900248" y="109244"/>
                </a:cubicBezTo>
                <a:cubicBezTo>
                  <a:pt x="892880" y="101424"/>
                  <a:pt x="889196" y="90598"/>
                  <a:pt x="889196" y="76766"/>
                </a:cubicBezTo>
                <a:cubicBezTo>
                  <a:pt x="889196" y="62775"/>
                  <a:pt x="892893" y="51882"/>
                  <a:pt x="900288" y="44089"/>
                </a:cubicBezTo>
                <a:cubicBezTo>
                  <a:pt x="907682" y="36295"/>
                  <a:pt x="917684" y="32398"/>
                  <a:pt x="930292" y="32398"/>
                </a:cubicBezTo>
                <a:cubicBezTo>
                  <a:pt x="940612" y="32398"/>
                  <a:pt x="948818" y="34619"/>
                  <a:pt x="954910" y="39061"/>
                </a:cubicBezTo>
                <a:cubicBezTo>
                  <a:pt x="961001" y="43503"/>
                  <a:pt x="965376" y="50273"/>
                  <a:pt x="968036" y="59370"/>
                </a:cubicBezTo>
                <a:close/>
                <a:moveTo>
                  <a:pt x="1001799" y="60487"/>
                </a:moveTo>
                <a:lnTo>
                  <a:pt x="981450" y="56816"/>
                </a:lnTo>
                <a:cubicBezTo>
                  <a:pt x="983738" y="48516"/>
                  <a:pt x="987675" y="42371"/>
                  <a:pt x="993261" y="38383"/>
                </a:cubicBezTo>
                <a:cubicBezTo>
                  <a:pt x="998846" y="34393"/>
                  <a:pt x="1007145" y="32398"/>
                  <a:pt x="1018158" y="32398"/>
                </a:cubicBezTo>
                <a:cubicBezTo>
                  <a:pt x="1028159" y="32398"/>
                  <a:pt x="1035607" y="33582"/>
                  <a:pt x="1040501" y="35949"/>
                </a:cubicBezTo>
                <a:cubicBezTo>
                  <a:pt x="1045395" y="38316"/>
                  <a:pt x="1048840" y="41322"/>
                  <a:pt x="1050835" y="44966"/>
                </a:cubicBezTo>
                <a:cubicBezTo>
                  <a:pt x="1052830" y="48610"/>
                  <a:pt x="1053827" y="55300"/>
                  <a:pt x="1053827" y="65036"/>
                </a:cubicBezTo>
                <a:lnTo>
                  <a:pt x="1053588" y="91209"/>
                </a:lnTo>
                <a:cubicBezTo>
                  <a:pt x="1053588" y="98657"/>
                  <a:pt x="1053947" y="104150"/>
                  <a:pt x="1054665" y="107688"/>
                </a:cubicBezTo>
                <a:cubicBezTo>
                  <a:pt x="1055384" y="111225"/>
                  <a:pt x="1056727" y="115016"/>
                  <a:pt x="1058695" y="119059"/>
                </a:cubicBezTo>
                <a:lnTo>
                  <a:pt x="1036511" y="119059"/>
                </a:lnTo>
                <a:cubicBezTo>
                  <a:pt x="1035926" y="117569"/>
                  <a:pt x="1035208" y="115362"/>
                  <a:pt x="1034357" y="112436"/>
                </a:cubicBezTo>
                <a:cubicBezTo>
                  <a:pt x="1033984" y="111106"/>
                  <a:pt x="1033718" y="110228"/>
                  <a:pt x="1033559" y="109802"/>
                </a:cubicBezTo>
                <a:cubicBezTo>
                  <a:pt x="1029728" y="113526"/>
                  <a:pt x="1025632" y="116319"/>
                  <a:pt x="1021270" y="118181"/>
                </a:cubicBezTo>
                <a:cubicBezTo>
                  <a:pt x="1016907" y="120043"/>
                  <a:pt x="1012253" y="120974"/>
                  <a:pt x="1007305" y="120974"/>
                </a:cubicBezTo>
                <a:cubicBezTo>
                  <a:pt x="998580" y="120974"/>
                  <a:pt x="991705" y="118617"/>
                  <a:pt x="986677" y="113902"/>
                </a:cubicBezTo>
                <a:cubicBezTo>
                  <a:pt x="981650" y="109187"/>
                  <a:pt x="979136" y="103227"/>
                  <a:pt x="979136" y="96022"/>
                </a:cubicBezTo>
                <a:cubicBezTo>
                  <a:pt x="979136" y="91254"/>
                  <a:pt x="980280" y="87003"/>
                  <a:pt x="982568" y="83269"/>
                </a:cubicBezTo>
                <a:cubicBezTo>
                  <a:pt x="984855" y="79534"/>
                  <a:pt x="988060" y="76673"/>
                  <a:pt x="992183" y="74686"/>
                </a:cubicBezTo>
                <a:cubicBezTo>
                  <a:pt x="996306" y="72700"/>
                  <a:pt x="1002251" y="70965"/>
                  <a:pt x="1010018" y="69482"/>
                </a:cubicBezTo>
                <a:cubicBezTo>
                  <a:pt x="1020498" y="67522"/>
                  <a:pt x="1027760" y="65694"/>
                  <a:pt x="1031803" y="63998"/>
                </a:cubicBezTo>
                <a:lnTo>
                  <a:pt x="1031803" y="61739"/>
                </a:lnTo>
                <a:cubicBezTo>
                  <a:pt x="1031803" y="57382"/>
                  <a:pt x="1030739" y="54275"/>
                  <a:pt x="1028611" y="52420"/>
                </a:cubicBezTo>
                <a:cubicBezTo>
                  <a:pt x="1026483" y="50563"/>
                  <a:pt x="1022467" y="49635"/>
                  <a:pt x="1016562" y="49635"/>
                </a:cubicBezTo>
                <a:cubicBezTo>
                  <a:pt x="1012572" y="49635"/>
                  <a:pt x="1009460" y="50437"/>
                  <a:pt x="1007225" y="52043"/>
                </a:cubicBezTo>
                <a:cubicBezTo>
                  <a:pt x="1004991" y="53648"/>
                  <a:pt x="1003182" y="56462"/>
                  <a:pt x="1001799" y="60487"/>
                </a:cubicBezTo>
                <a:moveTo>
                  <a:pt x="1031803" y="78681"/>
                </a:moveTo>
                <a:cubicBezTo>
                  <a:pt x="1028930" y="79627"/>
                  <a:pt x="1024382" y="80758"/>
                  <a:pt x="1018158" y="82073"/>
                </a:cubicBezTo>
                <a:cubicBezTo>
                  <a:pt x="1011933" y="83386"/>
                  <a:pt x="1007864" y="84673"/>
                  <a:pt x="1005949" y="85935"/>
                </a:cubicBezTo>
                <a:cubicBezTo>
                  <a:pt x="1003023" y="87985"/>
                  <a:pt x="1001560" y="90587"/>
                  <a:pt x="1001560" y="93741"/>
                </a:cubicBezTo>
                <a:cubicBezTo>
                  <a:pt x="1001560" y="96843"/>
                  <a:pt x="1002730" y="99524"/>
                  <a:pt x="1005071" y="101785"/>
                </a:cubicBezTo>
                <a:cubicBezTo>
                  <a:pt x="1007411" y="104044"/>
                  <a:pt x="1010391" y="105174"/>
                  <a:pt x="1014008" y="105174"/>
                </a:cubicBezTo>
                <a:cubicBezTo>
                  <a:pt x="1018051" y="105174"/>
                  <a:pt x="1021908" y="103860"/>
                  <a:pt x="1025579" y="101232"/>
                </a:cubicBezTo>
                <a:cubicBezTo>
                  <a:pt x="1028292" y="99235"/>
                  <a:pt x="1030074" y="96790"/>
                  <a:pt x="1030925" y="93898"/>
                </a:cubicBezTo>
                <a:cubicBezTo>
                  <a:pt x="1031511" y="92006"/>
                  <a:pt x="1031803" y="88406"/>
                  <a:pt x="1031803" y="83097"/>
                </a:cubicBezTo>
                <a:lnTo>
                  <a:pt x="1031803" y="78681"/>
                </a:lnTo>
                <a:close/>
                <a:moveTo>
                  <a:pt x="1114801" y="34313"/>
                </a:moveTo>
                <a:lnTo>
                  <a:pt x="1114801" y="52188"/>
                </a:lnTo>
                <a:lnTo>
                  <a:pt x="1099480" y="52188"/>
                </a:lnTo>
                <a:lnTo>
                  <a:pt x="1099480" y="86287"/>
                </a:lnTo>
                <a:cubicBezTo>
                  <a:pt x="1099480" y="93193"/>
                  <a:pt x="1099626" y="97217"/>
                  <a:pt x="1099919" y="98359"/>
                </a:cubicBezTo>
                <a:cubicBezTo>
                  <a:pt x="1100211" y="99499"/>
                  <a:pt x="1100876" y="100442"/>
                  <a:pt x="1101914" y="101187"/>
                </a:cubicBezTo>
                <a:cubicBezTo>
                  <a:pt x="1102951" y="101930"/>
                  <a:pt x="1104214" y="102301"/>
                  <a:pt x="1105704" y="102301"/>
                </a:cubicBezTo>
                <a:cubicBezTo>
                  <a:pt x="1107779" y="102301"/>
                  <a:pt x="1110785" y="101583"/>
                  <a:pt x="1114721" y="100147"/>
                </a:cubicBezTo>
                <a:lnTo>
                  <a:pt x="1116636" y="117608"/>
                </a:lnTo>
                <a:cubicBezTo>
                  <a:pt x="1111423" y="119852"/>
                  <a:pt x="1105518" y="120974"/>
                  <a:pt x="1098921" y="120974"/>
                </a:cubicBezTo>
                <a:cubicBezTo>
                  <a:pt x="1094878" y="120974"/>
                  <a:pt x="1091234" y="120296"/>
                  <a:pt x="1087989" y="118939"/>
                </a:cubicBezTo>
                <a:cubicBezTo>
                  <a:pt x="1084744" y="117583"/>
                  <a:pt x="1082363" y="115827"/>
                  <a:pt x="1080847" y="113673"/>
                </a:cubicBezTo>
                <a:cubicBezTo>
                  <a:pt x="1079331" y="111518"/>
                  <a:pt x="1078280" y="108605"/>
                  <a:pt x="1077695" y="104935"/>
                </a:cubicBezTo>
                <a:cubicBezTo>
                  <a:pt x="1077216" y="102328"/>
                  <a:pt x="1076977" y="97061"/>
                  <a:pt x="1076977" y="89135"/>
                </a:cubicBezTo>
                <a:lnTo>
                  <a:pt x="1076977" y="52188"/>
                </a:lnTo>
                <a:lnTo>
                  <a:pt x="1066683" y="52188"/>
                </a:lnTo>
                <a:lnTo>
                  <a:pt x="1066683" y="34313"/>
                </a:lnTo>
                <a:lnTo>
                  <a:pt x="1076977" y="34313"/>
                </a:lnTo>
                <a:lnTo>
                  <a:pt x="1076977" y="17396"/>
                </a:lnTo>
                <a:lnTo>
                  <a:pt x="1099480" y="4150"/>
                </a:lnTo>
                <a:lnTo>
                  <a:pt x="1099480" y="34313"/>
                </a:lnTo>
                <a:lnTo>
                  <a:pt x="1114801" y="34313"/>
                </a:lnTo>
                <a:close/>
                <a:moveTo>
                  <a:pt x="1130377" y="22822"/>
                </a:moveTo>
                <a:lnTo>
                  <a:pt x="1130377" y="2075"/>
                </a:lnTo>
                <a:lnTo>
                  <a:pt x="1152800" y="2075"/>
                </a:lnTo>
                <a:lnTo>
                  <a:pt x="1152800" y="22822"/>
                </a:lnTo>
                <a:lnTo>
                  <a:pt x="1130377" y="22822"/>
                </a:lnTo>
                <a:moveTo>
                  <a:pt x="1130377" y="119059"/>
                </a:moveTo>
                <a:lnTo>
                  <a:pt x="1130377" y="34313"/>
                </a:lnTo>
                <a:lnTo>
                  <a:pt x="1152800" y="34313"/>
                </a:lnTo>
                <a:lnTo>
                  <a:pt x="1152800" y="119059"/>
                </a:lnTo>
                <a:lnTo>
                  <a:pt x="1130377" y="119059"/>
                </a:lnTo>
                <a:close/>
                <a:moveTo>
                  <a:pt x="1170590" y="75489"/>
                </a:moveTo>
                <a:cubicBezTo>
                  <a:pt x="1170590" y="68041"/>
                  <a:pt x="1172425" y="60833"/>
                  <a:pt x="1176096" y="53864"/>
                </a:cubicBezTo>
                <a:cubicBezTo>
                  <a:pt x="1179767" y="46895"/>
                  <a:pt x="1184967" y="41575"/>
                  <a:pt x="1191697" y="37904"/>
                </a:cubicBezTo>
                <a:cubicBezTo>
                  <a:pt x="1198426" y="34233"/>
                  <a:pt x="1205941" y="32398"/>
                  <a:pt x="1214240" y="32398"/>
                </a:cubicBezTo>
                <a:cubicBezTo>
                  <a:pt x="1227061" y="32398"/>
                  <a:pt x="1237567" y="36561"/>
                  <a:pt x="1245760" y="44887"/>
                </a:cubicBezTo>
                <a:cubicBezTo>
                  <a:pt x="1253953" y="53212"/>
                  <a:pt x="1258049" y="63732"/>
                  <a:pt x="1258049" y="76447"/>
                </a:cubicBezTo>
                <a:cubicBezTo>
                  <a:pt x="1258049" y="89268"/>
                  <a:pt x="1253913" y="99894"/>
                  <a:pt x="1245640" y="108326"/>
                </a:cubicBezTo>
                <a:cubicBezTo>
                  <a:pt x="1237368" y="116758"/>
                  <a:pt x="1226954" y="120974"/>
                  <a:pt x="1214399" y="120974"/>
                </a:cubicBezTo>
                <a:cubicBezTo>
                  <a:pt x="1206632" y="120974"/>
                  <a:pt x="1199224" y="119219"/>
                  <a:pt x="1192175" y="115707"/>
                </a:cubicBezTo>
                <a:cubicBezTo>
                  <a:pt x="1185127" y="112196"/>
                  <a:pt x="1179767" y="107049"/>
                  <a:pt x="1176096" y="100267"/>
                </a:cubicBezTo>
                <a:cubicBezTo>
                  <a:pt x="1172425" y="93484"/>
                  <a:pt x="1170590" y="85225"/>
                  <a:pt x="1170590" y="75489"/>
                </a:cubicBezTo>
                <a:moveTo>
                  <a:pt x="1193572" y="76686"/>
                </a:moveTo>
                <a:cubicBezTo>
                  <a:pt x="1193572" y="85065"/>
                  <a:pt x="1195567" y="91482"/>
                  <a:pt x="1199557" y="95937"/>
                </a:cubicBezTo>
                <a:cubicBezTo>
                  <a:pt x="1203547" y="100393"/>
                  <a:pt x="1208468" y="102621"/>
                  <a:pt x="1214319" y="102621"/>
                </a:cubicBezTo>
                <a:cubicBezTo>
                  <a:pt x="1220171" y="102621"/>
                  <a:pt x="1225079" y="100393"/>
                  <a:pt x="1229042" y="95937"/>
                </a:cubicBezTo>
                <a:cubicBezTo>
                  <a:pt x="1233006" y="91482"/>
                  <a:pt x="1234987" y="85012"/>
                  <a:pt x="1234987" y="76527"/>
                </a:cubicBezTo>
                <a:cubicBezTo>
                  <a:pt x="1234987" y="68254"/>
                  <a:pt x="1233006" y="61890"/>
                  <a:pt x="1229042" y="57435"/>
                </a:cubicBezTo>
                <a:cubicBezTo>
                  <a:pt x="1225079" y="52979"/>
                  <a:pt x="1220171" y="50752"/>
                  <a:pt x="1214319" y="50752"/>
                </a:cubicBezTo>
                <a:cubicBezTo>
                  <a:pt x="1208468" y="50752"/>
                  <a:pt x="1203547" y="52979"/>
                  <a:pt x="1199557" y="57435"/>
                </a:cubicBezTo>
                <a:cubicBezTo>
                  <a:pt x="1195567" y="61890"/>
                  <a:pt x="1193572" y="68307"/>
                  <a:pt x="1193572" y="76686"/>
                </a:cubicBezTo>
                <a:close/>
                <a:moveTo>
                  <a:pt x="1352683" y="119059"/>
                </a:moveTo>
                <a:lnTo>
                  <a:pt x="1330260" y="119059"/>
                </a:lnTo>
                <a:lnTo>
                  <a:pt x="1330260" y="75858"/>
                </a:lnTo>
                <a:cubicBezTo>
                  <a:pt x="1330260" y="66718"/>
                  <a:pt x="1329781" y="60806"/>
                  <a:pt x="1328824" y="58123"/>
                </a:cubicBezTo>
                <a:cubicBezTo>
                  <a:pt x="1327866" y="55440"/>
                  <a:pt x="1326310" y="53354"/>
                  <a:pt x="1324155" y="51866"/>
                </a:cubicBezTo>
                <a:cubicBezTo>
                  <a:pt x="1322001" y="50378"/>
                  <a:pt x="1319407" y="49635"/>
                  <a:pt x="1316375" y="49635"/>
                </a:cubicBezTo>
                <a:cubicBezTo>
                  <a:pt x="1312491" y="49635"/>
                  <a:pt x="1309007" y="50698"/>
                  <a:pt x="1305921" y="52824"/>
                </a:cubicBezTo>
                <a:cubicBezTo>
                  <a:pt x="1302836" y="54949"/>
                  <a:pt x="1300721" y="57765"/>
                  <a:pt x="1299577" y="61273"/>
                </a:cubicBezTo>
                <a:cubicBezTo>
                  <a:pt x="1298434" y="64779"/>
                  <a:pt x="1297862" y="71262"/>
                  <a:pt x="1297862" y="80721"/>
                </a:cubicBezTo>
                <a:lnTo>
                  <a:pt x="1297862" y="119059"/>
                </a:lnTo>
                <a:lnTo>
                  <a:pt x="1275438" y="119059"/>
                </a:lnTo>
                <a:lnTo>
                  <a:pt x="1275438" y="34313"/>
                </a:lnTo>
                <a:lnTo>
                  <a:pt x="1296266" y="34313"/>
                </a:lnTo>
                <a:lnTo>
                  <a:pt x="1296266" y="46762"/>
                </a:lnTo>
                <a:cubicBezTo>
                  <a:pt x="1303660" y="37186"/>
                  <a:pt x="1312970" y="32398"/>
                  <a:pt x="1324195" y="32398"/>
                </a:cubicBezTo>
                <a:cubicBezTo>
                  <a:pt x="1329143" y="32398"/>
                  <a:pt x="1333665" y="33289"/>
                  <a:pt x="1337761" y="35071"/>
                </a:cubicBezTo>
                <a:cubicBezTo>
                  <a:pt x="1341857" y="36853"/>
                  <a:pt x="1344956" y="39128"/>
                  <a:pt x="1347057" y="41894"/>
                </a:cubicBezTo>
                <a:cubicBezTo>
                  <a:pt x="1349159" y="44660"/>
                  <a:pt x="1350622" y="47799"/>
                  <a:pt x="1351446" y="51310"/>
                </a:cubicBezTo>
                <a:cubicBezTo>
                  <a:pt x="1352271" y="54821"/>
                  <a:pt x="1352683" y="59849"/>
                  <a:pt x="1352683" y="66392"/>
                </a:cubicBezTo>
                <a:lnTo>
                  <a:pt x="1352683" y="119059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Secondarytasks">
            <a:extLst xmlns:a="http://schemas.openxmlformats.org/drawingml/2006/main">
              <a:ext uri="{FF2B5EF4-FFF2-40B4-BE49-F238E27FC236}">
                <a16:creationId xmlns:a16="http://schemas.microsoft.com/office/drawing/2014/main" id="{5464A126-E0CC-416B-8435-6B05C512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46" y="1980331"/>
            <a:ext cx="995502" cy="127943"/>
          </a:xfrm>
          <a:custGeom xmlns:a="http://schemas.openxmlformats.org/drawingml/2006/main">
            <a:pathLst>
              <a:path w="995502" h="127943">
                <a:moveTo>
                  <a:pt x="0" y="67829"/>
                </a:moveTo>
                <a:lnTo>
                  <a:pt x="12169" y="66765"/>
                </a:lnTo>
                <a:cubicBezTo>
                  <a:pt x="12746" y="71641"/>
                  <a:pt x="14087" y="75642"/>
                  <a:pt x="16192" y="78768"/>
                </a:cubicBezTo>
                <a:cubicBezTo>
                  <a:pt x="18298" y="81893"/>
                  <a:pt x="21568" y="84420"/>
                  <a:pt x="26001" y="86348"/>
                </a:cubicBezTo>
                <a:cubicBezTo>
                  <a:pt x="30434" y="88277"/>
                  <a:pt x="35422" y="89241"/>
                  <a:pt x="40963" y="89241"/>
                </a:cubicBezTo>
                <a:cubicBezTo>
                  <a:pt x="45884" y="89241"/>
                  <a:pt x="50229" y="88510"/>
                  <a:pt x="53997" y="87047"/>
                </a:cubicBezTo>
                <a:cubicBezTo>
                  <a:pt x="57765" y="85584"/>
                  <a:pt x="60569" y="83578"/>
                  <a:pt x="62409" y="81029"/>
                </a:cubicBezTo>
                <a:cubicBezTo>
                  <a:pt x="64249" y="78479"/>
                  <a:pt x="65169" y="75698"/>
                  <a:pt x="65169" y="72683"/>
                </a:cubicBezTo>
                <a:cubicBezTo>
                  <a:pt x="65169" y="69624"/>
                  <a:pt x="64282" y="66953"/>
                  <a:pt x="62509" y="64670"/>
                </a:cubicBezTo>
                <a:cubicBezTo>
                  <a:pt x="60735" y="62387"/>
                  <a:pt x="57809" y="60469"/>
                  <a:pt x="53731" y="58918"/>
                </a:cubicBezTo>
                <a:cubicBezTo>
                  <a:pt x="51115" y="57898"/>
                  <a:pt x="45330" y="56313"/>
                  <a:pt x="36375" y="54163"/>
                </a:cubicBezTo>
                <a:cubicBezTo>
                  <a:pt x="27420" y="52013"/>
                  <a:pt x="21147" y="49985"/>
                  <a:pt x="17556" y="48078"/>
                </a:cubicBezTo>
                <a:cubicBezTo>
                  <a:pt x="12901" y="45640"/>
                  <a:pt x="9432" y="42615"/>
                  <a:pt x="7149" y="39001"/>
                </a:cubicBezTo>
                <a:cubicBezTo>
                  <a:pt x="4865" y="35388"/>
                  <a:pt x="3724" y="31343"/>
                  <a:pt x="3724" y="26865"/>
                </a:cubicBezTo>
                <a:cubicBezTo>
                  <a:pt x="3724" y="21945"/>
                  <a:pt x="5120" y="17345"/>
                  <a:pt x="7913" y="13067"/>
                </a:cubicBezTo>
                <a:cubicBezTo>
                  <a:pt x="10706" y="8789"/>
                  <a:pt x="14785" y="5542"/>
                  <a:pt x="20149" y="3325"/>
                </a:cubicBezTo>
                <a:cubicBezTo>
                  <a:pt x="25513" y="1108"/>
                  <a:pt x="31476" y="0"/>
                  <a:pt x="38037" y="0"/>
                </a:cubicBezTo>
                <a:cubicBezTo>
                  <a:pt x="45263" y="0"/>
                  <a:pt x="51636" y="1164"/>
                  <a:pt x="57156" y="3491"/>
                </a:cubicBezTo>
                <a:cubicBezTo>
                  <a:pt x="62675" y="5819"/>
                  <a:pt x="66920" y="9243"/>
                  <a:pt x="69890" y="13765"/>
                </a:cubicBezTo>
                <a:cubicBezTo>
                  <a:pt x="72860" y="18287"/>
                  <a:pt x="74456" y="23408"/>
                  <a:pt x="74678" y="29126"/>
                </a:cubicBezTo>
                <a:lnTo>
                  <a:pt x="62309" y="30057"/>
                </a:lnTo>
                <a:cubicBezTo>
                  <a:pt x="61644" y="23873"/>
                  <a:pt x="59394" y="19201"/>
                  <a:pt x="55560" y="16043"/>
                </a:cubicBezTo>
                <a:cubicBezTo>
                  <a:pt x="51725" y="12884"/>
                  <a:pt x="46061" y="11305"/>
                  <a:pt x="38569" y="11305"/>
                </a:cubicBezTo>
                <a:cubicBezTo>
                  <a:pt x="30767" y="11305"/>
                  <a:pt x="25081" y="12736"/>
                  <a:pt x="21512" y="15598"/>
                </a:cubicBezTo>
                <a:cubicBezTo>
                  <a:pt x="17944" y="18459"/>
                  <a:pt x="16159" y="21908"/>
                  <a:pt x="16159" y="25945"/>
                </a:cubicBezTo>
                <a:cubicBezTo>
                  <a:pt x="16159" y="29450"/>
                  <a:pt x="17423" y="32334"/>
                  <a:pt x="19950" y="34596"/>
                </a:cubicBezTo>
                <a:cubicBezTo>
                  <a:pt x="22432" y="36860"/>
                  <a:pt x="28916" y="39178"/>
                  <a:pt x="39400" y="41551"/>
                </a:cubicBezTo>
                <a:cubicBezTo>
                  <a:pt x="49885" y="43924"/>
                  <a:pt x="57078" y="45998"/>
                  <a:pt x="60979" y="47773"/>
                </a:cubicBezTo>
                <a:cubicBezTo>
                  <a:pt x="66654" y="50390"/>
                  <a:pt x="70843" y="53707"/>
                  <a:pt x="73547" y="57723"/>
                </a:cubicBezTo>
                <a:cubicBezTo>
                  <a:pt x="76252" y="61738"/>
                  <a:pt x="77604" y="66363"/>
                  <a:pt x="77604" y="71598"/>
                </a:cubicBezTo>
                <a:cubicBezTo>
                  <a:pt x="77604" y="76788"/>
                  <a:pt x="76119" y="81679"/>
                  <a:pt x="73148" y="86272"/>
                </a:cubicBezTo>
                <a:cubicBezTo>
                  <a:pt x="70178" y="90863"/>
                  <a:pt x="65911" y="94434"/>
                  <a:pt x="60347" y="96986"/>
                </a:cubicBezTo>
                <a:cubicBezTo>
                  <a:pt x="54784" y="99537"/>
                  <a:pt x="48522" y="100812"/>
                  <a:pt x="41562" y="100812"/>
                </a:cubicBezTo>
                <a:cubicBezTo>
                  <a:pt x="32739" y="100812"/>
                  <a:pt x="25347" y="99526"/>
                  <a:pt x="19384" y="96955"/>
                </a:cubicBezTo>
                <a:cubicBezTo>
                  <a:pt x="13422" y="94384"/>
                  <a:pt x="8745" y="90516"/>
                  <a:pt x="5353" y="85351"/>
                </a:cubicBezTo>
                <a:cubicBezTo>
                  <a:pt x="1962" y="80186"/>
                  <a:pt x="177" y="74345"/>
                  <a:pt x="0" y="67829"/>
                </a:cubicBezTo>
                <a:close/>
                <a:moveTo>
                  <a:pt x="142028" y="76473"/>
                </a:moveTo>
                <a:lnTo>
                  <a:pt x="154397" y="78003"/>
                </a:lnTo>
                <a:cubicBezTo>
                  <a:pt x="152447" y="85229"/>
                  <a:pt x="148834" y="90837"/>
                  <a:pt x="143558" y="94827"/>
                </a:cubicBezTo>
                <a:cubicBezTo>
                  <a:pt x="138282" y="98817"/>
                  <a:pt x="131544" y="100812"/>
                  <a:pt x="123342" y="100812"/>
                </a:cubicBezTo>
                <a:cubicBezTo>
                  <a:pt x="113013" y="100812"/>
                  <a:pt x="104823" y="97631"/>
                  <a:pt x="98771" y="91269"/>
                </a:cubicBezTo>
                <a:cubicBezTo>
                  <a:pt x="92720" y="84908"/>
                  <a:pt x="89694" y="75986"/>
                  <a:pt x="89694" y="64504"/>
                </a:cubicBezTo>
                <a:cubicBezTo>
                  <a:pt x="89694" y="52623"/>
                  <a:pt x="92753" y="43401"/>
                  <a:pt x="98871" y="36840"/>
                </a:cubicBezTo>
                <a:cubicBezTo>
                  <a:pt x="104989" y="30279"/>
                  <a:pt x="112924" y="26998"/>
                  <a:pt x="122677" y="26998"/>
                </a:cubicBezTo>
                <a:cubicBezTo>
                  <a:pt x="132120" y="26998"/>
                  <a:pt x="139834" y="30208"/>
                  <a:pt x="145819" y="36626"/>
                </a:cubicBezTo>
                <a:cubicBezTo>
                  <a:pt x="151804" y="43043"/>
                  <a:pt x="154796" y="52072"/>
                  <a:pt x="154796" y="63712"/>
                </a:cubicBezTo>
                <a:cubicBezTo>
                  <a:pt x="154796" y="64420"/>
                  <a:pt x="154774" y="65482"/>
                  <a:pt x="154730" y="66898"/>
                </a:cubicBezTo>
                <a:lnTo>
                  <a:pt x="102063" y="66898"/>
                </a:lnTo>
                <a:cubicBezTo>
                  <a:pt x="102506" y="74634"/>
                  <a:pt x="104701" y="80558"/>
                  <a:pt x="108646" y="84669"/>
                </a:cubicBezTo>
                <a:cubicBezTo>
                  <a:pt x="112592" y="88781"/>
                  <a:pt x="117513" y="90837"/>
                  <a:pt x="123409" y="90837"/>
                </a:cubicBezTo>
                <a:cubicBezTo>
                  <a:pt x="127798" y="90837"/>
                  <a:pt x="131544" y="89696"/>
                  <a:pt x="134647" y="87412"/>
                </a:cubicBezTo>
                <a:cubicBezTo>
                  <a:pt x="137750" y="85128"/>
                  <a:pt x="140211" y="81482"/>
                  <a:pt x="142028" y="76473"/>
                </a:cubicBezTo>
                <a:moveTo>
                  <a:pt x="102728" y="56923"/>
                </a:moveTo>
                <a:lnTo>
                  <a:pt x="142161" y="56923"/>
                </a:lnTo>
                <a:cubicBezTo>
                  <a:pt x="141629" y="51079"/>
                  <a:pt x="140122" y="46697"/>
                  <a:pt x="137640" y="43775"/>
                </a:cubicBezTo>
                <a:cubicBezTo>
                  <a:pt x="133827" y="39240"/>
                  <a:pt x="128884" y="36973"/>
                  <a:pt x="122810" y="36973"/>
                </a:cubicBezTo>
                <a:cubicBezTo>
                  <a:pt x="117313" y="36973"/>
                  <a:pt x="112692" y="38783"/>
                  <a:pt x="108945" y="42403"/>
                </a:cubicBezTo>
                <a:cubicBezTo>
                  <a:pt x="105199" y="46022"/>
                  <a:pt x="103127" y="50862"/>
                  <a:pt x="102728" y="56923"/>
                </a:cubicBezTo>
                <a:close/>
                <a:moveTo>
                  <a:pt x="215516" y="73281"/>
                </a:moveTo>
                <a:lnTo>
                  <a:pt x="227286" y="74811"/>
                </a:lnTo>
                <a:cubicBezTo>
                  <a:pt x="226001" y="82945"/>
                  <a:pt x="222709" y="89312"/>
                  <a:pt x="217411" y="93913"/>
                </a:cubicBezTo>
                <a:cubicBezTo>
                  <a:pt x="212113" y="98512"/>
                  <a:pt x="205608" y="100812"/>
                  <a:pt x="197894" y="100812"/>
                </a:cubicBezTo>
                <a:cubicBezTo>
                  <a:pt x="188229" y="100812"/>
                  <a:pt x="180460" y="97653"/>
                  <a:pt x="174586" y="91336"/>
                </a:cubicBezTo>
                <a:cubicBezTo>
                  <a:pt x="168712" y="85018"/>
                  <a:pt x="165775" y="75964"/>
                  <a:pt x="165775" y="64171"/>
                </a:cubicBezTo>
                <a:cubicBezTo>
                  <a:pt x="165775" y="56546"/>
                  <a:pt x="167038" y="49874"/>
                  <a:pt x="169565" y="44155"/>
                </a:cubicBezTo>
                <a:cubicBezTo>
                  <a:pt x="172092" y="38436"/>
                  <a:pt x="175938" y="34147"/>
                  <a:pt x="181103" y="31288"/>
                </a:cubicBezTo>
                <a:cubicBezTo>
                  <a:pt x="186268" y="28428"/>
                  <a:pt x="191887" y="26998"/>
                  <a:pt x="197960" y="26998"/>
                </a:cubicBezTo>
                <a:cubicBezTo>
                  <a:pt x="205630" y="26998"/>
                  <a:pt x="211903" y="28944"/>
                  <a:pt x="216779" y="32836"/>
                </a:cubicBezTo>
                <a:cubicBezTo>
                  <a:pt x="221656" y="36726"/>
                  <a:pt x="224781" y="42250"/>
                  <a:pt x="226156" y="49408"/>
                </a:cubicBezTo>
                <a:lnTo>
                  <a:pt x="214518" y="51204"/>
                </a:lnTo>
                <a:cubicBezTo>
                  <a:pt x="213410" y="46483"/>
                  <a:pt x="211448" y="42930"/>
                  <a:pt x="208633" y="40548"/>
                </a:cubicBezTo>
                <a:cubicBezTo>
                  <a:pt x="205818" y="38165"/>
                  <a:pt x="202416" y="36973"/>
                  <a:pt x="198426" y="36973"/>
                </a:cubicBezTo>
                <a:cubicBezTo>
                  <a:pt x="192397" y="36973"/>
                  <a:pt x="187498" y="39124"/>
                  <a:pt x="183730" y="43426"/>
                </a:cubicBezTo>
                <a:cubicBezTo>
                  <a:pt x="179961" y="47726"/>
                  <a:pt x="178077" y="54530"/>
                  <a:pt x="178077" y="63839"/>
                </a:cubicBezTo>
                <a:cubicBezTo>
                  <a:pt x="178077" y="73280"/>
                  <a:pt x="179895" y="80141"/>
                  <a:pt x="183530" y="84420"/>
                </a:cubicBezTo>
                <a:cubicBezTo>
                  <a:pt x="187165" y="88698"/>
                  <a:pt x="191909" y="90837"/>
                  <a:pt x="197761" y="90837"/>
                </a:cubicBezTo>
                <a:cubicBezTo>
                  <a:pt x="202460" y="90837"/>
                  <a:pt x="206383" y="89402"/>
                  <a:pt x="209531" y="86531"/>
                </a:cubicBezTo>
                <a:cubicBezTo>
                  <a:pt x="212679" y="83661"/>
                  <a:pt x="214674" y="79244"/>
                  <a:pt x="215516" y="73281"/>
                </a:cubicBezTo>
                <a:close/>
                <a:moveTo>
                  <a:pt x="233085" y="63905"/>
                </a:moveTo>
                <a:cubicBezTo>
                  <a:pt x="233085" y="50827"/>
                  <a:pt x="236720" y="41140"/>
                  <a:pt x="243991" y="34845"/>
                </a:cubicBezTo>
                <a:cubicBezTo>
                  <a:pt x="250064" y="29614"/>
                  <a:pt x="257468" y="26998"/>
                  <a:pt x="266201" y="26998"/>
                </a:cubicBezTo>
                <a:cubicBezTo>
                  <a:pt x="275910" y="26998"/>
                  <a:pt x="283846" y="30179"/>
                  <a:pt x="290008" y="36541"/>
                </a:cubicBezTo>
                <a:cubicBezTo>
                  <a:pt x="296170" y="42903"/>
                  <a:pt x="299251" y="51692"/>
                  <a:pt x="299251" y="62908"/>
                </a:cubicBezTo>
                <a:cubicBezTo>
                  <a:pt x="299251" y="71996"/>
                  <a:pt x="297888" y="79144"/>
                  <a:pt x="295162" y="84353"/>
                </a:cubicBezTo>
                <a:cubicBezTo>
                  <a:pt x="292435" y="89563"/>
                  <a:pt x="288467" y="93608"/>
                  <a:pt x="283258" y="96489"/>
                </a:cubicBezTo>
                <a:cubicBezTo>
                  <a:pt x="278049" y="99371"/>
                  <a:pt x="272364" y="100812"/>
                  <a:pt x="266201" y="100812"/>
                </a:cubicBezTo>
                <a:cubicBezTo>
                  <a:pt x="256315" y="100812"/>
                  <a:pt x="248324" y="97642"/>
                  <a:pt x="242229" y="91303"/>
                </a:cubicBezTo>
                <a:cubicBezTo>
                  <a:pt x="236133" y="84963"/>
                  <a:pt x="233085" y="75831"/>
                  <a:pt x="233085" y="63905"/>
                </a:cubicBezTo>
                <a:moveTo>
                  <a:pt x="245387" y="63872"/>
                </a:moveTo>
                <a:cubicBezTo>
                  <a:pt x="245387" y="72882"/>
                  <a:pt x="247360" y="79629"/>
                  <a:pt x="251306" y="84112"/>
                </a:cubicBezTo>
                <a:cubicBezTo>
                  <a:pt x="255251" y="88596"/>
                  <a:pt x="260217" y="90837"/>
                  <a:pt x="266201" y="90837"/>
                </a:cubicBezTo>
                <a:cubicBezTo>
                  <a:pt x="272142" y="90837"/>
                  <a:pt x="277085" y="88584"/>
                  <a:pt x="281031" y="84079"/>
                </a:cubicBezTo>
                <a:cubicBezTo>
                  <a:pt x="284976" y="79574"/>
                  <a:pt x="286949" y="72706"/>
                  <a:pt x="286949" y="63475"/>
                </a:cubicBezTo>
                <a:cubicBezTo>
                  <a:pt x="286949" y="54773"/>
                  <a:pt x="284965" y="48181"/>
                  <a:pt x="280997" y="43698"/>
                </a:cubicBezTo>
                <a:cubicBezTo>
                  <a:pt x="277030" y="39215"/>
                  <a:pt x="272098" y="36973"/>
                  <a:pt x="266201" y="36973"/>
                </a:cubicBezTo>
                <a:cubicBezTo>
                  <a:pt x="260217" y="36973"/>
                  <a:pt x="255251" y="39204"/>
                  <a:pt x="251306" y="43665"/>
                </a:cubicBezTo>
                <a:cubicBezTo>
                  <a:pt x="247360" y="48126"/>
                  <a:pt x="245387" y="54861"/>
                  <a:pt x="245387" y="63872"/>
                </a:cubicBezTo>
                <a:close/>
                <a:moveTo>
                  <a:pt x="313289" y="99216"/>
                </a:moveTo>
                <a:lnTo>
                  <a:pt x="313289" y="28594"/>
                </a:lnTo>
                <a:lnTo>
                  <a:pt x="324062" y="28594"/>
                </a:lnTo>
                <a:lnTo>
                  <a:pt x="324062" y="38569"/>
                </a:lnTo>
                <a:cubicBezTo>
                  <a:pt x="329249" y="30855"/>
                  <a:pt x="336741" y="26998"/>
                  <a:pt x="346538" y="26998"/>
                </a:cubicBezTo>
                <a:cubicBezTo>
                  <a:pt x="350794" y="26998"/>
                  <a:pt x="354707" y="27763"/>
                  <a:pt x="358275" y="29293"/>
                </a:cubicBezTo>
                <a:cubicBezTo>
                  <a:pt x="361844" y="30822"/>
                  <a:pt x="364515" y="32828"/>
                  <a:pt x="366288" y="35311"/>
                </a:cubicBezTo>
                <a:cubicBezTo>
                  <a:pt x="368062" y="37793"/>
                  <a:pt x="369303" y="40741"/>
                  <a:pt x="370012" y="44155"/>
                </a:cubicBezTo>
                <a:cubicBezTo>
                  <a:pt x="370456" y="46372"/>
                  <a:pt x="370677" y="50251"/>
                  <a:pt x="370677" y="55792"/>
                </a:cubicBezTo>
                <a:lnTo>
                  <a:pt x="370677" y="99216"/>
                </a:lnTo>
                <a:lnTo>
                  <a:pt x="358708" y="99216"/>
                </a:lnTo>
                <a:lnTo>
                  <a:pt x="358708" y="56212"/>
                </a:lnTo>
                <a:cubicBezTo>
                  <a:pt x="358708" y="51330"/>
                  <a:pt x="358242" y="47680"/>
                  <a:pt x="357311" y="45261"/>
                </a:cubicBezTo>
                <a:cubicBezTo>
                  <a:pt x="356380" y="42842"/>
                  <a:pt x="354729" y="40911"/>
                  <a:pt x="352357" y="39469"/>
                </a:cubicBezTo>
                <a:cubicBezTo>
                  <a:pt x="349985" y="38027"/>
                  <a:pt x="347203" y="37306"/>
                  <a:pt x="344011" y="37306"/>
                </a:cubicBezTo>
                <a:cubicBezTo>
                  <a:pt x="338913" y="37306"/>
                  <a:pt x="334513" y="38926"/>
                  <a:pt x="330811" y="42166"/>
                </a:cubicBezTo>
                <a:cubicBezTo>
                  <a:pt x="327110" y="45405"/>
                  <a:pt x="325259" y="51552"/>
                  <a:pt x="325259" y="60605"/>
                </a:cubicBezTo>
                <a:lnTo>
                  <a:pt x="325259" y="99216"/>
                </a:lnTo>
                <a:lnTo>
                  <a:pt x="313289" y="99216"/>
                </a:lnTo>
                <a:close/>
                <a:moveTo>
                  <a:pt x="434855" y="99216"/>
                </a:moveTo>
                <a:lnTo>
                  <a:pt x="434855" y="90305"/>
                </a:lnTo>
                <a:cubicBezTo>
                  <a:pt x="430377" y="97310"/>
                  <a:pt x="423794" y="100812"/>
                  <a:pt x="415105" y="100812"/>
                </a:cubicBezTo>
                <a:cubicBezTo>
                  <a:pt x="409475" y="100812"/>
                  <a:pt x="404299" y="99260"/>
                  <a:pt x="399577" y="96157"/>
                </a:cubicBezTo>
                <a:cubicBezTo>
                  <a:pt x="394856" y="93054"/>
                  <a:pt x="391199" y="88720"/>
                  <a:pt x="388605" y="83157"/>
                </a:cubicBezTo>
                <a:cubicBezTo>
                  <a:pt x="386012" y="77593"/>
                  <a:pt x="384715" y="71198"/>
                  <a:pt x="384715" y="63972"/>
                </a:cubicBezTo>
                <a:cubicBezTo>
                  <a:pt x="384715" y="56923"/>
                  <a:pt x="385890" y="50528"/>
                  <a:pt x="388239" y="44787"/>
                </a:cubicBezTo>
                <a:cubicBezTo>
                  <a:pt x="390589" y="39046"/>
                  <a:pt x="394114" y="34646"/>
                  <a:pt x="398813" y="31587"/>
                </a:cubicBezTo>
                <a:cubicBezTo>
                  <a:pt x="403512" y="28528"/>
                  <a:pt x="408765" y="26998"/>
                  <a:pt x="414573" y="26998"/>
                </a:cubicBezTo>
                <a:cubicBezTo>
                  <a:pt x="418829" y="26998"/>
                  <a:pt x="422619" y="27896"/>
                  <a:pt x="425944" y="29692"/>
                </a:cubicBezTo>
                <a:cubicBezTo>
                  <a:pt x="429269" y="31487"/>
                  <a:pt x="431973" y="33826"/>
                  <a:pt x="434057" y="36707"/>
                </a:cubicBezTo>
                <a:lnTo>
                  <a:pt x="434057" y="1729"/>
                </a:lnTo>
                <a:lnTo>
                  <a:pt x="445960" y="1729"/>
                </a:lnTo>
                <a:lnTo>
                  <a:pt x="445960" y="99216"/>
                </a:lnTo>
                <a:lnTo>
                  <a:pt x="434855" y="99216"/>
                </a:lnTo>
                <a:moveTo>
                  <a:pt x="397017" y="63938"/>
                </a:moveTo>
                <a:cubicBezTo>
                  <a:pt x="397017" y="72949"/>
                  <a:pt x="398924" y="79685"/>
                  <a:pt x="402736" y="84146"/>
                </a:cubicBezTo>
                <a:cubicBezTo>
                  <a:pt x="406549" y="88607"/>
                  <a:pt x="411048" y="90837"/>
                  <a:pt x="416235" y="90837"/>
                </a:cubicBezTo>
                <a:cubicBezTo>
                  <a:pt x="421467" y="90837"/>
                  <a:pt x="425911" y="88706"/>
                  <a:pt x="429568" y="84445"/>
                </a:cubicBezTo>
                <a:cubicBezTo>
                  <a:pt x="433226" y="80182"/>
                  <a:pt x="435054" y="73678"/>
                  <a:pt x="435054" y="64932"/>
                </a:cubicBezTo>
                <a:cubicBezTo>
                  <a:pt x="435054" y="55303"/>
                  <a:pt x="433193" y="48236"/>
                  <a:pt x="429469" y="43731"/>
                </a:cubicBezTo>
                <a:cubicBezTo>
                  <a:pt x="425745" y="39226"/>
                  <a:pt x="421156" y="36973"/>
                  <a:pt x="415703" y="36973"/>
                </a:cubicBezTo>
                <a:cubicBezTo>
                  <a:pt x="410384" y="36973"/>
                  <a:pt x="405939" y="39138"/>
                  <a:pt x="402370" y="43467"/>
                </a:cubicBezTo>
                <a:cubicBezTo>
                  <a:pt x="398802" y="47795"/>
                  <a:pt x="397017" y="54619"/>
                  <a:pt x="397017" y="63938"/>
                </a:cubicBezTo>
                <a:close/>
                <a:moveTo>
                  <a:pt x="510869" y="90496"/>
                </a:moveTo>
                <a:cubicBezTo>
                  <a:pt x="506436" y="94267"/>
                  <a:pt x="502169" y="96929"/>
                  <a:pt x="498068" y="98482"/>
                </a:cubicBezTo>
                <a:cubicBezTo>
                  <a:pt x="493968" y="100035"/>
                  <a:pt x="489568" y="100812"/>
                  <a:pt x="484868" y="100812"/>
                </a:cubicBezTo>
                <a:cubicBezTo>
                  <a:pt x="477110" y="100812"/>
                  <a:pt x="471148" y="98915"/>
                  <a:pt x="466980" y="95122"/>
                </a:cubicBezTo>
                <a:cubicBezTo>
                  <a:pt x="462813" y="91329"/>
                  <a:pt x="460729" y="86482"/>
                  <a:pt x="460729" y="80582"/>
                </a:cubicBezTo>
                <a:cubicBezTo>
                  <a:pt x="460729" y="77122"/>
                  <a:pt x="461516" y="73962"/>
                  <a:pt x="463090" y="71102"/>
                </a:cubicBezTo>
                <a:cubicBezTo>
                  <a:pt x="464664" y="68239"/>
                  <a:pt x="466725" y="65943"/>
                  <a:pt x="469274" y="64213"/>
                </a:cubicBezTo>
                <a:cubicBezTo>
                  <a:pt x="471824" y="62482"/>
                  <a:pt x="474694" y="61174"/>
                  <a:pt x="477886" y="60287"/>
                </a:cubicBezTo>
                <a:cubicBezTo>
                  <a:pt x="480236" y="59665"/>
                  <a:pt x="483782" y="59066"/>
                  <a:pt x="488526" y="58490"/>
                </a:cubicBezTo>
                <a:cubicBezTo>
                  <a:pt x="498190" y="57345"/>
                  <a:pt x="505306" y="55981"/>
                  <a:pt x="509872" y="54396"/>
                </a:cubicBezTo>
                <a:cubicBezTo>
                  <a:pt x="509916" y="52762"/>
                  <a:pt x="509938" y="51725"/>
                  <a:pt x="509938" y="51283"/>
                </a:cubicBezTo>
                <a:cubicBezTo>
                  <a:pt x="509938" y="46424"/>
                  <a:pt x="508808" y="43002"/>
                  <a:pt x="506547" y="41015"/>
                </a:cubicBezTo>
                <a:cubicBezTo>
                  <a:pt x="503488" y="38321"/>
                  <a:pt x="498944" y="36973"/>
                  <a:pt x="492915" y="36973"/>
                </a:cubicBezTo>
                <a:cubicBezTo>
                  <a:pt x="487285" y="36973"/>
                  <a:pt x="483128" y="37960"/>
                  <a:pt x="480446" y="39932"/>
                </a:cubicBezTo>
                <a:cubicBezTo>
                  <a:pt x="477764" y="41905"/>
                  <a:pt x="475780" y="45396"/>
                  <a:pt x="474495" y="50406"/>
                </a:cubicBezTo>
                <a:lnTo>
                  <a:pt x="462791" y="48810"/>
                </a:lnTo>
                <a:cubicBezTo>
                  <a:pt x="463855" y="43785"/>
                  <a:pt x="465606" y="39727"/>
                  <a:pt x="468044" y="36637"/>
                </a:cubicBezTo>
                <a:cubicBezTo>
                  <a:pt x="470483" y="33546"/>
                  <a:pt x="474007" y="31167"/>
                  <a:pt x="478618" y="29500"/>
                </a:cubicBezTo>
                <a:cubicBezTo>
                  <a:pt x="483228" y="27832"/>
                  <a:pt x="488570" y="26998"/>
                  <a:pt x="494644" y="26998"/>
                </a:cubicBezTo>
                <a:cubicBezTo>
                  <a:pt x="500673" y="26998"/>
                  <a:pt x="505572" y="27708"/>
                  <a:pt x="509340" y="29126"/>
                </a:cubicBezTo>
                <a:cubicBezTo>
                  <a:pt x="513108" y="30545"/>
                  <a:pt x="515879" y="32329"/>
                  <a:pt x="517652" y="34480"/>
                </a:cubicBezTo>
                <a:cubicBezTo>
                  <a:pt x="519425" y="36630"/>
                  <a:pt x="520667" y="39345"/>
                  <a:pt x="521376" y="42626"/>
                </a:cubicBezTo>
                <a:cubicBezTo>
                  <a:pt x="521775" y="44665"/>
                  <a:pt x="521975" y="48344"/>
                  <a:pt x="521975" y="53664"/>
                </a:cubicBezTo>
                <a:lnTo>
                  <a:pt x="521975" y="69624"/>
                </a:lnTo>
                <a:cubicBezTo>
                  <a:pt x="521975" y="80751"/>
                  <a:pt x="522230" y="87789"/>
                  <a:pt x="522739" y="90737"/>
                </a:cubicBezTo>
                <a:cubicBezTo>
                  <a:pt x="523249" y="93685"/>
                  <a:pt x="524258" y="96512"/>
                  <a:pt x="525765" y="99216"/>
                </a:cubicBezTo>
                <a:lnTo>
                  <a:pt x="513263" y="99216"/>
                </a:lnTo>
                <a:cubicBezTo>
                  <a:pt x="512022" y="96731"/>
                  <a:pt x="511224" y="93824"/>
                  <a:pt x="510869" y="90496"/>
                </a:cubicBezTo>
                <a:moveTo>
                  <a:pt x="509872" y="63706"/>
                </a:moveTo>
                <a:cubicBezTo>
                  <a:pt x="505527" y="65494"/>
                  <a:pt x="499010" y="67014"/>
                  <a:pt x="490321" y="68265"/>
                </a:cubicBezTo>
                <a:cubicBezTo>
                  <a:pt x="485400" y="68977"/>
                  <a:pt x="481920" y="69779"/>
                  <a:pt x="479881" y="70669"/>
                </a:cubicBezTo>
                <a:cubicBezTo>
                  <a:pt x="477842" y="71559"/>
                  <a:pt x="476268" y="72861"/>
                  <a:pt x="475160" y="74576"/>
                </a:cubicBezTo>
                <a:cubicBezTo>
                  <a:pt x="474051" y="76290"/>
                  <a:pt x="473497" y="78193"/>
                  <a:pt x="473497" y="80285"/>
                </a:cubicBezTo>
                <a:cubicBezTo>
                  <a:pt x="473497" y="83489"/>
                  <a:pt x="474705" y="86160"/>
                  <a:pt x="477121" y="88298"/>
                </a:cubicBezTo>
                <a:cubicBezTo>
                  <a:pt x="479537" y="90434"/>
                  <a:pt x="483073" y="91502"/>
                  <a:pt x="487728" y="91502"/>
                </a:cubicBezTo>
                <a:cubicBezTo>
                  <a:pt x="492338" y="91502"/>
                  <a:pt x="496439" y="90489"/>
                  <a:pt x="500030" y="88462"/>
                </a:cubicBezTo>
                <a:cubicBezTo>
                  <a:pt x="503621" y="86435"/>
                  <a:pt x="506259" y="83662"/>
                  <a:pt x="507943" y="80143"/>
                </a:cubicBezTo>
                <a:cubicBezTo>
                  <a:pt x="509229" y="77425"/>
                  <a:pt x="509872" y="73416"/>
                  <a:pt x="509872" y="68115"/>
                </a:cubicBezTo>
                <a:lnTo>
                  <a:pt x="509872" y="63706"/>
                </a:lnTo>
                <a:close/>
                <a:moveTo>
                  <a:pt x="540401" y="99216"/>
                </a:moveTo>
                <a:lnTo>
                  <a:pt x="540401" y="28594"/>
                </a:lnTo>
                <a:lnTo>
                  <a:pt x="551174" y="28594"/>
                </a:lnTo>
                <a:lnTo>
                  <a:pt x="551174" y="39234"/>
                </a:lnTo>
                <a:cubicBezTo>
                  <a:pt x="553923" y="34252"/>
                  <a:pt x="556461" y="30968"/>
                  <a:pt x="558788" y="29380"/>
                </a:cubicBezTo>
                <a:cubicBezTo>
                  <a:pt x="561116" y="27792"/>
                  <a:pt x="563676" y="26998"/>
                  <a:pt x="566469" y="26998"/>
                </a:cubicBezTo>
                <a:cubicBezTo>
                  <a:pt x="570503" y="26998"/>
                  <a:pt x="574604" y="28279"/>
                  <a:pt x="578771" y="30839"/>
                </a:cubicBezTo>
                <a:lnTo>
                  <a:pt x="574648" y="41894"/>
                </a:lnTo>
                <a:cubicBezTo>
                  <a:pt x="571722" y="40165"/>
                  <a:pt x="568796" y="39301"/>
                  <a:pt x="565870" y="39301"/>
                </a:cubicBezTo>
                <a:cubicBezTo>
                  <a:pt x="563255" y="39301"/>
                  <a:pt x="560905" y="40089"/>
                  <a:pt x="558821" y="41666"/>
                </a:cubicBezTo>
                <a:cubicBezTo>
                  <a:pt x="556738" y="43241"/>
                  <a:pt x="555253" y="45426"/>
                  <a:pt x="554366" y="48222"/>
                </a:cubicBezTo>
                <a:cubicBezTo>
                  <a:pt x="553036" y="52482"/>
                  <a:pt x="552371" y="57142"/>
                  <a:pt x="552371" y="62201"/>
                </a:cubicBezTo>
                <a:lnTo>
                  <a:pt x="552371" y="99216"/>
                </a:lnTo>
                <a:lnTo>
                  <a:pt x="540401" y="99216"/>
                </a:lnTo>
                <a:close/>
                <a:moveTo>
                  <a:pt x="585367" y="126480"/>
                </a:moveTo>
                <a:lnTo>
                  <a:pt x="584037" y="115242"/>
                </a:lnTo>
                <a:cubicBezTo>
                  <a:pt x="586652" y="115951"/>
                  <a:pt x="588936" y="116306"/>
                  <a:pt x="590886" y="116306"/>
                </a:cubicBezTo>
                <a:cubicBezTo>
                  <a:pt x="593546" y="116306"/>
                  <a:pt x="595674" y="115857"/>
                  <a:pt x="597270" y="114959"/>
                </a:cubicBezTo>
                <a:cubicBezTo>
                  <a:pt x="598866" y="114063"/>
                  <a:pt x="600174" y="112807"/>
                  <a:pt x="601193" y="111192"/>
                </a:cubicBezTo>
                <a:cubicBezTo>
                  <a:pt x="601947" y="109981"/>
                  <a:pt x="603166" y="106976"/>
                  <a:pt x="604851" y="102177"/>
                </a:cubicBezTo>
                <a:cubicBezTo>
                  <a:pt x="605073" y="101504"/>
                  <a:pt x="605427" y="100517"/>
                  <a:pt x="605915" y="99216"/>
                </a:cubicBezTo>
                <a:lnTo>
                  <a:pt x="579116" y="28594"/>
                </a:lnTo>
                <a:lnTo>
                  <a:pt x="592017" y="28594"/>
                </a:lnTo>
                <a:lnTo>
                  <a:pt x="606713" y="69395"/>
                </a:lnTo>
                <a:cubicBezTo>
                  <a:pt x="608619" y="74571"/>
                  <a:pt x="610326" y="80012"/>
                  <a:pt x="611833" y="85717"/>
                </a:cubicBezTo>
                <a:cubicBezTo>
                  <a:pt x="613208" y="80232"/>
                  <a:pt x="614848" y="74880"/>
                  <a:pt x="616754" y="69661"/>
                </a:cubicBezTo>
                <a:lnTo>
                  <a:pt x="631849" y="28594"/>
                </a:lnTo>
                <a:lnTo>
                  <a:pt x="643819" y="28594"/>
                </a:lnTo>
                <a:lnTo>
                  <a:pt x="616954" y="100461"/>
                </a:lnTo>
                <a:cubicBezTo>
                  <a:pt x="614072" y="108224"/>
                  <a:pt x="611833" y="113570"/>
                  <a:pt x="610237" y="116497"/>
                </a:cubicBezTo>
                <a:cubicBezTo>
                  <a:pt x="608109" y="120446"/>
                  <a:pt x="605671" y="123340"/>
                  <a:pt x="602922" y="125182"/>
                </a:cubicBezTo>
                <a:cubicBezTo>
                  <a:pt x="600174" y="127023"/>
                  <a:pt x="596893" y="127943"/>
                  <a:pt x="593081" y="127943"/>
                </a:cubicBezTo>
                <a:cubicBezTo>
                  <a:pt x="590775" y="127943"/>
                  <a:pt x="588204" y="127456"/>
                  <a:pt x="585367" y="126480"/>
                </a:cubicBezTo>
                <a:close/>
                <a:moveTo>
                  <a:pt x="717974" y="88643"/>
                </a:moveTo>
                <a:lnTo>
                  <a:pt x="719703" y="99216"/>
                </a:lnTo>
                <a:cubicBezTo>
                  <a:pt x="716334" y="99837"/>
                  <a:pt x="713319" y="100147"/>
                  <a:pt x="710659" y="100147"/>
                </a:cubicBezTo>
                <a:cubicBezTo>
                  <a:pt x="706315" y="100147"/>
                  <a:pt x="702946" y="99460"/>
                  <a:pt x="700552" y="98085"/>
                </a:cubicBezTo>
                <a:cubicBezTo>
                  <a:pt x="698158" y="96711"/>
                  <a:pt x="696473" y="94905"/>
                  <a:pt x="695498" y="92666"/>
                </a:cubicBezTo>
                <a:cubicBezTo>
                  <a:pt x="694522" y="90427"/>
                  <a:pt x="694035" y="85717"/>
                  <a:pt x="694035" y="78535"/>
                </a:cubicBezTo>
                <a:lnTo>
                  <a:pt x="694035" y="37904"/>
                </a:lnTo>
                <a:lnTo>
                  <a:pt x="685257" y="37904"/>
                </a:lnTo>
                <a:lnTo>
                  <a:pt x="685257" y="28594"/>
                </a:lnTo>
                <a:lnTo>
                  <a:pt x="694035" y="28594"/>
                </a:lnTo>
                <a:lnTo>
                  <a:pt x="694035" y="11057"/>
                </a:lnTo>
                <a:lnTo>
                  <a:pt x="705938" y="3857"/>
                </a:lnTo>
                <a:lnTo>
                  <a:pt x="705938" y="28594"/>
                </a:lnTo>
                <a:lnTo>
                  <a:pt x="717974" y="28594"/>
                </a:lnTo>
                <a:lnTo>
                  <a:pt x="717974" y="37904"/>
                </a:lnTo>
                <a:lnTo>
                  <a:pt x="705938" y="37904"/>
                </a:lnTo>
                <a:lnTo>
                  <a:pt x="705938" y="79200"/>
                </a:lnTo>
                <a:cubicBezTo>
                  <a:pt x="705938" y="82613"/>
                  <a:pt x="706149" y="84808"/>
                  <a:pt x="706570" y="85783"/>
                </a:cubicBezTo>
                <a:cubicBezTo>
                  <a:pt x="706991" y="86759"/>
                  <a:pt x="707678" y="87534"/>
                  <a:pt x="708631" y="88111"/>
                </a:cubicBezTo>
                <a:cubicBezTo>
                  <a:pt x="709584" y="88687"/>
                  <a:pt x="710948" y="88975"/>
                  <a:pt x="712721" y="88975"/>
                </a:cubicBezTo>
                <a:cubicBezTo>
                  <a:pt x="714051" y="88975"/>
                  <a:pt x="715802" y="88864"/>
                  <a:pt x="717974" y="88643"/>
                </a:cubicBezTo>
                <a:close/>
                <a:moveTo>
                  <a:pt x="775757" y="90496"/>
                </a:moveTo>
                <a:cubicBezTo>
                  <a:pt x="771324" y="94267"/>
                  <a:pt x="767057" y="96929"/>
                  <a:pt x="762956" y="98482"/>
                </a:cubicBezTo>
                <a:cubicBezTo>
                  <a:pt x="758856" y="100035"/>
                  <a:pt x="754456" y="100812"/>
                  <a:pt x="749756" y="100812"/>
                </a:cubicBezTo>
                <a:cubicBezTo>
                  <a:pt x="741998" y="100812"/>
                  <a:pt x="736035" y="98915"/>
                  <a:pt x="731868" y="95122"/>
                </a:cubicBezTo>
                <a:cubicBezTo>
                  <a:pt x="727701" y="91329"/>
                  <a:pt x="725617" y="86482"/>
                  <a:pt x="725617" y="80582"/>
                </a:cubicBezTo>
                <a:cubicBezTo>
                  <a:pt x="725617" y="77122"/>
                  <a:pt x="726404" y="73962"/>
                  <a:pt x="727978" y="71102"/>
                </a:cubicBezTo>
                <a:cubicBezTo>
                  <a:pt x="729552" y="68239"/>
                  <a:pt x="731613" y="65943"/>
                  <a:pt x="734162" y="64213"/>
                </a:cubicBezTo>
                <a:cubicBezTo>
                  <a:pt x="736711" y="62482"/>
                  <a:pt x="739582" y="61174"/>
                  <a:pt x="742774" y="60287"/>
                </a:cubicBezTo>
                <a:cubicBezTo>
                  <a:pt x="745124" y="59665"/>
                  <a:pt x="748670" y="59066"/>
                  <a:pt x="753414" y="58490"/>
                </a:cubicBezTo>
                <a:cubicBezTo>
                  <a:pt x="763078" y="57345"/>
                  <a:pt x="770194" y="55981"/>
                  <a:pt x="774760" y="54396"/>
                </a:cubicBezTo>
                <a:cubicBezTo>
                  <a:pt x="774804" y="52762"/>
                  <a:pt x="774826" y="51725"/>
                  <a:pt x="774826" y="51283"/>
                </a:cubicBezTo>
                <a:cubicBezTo>
                  <a:pt x="774826" y="46424"/>
                  <a:pt x="773696" y="43002"/>
                  <a:pt x="771435" y="41015"/>
                </a:cubicBezTo>
                <a:cubicBezTo>
                  <a:pt x="768376" y="38321"/>
                  <a:pt x="763832" y="36973"/>
                  <a:pt x="757803" y="36973"/>
                </a:cubicBezTo>
                <a:cubicBezTo>
                  <a:pt x="752172" y="36973"/>
                  <a:pt x="748016" y="37960"/>
                  <a:pt x="745334" y="39932"/>
                </a:cubicBezTo>
                <a:cubicBezTo>
                  <a:pt x="742652" y="41905"/>
                  <a:pt x="740668" y="45396"/>
                  <a:pt x="739383" y="50406"/>
                </a:cubicBezTo>
                <a:lnTo>
                  <a:pt x="727679" y="48810"/>
                </a:lnTo>
                <a:cubicBezTo>
                  <a:pt x="728743" y="43785"/>
                  <a:pt x="730494" y="39727"/>
                  <a:pt x="732932" y="36637"/>
                </a:cubicBezTo>
                <a:cubicBezTo>
                  <a:pt x="735370" y="33546"/>
                  <a:pt x="738895" y="31167"/>
                  <a:pt x="743505" y="29500"/>
                </a:cubicBezTo>
                <a:cubicBezTo>
                  <a:pt x="748116" y="27832"/>
                  <a:pt x="753458" y="26998"/>
                  <a:pt x="759532" y="26998"/>
                </a:cubicBezTo>
                <a:cubicBezTo>
                  <a:pt x="765561" y="26998"/>
                  <a:pt x="770460" y="27708"/>
                  <a:pt x="774228" y="29126"/>
                </a:cubicBezTo>
                <a:cubicBezTo>
                  <a:pt x="777996" y="30545"/>
                  <a:pt x="780767" y="32329"/>
                  <a:pt x="782540" y="34480"/>
                </a:cubicBezTo>
                <a:cubicBezTo>
                  <a:pt x="784313" y="36630"/>
                  <a:pt x="785555" y="39345"/>
                  <a:pt x="786264" y="42626"/>
                </a:cubicBezTo>
                <a:cubicBezTo>
                  <a:pt x="786663" y="44665"/>
                  <a:pt x="786863" y="48344"/>
                  <a:pt x="786863" y="53664"/>
                </a:cubicBezTo>
                <a:lnTo>
                  <a:pt x="786863" y="69624"/>
                </a:lnTo>
                <a:cubicBezTo>
                  <a:pt x="786863" y="80751"/>
                  <a:pt x="787117" y="87789"/>
                  <a:pt x="787627" y="90737"/>
                </a:cubicBezTo>
                <a:cubicBezTo>
                  <a:pt x="788137" y="93685"/>
                  <a:pt x="789146" y="96512"/>
                  <a:pt x="790653" y="99216"/>
                </a:cubicBezTo>
                <a:lnTo>
                  <a:pt x="778151" y="99216"/>
                </a:lnTo>
                <a:cubicBezTo>
                  <a:pt x="776910" y="96731"/>
                  <a:pt x="776112" y="93824"/>
                  <a:pt x="775757" y="90496"/>
                </a:cubicBezTo>
                <a:moveTo>
                  <a:pt x="774760" y="63706"/>
                </a:moveTo>
                <a:cubicBezTo>
                  <a:pt x="770415" y="65494"/>
                  <a:pt x="763898" y="67014"/>
                  <a:pt x="755209" y="68265"/>
                </a:cubicBezTo>
                <a:cubicBezTo>
                  <a:pt x="750288" y="68977"/>
                  <a:pt x="746808" y="69779"/>
                  <a:pt x="744769" y="70669"/>
                </a:cubicBezTo>
                <a:cubicBezTo>
                  <a:pt x="742730" y="71559"/>
                  <a:pt x="741156" y="72861"/>
                  <a:pt x="740047" y="74576"/>
                </a:cubicBezTo>
                <a:cubicBezTo>
                  <a:pt x="738939" y="76290"/>
                  <a:pt x="738385" y="78193"/>
                  <a:pt x="738385" y="80285"/>
                </a:cubicBezTo>
                <a:cubicBezTo>
                  <a:pt x="738385" y="83489"/>
                  <a:pt x="739593" y="86160"/>
                  <a:pt x="742009" y="88298"/>
                </a:cubicBezTo>
                <a:cubicBezTo>
                  <a:pt x="744425" y="90434"/>
                  <a:pt x="747961" y="91502"/>
                  <a:pt x="752616" y="91502"/>
                </a:cubicBezTo>
                <a:cubicBezTo>
                  <a:pt x="757226" y="91502"/>
                  <a:pt x="761327" y="90489"/>
                  <a:pt x="764918" y="88462"/>
                </a:cubicBezTo>
                <a:cubicBezTo>
                  <a:pt x="768509" y="86435"/>
                  <a:pt x="771147" y="83662"/>
                  <a:pt x="772831" y="80143"/>
                </a:cubicBezTo>
                <a:cubicBezTo>
                  <a:pt x="774117" y="77425"/>
                  <a:pt x="774760" y="73416"/>
                  <a:pt x="774760" y="68115"/>
                </a:cubicBezTo>
                <a:lnTo>
                  <a:pt x="774760" y="63706"/>
                </a:lnTo>
                <a:close/>
                <a:moveTo>
                  <a:pt x="800634" y="78069"/>
                </a:moveTo>
                <a:lnTo>
                  <a:pt x="812471" y="76207"/>
                </a:lnTo>
                <a:cubicBezTo>
                  <a:pt x="813136" y="80930"/>
                  <a:pt x="814987" y="84550"/>
                  <a:pt x="818024" y="87065"/>
                </a:cubicBezTo>
                <a:cubicBezTo>
                  <a:pt x="821060" y="89580"/>
                  <a:pt x="825305" y="90837"/>
                  <a:pt x="830758" y="90837"/>
                </a:cubicBezTo>
                <a:cubicBezTo>
                  <a:pt x="836255" y="90837"/>
                  <a:pt x="840334" y="89727"/>
                  <a:pt x="842994" y="87506"/>
                </a:cubicBezTo>
                <a:cubicBezTo>
                  <a:pt x="845654" y="85284"/>
                  <a:pt x="846984" y="82678"/>
                  <a:pt x="846984" y="79688"/>
                </a:cubicBezTo>
                <a:cubicBezTo>
                  <a:pt x="846984" y="77005"/>
                  <a:pt x="845809" y="74893"/>
                  <a:pt x="843459" y="73354"/>
                </a:cubicBezTo>
                <a:cubicBezTo>
                  <a:pt x="841819" y="72299"/>
                  <a:pt x="837740" y="70957"/>
                  <a:pt x="831224" y="69329"/>
                </a:cubicBezTo>
                <a:cubicBezTo>
                  <a:pt x="822446" y="67111"/>
                  <a:pt x="816361" y="65192"/>
                  <a:pt x="812970" y="63573"/>
                </a:cubicBezTo>
                <a:cubicBezTo>
                  <a:pt x="809578" y="61953"/>
                  <a:pt x="807007" y="59712"/>
                  <a:pt x="805256" y="56850"/>
                </a:cubicBezTo>
                <a:cubicBezTo>
                  <a:pt x="803505" y="53988"/>
                  <a:pt x="802629" y="50826"/>
                  <a:pt x="802629" y="47366"/>
                </a:cubicBezTo>
                <a:cubicBezTo>
                  <a:pt x="802629" y="44215"/>
                  <a:pt x="803350" y="41298"/>
                  <a:pt x="804790" y="38613"/>
                </a:cubicBezTo>
                <a:cubicBezTo>
                  <a:pt x="806231" y="35928"/>
                  <a:pt x="808193" y="33698"/>
                  <a:pt x="810676" y="31923"/>
                </a:cubicBezTo>
                <a:cubicBezTo>
                  <a:pt x="812537" y="30548"/>
                  <a:pt x="815076" y="29383"/>
                  <a:pt x="818290" y="28430"/>
                </a:cubicBezTo>
                <a:cubicBezTo>
                  <a:pt x="821504" y="27476"/>
                  <a:pt x="824951" y="26998"/>
                  <a:pt x="828630" y="26998"/>
                </a:cubicBezTo>
                <a:cubicBezTo>
                  <a:pt x="834172" y="26998"/>
                  <a:pt x="839037" y="27802"/>
                  <a:pt x="843227" y="29409"/>
                </a:cubicBezTo>
                <a:cubicBezTo>
                  <a:pt x="847416" y="31015"/>
                  <a:pt x="850508" y="33190"/>
                  <a:pt x="852503" y="35936"/>
                </a:cubicBezTo>
                <a:cubicBezTo>
                  <a:pt x="854498" y="38681"/>
                  <a:pt x="855872" y="42351"/>
                  <a:pt x="856626" y="46948"/>
                </a:cubicBezTo>
                <a:lnTo>
                  <a:pt x="844922" y="48544"/>
                </a:lnTo>
                <a:cubicBezTo>
                  <a:pt x="844390" y="44909"/>
                  <a:pt x="842850" y="42071"/>
                  <a:pt x="840301" y="40032"/>
                </a:cubicBezTo>
                <a:cubicBezTo>
                  <a:pt x="837752" y="37993"/>
                  <a:pt x="834150" y="36973"/>
                  <a:pt x="829495" y="36973"/>
                </a:cubicBezTo>
                <a:cubicBezTo>
                  <a:pt x="823997" y="36973"/>
                  <a:pt x="820074" y="37878"/>
                  <a:pt x="817724" y="39687"/>
                </a:cubicBezTo>
                <a:cubicBezTo>
                  <a:pt x="815375" y="41495"/>
                  <a:pt x="814200" y="43613"/>
                  <a:pt x="814200" y="46040"/>
                </a:cubicBezTo>
                <a:cubicBezTo>
                  <a:pt x="814200" y="47583"/>
                  <a:pt x="814688" y="48973"/>
                  <a:pt x="815663" y="50209"/>
                </a:cubicBezTo>
                <a:cubicBezTo>
                  <a:pt x="816638" y="51487"/>
                  <a:pt x="818168" y="52546"/>
                  <a:pt x="820251" y="53384"/>
                </a:cubicBezTo>
                <a:cubicBezTo>
                  <a:pt x="821448" y="53826"/>
                  <a:pt x="824973" y="54841"/>
                  <a:pt x="830825" y="56428"/>
                </a:cubicBezTo>
                <a:cubicBezTo>
                  <a:pt x="839292" y="58688"/>
                  <a:pt x="845199" y="60537"/>
                  <a:pt x="848546" y="61977"/>
                </a:cubicBezTo>
                <a:cubicBezTo>
                  <a:pt x="851894" y="63416"/>
                  <a:pt x="854520" y="65509"/>
                  <a:pt x="856427" y="68257"/>
                </a:cubicBezTo>
                <a:cubicBezTo>
                  <a:pt x="858333" y="71003"/>
                  <a:pt x="859286" y="74413"/>
                  <a:pt x="859286" y="78487"/>
                </a:cubicBezTo>
                <a:cubicBezTo>
                  <a:pt x="859286" y="82474"/>
                  <a:pt x="858122" y="86229"/>
                  <a:pt x="855795" y="89750"/>
                </a:cubicBezTo>
                <a:cubicBezTo>
                  <a:pt x="853467" y="93271"/>
                  <a:pt x="850109" y="95994"/>
                  <a:pt x="845720" y="97921"/>
                </a:cubicBezTo>
                <a:cubicBezTo>
                  <a:pt x="841331" y="99848"/>
                  <a:pt x="836366" y="100812"/>
                  <a:pt x="830825" y="100812"/>
                </a:cubicBezTo>
                <a:cubicBezTo>
                  <a:pt x="821648" y="100812"/>
                  <a:pt x="814654" y="98900"/>
                  <a:pt x="809844" y="95076"/>
                </a:cubicBezTo>
                <a:cubicBezTo>
                  <a:pt x="805034" y="91253"/>
                  <a:pt x="801964" y="85584"/>
                  <a:pt x="800634" y="78069"/>
                </a:cubicBezTo>
                <a:close/>
                <a:moveTo>
                  <a:pt x="873597" y="99216"/>
                </a:moveTo>
                <a:lnTo>
                  <a:pt x="873597" y="1729"/>
                </a:lnTo>
                <a:lnTo>
                  <a:pt x="885567" y="1729"/>
                </a:lnTo>
                <a:lnTo>
                  <a:pt x="885567" y="57322"/>
                </a:lnTo>
                <a:lnTo>
                  <a:pt x="913895" y="28594"/>
                </a:lnTo>
                <a:lnTo>
                  <a:pt x="929389" y="28594"/>
                </a:lnTo>
                <a:lnTo>
                  <a:pt x="902391" y="54795"/>
                </a:lnTo>
                <a:lnTo>
                  <a:pt x="932116" y="99216"/>
                </a:lnTo>
                <a:lnTo>
                  <a:pt x="917353" y="99216"/>
                </a:lnTo>
                <a:lnTo>
                  <a:pt x="894012" y="63107"/>
                </a:lnTo>
                <a:lnTo>
                  <a:pt x="885567" y="71220"/>
                </a:lnTo>
                <a:lnTo>
                  <a:pt x="885567" y="99216"/>
                </a:lnTo>
                <a:lnTo>
                  <a:pt x="873597" y="99216"/>
                </a:lnTo>
                <a:close/>
                <a:moveTo>
                  <a:pt x="936851" y="78069"/>
                </a:moveTo>
                <a:lnTo>
                  <a:pt x="948687" y="76207"/>
                </a:lnTo>
                <a:cubicBezTo>
                  <a:pt x="949352" y="80930"/>
                  <a:pt x="951203" y="84550"/>
                  <a:pt x="954240" y="87065"/>
                </a:cubicBezTo>
                <a:cubicBezTo>
                  <a:pt x="957277" y="89580"/>
                  <a:pt x="961522" y="90837"/>
                  <a:pt x="966975" y="90837"/>
                </a:cubicBezTo>
                <a:cubicBezTo>
                  <a:pt x="972472" y="90837"/>
                  <a:pt x="976550" y="89727"/>
                  <a:pt x="979210" y="87506"/>
                </a:cubicBezTo>
                <a:cubicBezTo>
                  <a:pt x="981870" y="85284"/>
                  <a:pt x="983200" y="82678"/>
                  <a:pt x="983200" y="79688"/>
                </a:cubicBezTo>
                <a:cubicBezTo>
                  <a:pt x="983200" y="77005"/>
                  <a:pt x="982025" y="74893"/>
                  <a:pt x="979676" y="73354"/>
                </a:cubicBezTo>
                <a:cubicBezTo>
                  <a:pt x="978035" y="72299"/>
                  <a:pt x="973957" y="70957"/>
                  <a:pt x="967440" y="69329"/>
                </a:cubicBezTo>
                <a:cubicBezTo>
                  <a:pt x="958662" y="67111"/>
                  <a:pt x="952578" y="65192"/>
                  <a:pt x="949186" y="63573"/>
                </a:cubicBezTo>
                <a:cubicBezTo>
                  <a:pt x="945795" y="61953"/>
                  <a:pt x="943223" y="59712"/>
                  <a:pt x="941472" y="56850"/>
                </a:cubicBezTo>
                <a:cubicBezTo>
                  <a:pt x="939721" y="53988"/>
                  <a:pt x="938846" y="50826"/>
                  <a:pt x="938846" y="47366"/>
                </a:cubicBezTo>
                <a:cubicBezTo>
                  <a:pt x="938846" y="44215"/>
                  <a:pt x="939566" y="41298"/>
                  <a:pt x="941007" y="38613"/>
                </a:cubicBezTo>
                <a:cubicBezTo>
                  <a:pt x="942448" y="35928"/>
                  <a:pt x="944409" y="33698"/>
                  <a:pt x="946892" y="31923"/>
                </a:cubicBezTo>
                <a:cubicBezTo>
                  <a:pt x="948754" y="30548"/>
                  <a:pt x="951292" y="29383"/>
                  <a:pt x="954506" y="28430"/>
                </a:cubicBezTo>
                <a:cubicBezTo>
                  <a:pt x="957720" y="27476"/>
                  <a:pt x="961167" y="26998"/>
                  <a:pt x="964847" y="26998"/>
                </a:cubicBezTo>
                <a:cubicBezTo>
                  <a:pt x="970388" y="26998"/>
                  <a:pt x="975254" y="27802"/>
                  <a:pt x="979443" y="29409"/>
                </a:cubicBezTo>
                <a:cubicBezTo>
                  <a:pt x="983632" y="31015"/>
                  <a:pt x="986725" y="33190"/>
                  <a:pt x="988720" y="35936"/>
                </a:cubicBezTo>
                <a:cubicBezTo>
                  <a:pt x="990715" y="38681"/>
                  <a:pt x="992089" y="42351"/>
                  <a:pt x="992843" y="46948"/>
                </a:cubicBezTo>
                <a:lnTo>
                  <a:pt x="981139" y="48544"/>
                </a:lnTo>
                <a:cubicBezTo>
                  <a:pt x="980607" y="44909"/>
                  <a:pt x="979066" y="42071"/>
                  <a:pt x="976517" y="40032"/>
                </a:cubicBezTo>
                <a:cubicBezTo>
                  <a:pt x="973968" y="37993"/>
                  <a:pt x="970366" y="36973"/>
                  <a:pt x="965711" y="36973"/>
                </a:cubicBezTo>
                <a:cubicBezTo>
                  <a:pt x="960214" y="36973"/>
                  <a:pt x="956290" y="37878"/>
                  <a:pt x="953941" y="39687"/>
                </a:cubicBezTo>
                <a:cubicBezTo>
                  <a:pt x="951591" y="41495"/>
                  <a:pt x="950416" y="43613"/>
                  <a:pt x="950416" y="46040"/>
                </a:cubicBezTo>
                <a:cubicBezTo>
                  <a:pt x="950416" y="47583"/>
                  <a:pt x="950904" y="48973"/>
                  <a:pt x="951879" y="50209"/>
                </a:cubicBezTo>
                <a:cubicBezTo>
                  <a:pt x="952855" y="51487"/>
                  <a:pt x="954384" y="52546"/>
                  <a:pt x="956468" y="53384"/>
                </a:cubicBezTo>
                <a:cubicBezTo>
                  <a:pt x="957665" y="53826"/>
                  <a:pt x="961189" y="54841"/>
                  <a:pt x="967041" y="56428"/>
                </a:cubicBezTo>
                <a:cubicBezTo>
                  <a:pt x="975509" y="58688"/>
                  <a:pt x="981416" y="60537"/>
                  <a:pt x="984763" y="61977"/>
                </a:cubicBezTo>
                <a:cubicBezTo>
                  <a:pt x="988110" y="63416"/>
                  <a:pt x="990737" y="65509"/>
                  <a:pt x="992643" y="68257"/>
                </a:cubicBezTo>
                <a:cubicBezTo>
                  <a:pt x="994549" y="71003"/>
                  <a:pt x="995502" y="74413"/>
                  <a:pt x="995502" y="78487"/>
                </a:cubicBezTo>
                <a:cubicBezTo>
                  <a:pt x="995502" y="82474"/>
                  <a:pt x="994339" y="86229"/>
                  <a:pt x="992011" y="89750"/>
                </a:cubicBezTo>
                <a:cubicBezTo>
                  <a:pt x="989684" y="93271"/>
                  <a:pt x="986326" y="95994"/>
                  <a:pt x="981937" y="97921"/>
                </a:cubicBezTo>
                <a:cubicBezTo>
                  <a:pt x="977548" y="99848"/>
                  <a:pt x="972583" y="100812"/>
                  <a:pt x="967041" y="100812"/>
                </a:cubicBezTo>
                <a:cubicBezTo>
                  <a:pt x="957864" y="100812"/>
                  <a:pt x="950871" y="98900"/>
                  <a:pt x="946061" y="95076"/>
                </a:cubicBezTo>
                <a:cubicBezTo>
                  <a:pt x="941251" y="91253"/>
                  <a:pt x="938181" y="85584"/>
                  <a:pt x="936851" y="78069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OOCDetection,DeepfakeDetection,">
            <a:extLst xmlns:a="http://schemas.openxmlformats.org/drawingml/2006/main">
              <a:ext uri="{FF2B5EF4-FFF2-40B4-BE49-F238E27FC236}">
                <a16:creationId xmlns:a16="http://schemas.microsoft.com/office/drawing/2014/main" id="{BC960954-E676-42E7-8A8D-9A8E0139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30" y="2150355"/>
            <a:ext cx="2796399" cy="151298"/>
          </a:xfrm>
          <a:custGeom xmlns:a="http://schemas.openxmlformats.org/drawingml/2006/main">
            <a:pathLst>
              <a:path w="2796399" h="151298">
                <a:moveTo>
                  <a:pt x="0" y="61285"/>
                </a:moveTo>
                <a:cubicBezTo>
                  <a:pt x="0" y="49354"/>
                  <a:pt x="1782" y="39340"/>
                  <a:pt x="5346" y="31244"/>
                </a:cubicBezTo>
                <a:cubicBezTo>
                  <a:pt x="8006" y="25277"/>
                  <a:pt x="11637" y="19923"/>
                  <a:pt x="16239" y="15182"/>
                </a:cubicBezTo>
                <a:cubicBezTo>
                  <a:pt x="20841" y="10440"/>
                  <a:pt x="25881" y="6924"/>
                  <a:pt x="31361" y="4633"/>
                </a:cubicBezTo>
                <a:cubicBezTo>
                  <a:pt x="38649" y="1544"/>
                  <a:pt x="47054" y="0"/>
                  <a:pt x="56577" y="0"/>
                </a:cubicBezTo>
                <a:cubicBezTo>
                  <a:pt x="73813" y="0"/>
                  <a:pt x="87605" y="5354"/>
                  <a:pt x="97952" y="16062"/>
                </a:cubicBezTo>
                <a:cubicBezTo>
                  <a:pt x="108300" y="26768"/>
                  <a:pt x="113473" y="41656"/>
                  <a:pt x="113473" y="60726"/>
                </a:cubicBezTo>
                <a:cubicBezTo>
                  <a:pt x="113473" y="79637"/>
                  <a:pt x="108339" y="94433"/>
                  <a:pt x="98072" y="105114"/>
                </a:cubicBezTo>
                <a:cubicBezTo>
                  <a:pt x="87805" y="115794"/>
                  <a:pt x="74079" y="121134"/>
                  <a:pt x="56896" y="121134"/>
                </a:cubicBezTo>
                <a:cubicBezTo>
                  <a:pt x="39500" y="121134"/>
                  <a:pt x="25668" y="115821"/>
                  <a:pt x="15401" y="105194"/>
                </a:cubicBezTo>
                <a:cubicBezTo>
                  <a:pt x="5134" y="94566"/>
                  <a:pt x="0" y="79930"/>
                  <a:pt x="0" y="61285"/>
                </a:cubicBezTo>
                <a:moveTo>
                  <a:pt x="24338" y="60487"/>
                </a:moveTo>
                <a:cubicBezTo>
                  <a:pt x="24338" y="73734"/>
                  <a:pt x="27397" y="83775"/>
                  <a:pt x="33515" y="90611"/>
                </a:cubicBezTo>
                <a:cubicBezTo>
                  <a:pt x="39633" y="97447"/>
                  <a:pt x="47400" y="100865"/>
                  <a:pt x="56816" y="100865"/>
                </a:cubicBezTo>
                <a:cubicBezTo>
                  <a:pt x="66233" y="100865"/>
                  <a:pt x="73960" y="97474"/>
                  <a:pt x="79998" y="90691"/>
                </a:cubicBezTo>
                <a:cubicBezTo>
                  <a:pt x="86036" y="83908"/>
                  <a:pt x="89055" y="73734"/>
                  <a:pt x="89055" y="60168"/>
                </a:cubicBezTo>
                <a:cubicBezTo>
                  <a:pt x="89055" y="46762"/>
                  <a:pt x="86116" y="36760"/>
                  <a:pt x="80237" y="30164"/>
                </a:cubicBezTo>
                <a:cubicBezTo>
                  <a:pt x="74359" y="23567"/>
                  <a:pt x="66552" y="20269"/>
                  <a:pt x="56816" y="20269"/>
                </a:cubicBezTo>
                <a:cubicBezTo>
                  <a:pt x="47081" y="20269"/>
                  <a:pt x="39234" y="23607"/>
                  <a:pt x="33276" y="30283"/>
                </a:cubicBezTo>
                <a:cubicBezTo>
                  <a:pt x="27318" y="36960"/>
                  <a:pt x="24338" y="47028"/>
                  <a:pt x="24338" y="60487"/>
                </a:cubicBezTo>
                <a:close/>
                <a:moveTo>
                  <a:pt x="127113" y="61285"/>
                </a:moveTo>
                <a:cubicBezTo>
                  <a:pt x="127113" y="49354"/>
                  <a:pt x="128896" y="39340"/>
                  <a:pt x="132460" y="31244"/>
                </a:cubicBezTo>
                <a:cubicBezTo>
                  <a:pt x="135120" y="25277"/>
                  <a:pt x="138751" y="19923"/>
                  <a:pt x="143352" y="15182"/>
                </a:cubicBezTo>
                <a:cubicBezTo>
                  <a:pt x="147954" y="10440"/>
                  <a:pt x="152995" y="6924"/>
                  <a:pt x="158474" y="4633"/>
                </a:cubicBezTo>
                <a:cubicBezTo>
                  <a:pt x="165762" y="1544"/>
                  <a:pt x="174168" y="0"/>
                  <a:pt x="183690" y="0"/>
                </a:cubicBezTo>
                <a:cubicBezTo>
                  <a:pt x="200927" y="0"/>
                  <a:pt x="214719" y="5354"/>
                  <a:pt x="225066" y="16062"/>
                </a:cubicBezTo>
                <a:cubicBezTo>
                  <a:pt x="235413" y="26768"/>
                  <a:pt x="240587" y="41656"/>
                  <a:pt x="240587" y="60726"/>
                </a:cubicBezTo>
                <a:cubicBezTo>
                  <a:pt x="240587" y="79637"/>
                  <a:pt x="235453" y="94433"/>
                  <a:pt x="225185" y="105114"/>
                </a:cubicBezTo>
                <a:cubicBezTo>
                  <a:pt x="214918" y="115794"/>
                  <a:pt x="201193" y="121134"/>
                  <a:pt x="184010" y="121134"/>
                </a:cubicBezTo>
                <a:cubicBezTo>
                  <a:pt x="166614" y="121134"/>
                  <a:pt x="152782" y="115821"/>
                  <a:pt x="142514" y="105194"/>
                </a:cubicBezTo>
                <a:cubicBezTo>
                  <a:pt x="132247" y="94566"/>
                  <a:pt x="127113" y="79930"/>
                  <a:pt x="127113" y="61285"/>
                </a:cubicBezTo>
                <a:moveTo>
                  <a:pt x="151452" y="60487"/>
                </a:moveTo>
                <a:cubicBezTo>
                  <a:pt x="151452" y="73734"/>
                  <a:pt x="154511" y="83775"/>
                  <a:pt x="160629" y="90611"/>
                </a:cubicBezTo>
                <a:cubicBezTo>
                  <a:pt x="166747" y="97447"/>
                  <a:pt x="174514" y="100865"/>
                  <a:pt x="183930" y="100865"/>
                </a:cubicBezTo>
                <a:cubicBezTo>
                  <a:pt x="193346" y="100865"/>
                  <a:pt x="201073" y="97474"/>
                  <a:pt x="207111" y="90691"/>
                </a:cubicBezTo>
                <a:cubicBezTo>
                  <a:pt x="213149" y="83908"/>
                  <a:pt x="216168" y="73734"/>
                  <a:pt x="216168" y="60168"/>
                </a:cubicBezTo>
                <a:cubicBezTo>
                  <a:pt x="216168" y="46762"/>
                  <a:pt x="213229" y="36760"/>
                  <a:pt x="207351" y="30164"/>
                </a:cubicBezTo>
                <a:cubicBezTo>
                  <a:pt x="201472" y="23567"/>
                  <a:pt x="193665" y="20269"/>
                  <a:pt x="183930" y="20269"/>
                </a:cubicBezTo>
                <a:cubicBezTo>
                  <a:pt x="174194" y="20269"/>
                  <a:pt x="166348" y="23607"/>
                  <a:pt x="160389" y="30283"/>
                </a:cubicBezTo>
                <a:cubicBezTo>
                  <a:pt x="154431" y="36960"/>
                  <a:pt x="151452" y="47028"/>
                  <a:pt x="151452" y="60487"/>
                </a:cubicBezTo>
                <a:close/>
                <a:moveTo>
                  <a:pt x="333865" y="75968"/>
                </a:moveTo>
                <a:lnTo>
                  <a:pt x="356768" y="83150"/>
                </a:lnTo>
                <a:cubicBezTo>
                  <a:pt x="353256" y="95999"/>
                  <a:pt x="347418" y="105542"/>
                  <a:pt x="339252" y="111780"/>
                </a:cubicBezTo>
                <a:cubicBezTo>
                  <a:pt x="331086" y="118016"/>
                  <a:pt x="320725" y="121134"/>
                  <a:pt x="308170" y="121134"/>
                </a:cubicBezTo>
                <a:cubicBezTo>
                  <a:pt x="292636" y="121134"/>
                  <a:pt x="279869" y="115821"/>
                  <a:pt x="269867" y="105194"/>
                </a:cubicBezTo>
                <a:cubicBezTo>
                  <a:pt x="259866" y="94566"/>
                  <a:pt x="254865" y="80037"/>
                  <a:pt x="254865" y="61607"/>
                </a:cubicBezTo>
                <a:cubicBezTo>
                  <a:pt x="254865" y="42109"/>
                  <a:pt x="259893" y="26968"/>
                  <a:pt x="269947" y="16182"/>
                </a:cubicBezTo>
                <a:cubicBezTo>
                  <a:pt x="280002" y="5394"/>
                  <a:pt x="293222" y="0"/>
                  <a:pt x="309607" y="0"/>
                </a:cubicBezTo>
                <a:cubicBezTo>
                  <a:pt x="323917" y="0"/>
                  <a:pt x="335541" y="4239"/>
                  <a:pt x="344479" y="12718"/>
                </a:cubicBezTo>
                <a:cubicBezTo>
                  <a:pt x="349799" y="17730"/>
                  <a:pt x="353788" y="24929"/>
                  <a:pt x="356448" y="34313"/>
                </a:cubicBezTo>
                <a:lnTo>
                  <a:pt x="333068" y="39899"/>
                </a:lnTo>
                <a:cubicBezTo>
                  <a:pt x="331684" y="33834"/>
                  <a:pt x="328798" y="29047"/>
                  <a:pt x="324409" y="25535"/>
                </a:cubicBezTo>
                <a:cubicBezTo>
                  <a:pt x="320021" y="22024"/>
                  <a:pt x="314687" y="20269"/>
                  <a:pt x="308410" y="20269"/>
                </a:cubicBezTo>
                <a:cubicBezTo>
                  <a:pt x="299738" y="20269"/>
                  <a:pt x="292703" y="23381"/>
                  <a:pt x="287303" y="29605"/>
                </a:cubicBezTo>
                <a:cubicBezTo>
                  <a:pt x="281904" y="35829"/>
                  <a:pt x="279204" y="45911"/>
                  <a:pt x="279204" y="59849"/>
                </a:cubicBezTo>
                <a:cubicBezTo>
                  <a:pt x="279204" y="74638"/>
                  <a:pt x="281864" y="85171"/>
                  <a:pt x="287184" y="91449"/>
                </a:cubicBezTo>
                <a:cubicBezTo>
                  <a:pt x="292503" y="97726"/>
                  <a:pt x="299419" y="100865"/>
                  <a:pt x="307931" y="100865"/>
                </a:cubicBezTo>
                <a:cubicBezTo>
                  <a:pt x="314209" y="100865"/>
                  <a:pt x="319608" y="98864"/>
                  <a:pt x="324130" y="94863"/>
                </a:cubicBezTo>
                <a:cubicBezTo>
                  <a:pt x="328652" y="90859"/>
                  <a:pt x="331897" y="84561"/>
                  <a:pt x="333865" y="75968"/>
                </a:cubicBezTo>
                <a:close/>
                <a:moveTo>
                  <a:pt x="422362" y="2075"/>
                </a:moveTo>
                <a:lnTo>
                  <a:pt x="465533" y="2075"/>
                </a:lnTo>
                <a:cubicBezTo>
                  <a:pt x="475268" y="2075"/>
                  <a:pt x="482689" y="2820"/>
                  <a:pt x="487796" y="4309"/>
                </a:cubicBezTo>
                <a:cubicBezTo>
                  <a:pt x="494659" y="6331"/>
                  <a:pt x="500537" y="9922"/>
                  <a:pt x="505432" y="15082"/>
                </a:cubicBezTo>
                <a:cubicBezTo>
                  <a:pt x="510326" y="20242"/>
                  <a:pt x="514050" y="26560"/>
                  <a:pt x="516604" y="34034"/>
                </a:cubicBezTo>
                <a:cubicBezTo>
                  <a:pt x="519157" y="41508"/>
                  <a:pt x="520434" y="50725"/>
                  <a:pt x="520434" y="61684"/>
                </a:cubicBezTo>
                <a:cubicBezTo>
                  <a:pt x="520434" y="71313"/>
                  <a:pt x="519237" y="79612"/>
                  <a:pt x="516843" y="86581"/>
                </a:cubicBezTo>
                <a:cubicBezTo>
                  <a:pt x="513917" y="95093"/>
                  <a:pt x="509741" y="101982"/>
                  <a:pt x="504315" y="107249"/>
                </a:cubicBezTo>
                <a:cubicBezTo>
                  <a:pt x="500218" y="111239"/>
                  <a:pt x="494686" y="114351"/>
                  <a:pt x="487717" y="116585"/>
                </a:cubicBezTo>
                <a:cubicBezTo>
                  <a:pt x="482503" y="118234"/>
                  <a:pt x="475534" y="119059"/>
                  <a:pt x="466809" y="119059"/>
                </a:cubicBezTo>
                <a:lnTo>
                  <a:pt x="422362" y="119059"/>
                </a:lnTo>
                <a:lnTo>
                  <a:pt x="422362" y="2075"/>
                </a:lnTo>
                <a:moveTo>
                  <a:pt x="445982" y="21865"/>
                </a:moveTo>
                <a:lnTo>
                  <a:pt x="445982" y="99269"/>
                </a:lnTo>
                <a:lnTo>
                  <a:pt x="463617" y="99269"/>
                </a:lnTo>
                <a:cubicBezTo>
                  <a:pt x="470214" y="99269"/>
                  <a:pt x="474975" y="98897"/>
                  <a:pt x="477901" y="98152"/>
                </a:cubicBezTo>
                <a:cubicBezTo>
                  <a:pt x="481732" y="97196"/>
                  <a:pt x="484910" y="95576"/>
                  <a:pt x="487437" y="93292"/>
                </a:cubicBezTo>
                <a:cubicBezTo>
                  <a:pt x="489964" y="91006"/>
                  <a:pt x="492026" y="87245"/>
                  <a:pt x="493622" y="82010"/>
                </a:cubicBezTo>
                <a:cubicBezTo>
                  <a:pt x="495218" y="76775"/>
                  <a:pt x="496016" y="69641"/>
                  <a:pt x="496016" y="60607"/>
                </a:cubicBezTo>
                <a:cubicBezTo>
                  <a:pt x="496016" y="51573"/>
                  <a:pt x="495218" y="44638"/>
                  <a:pt x="493622" y="39802"/>
                </a:cubicBezTo>
                <a:cubicBezTo>
                  <a:pt x="492026" y="34966"/>
                  <a:pt x="489791" y="31193"/>
                  <a:pt x="486919" y="28483"/>
                </a:cubicBezTo>
                <a:cubicBezTo>
                  <a:pt x="484046" y="25772"/>
                  <a:pt x="480402" y="23938"/>
                  <a:pt x="475986" y="22982"/>
                </a:cubicBezTo>
                <a:cubicBezTo>
                  <a:pt x="472688" y="22237"/>
                  <a:pt x="466224" y="21865"/>
                  <a:pt x="456595" y="21865"/>
                </a:cubicBezTo>
                <a:lnTo>
                  <a:pt x="445982" y="21865"/>
                </a:lnTo>
                <a:close/>
                <a:moveTo>
                  <a:pt x="589385" y="92087"/>
                </a:moveTo>
                <a:lnTo>
                  <a:pt x="611728" y="95918"/>
                </a:lnTo>
                <a:cubicBezTo>
                  <a:pt x="608856" y="104084"/>
                  <a:pt x="604320" y="110301"/>
                  <a:pt x="598123" y="114570"/>
                </a:cubicBezTo>
                <a:cubicBezTo>
                  <a:pt x="591925" y="118840"/>
                  <a:pt x="584171" y="120974"/>
                  <a:pt x="574861" y="120974"/>
                </a:cubicBezTo>
                <a:cubicBezTo>
                  <a:pt x="560125" y="120974"/>
                  <a:pt x="549220" y="116160"/>
                  <a:pt x="542144" y="106531"/>
                </a:cubicBezTo>
                <a:cubicBezTo>
                  <a:pt x="536558" y="98817"/>
                  <a:pt x="533765" y="89081"/>
                  <a:pt x="533765" y="77325"/>
                </a:cubicBezTo>
                <a:cubicBezTo>
                  <a:pt x="533765" y="63280"/>
                  <a:pt x="537436" y="52281"/>
                  <a:pt x="544778" y="44328"/>
                </a:cubicBezTo>
                <a:cubicBezTo>
                  <a:pt x="552119" y="36375"/>
                  <a:pt x="561402" y="32398"/>
                  <a:pt x="572627" y="32398"/>
                </a:cubicBezTo>
                <a:cubicBezTo>
                  <a:pt x="585235" y="32398"/>
                  <a:pt x="595183" y="36561"/>
                  <a:pt x="602472" y="44887"/>
                </a:cubicBezTo>
                <a:cubicBezTo>
                  <a:pt x="609760" y="53212"/>
                  <a:pt x="613244" y="65967"/>
                  <a:pt x="612925" y="83150"/>
                </a:cubicBezTo>
                <a:lnTo>
                  <a:pt x="556747" y="83150"/>
                </a:lnTo>
                <a:cubicBezTo>
                  <a:pt x="556907" y="89800"/>
                  <a:pt x="558716" y="94973"/>
                  <a:pt x="562174" y="98671"/>
                </a:cubicBezTo>
                <a:cubicBezTo>
                  <a:pt x="565631" y="102368"/>
                  <a:pt x="569941" y="104217"/>
                  <a:pt x="575101" y="104217"/>
                </a:cubicBezTo>
                <a:cubicBezTo>
                  <a:pt x="578612" y="104217"/>
                  <a:pt x="581565" y="103259"/>
                  <a:pt x="583958" y="101344"/>
                </a:cubicBezTo>
                <a:cubicBezTo>
                  <a:pt x="586352" y="99429"/>
                  <a:pt x="588161" y="96343"/>
                  <a:pt x="589385" y="92087"/>
                </a:cubicBezTo>
                <a:moveTo>
                  <a:pt x="590662" y="69424"/>
                </a:moveTo>
                <a:cubicBezTo>
                  <a:pt x="590502" y="62961"/>
                  <a:pt x="588826" y="58047"/>
                  <a:pt x="585634" y="54682"/>
                </a:cubicBezTo>
                <a:cubicBezTo>
                  <a:pt x="582442" y="51317"/>
                  <a:pt x="578559" y="49635"/>
                  <a:pt x="573984" y="49635"/>
                </a:cubicBezTo>
                <a:cubicBezTo>
                  <a:pt x="569089" y="49635"/>
                  <a:pt x="565046" y="51409"/>
                  <a:pt x="561854" y="54959"/>
                </a:cubicBezTo>
                <a:cubicBezTo>
                  <a:pt x="558662" y="58510"/>
                  <a:pt x="557093" y="63332"/>
                  <a:pt x="557146" y="69424"/>
                </a:cubicBezTo>
                <a:lnTo>
                  <a:pt x="590662" y="69424"/>
                </a:lnTo>
                <a:close/>
                <a:moveTo>
                  <a:pt x="670069" y="34313"/>
                </a:moveTo>
                <a:lnTo>
                  <a:pt x="670069" y="52188"/>
                </a:lnTo>
                <a:lnTo>
                  <a:pt x="654747" y="52188"/>
                </a:lnTo>
                <a:lnTo>
                  <a:pt x="654747" y="86287"/>
                </a:lnTo>
                <a:cubicBezTo>
                  <a:pt x="654747" y="93193"/>
                  <a:pt x="654894" y="97217"/>
                  <a:pt x="655186" y="98359"/>
                </a:cubicBezTo>
                <a:cubicBezTo>
                  <a:pt x="655479" y="99499"/>
                  <a:pt x="656144" y="100442"/>
                  <a:pt x="657181" y="101187"/>
                </a:cubicBezTo>
                <a:cubicBezTo>
                  <a:pt x="658219" y="101930"/>
                  <a:pt x="659482" y="102301"/>
                  <a:pt x="660972" y="102301"/>
                </a:cubicBezTo>
                <a:cubicBezTo>
                  <a:pt x="663046" y="102301"/>
                  <a:pt x="666052" y="101583"/>
                  <a:pt x="669989" y="100147"/>
                </a:cubicBezTo>
                <a:lnTo>
                  <a:pt x="671904" y="117608"/>
                </a:lnTo>
                <a:cubicBezTo>
                  <a:pt x="666691" y="119852"/>
                  <a:pt x="660785" y="120974"/>
                  <a:pt x="654189" y="120974"/>
                </a:cubicBezTo>
                <a:cubicBezTo>
                  <a:pt x="650146" y="120974"/>
                  <a:pt x="646502" y="120296"/>
                  <a:pt x="643256" y="118939"/>
                </a:cubicBezTo>
                <a:cubicBezTo>
                  <a:pt x="640011" y="117583"/>
                  <a:pt x="637631" y="115827"/>
                  <a:pt x="636114" y="113673"/>
                </a:cubicBezTo>
                <a:cubicBezTo>
                  <a:pt x="634598" y="111518"/>
                  <a:pt x="633548" y="108605"/>
                  <a:pt x="632962" y="104935"/>
                </a:cubicBezTo>
                <a:cubicBezTo>
                  <a:pt x="632484" y="102328"/>
                  <a:pt x="632244" y="97061"/>
                  <a:pt x="632244" y="89135"/>
                </a:cubicBezTo>
                <a:lnTo>
                  <a:pt x="632244" y="52188"/>
                </a:lnTo>
                <a:lnTo>
                  <a:pt x="621950" y="52188"/>
                </a:lnTo>
                <a:lnTo>
                  <a:pt x="621950" y="34313"/>
                </a:lnTo>
                <a:lnTo>
                  <a:pt x="632244" y="34313"/>
                </a:lnTo>
                <a:lnTo>
                  <a:pt x="632244" y="17396"/>
                </a:lnTo>
                <a:lnTo>
                  <a:pt x="654747" y="4150"/>
                </a:lnTo>
                <a:lnTo>
                  <a:pt x="654747" y="34313"/>
                </a:lnTo>
                <a:lnTo>
                  <a:pt x="670069" y="34313"/>
                </a:lnTo>
                <a:close/>
                <a:moveTo>
                  <a:pt x="734720" y="92087"/>
                </a:moveTo>
                <a:lnTo>
                  <a:pt x="757064" y="95918"/>
                </a:lnTo>
                <a:cubicBezTo>
                  <a:pt x="754191" y="104084"/>
                  <a:pt x="749656" y="110301"/>
                  <a:pt x="743458" y="114570"/>
                </a:cubicBezTo>
                <a:cubicBezTo>
                  <a:pt x="737261" y="118840"/>
                  <a:pt x="729507" y="120974"/>
                  <a:pt x="720197" y="120974"/>
                </a:cubicBezTo>
                <a:cubicBezTo>
                  <a:pt x="705461" y="120974"/>
                  <a:pt x="694555" y="116160"/>
                  <a:pt x="687480" y="106531"/>
                </a:cubicBezTo>
                <a:cubicBezTo>
                  <a:pt x="681894" y="98817"/>
                  <a:pt x="679101" y="89081"/>
                  <a:pt x="679101" y="77325"/>
                </a:cubicBezTo>
                <a:cubicBezTo>
                  <a:pt x="679101" y="63280"/>
                  <a:pt x="682772" y="52281"/>
                  <a:pt x="690113" y="44328"/>
                </a:cubicBezTo>
                <a:cubicBezTo>
                  <a:pt x="697455" y="36375"/>
                  <a:pt x="706738" y="32398"/>
                  <a:pt x="717963" y="32398"/>
                </a:cubicBezTo>
                <a:cubicBezTo>
                  <a:pt x="730571" y="32398"/>
                  <a:pt x="740519" y="36561"/>
                  <a:pt x="747807" y="44887"/>
                </a:cubicBezTo>
                <a:cubicBezTo>
                  <a:pt x="755095" y="53212"/>
                  <a:pt x="758580" y="65967"/>
                  <a:pt x="758261" y="83150"/>
                </a:cubicBezTo>
                <a:lnTo>
                  <a:pt x="702083" y="83150"/>
                </a:lnTo>
                <a:cubicBezTo>
                  <a:pt x="702242" y="89800"/>
                  <a:pt x="704051" y="94973"/>
                  <a:pt x="707509" y="98671"/>
                </a:cubicBezTo>
                <a:cubicBezTo>
                  <a:pt x="710967" y="102368"/>
                  <a:pt x="715276" y="104217"/>
                  <a:pt x="720436" y="104217"/>
                </a:cubicBezTo>
                <a:cubicBezTo>
                  <a:pt x="723948" y="104217"/>
                  <a:pt x="726900" y="103259"/>
                  <a:pt x="729294" y="101344"/>
                </a:cubicBezTo>
                <a:cubicBezTo>
                  <a:pt x="731688" y="99429"/>
                  <a:pt x="733497" y="96343"/>
                  <a:pt x="734720" y="92087"/>
                </a:cubicBezTo>
                <a:moveTo>
                  <a:pt x="735997" y="69424"/>
                </a:moveTo>
                <a:cubicBezTo>
                  <a:pt x="735837" y="62961"/>
                  <a:pt x="734162" y="58047"/>
                  <a:pt x="730970" y="54682"/>
                </a:cubicBezTo>
                <a:cubicBezTo>
                  <a:pt x="727778" y="51317"/>
                  <a:pt x="723894" y="49635"/>
                  <a:pt x="719319" y="49635"/>
                </a:cubicBezTo>
                <a:cubicBezTo>
                  <a:pt x="714425" y="49635"/>
                  <a:pt x="710382" y="51409"/>
                  <a:pt x="707190" y="54959"/>
                </a:cubicBezTo>
                <a:cubicBezTo>
                  <a:pt x="703998" y="58510"/>
                  <a:pt x="702429" y="63332"/>
                  <a:pt x="702482" y="69424"/>
                </a:cubicBezTo>
                <a:lnTo>
                  <a:pt x="735997" y="69424"/>
                </a:lnTo>
                <a:close/>
                <a:moveTo>
                  <a:pt x="850436" y="59370"/>
                </a:moveTo>
                <a:lnTo>
                  <a:pt x="828331" y="63360"/>
                </a:lnTo>
                <a:cubicBezTo>
                  <a:pt x="827587" y="58971"/>
                  <a:pt x="825898" y="55666"/>
                  <a:pt x="823264" y="53445"/>
                </a:cubicBezTo>
                <a:cubicBezTo>
                  <a:pt x="820631" y="51224"/>
                  <a:pt x="817213" y="50113"/>
                  <a:pt x="813010" y="50113"/>
                </a:cubicBezTo>
                <a:cubicBezTo>
                  <a:pt x="807424" y="50113"/>
                  <a:pt x="802969" y="52036"/>
                  <a:pt x="799644" y="55881"/>
                </a:cubicBezTo>
                <a:cubicBezTo>
                  <a:pt x="796319" y="59727"/>
                  <a:pt x="794657" y="66157"/>
                  <a:pt x="794657" y="75172"/>
                </a:cubicBezTo>
                <a:cubicBezTo>
                  <a:pt x="794657" y="85197"/>
                  <a:pt x="796346" y="92278"/>
                  <a:pt x="799724" y="96416"/>
                </a:cubicBezTo>
                <a:cubicBezTo>
                  <a:pt x="803102" y="100552"/>
                  <a:pt x="807637" y="102621"/>
                  <a:pt x="813329" y="102621"/>
                </a:cubicBezTo>
                <a:cubicBezTo>
                  <a:pt x="817585" y="102621"/>
                  <a:pt x="821070" y="101410"/>
                  <a:pt x="823783" y="98990"/>
                </a:cubicBezTo>
                <a:cubicBezTo>
                  <a:pt x="826496" y="96569"/>
                  <a:pt x="828411" y="92406"/>
                  <a:pt x="829528" y="86501"/>
                </a:cubicBezTo>
                <a:lnTo>
                  <a:pt x="851553" y="90332"/>
                </a:lnTo>
                <a:cubicBezTo>
                  <a:pt x="849265" y="100439"/>
                  <a:pt x="844876" y="108073"/>
                  <a:pt x="838386" y="113234"/>
                </a:cubicBezTo>
                <a:cubicBezTo>
                  <a:pt x="831896" y="118394"/>
                  <a:pt x="823198" y="120974"/>
                  <a:pt x="812292" y="120974"/>
                </a:cubicBezTo>
                <a:cubicBezTo>
                  <a:pt x="799897" y="120974"/>
                  <a:pt x="790015" y="117064"/>
                  <a:pt x="782647" y="109244"/>
                </a:cubicBezTo>
                <a:cubicBezTo>
                  <a:pt x="775279" y="101424"/>
                  <a:pt x="771595" y="90598"/>
                  <a:pt x="771595" y="76766"/>
                </a:cubicBezTo>
                <a:cubicBezTo>
                  <a:pt x="771595" y="62775"/>
                  <a:pt x="775292" y="51882"/>
                  <a:pt x="782687" y="44089"/>
                </a:cubicBezTo>
                <a:cubicBezTo>
                  <a:pt x="790081" y="36295"/>
                  <a:pt x="800083" y="32398"/>
                  <a:pt x="812691" y="32398"/>
                </a:cubicBezTo>
                <a:cubicBezTo>
                  <a:pt x="823012" y="32398"/>
                  <a:pt x="831217" y="34619"/>
                  <a:pt x="837309" y="39061"/>
                </a:cubicBezTo>
                <a:cubicBezTo>
                  <a:pt x="843400" y="43503"/>
                  <a:pt x="847776" y="50273"/>
                  <a:pt x="850436" y="59370"/>
                </a:cubicBezTo>
                <a:close/>
                <a:moveTo>
                  <a:pt x="906302" y="34313"/>
                </a:moveTo>
                <a:lnTo>
                  <a:pt x="906302" y="52188"/>
                </a:lnTo>
                <a:lnTo>
                  <a:pt x="890981" y="52188"/>
                </a:lnTo>
                <a:lnTo>
                  <a:pt x="890981" y="86287"/>
                </a:lnTo>
                <a:cubicBezTo>
                  <a:pt x="890981" y="93193"/>
                  <a:pt x="891127" y="97217"/>
                  <a:pt x="891420" y="98359"/>
                </a:cubicBezTo>
                <a:cubicBezTo>
                  <a:pt x="891712" y="99499"/>
                  <a:pt x="892377" y="100442"/>
                  <a:pt x="893415" y="101187"/>
                </a:cubicBezTo>
                <a:cubicBezTo>
                  <a:pt x="894452" y="101930"/>
                  <a:pt x="895716" y="102301"/>
                  <a:pt x="897205" y="102301"/>
                </a:cubicBezTo>
                <a:cubicBezTo>
                  <a:pt x="899280" y="102301"/>
                  <a:pt x="902286" y="101583"/>
                  <a:pt x="906222" y="100147"/>
                </a:cubicBezTo>
                <a:lnTo>
                  <a:pt x="908138" y="117608"/>
                </a:lnTo>
                <a:cubicBezTo>
                  <a:pt x="902924" y="119852"/>
                  <a:pt x="897019" y="120974"/>
                  <a:pt x="890422" y="120974"/>
                </a:cubicBezTo>
                <a:cubicBezTo>
                  <a:pt x="886379" y="120974"/>
                  <a:pt x="882735" y="120296"/>
                  <a:pt x="879490" y="118939"/>
                </a:cubicBezTo>
                <a:cubicBezTo>
                  <a:pt x="876245" y="117583"/>
                  <a:pt x="873864" y="115827"/>
                  <a:pt x="872348" y="113673"/>
                </a:cubicBezTo>
                <a:cubicBezTo>
                  <a:pt x="870832" y="111518"/>
                  <a:pt x="869781" y="108605"/>
                  <a:pt x="869196" y="104935"/>
                </a:cubicBezTo>
                <a:cubicBezTo>
                  <a:pt x="868717" y="102328"/>
                  <a:pt x="868478" y="97061"/>
                  <a:pt x="868478" y="89135"/>
                </a:cubicBezTo>
                <a:lnTo>
                  <a:pt x="868478" y="52188"/>
                </a:lnTo>
                <a:lnTo>
                  <a:pt x="858184" y="52188"/>
                </a:lnTo>
                <a:lnTo>
                  <a:pt x="858184" y="34313"/>
                </a:lnTo>
                <a:lnTo>
                  <a:pt x="868478" y="34313"/>
                </a:lnTo>
                <a:lnTo>
                  <a:pt x="868478" y="17396"/>
                </a:lnTo>
                <a:lnTo>
                  <a:pt x="890981" y="4150"/>
                </a:lnTo>
                <a:lnTo>
                  <a:pt x="890981" y="34313"/>
                </a:lnTo>
                <a:lnTo>
                  <a:pt x="906302" y="34313"/>
                </a:lnTo>
                <a:close/>
                <a:moveTo>
                  <a:pt x="921878" y="22822"/>
                </a:moveTo>
                <a:lnTo>
                  <a:pt x="921878" y="2075"/>
                </a:lnTo>
                <a:lnTo>
                  <a:pt x="944301" y="2075"/>
                </a:lnTo>
                <a:lnTo>
                  <a:pt x="944301" y="22822"/>
                </a:lnTo>
                <a:lnTo>
                  <a:pt x="921878" y="22822"/>
                </a:lnTo>
                <a:moveTo>
                  <a:pt x="921878" y="119059"/>
                </a:moveTo>
                <a:lnTo>
                  <a:pt x="921878" y="34313"/>
                </a:lnTo>
                <a:lnTo>
                  <a:pt x="944301" y="34313"/>
                </a:lnTo>
                <a:lnTo>
                  <a:pt x="944301" y="119059"/>
                </a:lnTo>
                <a:lnTo>
                  <a:pt x="921878" y="119059"/>
                </a:lnTo>
                <a:close/>
                <a:moveTo>
                  <a:pt x="962091" y="75489"/>
                </a:moveTo>
                <a:cubicBezTo>
                  <a:pt x="962091" y="68041"/>
                  <a:pt x="963926" y="60833"/>
                  <a:pt x="967597" y="53864"/>
                </a:cubicBezTo>
                <a:cubicBezTo>
                  <a:pt x="971268" y="46895"/>
                  <a:pt x="976468" y="41575"/>
                  <a:pt x="983198" y="37904"/>
                </a:cubicBezTo>
                <a:cubicBezTo>
                  <a:pt x="989927" y="34233"/>
                  <a:pt x="997442" y="32398"/>
                  <a:pt x="1005741" y="32398"/>
                </a:cubicBezTo>
                <a:cubicBezTo>
                  <a:pt x="1018562" y="32398"/>
                  <a:pt x="1029068" y="36561"/>
                  <a:pt x="1037261" y="44887"/>
                </a:cubicBezTo>
                <a:cubicBezTo>
                  <a:pt x="1045454" y="53212"/>
                  <a:pt x="1049550" y="63732"/>
                  <a:pt x="1049550" y="76447"/>
                </a:cubicBezTo>
                <a:cubicBezTo>
                  <a:pt x="1049550" y="89268"/>
                  <a:pt x="1045414" y="99894"/>
                  <a:pt x="1037141" y="108326"/>
                </a:cubicBezTo>
                <a:cubicBezTo>
                  <a:pt x="1028869" y="116758"/>
                  <a:pt x="1018455" y="120974"/>
                  <a:pt x="1005900" y="120974"/>
                </a:cubicBezTo>
                <a:cubicBezTo>
                  <a:pt x="998133" y="120974"/>
                  <a:pt x="990725" y="119219"/>
                  <a:pt x="983676" y="115707"/>
                </a:cubicBezTo>
                <a:cubicBezTo>
                  <a:pt x="976628" y="112196"/>
                  <a:pt x="971268" y="107049"/>
                  <a:pt x="967597" y="100267"/>
                </a:cubicBezTo>
                <a:cubicBezTo>
                  <a:pt x="963926" y="93484"/>
                  <a:pt x="962091" y="85225"/>
                  <a:pt x="962091" y="75489"/>
                </a:cubicBezTo>
                <a:moveTo>
                  <a:pt x="985073" y="76686"/>
                </a:moveTo>
                <a:cubicBezTo>
                  <a:pt x="985073" y="85065"/>
                  <a:pt x="987068" y="91482"/>
                  <a:pt x="991058" y="95937"/>
                </a:cubicBezTo>
                <a:cubicBezTo>
                  <a:pt x="995048" y="100393"/>
                  <a:pt x="999969" y="102621"/>
                  <a:pt x="1005820" y="102621"/>
                </a:cubicBezTo>
                <a:cubicBezTo>
                  <a:pt x="1011672" y="102621"/>
                  <a:pt x="1016580" y="100393"/>
                  <a:pt x="1020543" y="95937"/>
                </a:cubicBezTo>
                <a:cubicBezTo>
                  <a:pt x="1024507" y="91482"/>
                  <a:pt x="1026488" y="85012"/>
                  <a:pt x="1026488" y="76527"/>
                </a:cubicBezTo>
                <a:cubicBezTo>
                  <a:pt x="1026488" y="68254"/>
                  <a:pt x="1024507" y="61890"/>
                  <a:pt x="1020543" y="57435"/>
                </a:cubicBezTo>
                <a:cubicBezTo>
                  <a:pt x="1016580" y="52979"/>
                  <a:pt x="1011672" y="50752"/>
                  <a:pt x="1005820" y="50752"/>
                </a:cubicBezTo>
                <a:cubicBezTo>
                  <a:pt x="999969" y="50752"/>
                  <a:pt x="995048" y="52979"/>
                  <a:pt x="991058" y="57435"/>
                </a:cubicBezTo>
                <a:cubicBezTo>
                  <a:pt x="987068" y="61890"/>
                  <a:pt x="985073" y="68307"/>
                  <a:pt x="985073" y="76686"/>
                </a:cubicBezTo>
                <a:close/>
                <a:moveTo>
                  <a:pt x="1144184" y="119059"/>
                </a:moveTo>
                <a:lnTo>
                  <a:pt x="1121761" y="119059"/>
                </a:lnTo>
                <a:lnTo>
                  <a:pt x="1121761" y="75858"/>
                </a:lnTo>
                <a:cubicBezTo>
                  <a:pt x="1121761" y="66718"/>
                  <a:pt x="1121282" y="60806"/>
                  <a:pt x="1120324" y="58123"/>
                </a:cubicBezTo>
                <a:cubicBezTo>
                  <a:pt x="1119367" y="55440"/>
                  <a:pt x="1117811" y="53354"/>
                  <a:pt x="1115656" y="51866"/>
                </a:cubicBezTo>
                <a:cubicBezTo>
                  <a:pt x="1113502" y="50378"/>
                  <a:pt x="1110908" y="49635"/>
                  <a:pt x="1107876" y="49635"/>
                </a:cubicBezTo>
                <a:cubicBezTo>
                  <a:pt x="1103992" y="49635"/>
                  <a:pt x="1100508" y="50698"/>
                  <a:pt x="1097422" y="52824"/>
                </a:cubicBezTo>
                <a:cubicBezTo>
                  <a:pt x="1094337" y="54949"/>
                  <a:pt x="1092222" y="57765"/>
                  <a:pt x="1091078" y="61273"/>
                </a:cubicBezTo>
                <a:cubicBezTo>
                  <a:pt x="1089935" y="64779"/>
                  <a:pt x="1089363" y="71262"/>
                  <a:pt x="1089363" y="80721"/>
                </a:cubicBezTo>
                <a:lnTo>
                  <a:pt x="1089363" y="119059"/>
                </a:lnTo>
                <a:lnTo>
                  <a:pt x="1066939" y="119059"/>
                </a:lnTo>
                <a:lnTo>
                  <a:pt x="1066939" y="34313"/>
                </a:lnTo>
                <a:lnTo>
                  <a:pt x="1087767" y="34313"/>
                </a:lnTo>
                <a:lnTo>
                  <a:pt x="1087767" y="46762"/>
                </a:lnTo>
                <a:cubicBezTo>
                  <a:pt x="1095161" y="37186"/>
                  <a:pt x="1104471" y="32398"/>
                  <a:pt x="1115696" y="32398"/>
                </a:cubicBezTo>
                <a:cubicBezTo>
                  <a:pt x="1120644" y="32398"/>
                  <a:pt x="1125165" y="33289"/>
                  <a:pt x="1129262" y="35071"/>
                </a:cubicBezTo>
                <a:cubicBezTo>
                  <a:pt x="1133358" y="36853"/>
                  <a:pt x="1136457" y="39128"/>
                  <a:pt x="1138558" y="41894"/>
                </a:cubicBezTo>
                <a:cubicBezTo>
                  <a:pt x="1140660" y="44660"/>
                  <a:pt x="1142123" y="47799"/>
                  <a:pt x="1142947" y="51310"/>
                </a:cubicBezTo>
                <a:cubicBezTo>
                  <a:pt x="1143772" y="54821"/>
                  <a:pt x="1144184" y="59849"/>
                  <a:pt x="1144184" y="66392"/>
                </a:cubicBezTo>
                <a:lnTo>
                  <a:pt x="1144184" y="119059"/>
                </a:lnTo>
                <a:close/>
                <a:moveTo>
                  <a:pt x="1166362" y="96556"/>
                </a:moveTo>
                <a:lnTo>
                  <a:pt x="1188785" y="96556"/>
                </a:lnTo>
                <a:lnTo>
                  <a:pt x="1188785" y="112648"/>
                </a:lnTo>
                <a:cubicBezTo>
                  <a:pt x="1188785" y="119160"/>
                  <a:pt x="1188226" y="124297"/>
                  <a:pt x="1187109" y="128059"/>
                </a:cubicBezTo>
                <a:cubicBezTo>
                  <a:pt x="1185992" y="131823"/>
                  <a:pt x="1183877" y="135199"/>
                  <a:pt x="1180765" y="138188"/>
                </a:cubicBezTo>
                <a:cubicBezTo>
                  <a:pt x="1177653" y="141177"/>
                  <a:pt x="1173703" y="143525"/>
                  <a:pt x="1168915" y="145233"/>
                </a:cubicBezTo>
                <a:lnTo>
                  <a:pt x="1164526" y="135976"/>
                </a:lnTo>
                <a:cubicBezTo>
                  <a:pt x="1169048" y="134480"/>
                  <a:pt x="1172267" y="132422"/>
                  <a:pt x="1174182" y="129802"/>
                </a:cubicBezTo>
                <a:cubicBezTo>
                  <a:pt x="1176097" y="127183"/>
                  <a:pt x="1177108" y="123603"/>
                  <a:pt x="1177214" y="119059"/>
                </a:cubicBezTo>
                <a:lnTo>
                  <a:pt x="1166362" y="119059"/>
                </a:lnTo>
                <a:lnTo>
                  <a:pt x="1166362" y="96556"/>
                </a:lnTo>
                <a:close/>
                <a:moveTo>
                  <a:pt x="1257800" y="2075"/>
                </a:moveTo>
                <a:lnTo>
                  <a:pt x="1300971" y="2075"/>
                </a:lnTo>
                <a:cubicBezTo>
                  <a:pt x="1310706" y="2075"/>
                  <a:pt x="1318128" y="2820"/>
                  <a:pt x="1323235" y="4309"/>
                </a:cubicBezTo>
                <a:cubicBezTo>
                  <a:pt x="1330097" y="6331"/>
                  <a:pt x="1335976" y="9922"/>
                  <a:pt x="1340870" y="15082"/>
                </a:cubicBezTo>
                <a:cubicBezTo>
                  <a:pt x="1345764" y="20242"/>
                  <a:pt x="1349488" y="26560"/>
                  <a:pt x="1352042" y="34034"/>
                </a:cubicBezTo>
                <a:cubicBezTo>
                  <a:pt x="1354595" y="41508"/>
                  <a:pt x="1355872" y="50725"/>
                  <a:pt x="1355872" y="61684"/>
                </a:cubicBezTo>
                <a:cubicBezTo>
                  <a:pt x="1355872" y="71313"/>
                  <a:pt x="1354675" y="79612"/>
                  <a:pt x="1352281" y="86581"/>
                </a:cubicBezTo>
                <a:cubicBezTo>
                  <a:pt x="1349355" y="95093"/>
                  <a:pt x="1345179" y="101982"/>
                  <a:pt x="1339753" y="107249"/>
                </a:cubicBezTo>
                <a:cubicBezTo>
                  <a:pt x="1335657" y="111239"/>
                  <a:pt x="1330124" y="114351"/>
                  <a:pt x="1323155" y="116585"/>
                </a:cubicBezTo>
                <a:cubicBezTo>
                  <a:pt x="1317941" y="118234"/>
                  <a:pt x="1310972" y="119059"/>
                  <a:pt x="1302248" y="119059"/>
                </a:cubicBezTo>
                <a:lnTo>
                  <a:pt x="1257800" y="119059"/>
                </a:lnTo>
                <a:lnTo>
                  <a:pt x="1257800" y="2075"/>
                </a:lnTo>
                <a:moveTo>
                  <a:pt x="1281420" y="21865"/>
                </a:moveTo>
                <a:lnTo>
                  <a:pt x="1281420" y="99269"/>
                </a:lnTo>
                <a:lnTo>
                  <a:pt x="1299056" y="99269"/>
                </a:lnTo>
                <a:cubicBezTo>
                  <a:pt x="1305652" y="99269"/>
                  <a:pt x="1310414" y="98897"/>
                  <a:pt x="1313340" y="98152"/>
                </a:cubicBezTo>
                <a:cubicBezTo>
                  <a:pt x="1317170" y="97196"/>
                  <a:pt x="1320349" y="95576"/>
                  <a:pt x="1322876" y="93292"/>
                </a:cubicBezTo>
                <a:cubicBezTo>
                  <a:pt x="1325403" y="91006"/>
                  <a:pt x="1327464" y="87245"/>
                  <a:pt x="1329060" y="82010"/>
                </a:cubicBezTo>
                <a:cubicBezTo>
                  <a:pt x="1330656" y="76775"/>
                  <a:pt x="1331454" y="69641"/>
                  <a:pt x="1331454" y="60607"/>
                </a:cubicBezTo>
                <a:cubicBezTo>
                  <a:pt x="1331454" y="51573"/>
                  <a:pt x="1330656" y="44638"/>
                  <a:pt x="1329060" y="39802"/>
                </a:cubicBezTo>
                <a:cubicBezTo>
                  <a:pt x="1327464" y="34966"/>
                  <a:pt x="1325230" y="31193"/>
                  <a:pt x="1322357" y="28483"/>
                </a:cubicBezTo>
                <a:cubicBezTo>
                  <a:pt x="1319484" y="25772"/>
                  <a:pt x="1315840" y="23938"/>
                  <a:pt x="1311425" y="22982"/>
                </a:cubicBezTo>
                <a:cubicBezTo>
                  <a:pt x="1308126" y="22237"/>
                  <a:pt x="1301663" y="21865"/>
                  <a:pt x="1292034" y="21865"/>
                </a:cubicBezTo>
                <a:lnTo>
                  <a:pt x="1281420" y="21865"/>
                </a:lnTo>
                <a:close/>
                <a:moveTo>
                  <a:pt x="1424823" y="92087"/>
                </a:moveTo>
                <a:lnTo>
                  <a:pt x="1447167" y="95918"/>
                </a:lnTo>
                <a:cubicBezTo>
                  <a:pt x="1444294" y="104084"/>
                  <a:pt x="1439759" y="110301"/>
                  <a:pt x="1433561" y="114570"/>
                </a:cubicBezTo>
                <a:cubicBezTo>
                  <a:pt x="1427363" y="118840"/>
                  <a:pt x="1419610" y="120974"/>
                  <a:pt x="1410300" y="120974"/>
                </a:cubicBezTo>
                <a:cubicBezTo>
                  <a:pt x="1395564" y="120974"/>
                  <a:pt x="1384658" y="116160"/>
                  <a:pt x="1377583" y="106531"/>
                </a:cubicBezTo>
                <a:cubicBezTo>
                  <a:pt x="1371997" y="98817"/>
                  <a:pt x="1369204" y="89081"/>
                  <a:pt x="1369204" y="77325"/>
                </a:cubicBezTo>
                <a:cubicBezTo>
                  <a:pt x="1369204" y="63280"/>
                  <a:pt x="1372874" y="52281"/>
                  <a:pt x="1380216" y="44328"/>
                </a:cubicBezTo>
                <a:cubicBezTo>
                  <a:pt x="1387557" y="36375"/>
                  <a:pt x="1396841" y="32398"/>
                  <a:pt x="1408066" y="32398"/>
                </a:cubicBezTo>
                <a:cubicBezTo>
                  <a:pt x="1420674" y="32398"/>
                  <a:pt x="1430622" y="36561"/>
                  <a:pt x="1437910" y="44887"/>
                </a:cubicBezTo>
                <a:cubicBezTo>
                  <a:pt x="1445198" y="53212"/>
                  <a:pt x="1448683" y="65967"/>
                  <a:pt x="1448364" y="83150"/>
                </a:cubicBezTo>
                <a:lnTo>
                  <a:pt x="1392186" y="83150"/>
                </a:lnTo>
                <a:cubicBezTo>
                  <a:pt x="1392345" y="89800"/>
                  <a:pt x="1394154" y="94973"/>
                  <a:pt x="1397612" y="98671"/>
                </a:cubicBezTo>
                <a:cubicBezTo>
                  <a:pt x="1401070" y="102368"/>
                  <a:pt x="1405379" y="104217"/>
                  <a:pt x="1410539" y="104217"/>
                </a:cubicBezTo>
                <a:cubicBezTo>
                  <a:pt x="1414050" y="104217"/>
                  <a:pt x="1417003" y="103259"/>
                  <a:pt x="1419397" y="101344"/>
                </a:cubicBezTo>
                <a:cubicBezTo>
                  <a:pt x="1421791" y="99429"/>
                  <a:pt x="1423600" y="96343"/>
                  <a:pt x="1424823" y="92087"/>
                </a:cubicBezTo>
                <a:moveTo>
                  <a:pt x="1426100" y="69424"/>
                </a:moveTo>
                <a:cubicBezTo>
                  <a:pt x="1425940" y="62961"/>
                  <a:pt x="1424265" y="58047"/>
                  <a:pt x="1421073" y="54682"/>
                </a:cubicBezTo>
                <a:cubicBezTo>
                  <a:pt x="1417881" y="51317"/>
                  <a:pt x="1413997" y="49635"/>
                  <a:pt x="1409422" y="49635"/>
                </a:cubicBezTo>
                <a:cubicBezTo>
                  <a:pt x="1404528" y="49635"/>
                  <a:pt x="1400485" y="51409"/>
                  <a:pt x="1397293" y="54959"/>
                </a:cubicBezTo>
                <a:cubicBezTo>
                  <a:pt x="1394101" y="58510"/>
                  <a:pt x="1392531" y="63332"/>
                  <a:pt x="1392585" y="69424"/>
                </a:cubicBezTo>
                <a:lnTo>
                  <a:pt x="1426100" y="69424"/>
                </a:lnTo>
                <a:close/>
                <a:moveTo>
                  <a:pt x="1515721" y="92087"/>
                </a:moveTo>
                <a:lnTo>
                  <a:pt x="1538065" y="95918"/>
                </a:lnTo>
                <a:cubicBezTo>
                  <a:pt x="1535192" y="104084"/>
                  <a:pt x="1530657" y="110301"/>
                  <a:pt x="1524459" y="114570"/>
                </a:cubicBezTo>
                <a:cubicBezTo>
                  <a:pt x="1518261" y="118840"/>
                  <a:pt x="1510508" y="120974"/>
                  <a:pt x="1501198" y="120974"/>
                </a:cubicBezTo>
                <a:cubicBezTo>
                  <a:pt x="1486462" y="120974"/>
                  <a:pt x="1475556" y="116160"/>
                  <a:pt x="1468481" y="106531"/>
                </a:cubicBezTo>
                <a:cubicBezTo>
                  <a:pt x="1462895" y="98817"/>
                  <a:pt x="1460102" y="89081"/>
                  <a:pt x="1460102" y="77325"/>
                </a:cubicBezTo>
                <a:cubicBezTo>
                  <a:pt x="1460102" y="63280"/>
                  <a:pt x="1463772" y="52281"/>
                  <a:pt x="1471114" y="44328"/>
                </a:cubicBezTo>
                <a:cubicBezTo>
                  <a:pt x="1478455" y="36375"/>
                  <a:pt x="1487738" y="32398"/>
                  <a:pt x="1498963" y="32398"/>
                </a:cubicBezTo>
                <a:cubicBezTo>
                  <a:pt x="1511572" y="32398"/>
                  <a:pt x="1521520" y="36561"/>
                  <a:pt x="1528808" y="44887"/>
                </a:cubicBezTo>
                <a:cubicBezTo>
                  <a:pt x="1536096" y="53212"/>
                  <a:pt x="1539581" y="65967"/>
                  <a:pt x="1539262" y="83150"/>
                </a:cubicBezTo>
                <a:lnTo>
                  <a:pt x="1483084" y="83150"/>
                </a:lnTo>
                <a:cubicBezTo>
                  <a:pt x="1483243" y="89800"/>
                  <a:pt x="1485052" y="94973"/>
                  <a:pt x="1488510" y="98671"/>
                </a:cubicBezTo>
                <a:cubicBezTo>
                  <a:pt x="1491968" y="102368"/>
                  <a:pt x="1496277" y="104217"/>
                  <a:pt x="1501437" y="104217"/>
                </a:cubicBezTo>
                <a:cubicBezTo>
                  <a:pt x="1504948" y="104217"/>
                  <a:pt x="1507901" y="103259"/>
                  <a:pt x="1510295" y="101344"/>
                </a:cubicBezTo>
                <a:cubicBezTo>
                  <a:pt x="1512689" y="99429"/>
                  <a:pt x="1514498" y="96343"/>
                  <a:pt x="1515721" y="92087"/>
                </a:cubicBezTo>
                <a:moveTo>
                  <a:pt x="1516998" y="69424"/>
                </a:moveTo>
                <a:cubicBezTo>
                  <a:pt x="1516838" y="62961"/>
                  <a:pt x="1515162" y="58047"/>
                  <a:pt x="1511971" y="54682"/>
                </a:cubicBezTo>
                <a:cubicBezTo>
                  <a:pt x="1508779" y="51317"/>
                  <a:pt x="1504895" y="49635"/>
                  <a:pt x="1500320" y="49635"/>
                </a:cubicBezTo>
                <a:cubicBezTo>
                  <a:pt x="1495426" y="49635"/>
                  <a:pt x="1491383" y="51409"/>
                  <a:pt x="1488191" y="54959"/>
                </a:cubicBezTo>
                <a:cubicBezTo>
                  <a:pt x="1484999" y="58510"/>
                  <a:pt x="1483429" y="63332"/>
                  <a:pt x="1483483" y="69424"/>
                </a:cubicBezTo>
                <a:lnTo>
                  <a:pt x="1516998" y="69424"/>
                </a:lnTo>
                <a:close/>
                <a:moveTo>
                  <a:pt x="1556905" y="34313"/>
                </a:moveTo>
                <a:lnTo>
                  <a:pt x="1577812" y="34313"/>
                </a:lnTo>
                <a:lnTo>
                  <a:pt x="1577812" y="46762"/>
                </a:lnTo>
                <a:cubicBezTo>
                  <a:pt x="1580525" y="42506"/>
                  <a:pt x="1584196" y="39048"/>
                  <a:pt x="1588824" y="36388"/>
                </a:cubicBezTo>
                <a:cubicBezTo>
                  <a:pt x="1593452" y="33728"/>
                  <a:pt x="1598586" y="32398"/>
                  <a:pt x="1604225" y="32398"/>
                </a:cubicBezTo>
                <a:cubicBezTo>
                  <a:pt x="1614067" y="32398"/>
                  <a:pt x="1622419" y="36255"/>
                  <a:pt x="1629282" y="43969"/>
                </a:cubicBezTo>
                <a:cubicBezTo>
                  <a:pt x="1636144" y="51683"/>
                  <a:pt x="1639576" y="62429"/>
                  <a:pt x="1639576" y="76207"/>
                </a:cubicBezTo>
                <a:cubicBezTo>
                  <a:pt x="1639576" y="90358"/>
                  <a:pt x="1636118" y="101357"/>
                  <a:pt x="1629202" y="109204"/>
                </a:cubicBezTo>
                <a:cubicBezTo>
                  <a:pt x="1622286" y="117051"/>
                  <a:pt x="1613907" y="120974"/>
                  <a:pt x="1604065" y="120974"/>
                </a:cubicBezTo>
                <a:cubicBezTo>
                  <a:pt x="1599384" y="120974"/>
                  <a:pt x="1595141" y="120043"/>
                  <a:pt x="1591338" y="118181"/>
                </a:cubicBezTo>
                <a:cubicBezTo>
                  <a:pt x="1587534" y="116319"/>
                  <a:pt x="1583531" y="113127"/>
                  <a:pt x="1579328" y="108605"/>
                </a:cubicBezTo>
                <a:lnTo>
                  <a:pt x="1579328" y="151298"/>
                </a:lnTo>
                <a:lnTo>
                  <a:pt x="1556905" y="151298"/>
                </a:lnTo>
                <a:lnTo>
                  <a:pt x="1556905" y="34313"/>
                </a:lnTo>
                <a:moveTo>
                  <a:pt x="1579089" y="75212"/>
                </a:moveTo>
                <a:cubicBezTo>
                  <a:pt x="1579089" y="84720"/>
                  <a:pt x="1580977" y="91745"/>
                  <a:pt x="1584754" y="96287"/>
                </a:cubicBezTo>
                <a:cubicBezTo>
                  <a:pt x="1588531" y="100828"/>
                  <a:pt x="1593133" y="103099"/>
                  <a:pt x="1598559" y="103099"/>
                </a:cubicBezTo>
                <a:cubicBezTo>
                  <a:pt x="1603773" y="103099"/>
                  <a:pt x="1608109" y="101015"/>
                  <a:pt x="1611567" y="96845"/>
                </a:cubicBezTo>
                <a:cubicBezTo>
                  <a:pt x="1615024" y="92676"/>
                  <a:pt x="1616753" y="85836"/>
                  <a:pt x="1616753" y="76327"/>
                </a:cubicBezTo>
                <a:cubicBezTo>
                  <a:pt x="1616753" y="67456"/>
                  <a:pt x="1614971" y="60869"/>
                  <a:pt x="1611407" y="56567"/>
                </a:cubicBezTo>
                <a:cubicBezTo>
                  <a:pt x="1607843" y="52265"/>
                  <a:pt x="1603427" y="50113"/>
                  <a:pt x="1598160" y="50113"/>
                </a:cubicBezTo>
                <a:cubicBezTo>
                  <a:pt x="1592681" y="50113"/>
                  <a:pt x="1588132" y="52225"/>
                  <a:pt x="1584515" y="56447"/>
                </a:cubicBezTo>
                <a:cubicBezTo>
                  <a:pt x="1580897" y="60670"/>
                  <a:pt x="1579089" y="66925"/>
                  <a:pt x="1579089" y="75212"/>
                </a:cubicBezTo>
                <a:close/>
                <a:moveTo>
                  <a:pt x="1647549" y="34313"/>
                </a:moveTo>
                <a:lnTo>
                  <a:pt x="1659997" y="34313"/>
                </a:lnTo>
                <a:lnTo>
                  <a:pt x="1659997" y="27914"/>
                </a:lnTo>
                <a:cubicBezTo>
                  <a:pt x="1659997" y="20769"/>
                  <a:pt x="1660756" y="15437"/>
                  <a:pt x="1662272" y="11917"/>
                </a:cubicBezTo>
                <a:cubicBezTo>
                  <a:pt x="1663788" y="8398"/>
                  <a:pt x="1666581" y="5532"/>
                  <a:pt x="1670651" y="3319"/>
                </a:cubicBezTo>
                <a:cubicBezTo>
                  <a:pt x="1674720" y="1106"/>
                  <a:pt x="1679867" y="0"/>
                  <a:pt x="1686092" y="0"/>
                </a:cubicBezTo>
                <a:cubicBezTo>
                  <a:pt x="1692475" y="0"/>
                  <a:pt x="1698726" y="958"/>
                  <a:pt x="1704844" y="2873"/>
                </a:cubicBezTo>
                <a:lnTo>
                  <a:pt x="1701812" y="18513"/>
                </a:lnTo>
                <a:cubicBezTo>
                  <a:pt x="1698247" y="17662"/>
                  <a:pt x="1694816" y="17236"/>
                  <a:pt x="1691518" y="17236"/>
                </a:cubicBezTo>
                <a:cubicBezTo>
                  <a:pt x="1688273" y="17236"/>
                  <a:pt x="1685945" y="17999"/>
                  <a:pt x="1684535" y="19523"/>
                </a:cubicBezTo>
                <a:cubicBezTo>
                  <a:pt x="1683126" y="21046"/>
                  <a:pt x="1682421" y="23972"/>
                  <a:pt x="1682421" y="28301"/>
                </a:cubicBezTo>
                <a:lnTo>
                  <a:pt x="1682421" y="34313"/>
                </a:lnTo>
                <a:lnTo>
                  <a:pt x="1699178" y="34313"/>
                </a:lnTo>
                <a:lnTo>
                  <a:pt x="1699178" y="52028"/>
                </a:lnTo>
                <a:lnTo>
                  <a:pt x="1682421" y="52028"/>
                </a:lnTo>
                <a:lnTo>
                  <a:pt x="1682421" y="119059"/>
                </a:lnTo>
                <a:lnTo>
                  <a:pt x="1659997" y="119059"/>
                </a:lnTo>
                <a:lnTo>
                  <a:pt x="1659997" y="52028"/>
                </a:lnTo>
                <a:lnTo>
                  <a:pt x="1647549" y="52028"/>
                </a:lnTo>
                <a:lnTo>
                  <a:pt x="1647549" y="34313"/>
                </a:lnTo>
                <a:close/>
                <a:moveTo>
                  <a:pt x="1728559" y="60487"/>
                </a:moveTo>
                <a:lnTo>
                  <a:pt x="1708211" y="56816"/>
                </a:lnTo>
                <a:cubicBezTo>
                  <a:pt x="1710498" y="48516"/>
                  <a:pt x="1714435" y="42371"/>
                  <a:pt x="1720021" y="38383"/>
                </a:cubicBezTo>
                <a:cubicBezTo>
                  <a:pt x="1725607" y="34393"/>
                  <a:pt x="1733906" y="32398"/>
                  <a:pt x="1744918" y="32398"/>
                </a:cubicBezTo>
                <a:cubicBezTo>
                  <a:pt x="1754919" y="32398"/>
                  <a:pt x="1762367" y="33582"/>
                  <a:pt x="1767262" y="35949"/>
                </a:cubicBezTo>
                <a:cubicBezTo>
                  <a:pt x="1772156" y="38316"/>
                  <a:pt x="1775601" y="41322"/>
                  <a:pt x="1777595" y="44966"/>
                </a:cubicBezTo>
                <a:cubicBezTo>
                  <a:pt x="1779590" y="48610"/>
                  <a:pt x="1780588" y="55300"/>
                  <a:pt x="1780588" y="65036"/>
                </a:cubicBezTo>
                <a:lnTo>
                  <a:pt x="1780349" y="91209"/>
                </a:lnTo>
                <a:cubicBezTo>
                  <a:pt x="1780349" y="98657"/>
                  <a:pt x="1780708" y="104150"/>
                  <a:pt x="1781426" y="107688"/>
                </a:cubicBezTo>
                <a:cubicBezTo>
                  <a:pt x="1782144" y="111225"/>
                  <a:pt x="1783487" y="115016"/>
                  <a:pt x="1785456" y="119059"/>
                </a:cubicBezTo>
                <a:lnTo>
                  <a:pt x="1763272" y="119059"/>
                </a:lnTo>
                <a:cubicBezTo>
                  <a:pt x="1762687" y="117569"/>
                  <a:pt x="1761968" y="115362"/>
                  <a:pt x="1761117" y="112436"/>
                </a:cubicBezTo>
                <a:cubicBezTo>
                  <a:pt x="1760745" y="111106"/>
                  <a:pt x="1760479" y="110228"/>
                  <a:pt x="1760319" y="109802"/>
                </a:cubicBezTo>
                <a:cubicBezTo>
                  <a:pt x="1756489" y="113526"/>
                  <a:pt x="1752393" y="116319"/>
                  <a:pt x="1748030" y="118181"/>
                </a:cubicBezTo>
                <a:cubicBezTo>
                  <a:pt x="1743668" y="120043"/>
                  <a:pt x="1739013" y="120974"/>
                  <a:pt x="1734066" y="120974"/>
                </a:cubicBezTo>
                <a:cubicBezTo>
                  <a:pt x="1725341" y="120974"/>
                  <a:pt x="1718465" y="118617"/>
                  <a:pt x="1713438" y="113902"/>
                </a:cubicBezTo>
                <a:cubicBezTo>
                  <a:pt x="1708410" y="109187"/>
                  <a:pt x="1705897" y="103227"/>
                  <a:pt x="1705897" y="96022"/>
                </a:cubicBezTo>
                <a:cubicBezTo>
                  <a:pt x="1705897" y="91254"/>
                  <a:pt x="1707041" y="87003"/>
                  <a:pt x="1709328" y="83269"/>
                </a:cubicBezTo>
                <a:cubicBezTo>
                  <a:pt x="1711616" y="79534"/>
                  <a:pt x="1714821" y="76673"/>
                  <a:pt x="1718944" y="74686"/>
                </a:cubicBezTo>
                <a:cubicBezTo>
                  <a:pt x="1723067" y="72700"/>
                  <a:pt x="1729012" y="70965"/>
                  <a:pt x="1736779" y="69482"/>
                </a:cubicBezTo>
                <a:cubicBezTo>
                  <a:pt x="1747259" y="67522"/>
                  <a:pt x="1754520" y="65694"/>
                  <a:pt x="1758564" y="63998"/>
                </a:cubicBezTo>
                <a:lnTo>
                  <a:pt x="1758564" y="61739"/>
                </a:lnTo>
                <a:cubicBezTo>
                  <a:pt x="1758564" y="57382"/>
                  <a:pt x="1757500" y="54275"/>
                  <a:pt x="1755372" y="52420"/>
                </a:cubicBezTo>
                <a:cubicBezTo>
                  <a:pt x="1753244" y="50563"/>
                  <a:pt x="1749227" y="49635"/>
                  <a:pt x="1743322" y="49635"/>
                </a:cubicBezTo>
                <a:cubicBezTo>
                  <a:pt x="1739332" y="49635"/>
                  <a:pt x="1736220" y="50437"/>
                  <a:pt x="1733986" y="52043"/>
                </a:cubicBezTo>
                <a:cubicBezTo>
                  <a:pt x="1731751" y="53648"/>
                  <a:pt x="1729943" y="56462"/>
                  <a:pt x="1728559" y="60487"/>
                </a:cubicBezTo>
                <a:moveTo>
                  <a:pt x="1758564" y="78681"/>
                </a:moveTo>
                <a:cubicBezTo>
                  <a:pt x="1755691" y="79627"/>
                  <a:pt x="1751142" y="80758"/>
                  <a:pt x="1744918" y="82073"/>
                </a:cubicBezTo>
                <a:cubicBezTo>
                  <a:pt x="1738694" y="83386"/>
                  <a:pt x="1734624" y="84673"/>
                  <a:pt x="1732709" y="85935"/>
                </a:cubicBezTo>
                <a:cubicBezTo>
                  <a:pt x="1729783" y="87985"/>
                  <a:pt x="1728320" y="90587"/>
                  <a:pt x="1728320" y="93741"/>
                </a:cubicBezTo>
                <a:cubicBezTo>
                  <a:pt x="1728320" y="96843"/>
                  <a:pt x="1729490" y="99524"/>
                  <a:pt x="1731831" y="101785"/>
                </a:cubicBezTo>
                <a:cubicBezTo>
                  <a:pt x="1734172" y="104044"/>
                  <a:pt x="1737151" y="105174"/>
                  <a:pt x="1740769" y="105174"/>
                </a:cubicBezTo>
                <a:cubicBezTo>
                  <a:pt x="1744812" y="105174"/>
                  <a:pt x="1748669" y="103860"/>
                  <a:pt x="1752339" y="101232"/>
                </a:cubicBezTo>
                <a:cubicBezTo>
                  <a:pt x="1755052" y="99235"/>
                  <a:pt x="1756835" y="96790"/>
                  <a:pt x="1757686" y="93898"/>
                </a:cubicBezTo>
                <a:cubicBezTo>
                  <a:pt x="1758271" y="92006"/>
                  <a:pt x="1758564" y="88406"/>
                  <a:pt x="1758564" y="83097"/>
                </a:cubicBezTo>
                <a:lnTo>
                  <a:pt x="1758564" y="78681"/>
                </a:lnTo>
                <a:close/>
                <a:moveTo>
                  <a:pt x="1801902" y="119059"/>
                </a:moveTo>
                <a:lnTo>
                  <a:pt x="1801902" y="2075"/>
                </a:lnTo>
                <a:lnTo>
                  <a:pt x="1824325" y="2075"/>
                </a:lnTo>
                <a:lnTo>
                  <a:pt x="1824325" y="64158"/>
                </a:lnTo>
                <a:lnTo>
                  <a:pt x="1850579" y="34313"/>
                </a:lnTo>
                <a:lnTo>
                  <a:pt x="1878189" y="34313"/>
                </a:lnTo>
                <a:lnTo>
                  <a:pt x="1849222" y="65287"/>
                </a:lnTo>
                <a:lnTo>
                  <a:pt x="1880264" y="119059"/>
                </a:lnTo>
                <a:lnTo>
                  <a:pt x="1856085" y="119059"/>
                </a:lnTo>
                <a:lnTo>
                  <a:pt x="1834779" y="80985"/>
                </a:lnTo>
                <a:lnTo>
                  <a:pt x="1824325" y="91928"/>
                </a:lnTo>
                <a:lnTo>
                  <a:pt x="1824325" y="119059"/>
                </a:lnTo>
                <a:lnTo>
                  <a:pt x="1801902" y="119059"/>
                </a:lnTo>
                <a:close/>
                <a:moveTo>
                  <a:pt x="1942674" y="92087"/>
                </a:moveTo>
                <a:lnTo>
                  <a:pt x="1965017" y="95918"/>
                </a:lnTo>
                <a:cubicBezTo>
                  <a:pt x="1962145" y="104084"/>
                  <a:pt x="1957609" y="110301"/>
                  <a:pt x="1951412" y="114570"/>
                </a:cubicBezTo>
                <a:cubicBezTo>
                  <a:pt x="1945214" y="118840"/>
                  <a:pt x="1937460" y="120974"/>
                  <a:pt x="1928151" y="120974"/>
                </a:cubicBezTo>
                <a:cubicBezTo>
                  <a:pt x="1913415" y="120974"/>
                  <a:pt x="1902509" y="116160"/>
                  <a:pt x="1895433" y="106531"/>
                </a:cubicBezTo>
                <a:cubicBezTo>
                  <a:pt x="1889847" y="98817"/>
                  <a:pt x="1887055" y="89081"/>
                  <a:pt x="1887055" y="77325"/>
                </a:cubicBezTo>
                <a:cubicBezTo>
                  <a:pt x="1887055" y="63280"/>
                  <a:pt x="1890725" y="52281"/>
                  <a:pt x="1898067" y="44328"/>
                </a:cubicBezTo>
                <a:cubicBezTo>
                  <a:pt x="1905408" y="36375"/>
                  <a:pt x="1914691" y="32398"/>
                  <a:pt x="1925916" y="32398"/>
                </a:cubicBezTo>
                <a:cubicBezTo>
                  <a:pt x="1938524" y="32398"/>
                  <a:pt x="1948473" y="36561"/>
                  <a:pt x="1955761" y="44887"/>
                </a:cubicBezTo>
                <a:cubicBezTo>
                  <a:pt x="1963049" y="53212"/>
                  <a:pt x="1966534" y="65967"/>
                  <a:pt x="1966214" y="83150"/>
                </a:cubicBezTo>
                <a:lnTo>
                  <a:pt x="1910036" y="83150"/>
                </a:lnTo>
                <a:cubicBezTo>
                  <a:pt x="1910196" y="89800"/>
                  <a:pt x="1912005" y="94973"/>
                  <a:pt x="1915463" y="98671"/>
                </a:cubicBezTo>
                <a:cubicBezTo>
                  <a:pt x="1918921" y="102368"/>
                  <a:pt x="1923230" y="104217"/>
                  <a:pt x="1928390" y="104217"/>
                </a:cubicBezTo>
                <a:cubicBezTo>
                  <a:pt x="1931901" y="104217"/>
                  <a:pt x="1934854" y="103259"/>
                  <a:pt x="1937248" y="101344"/>
                </a:cubicBezTo>
                <a:cubicBezTo>
                  <a:pt x="1939642" y="99429"/>
                  <a:pt x="1941450" y="96343"/>
                  <a:pt x="1942674" y="92087"/>
                </a:cubicBezTo>
                <a:moveTo>
                  <a:pt x="1943951" y="69424"/>
                </a:moveTo>
                <a:cubicBezTo>
                  <a:pt x="1943791" y="62961"/>
                  <a:pt x="1942115" y="58047"/>
                  <a:pt x="1938923" y="54682"/>
                </a:cubicBezTo>
                <a:cubicBezTo>
                  <a:pt x="1935731" y="51317"/>
                  <a:pt x="1931848" y="49635"/>
                  <a:pt x="1927273" y="49635"/>
                </a:cubicBezTo>
                <a:cubicBezTo>
                  <a:pt x="1922379" y="49635"/>
                  <a:pt x="1918335" y="51409"/>
                  <a:pt x="1915143" y="54959"/>
                </a:cubicBezTo>
                <a:cubicBezTo>
                  <a:pt x="1911952" y="58510"/>
                  <a:pt x="1910382" y="63332"/>
                  <a:pt x="1910435" y="69424"/>
                </a:cubicBezTo>
                <a:lnTo>
                  <a:pt x="1943951" y="69424"/>
                </a:lnTo>
                <a:close/>
                <a:moveTo>
                  <a:pt x="2029976" y="2075"/>
                </a:moveTo>
                <a:lnTo>
                  <a:pt x="2073147" y="2075"/>
                </a:lnTo>
                <a:cubicBezTo>
                  <a:pt x="2082882" y="2075"/>
                  <a:pt x="2090303" y="2820"/>
                  <a:pt x="2095410" y="4309"/>
                </a:cubicBezTo>
                <a:cubicBezTo>
                  <a:pt x="2102273" y="6331"/>
                  <a:pt x="2108151" y="9922"/>
                  <a:pt x="2113046" y="15082"/>
                </a:cubicBezTo>
                <a:cubicBezTo>
                  <a:pt x="2117940" y="20242"/>
                  <a:pt x="2121664" y="26560"/>
                  <a:pt x="2124217" y="34034"/>
                </a:cubicBezTo>
                <a:cubicBezTo>
                  <a:pt x="2126771" y="41508"/>
                  <a:pt x="2128048" y="50725"/>
                  <a:pt x="2128048" y="61684"/>
                </a:cubicBezTo>
                <a:cubicBezTo>
                  <a:pt x="2128048" y="71313"/>
                  <a:pt x="2126851" y="79612"/>
                  <a:pt x="2124457" y="86581"/>
                </a:cubicBezTo>
                <a:cubicBezTo>
                  <a:pt x="2121531" y="95093"/>
                  <a:pt x="2117355" y="101982"/>
                  <a:pt x="2111928" y="107249"/>
                </a:cubicBezTo>
                <a:cubicBezTo>
                  <a:pt x="2107832" y="111239"/>
                  <a:pt x="2102299" y="114351"/>
                  <a:pt x="2095330" y="116585"/>
                </a:cubicBezTo>
                <a:cubicBezTo>
                  <a:pt x="2090117" y="118234"/>
                  <a:pt x="2083148" y="119059"/>
                  <a:pt x="2074423" y="119059"/>
                </a:cubicBezTo>
                <a:lnTo>
                  <a:pt x="2029976" y="119059"/>
                </a:lnTo>
                <a:lnTo>
                  <a:pt x="2029976" y="2075"/>
                </a:lnTo>
                <a:moveTo>
                  <a:pt x="2053596" y="21865"/>
                </a:moveTo>
                <a:lnTo>
                  <a:pt x="2053596" y="99269"/>
                </a:lnTo>
                <a:lnTo>
                  <a:pt x="2071231" y="99269"/>
                </a:lnTo>
                <a:cubicBezTo>
                  <a:pt x="2077828" y="99269"/>
                  <a:pt x="2082589" y="98897"/>
                  <a:pt x="2085515" y="98152"/>
                </a:cubicBezTo>
                <a:cubicBezTo>
                  <a:pt x="2089346" y="97196"/>
                  <a:pt x="2092524" y="95576"/>
                  <a:pt x="2095051" y="93292"/>
                </a:cubicBezTo>
                <a:cubicBezTo>
                  <a:pt x="2097578" y="91006"/>
                  <a:pt x="2099640" y="87245"/>
                  <a:pt x="2101236" y="82010"/>
                </a:cubicBezTo>
                <a:cubicBezTo>
                  <a:pt x="2102831" y="76775"/>
                  <a:pt x="2103629" y="69641"/>
                  <a:pt x="2103629" y="60607"/>
                </a:cubicBezTo>
                <a:cubicBezTo>
                  <a:pt x="2103629" y="51573"/>
                  <a:pt x="2102831" y="44638"/>
                  <a:pt x="2101236" y="39802"/>
                </a:cubicBezTo>
                <a:cubicBezTo>
                  <a:pt x="2099640" y="34966"/>
                  <a:pt x="2097405" y="31193"/>
                  <a:pt x="2094532" y="28483"/>
                </a:cubicBezTo>
                <a:cubicBezTo>
                  <a:pt x="2091660" y="25772"/>
                  <a:pt x="2088016" y="23938"/>
                  <a:pt x="2083600" y="22982"/>
                </a:cubicBezTo>
                <a:cubicBezTo>
                  <a:pt x="2080302" y="22237"/>
                  <a:pt x="2073838" y="21865"/>
                  <a:pt x="2064209" y="21865"/>
                </a:cubicBezTo>
                <a:lnTo>
                  <a:pt x="2053596" y="21865"/>
                </a:lnTo>
                <a:close/>
                <a:moveTo>
                  <a:pt x="2196999" y="92087"/>
                </a:moveTo>
                <a:lnTo>
                  <a:pt x="2219342" y="95918"/>
                </a:lnTo>
                <a:cubicBezTo>
                  <a:pt x="2216469" y="104084"/>
                  <a:pt x="2211934" y="110301"/>
                  <a:pt x="2205736" y="114570"/>
                </a:cubicBezTo>
                <a:cubicBezTo>
                  <a:pt x="2199539" y="118840"/>
                  <a:pt x="2191785" y="120974"/>
                  <a:pt x="2182475" y="120974"/>
                </a:cubicBezTo>
                <a:cubicBezTo>
                  <a:pt x="2167739" y="120974"/>
                  <a:pt x="2156833" y="116160"/>
                  <a:pt x="2149758" y="106531"/>
                </a:cubicBezTo>
                <a:cubicBezTo>
                  <a:pt x="2144172" y="98817"/>
                  <a:pt x="2141379" y="89081"/>
                  <a:pt x="2141379" y="77325"/>
                </a:cubicBezTo>
                <a:cubicBezTo>
                  <a:pt x="2141379" y="63280"/>
                  <a:pt x="2145050" y="52281"/>
                  <a:pt x="2152391" y="44328"/>
                </a:cubicBezTo>
                <a:cubicBezTo>
                  <a:pt x="2159733" y="36375"/>
                  <a:pt x="2169016" y="32398"/>
                  <a:pt x="2180241" y="32398"/>
                </a:cubicBezTo>
                <a:cubicBezTo>
                  <a:pt x="2192849" y="32398"/>
                  <a:pt x="2202797" y="36561"/>
                  <a:pt x="2210085" y="44887"/>
                </a:cubicBezTo>
                <a:cubicBezTo>
                  <a:pt x="2217374" y="53212"/>
                  <a:pt x="2220858" y="65967"/>
                  <a:pt x="2220539" y="83150"/>
                </a:cubicBezTo>
                <a:lnTo>
                  <a:pt x="2164361" y="83150"/>
                </a:lnTo>
                <a:cubicBezTo>
                  <a:pt x="2164521" y="89800"/>
                  <a:pt x="2166329" y="94973"/>
                  <a:pt x="2169787" y="98671"/>
                </a:cubicBezTo>
                <a:cubicBezTo>
                  <a:pt x="2173245" y="102368"/>
                  <a:pt x="2177554" y="104217"/>
                  <a:pt x="2182715" y="104217"/>
                </a:cubicBezTo>
                <a:cubicBezTo>
                  <a:pt x="2186226" y="104217"/>
                  <a:pt x="2189178" y="103259"/>
                  <a:pt x="2191572" y="101344"/>
                </a:cubicBezTo>
                <a:cubicBezTo>
                  <a:pt x="2193966" y="99429"/>
                  <a:pt x="2195775" y="96343"/>
                  <a:pt x="2196999" y="92087"/>
                </a:cubicBezTo>
                <a:moveTo>
                  <a:pt x="2198275" y="69424"/>
                </a:moveTo>
                <a:cubicBezTo>
                  <a:pt x="2198116" y="62961"/>
                  <a:pt x="2196440" y="58047"/>
                  <a:pt x="2193248" y="54682"/>
                </a:cubicBezTo>
                <a:cubicBezTo>
                  <a:pt x="2190056" y="51317"/>
                  <a:pt x="2186173" y="49635"/>
                  <a:pt x="2181597" y="49635"/>
                </a:cubicBezTo>
                <a:cubicBezTo>
                  <a:pt x="2176703" y="49635"/>
                  <a:pt x="2172660" y="51409"/>
                  <a:pt x="2169468" y="54959"/>
                </a:cubicBezTo>
                <a:cubicBezTo>
                  <a:pt x="2166276" y="58510"/>
                  <a:pt x="2164707" y="63332"/>
                  <a:pt x="2164760" y="69424"/>
                </a:cubicBezTo>
                <a:lnTo>
                  <a:pt x="2198275" y="69424"/>
                </a:lnTo>
                <a:close/>
                <a:moveTo>
                  <a:pt x="2277683" y="34313"/>
                </a:moveTo>
                <a:lnTo>
                  <a:pt x="2277683" y="52188"/>
                </a:lnTo>
                <a:lnTo>
                  <a:pt x="2262361" y="52188"/>
                </a:lnTo>
                <a:lnTo>
                  <a:pt x="2262361" y="86287"/>
                </a:lnTo>
                <a:cubicBezTo>
                  <a:pt x="2262361" y="93193"/>
                  <a:pt x="2262508" y="97217"/>
                  <a:pt x="2262800" y="98359"/>
                </a:cubicBezTo>
                <a:cubicBezTo>
                  <a:pt x="2263093" y="99499"/>
                  <a:pt x="2263758" y="100442"/>
                  <a:pt x="2264795" y="101187"/>
                </a:cubicBezTo>
                <a:cubicBezTo>
                  <a:pt x="2265833" y="101930"/>
                  <a:pt x="2267096" y="102301"/>
                  <a:pt x="2268586" y="102301"/>
                </a:cubicBezTo>
                <a:cubicBezTo>
                  <a:pt x="2270660" y="102301"/>
                  <a:pt x="2273666" y="101583"/>
                  <a:pt x="2277603" y="100147"/>
                </a:cubicBezTo>
                <a:lnTo>
                  <a:pt x="2279518" y="117608"/>
                </a:lnTo>
                <a:cubicBezTo>
                  <a:pt x="2274304" y="119852"/>
                  <a:pt x="2268399" y="120974"/>
                  <a:pt x="2261803" y="120974"/>
                </a:cubicBezTo>
                <a:cubicBezTo>
                  <a:pt x="2257760" y="120974"/>
                  <a:pt x="2254115" y="120296"/>
                  <a:pt x="2250870" y="118939"/>
                </a:cubicBezTo>
                <a:cubicBezTo>
                  <a:pt x="2247625" y="117583"/>
                  <a:pt x="2245245" y="115827"/>
                  <a:pt x="2243728" y="113673"/>
                </a:cubicBezTo>
                <a:cubicBezTo>
                  <a:pt x="2242212" y="111518"/>
                  <a:pt x="2241162" y="108605"/>
                  <a:pt x="2240576" y="104935"/>
                </a:cubicBezTo>
                <a:cubicBezTo>
                  <a:pt x="2240098" y="102328"/>
                  <a:pt x="2239858" y="97061"/>
                  <a:pt x="2239858" y="89135"/>
                </a:cubicBezTo>
                <a:lnTo>
                  <a:pt x="2239858" y="52188"/>
                </a:lnTo>
                <a:lnTo>
                  <a:pt x="2229564" y="52188"/>
                </a:lnTo>
                <a:lnTo>
                  <a:pt x="2229564" y="34313"/>
                </a:lnTo>
                <a:lnTo>
                  <a:pt x="2239858" y="34313"/>
                </a:lnTo>
                <a:lnTo>
                  <a:pt x="2239858" y="17396"/>
                </a:lnTo>
                <a:lnTo>
                  <a:pt x="2262361" y="4150"/>
                </a:lnTo>
                <a:lnTo>
                  <a:pt x="2262361" y="34313"/>
                </a:lnTo>
                <a:lnTo>
                  <a:pt x="2277683" y="34313"/>
                </a:lnTo>
                <a:close/>
                <a:moveTo>
                  <a:pt x="2342334" y="92087"/>
                </a:moveTo>
                <a:lnTo>
                  <a:pt x="2364678" y="95918"/>
                </a:lnTo>
                <a:cubicBezTo>
                  <a:pt x="2361805" y="104084"/>
                  <a:pt x="2357270" y="110301"/>
                  <a:pt x="2351072" y="114570"/>
                </a:cubicBezTo>
                <a:cubicBezTo>
                  <a:pt x="2344874" y="118840"/>
                  <a:pt x="2337121" y="120974"/>
                  <a:pt x="2327811" y="120974"/>
                </a:cubicBezTo>
                <a:cubicBezTo>
                  <a:pt x="2313075" y="120974"/>
                  <a:pt x="2302169" y="116160"/>
                  <a:pt x="2295094" y="106531"/>
                </a:cubicBezTo>
                <a:cubicBezTo>
                  <a:pt x="2289508" y="98817"/>
                  <a:pt x="2286715" y="89081"/>
                  <a:pt x="2286715" y="77325"/>
                </a:cubicBezTo>
                <a:cubicBezTo>
                  <a:pt x="2286715" y="63280"/>
                  <a:pt x="2290385" y="52281"/>
                  <a:pt x="2297727" y="44328"/>
                </a:cubicBezTo>
                <a:cubicBezTo>
                  <a:pt x="2305068" y="36375"/>
                  <a:pt x="2314351" y="32398"/>
                  <a:pt x="2325576" y="32398"/>
                </a:cubicBezTo>
                <a:cubicBezTo>
                  <a:pt x="2338185" y="32398"/>
                  <a:pt x="2348133" y="36561"/>
                  <a:pt x="2355421" y="44887"/>
                </a:cubicBezTo>
                <a:cubicBezTo>
                  <a:pt x="2362709" y="53212"/>
                  <a:pt x="2366194" y="65967"/>
                  <a:pt x="2365875" y="83150"/>
                </a:cubicBezTo>
                <a:lnTo>
                  <a:pt x="2309697" y="83150"/>
                </a:lnTo>
                <a:cubicBezTo>
                  <a:pt x="2309856" y="89800"/>
                  <a:pt x="2311665" y="94973"/>
                  <a:pt x="2315123" y="98671"/>
                </a:cubicBezTo>
                <a:cubicBezTo>
                  <a:pt x="2318581" y="102368"/>
                  <a:pt x="2322890" y="104217"/>
                  <a:pt x="2328050" y="104217"/>
                </a:cubicBezTo>
                <a:cubicBezTo>
                  <a:pt x="2331561" y="104217"/>
                  <a:pt x="2334514" y="103259"/>
                  <a:pt x="2336908" y="101344"/>
                </a:cubicBezTo>
                <a:cubicBezTo>
                  <a:pt x="2339302" y="99429"/>
                  <a:pt x="2341111" y="96343"/>
                  <a:pt x="2342334" y="92087"/>
                </a:cubicBezTo>
                <a:moveTo>
                  <a:pt x="2343611" y="69424"/>
                </a:moveTo>
                <a:cubicBezTo>
                  <a:pt x="2343451" y="62961"/>
                  <a:pt x="2341775" y="58047"/>
                  <a:pt x="2338584" y="54682"/>
                </a:cubicBezTo>
                <a:cubicBezTo>
                  <a:pt x="2335392" y="51317"/>
                  <a:pt x="2331508" y="49635"/>
                  <a:pt x="2326933" y="49635"/>
                </a:cubicBezTo>
                <a:cubicBezTo>
                  <a:pt x="2322039" y="49635"/>
                  <a:pt x="2317996" y="51409"/>
                  <a:pt x="2314804" y="54959"/>
                </a:cubicBezTo>
                <a:cubicBezTo>
                  <a:pt x="2311612" y="58510"/>
                  <a:pt x="2310042" y="63332"/>
                  <a:pt x="2310096" y="69424"/>
                </a:cubicBezTo>
                <a:lnTo>
                  <a:pt x="2343611" y="69424"/>
                </a:lnTo>
                <a:close/>
                <a:moveTo>
                  <a:pt x="2458049" y="59370"/>
                </a:moveTo>
                <a:lnTo>
                  <a:pt x="2435945" y="63360"/>
                </a:lnTo>
                <a:cubicBezTo>
                  <a:pt x="2435200" y="58971"/>
                  <a:pt x="2433511" y="55666"/>
                  <a:pt x="2430878" y="53445"/>
                </a:cubicBezTo>
                <a:cubicBezTo>
                  <a:pt x="2428245" y="51224"/>
                  <a:pt x="2424827" y="50113"/>
                  <a:pt x="2420624" y="50113"/>
                </a:cubicBezTo>
                <a:cubicBezTo>
                  <a:pt x="2415038" y="50113"/>
                  <a:pt x="2410583" y="52036"/>
                  <a:pt x="2407258" y="55881"/>
                </a:cubicBezTo>
                <a:cubicBezTo>
                  <a:pt x="2403933" y="59727"/>
                  <a:pt x="2402270" y="66157"/>
                  <a:pt x="2402270" y="75172"/>
                </a:cubicBezTo>
                <a:cubicBezTo>
                  <a:pt x="2402270" y="85197"/>
                  <a:pt x="2403959" y="92278"/>
                  <a:pt x="2407337" y="96416"/>
                </a:cubicBezTo>
                <a:cubicBezTo>
                  <a:pt x="2410716" y="100552"/>
                  <a:pt x="2415251" y="102621"/>
                  <a:pt x="2420943" y="102621"/>
                </a:cubicBezTo>
                <a:cubicBezTo>
                  <a:pt x="2425199" y="102621"/>
                  <a:pt x="2428684" y="101410"/>
                  <a:pt x="2431397" y="98990"/>
                </a:cubicBezTo>
                <a:cubicBezTo>
                  <a:pt x="2434110" y="96569"/>
                  <a:pt x="2436025" y="92406"/>
                  <a:pt x="2437142" y="86501"/>
                </a:cubicBezTo>
                <a:lnTo>
                  <a:pt x="2459166" y="90332"/>
                </a:lnTo>
                <a:cubicBezTo>
                  <a:pt x="2456879" y="100439"/>
                  <a:pt x="2452490" y="108073"/>
                  <a:pt x="2446000" y="113234"/>
                </a:cubicBezTo>
                <a:cubicBezTo>
                  <a:pt x="2439510" y="118394"/>
                  <a:pt x="2430811" y="120974"/>
                  <a:pt x="2419906" y="120974"/>
                </a:cubicBezTo>
                <a:cubicBezTo>
                  <a:pt x="2407510" y="120974"/>
                  <a:pt x="2397629" y="117064"/>
                  <a:pt x="2390261" y="109244"/>
                </a:cubicBezTo>
                <a:cubicBezTo>
                  <a:pt x="2382893" y="101424"/>
                  <a:pt x="2379209" y="90598"/>
                  <a:pt x="2379209" y="76766"/>
                </a:cubicBezTo>
                <a:cubicBezTo>
                  <a:pt x="2379209" y="62775"/>
                  <a:pt x="2382906" y="51882"/>
                  <a:pt x="2390301" y="44089"/>
                </a:cubicBezTo>
                <a:cubicBezTo>
                  <a:pt x="2397695" y="36295"/>
                  <a:pt x="2407697" y="32398"/>
                  <a:pt x="2420305" y="32398"/>
                </a:cubicBezTo>
                <a:cubicBezTo>
                  <a:pt x="2430625" y="32398"/>
                  <a:pt x="2438831" y="34619"/>
                  <a:pt x="2444922" y="39061"/>
                </a:cubicBezTo>
                <a:cubicBezTo>
                  <a:pt x="2451014" y="43503"/>
                  <a:pt x="2455389" y="50273"/>
                  <a:pt x="2458049" y="59370"/>
                </a:cubicBezTo>
                <a:close/>
                <a:moveTo>
                  <a:pt x="2513916" y="34313"/>
                </a:moveTo>
                <a:lnTo>
                  <a:pt x="2513916" y="52188"/>
                </a:lnTo>
                <a:lnTo>
                  <a:pt x="2498595" y="52188"/>
                </a:lnTo>
                <a:lnTo>
                  <a:pt x="2498595" y="86287"/>
                </a:lnTo>
                <a:cubicBezTo>
                  <a:pt x="2498595" y="93193"/>
                  <a:pt x="2498741" y="97217"/>
                  <a:pt x="2499033" y="98359"/>
                </a:cubicBezTo>
                <a:cubicBezTo>
                  <a:pt x="2499326" y="99499"/>
                  <a:pt x="2499991" y="100442"/>
                  <a:pt x="2501028" y="101187"/>
                </a:cubicBezTo>
                <a:cubicBezTo>
                  <a:pt x="2502066" y="101930"/>
                  <a:pt x="2503329" y="102301"/>
                  <a:pt x="2504819" y="102301"/>
                </a:cubicBezTo>
                <a:cubicBezTo>
                  <a:pt x="2506894" y="102301"/>
                  <a:pt x="2509899" y="101583"/>
                  <a:pt x="2513836" y="100147"/>
                </a:cubicBezTo>
                <a:lnTo>
                  <a:pt x="2515751" y="117608"/>
                </a:lnTo>
                <a:cubicBezTo>
                  <a:pt x="2510538" y="119852"/>
                  <a:pt x="2504633" y="120974"/>
                  <a:pt x="2498036" y="120974"/>
                </a:cubicBezTo>
                <a:cubicBezTo>
                  <a:pt x="2493993" y="120974"/>
                  <a:pt x="2490349" y="120296"/>
                  <a:pt x="2487104" y="118939"/>
                </a:cubicBezTo>
                <a:cubicBezTo>
                  <a:pt x="2483858" y="117583"/>
                  <a:pt x="2481478" y="115827"/>
                  <a:pt x="2479962" y="113673"/>
                </a:cubicBezTo>
                <a:cubicBezTo>
                  <a:pt x="2478445" y="111518"/>
                  <a:pt x="2477395" y="108605"/>
                  <a:pt x="2476810" y="104935"/>
                </a:cubicBezTo>
                <a:cubicBezTo>
                  <a:pt x="2476331" y="102328"/>
                  <a:pt x="2476091" y="97061"/>
                  <a:pt x="2476091" y="89135"/>
                </a:cubicBezTo>
                <a:lnTo>
                  <a:pt x="2476091" y="52188"/>
                </a:lnTo>
                <a:lnTo>
                  <a:pt x="2465797" y="52188"/>
                </a:lnTo>
                <a:lnTo>
                  <a:pt x="2465797" y="34313"/>
                </a:lnTo>
                <a:lnTo>
                  <a:pt x="2476091" y="34313"/>
                </a:lnTo>
                <a:lnTo>
                  <a:pt x="2476091" y="17396"/>
                </a:lnTo>
                <a:lnTo>
                  <a:pt x="2498595" y="4150"/>
                </a:lnTo>
                <a:lnTo>
                  <a:pt x="2498595" y="34313"/>
                </a:lnTo>
                <a:lnTo>
                  <a:pt x="2513916" y="34313"/>
                </a:lnTo>
                <a:close/>
                <a:moveTo>
                  <a:pt x="2529491" y="22822"/>
                </a:moveTo>
                <a:lnTo>
                  <a:pt x="2529491" y="2075"/>
                </a:lnTo>
                <a:lnTo>
                  <a:pt x="2551915" y="2075"/>
                </a:lnTo>
                <a:lnTo>
                  <a:pt x="2551915" y="22822"/>
                </a:lnTo>
                <a:lnTo>
                  <a:pt x="2529491" y="22822"/>
                </a:lnTo>
                <a:moveTo>
                  <a:pt x="2529491" y="119059"/>
                </a:moveTo>
                <a:lnTo>
                  <a:pt x="2529491" y="34313"/>
                </a:lnTo>
                <a:lnTo>
                  <a:pt x="2551915" y="34313"/>
                </a:lnTo>
                <a:lnTo>
                  <a:pt x="2551915" y="119059"/>
                </a:lnTo>
                <a:lnTo>
                  <a:pt x="2529491" y="119059"/>
                </a:lnTo>
                <a:close/>
                <a:moveTo>
                  <a:pt x="2569705" y="75489"/>
                </a:moveTo>
                <a:cubicBezTo>
                  <a:pt x="2569705" y="68041"/>
                  <a:pt x="2571540" y="60833"/>
                  <a:pt x="2575211" y="53864"/>
                </a:cubicBezTo>
                <a:cubicBezTo>
                  <a:pt x="2578881" y="46895"/>
                  <a:pt x="2584081" y="41575"/>
                  <a:pt x="2590811" y="37904"/>
                </a:cubicBezTo>
                <a:cubicBezTo>
                  <a:pt x="2597541" y="34233"/>
                  <a:pt x="2605055" y="32398"/>
                  <a:pt x="2613354" y="32398"/>
                </a:cubicBezTo>
                <a:cubicBezTo>
                  <a:pt x="2626175" y="32398"/>
                  <a:pt x="2636682" y="36561"/>
                  <a:pt x="2644874" y="44887"/>
                </a:cubicBezTo>
                <a:cubicBezTo>
                  <a:pt x="2653067" y="53212"/>
                  <a:pt x="2657163" y="63732"/>
                  <a:pt x="2657163" y="76447"/>
                </a:cubicBezTo>
                <a:cubicBezTo>
                  <a:pt x="2657163" y="89268"/>
                  <a:pt x="2653027" y="99894"/>
                  <a:pt x="2644755" y="108326"/>
                </a:cubicBezTo>
                <a:cubicBezTo>
                  <a:pt x="2636482" y="116758"/>
                  <a:pt x="2626069" y="120974"/>
                  <a:pt x="2613514" y="120974"/>
                </a:cubicBezTo>
                <a:cubicBezTo>
                  <a:pt x="2605747" y="120974"/>
                  <a:pt x="2598339" y="119219"/>
                  <a:pt x="2591290" y="115707"/>
                </a:cubicBezTo>
                <a:cubicBezTo>
                  <a:pt x="2584241" y="112196"/>
                  <a:pt x="2578881" y="107049"/>
                  <a:pt x="2575211" y="100267"/>
                </a:cubicBezTo>
                <a:cubicBezTo>
                  <a:pt x="2571540" y="93484"/>
                  <a:pt x="2569705" y="85225"/>
                  <a:pt x="2569705" y="75489"/>
                </a:cubicBezTo>
                <a:moveTo>
                  <a:pt x="2592686" y="76686"/>
                </a:moveTo>
                <a:cubicBezTo>
                  <a:pt x="2592686" y="85065"/>
                  <a:pt x="2594681" y="91482"/>
                  <a:pt x="2598671" y="95937"/>
                </a:cubicBezTo>
                <a:cubicBezTo>
                  <a:pt x="2602661" y="100393"/>
                  <a:pt x="2607582" y="102621"/>
                  <a:pt x="2613434" y="102621"/>
                </a:cubicBezTo>
                <a:cubicBezTo>
                  <a:pt x="2619286" y="102621"/>
                  <a:pt x="2624193" y="100393"/>
                  <a:pt x="2628157" y="95937"/>
                </a:cubicBezTo>
                <a:cubicBezTo>
                  <a:pt x="2632120" y="91482"/>
                  <a:pt x="2634102" y="85012"/>
                  <a:pt x="2634102" y="76527"/>
                </a:cubicBezTo>
                <a:cubicBezTo>
                  <a:pt x="2634102" y="68254"/>
                  <a:pt x="2632120" y="61890"/>
                  <a:pt x="2628157" y="57435"/>
                </a:cubicBezTo>
                <a:cubicBezTo>
                  <a:pt x="2624193" y="52979"/>
                  <a:pt x="2619286" y="50752"/>
                  <a:pt x="2613434" y="50752"/>
                </a:cubicBezTo>
                <a:cubicBezTo>
                  <a:pt x="2607582" y="50752"/>
                  <a:pt x="2602661" y="52979"/>
                  <a:pt x="2598671" y="57435"/>
                </a:cubicBezTo>
                <a:cubicBezTo>
                  <a:pt x="2594681" y="61890"/>
                  <a:pt x="2592686" y="68307"/>
                  <a:pt x="2592686" y="76686"/>
                </a:cubicBezTo>
                <a:close/>
                <a:moveTo>
                  <a:pt x="2751798" y="119059"/>
                </a:moveTo>
                <a:lnTo>
                  <a:pt x="2729375" y="119059"/>
                </a:lnTo>
                <a:lnTo>
                  <a:pt x="2729375" y="75858"/>
                </a:lnTo>
                <a:cubicBezTo>
                  <a:pt x="2729375" y="66718"/>
                  <a:pt x="2728896" y="60806"/>
                  <a:pt x="2727938" y="58123"/>
                </a:cubicBezTo>
                <a:cubicBezTo>
                  <a:pt x="2726981" y="55440"/>
                  <a:pt x="2725425" y="53354"/>
                  <a:pt x="2723270" y="51866"/>
                </a:cubicBezTo>
                <a:cubicBezTo>
                  <a:pt x="2721115" y="50378"/>
                  <a:pt x="2718522" y="49635"/>
                  <a:pt x="2715490" y="49635"/>
                </a:cubicBezTo>
                <a:cubicBezTo>
                  <a:pt x="2711606" y="49635"/>
                  <a:pt x="2708122" y="50698"/>
                  <a:pt x="2705036" y="52824"/>
                </a:cubicBezTo>
                <a:cubicBezTo>
                  <a:pt x="2701951" y="54949"/>
                  <a:pt x="2699836" y="57765"/>
                  <a:pt x="2698692" y="61273"/>
                </a:cubicBezTo>
                <a:cubicBezTo>
                  <a:pt x="2697548" y="64779"/>
                  <a:pt x="2696976" y="71262"/>
                  <a:pt x="2696976" y="80721"/>
                </a:cubicBezTo>
                <a:lnTo>
                  <a:pt x="2696976" y="119059"/>
                </a:lnTo>
                <a:lnTo>
                  <a:pt x="2674553" y="119059"/>
                </a:lnTo>
                <a:lnTo>
                  <a:pt x="2674553" y="34313"/>
                </a:lnTo>
                <a:lnTo>
                  <a:pt x="2695380" y="34313"/>
                </a:lnTo>
                <a:lnTo>
                  <a:pt x="2695380" y="46762"/>
                </a:lnTo>
                <a:cubicBezTo>
                  <a:pt x="2702775" y="37186"/>
                  <a:pt x="2712085" y="32398"/>
                  <a:pt x="2723310" y="32398"/>
                </a:cubicBezTo>
                <a:cubicBezTo>
                  <a:pt x="2728257" y="32398"/>
                  <a:pt x="2732779" y="33289"/>
                  <a:pt x="2736876" y="35071"/>
                </a:cubicBezTo>
                <a:cubicBezTo>
                  <a:pt x="2740972" y="36853"/>
                  <a:pt x="2744071" y="39128"/>
                  <a:pt x="2746172" y="41894"/>
                </a:cubicBezTo>
                <a:cubicBezTo>
                  <a:pt x="2748273" y="44660"/>
                  <a:pt x="2749736" y="47799"/>
                  <a:pt x="2750561" y="51310"/>
                </a:cubicBezTo>
                <a:cubicBezTo>
                  <a:pt x="2751386" y="54821"/>
                  <a:pt x="2751798" y="59849"/>
                  <a:pt x="2751798" y="66392"/>
                </a:cubicBezTo>
                <a:lnTo>
                  <a:pt x="2751798" y="119059"/>
                </a:lnTo>
                <a:close/>
                <a:moveTo>
                  <a:pt x="2773975" y="96556"/>
                </a:moveTo>
                <a:lnTo>
                  <a:pt x="2796399" y="96556"/>
                </a:lnTo>
                <a:lnTo>
                  <a:pt x="2796399" y="112648"/>
                </a:lnTo>
                <a:cubicBezTo>
                  <a:pt x="2796399" y="119160"/>
                  <a:pt x="2795840" y="124297"/>
                  <a:pt x="2794723" y="128059"/>
                </a:cubicBezTo>
                <a:cubicBezTo>
                  <a:pt x="2793606" y="131823"/>
                  <a:pt x="2791491" y="135199"/>
                  <a:pt x="2788379" y="138188"/>
                </a:cubicBezTo>
                <a:cubicBezTo>
                  <a:pt x="2785267" y="141177"/>
                  <a:pt x="2781317" y="143525"/>
                  <a:pt x="2776529" y="145233"/>
                </a:cubicBezTo>
                <a:lnTo>
                  <a:pt x="2772140" y="135976"/>
                </a:lnTo>
                <a:cubicBezTo>
                  <a:pt x="2776662" y="134480"/>
                  <a:pt x="2779880" y="132422"/>
                  <a:pt x="2781795" y="129802"/>
                </a:cubicBezTo>
                <a:cubicBezTo>
                  <a:pt x="2783711" y="127183"/>
                  <a:pt x="2784721" y="123603"/>
                  <a:pt x="2784828" y="119059"/>
                </a:cubicBezTo>
                <a:lnTo>
                  <a:pt x="2773975" y="119059"/>
                </a:lnTo>
                <a:lnTo>
                  <a:pt x="2773975" y="96556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ManipulationDetection">
            <a:extLst xmlns:a="http://schemas.openxmlformats.org/drawingml/2006/main">
              <a:ext uri="{FF2B5EF4-FFF2-40B4-BE49-F238E27FC236}">
                <a16:creationId xmlns:a16="http://schemas.microsoft.com/office/drawing/2014/main" id="{BFED24D1-8856-4BB9-934B-102572DB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99" y="2342300"/>
            <a:ext cx="1775152" cy="149223"/>
          </a:xfrm>
          <a:custGeom xmlns:a="http://schemas.openxmlformats.org/drawingml/2006/main">
            <a:pathLst>
              <a:path w="1775152" h="149223">
                <a:moveTo>
                  <a:pt x="0" y="116984"/>
                </a:moveTo>
                <a:lnTo>
                  <a:pt x="0" y="0"/>
                </a:lnTo>
                <a:lnTo>
                  <a:pt x="35351" y="0"/>
                </a:lnTo>
                <a:lnTo>
                  <a:pt x="56577" y="79798"/>
                </a:lnTo>
                <a:lnTo>
                  <a:pt x="77564" y="0"/>
                </a:lnTo>
                <a:lnTo>
                  <a:pt x="112994" y="0"/>
                </a:lnTo>
                <a:lnTo>
                  <a:pt x="112994" y="116984"/>
                </a:lnTo>
                <a:lnTo>
                  <a:pt x="91050" y="116984"/>
                </a:lnTo>
                <a:lnTo>
                  <a:pt x="91050" y="24897"/>
                </a:lnTo>
                <a:lnTo>
                  <a:pt x="67829" y="116984"/>
                </a:lnTo>
                <a:lnTo>
                  <a:pt x="45086" y="116984"/>
                </a:lnTo>
                <a:lnTo>
                  <a:pt x="21945" y="24897"/>
                </a:lnTo>
                <a:lnTo>
                  <a:pt x="21945" y="116984"/>
                </a:lnTo>
                <a:lnTo>
                  <a:pt x="0" y="116984"/>
                </a:lnTo>
                <a:close/>
                <a:moveTo>
                  <a:pt x="153068" y="58412"/>
                </a:moveTo>
                <a:lnTo>
                  <a:pt x="132720" y="54742"/>
                </a:lnTo>
                <a:cubicBezTo>
                  <a:pt x="135007" y="46441"/>
                  <a:pt x="138944" y="40296"/>
                  <a:pt x="144530" y="36308"/>
                </a:cubicBezTo>
                <a:cubicBezTo>
                  <a:pt x="150116" y="32318"/>
                  <a:pt x="158415" y="30323"/>
                  <a:pt x="169427" y="30323"/>
                </a:cubicBezTo>
                <a:cubicBezTo>
                  <a:pt x="179428" y="30323"/>
                  <a:pt x="186876" y="31507"/>
                  <a:pt x="191770" y="33874"/>
                </a:cubicBezTo>
                <a:cubicBezTo>
                  <a:pt x="196665" y="36242"/>
                  <a:pt x="200109" y="39247"/>
                  <a:pt x="202104" y="42892"/>
                </a:cubicBezTo>
                <a:cubicBezTo>
                  <a:pt x="204099" y="46536"/>
                  <a:pt x="205097" y="53225"/>
                  <a:pt x="205097" y="62961"/>
                </a:cubicBezTo>
                <a:lnTo>
                  <a:pt x="204857" y="89135"/>
                </a:lnTo>
                <a:cubicBezTo>
                  <a:pt x="204857" y="96582"/>
                  <a:pt x="205216" y="102075"/>
                  <a:pt x="205935" y="105613"/>
                </a:cubicBezTo>
                <a:cubicBezTo>
                  <a:pt x="206653" y="109151"/>
                  <a:pt x="207996" y="112941"/>
                  <a:pt x="209964" y="116984"/>
                </a:cubicBezTo>
                <a:lnTo>
                  <a:pt x="187780" y="116984"/>
                </a:lnTo>
                <a:cubicBezTo>
                  <a:pt x="187195" y="115495"/>
                  <a:pt x="186477" y="113287"/>
                  <a:pt x="185626" y="110361"/>
                </a:cubicBezTo>
                <a:cubicBezTo>
                  <a:pt x="185253" y="109031"/>
                  <a:pt x="184987" y="108153"/>
                  <a:pt x="184828" y="107728"/>
                </a:cubicBezTo>
                <a:cubicBezTo>
                  <a:pt x="180998" y="111452"/>
                  <a:pt x="176901" y="114245"/>
                  <a:pt x="172539" y="116106"/>
                </a:cubicBezTo>
                <a:cubicBezTo>
                  <a:pt x="168177" y="117968"/>
                  <a:pt x="163522" y="118899"/>
                  <a:pt x="158574" y="118899"/>
                </a:cubicBezTo>
                <a:cubicBezTo>
                  <a:pt x="149850" y="118899"/>
                  <a:pt x="142974" y="116542"/>
                  <a:pt x="137946" y="111827"/>
                </a:cubicBezTo>
                <a:cubicBezTo>
                  <a:pt x="132919" y="107113"/>
                  <a:pt x="130405" y="101153"/>
                  <a:pt x="130405" y="93947"/>
                </a:cubicBezTo>
                <a:cubicBezTo>
                  <a:pt x="130405" y="89180"/>
                  <a:pt x="131549" y="84929"/>
                  <a:pt x="133837" y="81195"/>
                </a:cubicBezTo>
                <a:cubicBezTo>
                  <a:pt x="136124" y="77459"/>
                  <a:pt x="139330" y="74598"/>
                  <a:pt x="143452" y="72611"/>
                </a:cubicBezTo>
                <a:cubicBezTo>
                  <a:pt x="147575" y="70625"/>
                  <a:pt x="153520" y="68890"/>
                  <a:pt x="161287" y="67407"/>
                </a:cubicBezTo>
                <a:cubicBezTo>
                  <a:pt x="171768" y="65447"/>
                  <a:pt x="179029" y="63619"/>
                  <a:pt x="183072" y="61923"/>
                </a:cubicBezTo>
                <a:lnTo>
                  <a:pt x="183072" y="59664"/>
                </a:lnTo>
                <a:cubicBezTo>
                  <a:pt x="183072" y="55307"/>
                  <a:pt x="182008" y="52201"/>
                  <a:pt x="179880" y="50345"/>
                </a:cubicBezTo>
                <a:cubicBezTo>
                  <a:pt x="177752" y="48488"/>
                  <a:pt x="173736" y="47560"/>
                  <a:pt x="167831" y="47560"/>
                </a:cubicBezTo>
                <a:cubicBezTo>
                  <a:pt x="163841" y="47560"/>
                  <a:pt x="160729" y="48363"/>
                  <a:pt x="158494" y="49969"/>
                </a:cubicBezTo>
                <a:cubicBezTo>
                  <a:pt x="156260" y="51573"/>
                  <a:pt x="154451" y="54388"/>
                  <a:pt x="153068" y="58412"/>
                </a:cubicBezTo>
                <a:moveTo>
                  <a:pt x="183072" y="76606"/>
                </a:moveTo>
                <a:cubicBezTo>
                  <a:pt x="180200" y="77552"/>
                  <a:pt x="175651" y="78683"/>
                  <a:pt x="169427" y="79998"/>
                </a:cubicBezTo>
                <a:cubicBezTo>
                  <a:pt x="163203" y="81311"/>
                  <a:pt x="159133" y="82599"/>
                  <a:pt x="157218" y="83860"/>
                </a:cubicBezTo>
                <a:cubicBezTo>
                  <a:pt x="154292" y="85910"/>
                  <a:pt x="152829" y="88512"/>
                  <a:pt x="152829" y="91666"/>
                </a:cubicBezTo>
                <a:cubicBezTo>
                  <a:pt x="152829" y="94768"/>
                  <a:pt x="153999" y="97449"/>
                  <a:pt x="156340" y="99710"/>
                </a:cubicBezTo>
                <a:cubicBezTo>
                  <a:pt x="158681" y="101970"/>
                  <a:pt x="161660" y="103099"/>
                  <a:pt x="165277" y="103099"/>
                </a:cubicBezTo>
                <a:cubicBezTo>
                  <a:pt x="169320" y="103099"/>
                  <a:pt x="173177" y="101785"/>
                  <a:pt x="176848" y="99157"/>
                </a:cubicBezTo>
                <a:cubicBezTo>
                  <a:pt x="179561" y="97160"/>
                  <a:pt x="181343" y="94716"/>
                  <a:pt x="182195" y="91823"/>
                </a:cubicBezTo>
                <a:cubicBezTo>
                  <a:pt x="182780" y="89931"/>
                  <a:pt x="183072" y="86331"/>
                  <a:pt x="183072" y="81023"/>
                </a:cubicBezTo>
                <a:lnTo>
                  <a:pt x="183072" y="76606"/>
                </a:lnTo>
                <a:close/>
                <a:moveTo>
                  <a:pt x="304294" y="116984"/>
                </a:moveTo>
                <a:lnTo>
                  <a:pt x="281870" y="116984"/>
                </a:lnTo>
                <a:lnTo>
                  <a:pt x="281870" y="73783"/>
                </a:lnTo>
                <a:cubicBezTo>
                  <a:pt x="281870" y="64643"/>
                  <a:pt x="281392" y="58732"/>
                  <a:pt x="280434" y="56048"/>
                </a:cubicBezTo>
                <a:cubicBezTo>
                  <a:pt x="279476" y="53365"/>
                  <a:pt x="277920" y="51280"/>
                  <a:pt x="275766" y="49792"/>
                </a:cubicBezTo>
                <a:cubicBezTo>
                  <a:pt x="273611" y="48304"/>
                  <a:pt x="271018" y="47560"/>
                  <a:pt x="267985" y="47560"/>
                </a:cubicBezTo>
                <a:cubicBezTo>
                  <a:pt x="264102" y="47560"/>
                  <a:pt x="260617" y="48623"/>
                  <a:pt x="257532" y="50749"/>
                </a:cubicBezTo>
                <a:cubicBezTo>
                  <a:pt x="254446" y="52874"/>
                  <a:pt x="252332" y="55690"/>
                  <a:pt x="251188" y="59198"/>
                </a:cubicBezTo>
                <a:cubicBezTo>
                  <a:pt x="250044" y="62704"/>
                  <a:pt x="249472" y="69187"/>
                  <a:pt x="249472" y="78646"/>
                </a:cubicBezTo>
                <a:lnTo>
                  <a:pt x="249472" y="116984"/>
                </a:lnTo>
                <a:lnTo>
                  <a:pt x="227049" y="116984"/>
                </a:lnTo>
                <a:lnTo>
                  <a:pt x="227049" y="32238"/>
                </a:lnTo>
                <a:lnTo>
                  <a:pt x="247876" y="32238"/>
                </a:lnTo>
                <a:lnTo>
                  <a:pt x="247876" y="44687"/>
                </a:lnTo>
                <a:cubicBezTo>
                  <a:pt x="255271" y="35111"/>
                  <a:pt x="264581" y="30323"/>
                  <a:pt x="275806" y="30323"/>
                </a:cubicBezTo>
                <a:cubicBezTo>
                  <a:pt x="280753" y="30323"/>
                  <a:pt x="285275" y="31214"/>
                  <a:pt x="289371" y="32997"/>
                </a:cubicBezTo>
                <a:cubicBezTo>
                  <a:pt x="293468" y="34779"/>
                  <a:pt x="296567" y="37053"/>
                  <a:pt x="298668" y="39819"/>
                </a:cubicBezTo>
                <a:cubicBezTo>
                  <a:pt x="300769" y="42586"/>
                  <a:pt x="302232" y="45724"/>
                  <a:pt x="303057" y="49236"/>
                </a:cubicBezTo>
                <a:cubicBezTo>
                  <a:pt x="303881" y="52747"/>
                  <a:pt x="304294" y="57774"/>
                  <a:pt x="304294" y="64317"/>
                </a:cubicBezTo>
                <a:lnTo>
                  <a:pt x="304294" y="116984"/>
                </a:lnTo>
                <a:close/>
                <a:moveTo>
                  <a:pt x="327030" y="20748"/>
                </a:moveTo>
                <a:lnTo>
                  <a:pt x="327030" y="0"/>
                </a:lnTo>
                <a:lnTo>
                  <a:pt x="349453" y="0"/>
                </a:lnTo>
                <a:lnTo>
                  <a:pt x="349453" y="20748"/>
                </a:lnTo>
                <a:lnTo>
                  <a:pt x="327030" y="20748"/>
                </a:lnTo>
                <a:moveTo>
                  <a:pt x="327030" y="116984"/>
                </a:moveTo>
                <a:lnTo>
                  <a:pt x="327030" y="32238"/>
                </a:lnTo>
                <a:lnTo>
                  <a:pt x="349453" y="32238"/>
                </a:lnTo>
                <a:lnTo>
                  <a:pt x="349453" y="116984"/>
                </a:lnTo>
                <a:lnTo>
                  <a:pt x="327030" y="116984"/>
                </a:lnTo>
                <a:close/>
                <a:moveTo>
                  <a:pt x="371791" y="32238"/>
                </a:moveTo>
                <a:lnTo>
                  <a:pt x="392698" y="32238"/>
                </a:lnTo>
                <a:lnTo>
                  <a:pt x="392698" y="44687"/>
                </a:lnTo>
                <a:cubicBezTo>
                  <a:pt x="395412" y="40431"/>
                  <a:pt x="399082" y="36973"/>
                  <a:pt x="403711" y="34313"/>
                </a:cubicBezTo>
                <a:cubicBezTo>
                  <a:pt x="408339" y="31653"/>
                  <a:pt x="413473" y="30323"/>
                  <a:pt x="419112" y="30323"/>
                </a:cubicBezTo>
                <a:cubicBezTo>
                  <a:pt x="428953" y="30323"/>
                  <a:pt x="437306" y="34180"/>
                  <a:pt x="444168" y="41894"/>
                </a:cubicBezTo>
                <a:cubicBezTo>
                  <a:pt x="451031" y="49608"/>
                  <a:pt x="454462" y="60354"/>
                  <a:pt x="454462" y="74133"/>
                </a:cubicBezTo>
                <a:cubicBezTo>
                  <a:pt x="454462" y="88283"/>
                  <a:pt x="451004" y="99282"/>
                  <a:pt x="444088" y="107129"/>
                </a:cubicBezTo>
                <a:cubicBezTo>
                  <a:pt x="437173" y="114976"/>
                  <a:pt x="428794" y="118899"/>
                  <a:pt x="418952" y="118899"/>
                </a:cubicBezTo>
                <a:cubicBezTo>
                  <a:pt x="414270" y="118899"/>
                  <a:pt x="410028" y="117968"/>
                  <a:pt x="406224" y="116106"/>
                </a:cubicBezTo>
                <a:cubicBezTo>
                  <a:pt x="402420" y="114245"/>
                  <a:pt x="398417" y="111053"/>
                  <a:pt x="394215" y="106531"/>
                </a:cubicBezTo>
                <a:lnTo>
                  <a:pt x="394215" y="149223"/>
                </a:lnTo>
                <a:lnTo>
                  <a:pt x="371791" y="149223"/>
                </a:lnTo>
                <a:lnTo>
                  <a:pt x="371791" y="32238"/>
                </a:lnTo>
                <a:moveTo>
                  <a:pt x="393975" y="73138"/>
                </a:moveTo>
                <a:cubicBezTo>
                  <a:pt x="393975" y="82645"/>
                  <a:pt x="395864" y="89670"/>
                  <a:pt x="399641" y="94212"/>
                </a:cubicBezTo>
                <a:cubicBezTo>
                  <a:pt x="403418" y="98754"/>
                  <a:pt x="408020" y="101025"/>
                  <a:pt x="413446" y="101025"/>
                </a:cubicBezTo>
                <a:cubicBezTo>
                  <a:pt x="418659" y="101025"/>
                  <a:pt x="422995" y="98940"/>
                  <a:pt x="426453" y="94770"/>
                </a:cubicBezTo>
                <a:cubicBezTo>
                  <a:pt x="429911" y="90601"/>
                  <a:pt x="431640" y="83762"/>
                  <a:pt x="431640" y="74252"/>
                </a:cubicBezTo>
                <a:cubicBezTo>
                  <a:pt x="431640" y="65381"/>
                  <a:pt x="429858" y="58795"/>
                  <a:pt x="426293" y="54492"/>
                </a:cubicBezTo>
                <a:cubicBezTo>
                  <a:pt x="422729" y="50190"/>
                  <a:pt x="418314" y="48039"/>
                  <a:pt x="413047" y="48039"/>
                </a:cubicBezTo>
                <a:cubicBezTo>
                  <a:pt x="407567" y="48039"/>
                  <a:pt x="403019" y="50150"/>
                  <a:pt x="399401" y="54373"/>
                </a:cubicBezTo>
                <a:cubicBezTo>
                  <a:pt x="395784" y="58595"/>
                  <a:pt x="393975" y="64850"/>
                  <a:pt x="393975" y="73138"/>
                </a:cubicBezTo>
                <a:close/>
                <a:moveTo>
                  <a:pt x="528030" y="116984"/>
                </a:moveTo>
                <a:lnTo>
                  <a:pt x="528030" y="104296"/>
                </a:lnTo>
                <a:cubicBezTo>
                  <a:pt x="524944" y="108818"/>
                  <a:pt x="520888" y="112383"/>
                  <a:pt x="515860" y="114989"/>
                </a:cubicBezTo>
                <a:cubicBezTo>
                  <a:pt x="510833" y="117596"/>
                  <a:pt x="505527" y="118899"/>
                  <a:pt x="499941" y="118899"/>
                </a:cubicBezTo>
                <a:cubicBezTo>
                  <a:pt x="494248" y="118899"/>
                  <a:pt x="489141" y="117649"/>
                  <a:pt x="484619" y="115149"/>
                </a:cubicBezTo>
                <a:cubicBezTo>
                  <a:pt x="480098" y="112649"/>
                  <a:pt x="476826" y="109137"/>
                  <a:pt x="474804" y="104616"/>
                </a:cubicBezTo>
                <a:cubicBezTo>
                  <a:pt x="472783" y="100094"/>
                  <a:pt x="471772" y="93843"/>
                  <a:pt x="471772" y="85863"/>
                </a:cubicBezTo>
                <a:lnTo>
                  <a:pt x="471772" y="32238"/>
                </a:lnTo>
                <a:lnTo>
                  <a:pt x="494195" y="32238"/>
                </a:lnTo>
                <a:lnTo>
                  <a:pt x="494195" y="71090"/>
                </a:lnTo>
                <a:cubicBezTo>
                  <a:pt x="494195" y="82980"/>
                  <a:pt x="494607" y="90265"/>
                  <a:pt x="495432" y="92945"/>
                </a:cubicBezTo>
                <a:cubicBezTo>
                  <a:pt x="496257" y="95625"/>
                  <a:pt x="497760" y="97748"/>
                  <a:pt x="499941" y="99314"/>
                </a:cubicBezTo>
                <a:cubicBezTo>
                  <a:pt x="502122" y="100880"/>
                  <a:pt x="504888" y="101663"/>
                  <a:pt x="508240" y="101663"/>
                </a:cubicBezTo>
                <a:cubicBezTo>
                  <a:pt x="512070" y="101663"/>
                  <a:pt x="515501" y="100615"/>
                  <a:pt x="518534" y="98518"/>
                </a:cubicBezTo>
                <a:cubicBezTo>
                  <a:pt x="521566" y="96422"/>
                  <a:pt x="523641" y="93821"/>
                  <a:pt x="524758" y="90716"/>
                </a:cubicBezTo>
                <a:cubicBezTo>
                  <a:pt x="525875" y="87610"/>
                  <a:pt x="526434" y="80007"/>
                  <a:pt x="526434" y="67906"/>
                </a:cubicBezTo>
                <a:lnTo>
                  <a:pt x="526434" y="32238"/>
                </a:lnTo>
                <a:lnTo>
                  <a:pt x="548857" y="32238"/>
                </a:lnTo>
                <a:lnTo>
                  <a:pt x="548857" y="116984"/>
                </a:lnTo>
                <a:lnTo>
                  <a:pt x="528030" y="116984"/>
                </a:lnTo>
                <a:close/>
                <a:moveTo>
                  <a:pt x="572072" y="116984"/>
                </a:moveTo>
                <a:lnTo>
                  <a:pt x="572072" y="0"/>
                </a:lnTo>
                <a:lnTo>
                  <a:pt x="594495" y="0"/>
                </a:lnTo>
                <a:lnTo>
                  <a:pt x="594495" y="116984"/>
                </a:lnTo>
                <a:lnTo>
                  <a:pt x="572072" y="116984"/>
                </a:lnTo>
                <a:close/>
                <a:moveTo>
                  <a:pt x="634229" y="58412"/>
                </a:moveTo>
                <a:lnTo>
                  <a:pt x="613881" y="54742"/>
                </a:lnTo>
                <a:cubicBezTo>
                  <a:pt x="616168" y="46441"/>
                  <a:pt x="620105" y="40296"/>
                  <a:pt x="625691" y="36308"/>
                </a:cubicBezTo>
                <a:cubicBezTo>
                  <a:pt x="631277" y="32318"/>
                  <a:pt x="639576" y="30323"/>
                  <a:pt x="650588" y="30323"/>
                </a:cubicBezTo>
                <a:cubicBezTo>
                  <a:pt x="660590" y="30323"/>
                  <a:pt x="668037" y="31507"/>
                  <a:pt x="672932" y="33874"/>
                </a:cubicBezTo>
                <a:cubicBezTo>
                  <a:pt x="677826" y="36242"/>
                  <a:pt x="681271" y="39247"/>
                  <a:pt x="683266" y="42892"/>
                </a:cubicBezTo>
                <a:cubicBezTo>
                  <a:pt x="685260" y="46536"/>
                  <a:pt x="686258" y="53225"/>
                  <a:pt x="686258" y="62961"/>
                </a:cubicBezTo>
                <a:lnTo>
                  <a:pt x="686019" y="89135"/>
                </a:lnTo>
                <a:cubicBezTo>
                  <a:pt x="686019" y="96582"/>
                  <a:pt x="686378" y="102075"/>
                  <a:pt x="687096" y="105613"/>
                </a:cubicBezTo>
                <a:cubicBezTo>
                  <a:pt x="687814" y="109151"/>
                  <a:pt x="689157" y="112941"/>
                  <a:pt x="691126" y="116984"/>
                </a:cubicBezTo>
                <a:lnTo>
                  <a:pt x="668942" y="116984"/>
                </a:lnTo>
                <a:cubicBezTo>
                  <a:pt x="668357" y="115495"/>
                  <a:pt x="667638" y="113287"/>
                  <a:pt x="666787" y="110361"/>
                </a:cubicBezTo>
                <a:cubicBezTo>
                  <a:pt x="666415" y="109031"/>
                  <a:pt x="666149" y="108153"/>
                  <a:pt x="665989" y="107728"/>
                </a:cubicBezTo>
                <a:cubicBezTo>
                  <a:pt x="662159" y="111452"/>
                  <a:pt x="658063" y="114245"/>
                  <a:pt x="653700" y="116106"/>
                </a:cubicBezTo>
                <a:cubicBezTo>
                  <a:pt x="649338" y="117968"/>
                  <a:pt x="644683" y="118899"/>
                  <a:pt x="639736" y="118899"/>
                </a:cubicBezTo>
                <a:cubicBezTo>
                  <a:pt x="631011" y="118899"/>
                  <a:pt x="624135" y="116542"/>
                  <a:pt x="619108" y="111827"/>
                </a:cubicBezTo>
                <a:cubicBezTo>
                  <a:pt x="614080" y="107113"/>
                  <a:pt x="611567" y="101153"/>
                  <a:pt x="611567" y="93947"/>
                </a:cubicBezTo>
                <a:cubicBezTo>
                  <a:pt x="611567" y="89180"/>
                  <a:pt x="612711" y="84929"/>
                  <a:pt x="614998" y="81195"/>
                </a:cubicBezTo>
                <a:cubicBezTo>
                  <a:pt x="617286" y="77459"/>
                  <a:pt x="620491" y="74598"/>
                  <a:pt x="624614" y="72611"/>
                </a:cubicBezTo>
                <a:cubicBezTo>
                  <a:pt x="628737" y="70625"/>
                  <a:pt x="634682" y="68890"/>
                  <a:pt x="642449" y="67407"/>
                </a:cubicBezTo>
                <a:cubicBezTo>
                  <a:pt x="652929" y="65447"/>
                  <a:pt x="660191" y="63619"/>
                  <a:pt x="664234" y="61923"/>
                </a:cubicBezTo>
                <a:lnTo>
                  <a:pt x="664234" y="59664"/>
                </a:lnTo>
                <a:cubicBezTo>
                  <a:pt x="664234" y="55307"/>
                  <a:pt x="663170" y="52201"/>
                  <a:pt x="661042" y="50345"/>
                </a:cubicBezTo>
                <a:cubicBezTo>
                  <a:pt x="658914" y="48488"/>
                  <a:pt x="654897" y="47560"/>
                  <a:pt x="648992" y="47560"/>
                </a:cubicBezTo>
                <a:cubicBezTo>
                  <a:pt x="645002" y="47560"/>
                  <a:pt x="641890" y="48363"/>
                  <a:pt x="639656" y="49969"/>
                </a:cubicBezTo>
                <a:cubicBezTo>
                  <a:pt x="637421" y="51573"/>
                  <a:pt x="635613" y="54388"/>
                  <a:pt x="634229" y="58412"/>
                </a:cubicBezTo>
                <a:moveTo>
                  <a:pt x="664234" y="76606"/>
                </a:moveTo>
                <a:cubicBezTo>
                  <a:pt x="661361" y="77552"/>
                  <a:pt x="656812" y="78683"/>
                  <a:pt x="650588" y="79998"/>
                </a:cubicBezTo>
                <a:cubicBezTo>
                  <a:pt x="644364" y="81311"/>
                  <a:pt x="640294" y="82599"/>
                  <a:pt x="638379" y="83860"/>
                </a:cubicBezTo>
                <a:cubicBezTo>
                  <a:pt x="635453" y="85910"/>
                  <a:pt x="633990" y="88512"/>
                  <a:pt x="633990" y="91666"/>
                </a:cubicBezTo>
                <a:cubicBezTo>
                  <a:pt x="633990" y="94768"/>
                  <a:pt x="635160" y="97449"/>
                  <a:pt x="637501" y="99710"/>
                </a:cubicBezTo>
                <a:cubicBezTo>
                  <a:pt x="639842" y="101970"/>
                  <a:pt x="642821" y="103099"/>
                  <a:pt x="646439" y="103099"/>
                </a:cubicBezTo>
                <a:cubicBezTo>
                  <a:pt x="650482" y="103099"/>
                  <a:pt x="654339" y="101785"/>
                  <a:pt x="658009" y="99157"/>
                </a:cubicBezTo>
                <a:cubicBezTo>
                  <a:pt x="660723" y="97160"/>
                  <a:pt x="662505" y="94716"/>
                  <a:pt x="663356" y="91823"/>
                </a:cubicBezTo>
                <a:cubicBezTo>
                  <a:pt x="663941" y="89931"/>
                  <a:pt x="664234" y="86331"/>
                  <a:pt x="664234" y="81023"/>
                </a:cubicBezTo>
                <a:lnTo>
                  <a:pt x="664234" y="76606"/>
                </a:lnTo>
                <a:close/>
                <a:moveTo>
                  <a:pt x="747232" y="32238"/>
                </a:moveTo>
                <a:lnTo>
                  <a:pt x="747232" y="50113"/>
                </a:lnTo>
                <a:lnTo>
                  <a:pt x="731910" y="50113"/>
                </a:lnTo>
                <a:lnTo>
                  <a:pt x="731910" y="84212"/>
                </a:lnTo>
                <a:cubicBezTo>
                  <a:pt x="731910" y="91118"/>
                  <a:pt x="732057" y="95142"/>
                  <a:pt x="732349" y="96284"/>
                </a:cubicBezTo>
                <a:cubicBezTo>
                  <a:pt x="732642" y="97425"/>
                  <a:pt x="733307" y="98367"/>
                  <a:pt x="734344" y="99112"/>
                </a:cubicBezTo>
                <a:cubicBezTo>
                  <a:pt x="735382" y="99855"/>
                  <a:pt x="736645" y="100227"/>
                  <a:pt x="738135" y="100227"/>
                </a:cubicBezTo>
                <a:cubicBezTo>
                  <a:pt x="740209" y="100227"/>
                  <a:pt x="743215" y="99508"/>
                  <a:pt x="747152" y="98072"/>
                </a:cubicBezTo>
                <a:lnTo>
                  <a:pt x="749067" y="115533"/>
                </a:lnTo>
                <a:cubicBezTo>
                  <a:pt x="743854" y="117777"/>
                  <a:pt x="737948" y="118899"/>
                  <a:pt x="731352" y="118899"/>
                </a:cubicBezTo>
                <a:cubicBezTo>
                  <a:pt x="727309" y="118899"/>
                  <a:pt x="723665" y="118221"/>
                  <a:pt x="720419" y="116865"/>
                </a:cubicBezTo>
                <a:cubicBezTo>
                  <a:pt x="717174" y="115508"/>
                  <a:pt x="714794" y="113752"/>
                  <a:pt x="713277" y="111598"/>
                </a:cubicBezTo>
                <a:cubicBezTo>
                  <a:pt x="711761" y="109443"/>
                  <a:pt x="710711" y="106531"/>
                  <a:pt x="710125" y="102860"/>
                </a:cubicBezTo>
                <a:cubicBezTo>
                  <a:pt x="709647" y="100253"/>
                  <a:pt x="709407" y="94987"/>
                  <a:pt x="709407" y="87060"/>
                </a:cubicBezTo>
                <a:lnTo>
                  <a:pt x="709407" y="50113"/>
                </a:lnTo>
                <a:lnTo>
                  <a:pt x="699113" y="50113"/>
                </a:lnTo>
                <a:lnTo>
                  <a:pt x="699113" y="32238"/>
                </a:lnTo>
                <a:lnTo>
                  <a:pt x="709407" y="32238"/>
                </a:lnTo>
                <a:lnTo>
                  <a:pt x="709407" y="15321"/>
                </a:lnTo>
                <a:lnTo>
                  <a:pt x="731910" y="2075"/>
                </a:lnTo>
                <a:lnTo>
                  <a:pt x="731910" y="32238"/>
                </a:lnTo>
                <a:lnTo>
                  <a:pt x="747232" y="32238"/>
                </a:lnTo>
                <a:close/>
                <a:moveTo>
                  <a:pt x="762807" y="20748"/>
                </a:moveTo>
                <a:lnTo>
                  <a:pt x="762807" y="0"/>
                </a:lnTo>
                <a:lnTo>
                  <a:pt x="785231" y="0"/>
                </a:lnTo>
                <a:lnTo>
                  <a:pt x="785231" y="20748"/>
                </a:lnTo>
                <a:lnTo>
                  <a:pt x="762807" y="20748"/>
                </a:lnTo>
                <a:moveTo>
                  <a:pt x="762807" y="116984"/>
                </a:moveTo>
                <a:lnTo>
                  <a:pt x="762807" y="32238"/>
                </a:lnTo>
                <a:lnTo>
                  <a:pt x="785231" y="32238"/>
                </a:lnTo>
                <a:lnTo>
                  <a:pt x="785231" y="116984"/>
                </a:lnTo>
                <a:lnTo>
                  <a:pt x="762807" y="116984"/>
                </a:lnTo>
                <a:close/>
                <a:moveTo>
                  <a:pt x="803020" y="73414"/>
                </a:moveTo>
                <a:cubicBezTo>
                  <a:pt x="803020" y="65967"/>
                  <a:pt x="804856" y="58758"/>
                  <a:pt x="808526" y="51789"/>
                </a:cubicBezTo>
                <a:cubicBezTo>
                  <a:pt x="812197" y="44820"/>
                  <a:pt x="817397" y="39500"/>
                  <a:pt x="824127" y="35829"/>
                </a:cubicBezTo>
                <a:cubicBezTo>
                  <a:pt x="830857" y="32159"/>
                  <a:pt x="838371" y="30323"/>
                  <a:pt x="846670" y="30323"/>
                </a:cubicBezTo>
                <a:cubicBezTo>
                  <a:pt x="859491" y="30323"/>
                  <a:pt x="869998" y="34486"/>
                  <a:pt x="878190" y="42812"/>
                </a:cubicBezTo>
                <a:cubicBezTo>
                  <a:pt x="886383" y="51137"/>
                  <a:pt x="890479" y="61657"/>
                  <a:pt x="890479" y="74372"/>
                </a:cubicBezTo>
                <a:cubicBezTo>
                  <a:pt x="890479" y="87193"/>
                  <a:pt x="886343" y="97819"/>
                  <a:pt x="878071" y="106251"/>
                </a:cubicBezTo>
                <a:cubicBezTo>
                  <a:pt x="869798" y="114683"/>
                  <a:pt x="859385" y="118899"/>
                  <a:pt x="846830" y="118899"/>
                </a:cubicBezTo>
                <a:cubicBezTo>
                  <a:pt x="839063" y="118899"/>
                  <a:pt x="831655" y="117144"/>
                  <a:pt x="824606" y="113633"/>
                </a:cubicBezTo>
                <a:cubicBezTo>
                  <a:pt x="817557" y="110122"/>
                  <a:pt x="812197" y="104975"/>
                  <a:pt x="808526" y="98192"/>
                </a:cubicBezTo>
                <a:cubicBezTo>
                  <a:pt x="804856" y="91409"/>
                  <a:pt x="803020" y="83150"/>
                  <a:pt x="803020" y="73414"/>
                </a:cubicBezTo>
                <a:moveTo>
                  <a:pt x="826002" y="74611"/>
                </a:moveTo>
                <a:cubicBezTo>
                  <a:pt x="826002" y="82990"/>
                  <a:pt x="827997" y="89407"/>
                  <a:pt x="831987" y="93863"/>
                </a:cubicBezTo>
                <a:cubicBezTo>
                  <a:pt x="835977" y="98318"/>
                  <a:pt x="840898" y="100546"/>
                  <a:pt x="846750" y="100546"/>
                </a:cubicBezTo>
                <a:cubicBezTo>
                  <a:pt x="852602" y="100546"/>
                  <a:pt x="857509" y="98318"/>
                  <a:pt x="861473" y="93863"/>
                </a:cubicBezTo>
                <a:cubicBezTo>
                  <a:pt x="865436" y="89407"/>
                  <a:pt x="867418" y="82937"/>
                  <a:pt x="867418" y="74452"/>
                </a:cubicBezTo>
                <a:cubicBezTo>
                  <a:pt x="867418" y="66179"/>
                  <a:pt x="865436" y="59815"/>
                  <a:pt x="861473" y="55360"/>
                </a:cubicBezTo>
                <a:cubicBezTo>
                  <a:pt x="857509" y="50905"/>
                  <a:pt x="852602" y="48677"/>
                  <a:pt x="846750" y="48677"/>
                </a:cubicBezTo>
                <a:cubicBezTo>
                  <a:pt x="840898" y="48677"/>
                  <a:pt x="835977" y="50905"/>
                  <a:pt x="831987" y="55360"/>
                </a:cubicBezTo>
                <a:cubicBezTo>
                  <a:pt x="827997" y="59815"/>
                  <a:pt x="826002" y="66233"/>
                  <a:pt x="826002" y="74611"/>
                </a:cubicBezTo>
                <a:close/>
                <a:moveTo>
                  <a:pt x="985113" y="116984"/>
                </a:moveTo>
                <a:lnTo>
                  <a:pt x="962690" y="116984"/>
                </a:lnTo>
                <a:lnTo>
                  <a:pt x="962690" y="73783"/>
                </a:lnTo>
                <a:cubicBezTo>
                  <a:pt x="962690" y="64643"/>
                  <a:pt x="962211" y="58732"/>
                  <a:pt x="961254" y="56048"/>
                </a:cubicBezTo>
                <a:cubicBezTo>
                  <a:pt x="960296" y="53365"/>
                  <a:pt x="958740" y="51280"/>
                  <a:pt x="956586" y="49792"/>
                </a:cubicBezTo>
                <a:cubicBezTo>
                  <a:pt x="954431" y="48304"/>
                  <a:pt x="951838" y="47560"/>
                  <a:pt x="948805" y="47560"/>
                </a:cubicBezTo>
                <a:cubicBezTo>
                  <a:pt x="944922" y="47560"/>
                  <a:pt x="941437" y="48623"/>
                  <a:pt x="938352" y="50749"/>
                </a:cubicBezTo>
                <a:cubicBezTo>
                  <a:pt x="935266" y="52874"/>
                  <a:pt x="933152" y="55690"/>
                  <a:pt x="932008" y="59198"/>
                </a:cubicBezTo>
                <a:cubicBezTo>
                  <a:pt x="930864" y="62704"/>
                  <a:pt x="930292" y="69187"/>
                  <a:pt x="930292" y="78646"/>
                </a:cubicBezTo>
                <a:lnTo>
                  <a:pt x="930292" y="116984"/>
                </a:lnTo>
                <a:lnTo>
                  <a:pt x="907869" y="116984"/>
                </a:lnTo>
                <a:lnTo>
                  <a:pt x="907869" y="32238"/>
                </a:lnTo>
                <a:lnTo>
                  <a:pt x="928696" y="32238"/>
                </a:lnTo>
                <a:lnTo>
                  <a:pt x="928696" y="44687"/>
                </a:lnTo>
                <a:cubicBezTo>
                  <a:pt x="936091" y="35111"/>
                  <a:pt x="945401" y="30323"/>
                  <a:pt x="956625" y="30323"/>
                </a:cubicBezTo>
                <a:cubicBezTo>
                  <a:pt x="961573" y="30323"/>
                  <a:pt x="966095" y="31214"/>
                  <a:pt x="970191" y="32997"/>
                </a:cubicBezTo>
                <a:cubicBezTo>
                  <a:pt x="974288" y="34779"/>
                  <a:pt x="977386" y="37053"/>
                  <a:pt x="979488" y="39819"/>
                </a:cubicBezTo>
                <a:cubicBezTo>
                  <a:pt x="981589" y="42586"/>
                  <a:pt x="983052" y="45724"/>
                  <a:pt x="983877" y="49236"/>
                </a:cubicBezTo>
                <a:cubicBezTo>
                  <a:pt x="984701" y="52747"/>
                  <a:pt x="985113" y="57774"/>
                  <a:pt x="985113" y="64317"/>
                </a:cubicBezTo>
                <a:lnTo>
                  <a:pt x="985113" y="116984"/>
                </a:lnTo>
                <a:close/>
                <a:moveTo>
                  <a:pt x="1053329" y="0"/>
                </a:moveTo>
                <a:lnTo>
                  <a:pt x="1096500" y="0"/>
                </a:lnTo>
                <a:cubicBezTo>
                  <a:pt x="1106236" y="0"/>
                  <a:pt x="1113657" y="745"/>
                  <a:pt x="1118764" y="2234"/>
                </a:cubicBezTo>
                <a:cubicBezTo>
                  <a:pt x="1125627" y="4256"/>
                  <a:pt x="1131505" y="7847"/>
                  <a:pt x="1136399" y="13007"/>
                </a:cubicBezTo>
                <a:cubicBezTo>
                  <a:pt x="1141294" y="18167"/>
                  <a:pt x="1145018" y="24485"/>
                  <a:pt x="1147571" y="31959"/>
                </a:cubicBezTo>
                <a:cubicBezTo>
                  <a:pt x="1150125" y="39434"/>
                  <a:pt x="1151401" y="48650"/>
                  <a:pt x="1151401" y="59609"/>
                </a:cubicBezTo>
                <a:cubicBezTo>
                  <a:pt x="1151401" y="69238"/>
                  <a:pt x="1150204" y="77537"/>
                  <a:pt x="1147810" y="84506"/>
                </a:cubicBezTo>
                <a:cubicBezTo>
                  <a:pt x="1144885" y="93018"/>
                  <a:pt x="1140708" y="99907"/>
                  <a:pt x="1135282" y="105174"/>
                </a:cubicBezTo>
                <a:cubicBezTo>
                  <a:pt x="1131186" y="109164"/>
                  <a:pt x="1125653" y="112276"/>
                  <a:pt x="1118684" y="114511"/>
                </a:cubicBezTo>
                <a:cubicBezTo>
                  <a:pt x="1113471" y="116160"/>
                  <a:pt x="1106502" y="116984"/>
                  <a:pt x="1097777" y="116984"/>
                </a:cubicBezTo>
                <a:lnTo>
                  <a:pt x="1053329" y="116984"/>
                </a:lnTo>
                <a:lnTo>
                  <a:pt x="1053329" y="0"/>
                </a:lnTo>
                <a:moveTo>
                  <a:pt x="1076950" y="19790"/>
                </a:moveTo>
                <a:lnTo>
                  <a:pt x="1076950" y="97194"/>
                </a:lnTo>
                <a:lnTo>
                  <a:pt x="1094585" y="97194"/>
                </a:lnTo>
                <a:cubicBezTo>
                  <a:pt x="1101182" y="97194"/>
                  <a:pt x="1105943" y="96822"/>
                  <a:pt x="1108869" y="96077"/>
                </a:cubicBezTo>
                <a:cubicBezTo>
                  <a:pt x="1112699" y="95121"/>
                  <a:pt x="1115878" y="93501"/>
                  <a:pt x="1118405" y="91217"/>
                </a:cubicBezTo>
                <a:cubicBezTo>
                  <a:pt x="1120932" y="88931"/>
                  <a:pt x="1122993" y="85171"/>
                  <a:pt x="1124589" y="79935"/>
                </a:cubicBezTo>
                <a:cubicBezTo>
                  <a:pt x="1126185" y="74700"/>
                  <a:pt x="1126983" y="67566"/>
                  <a:pt x="1126983" y="58532"/>
                </a:cubicBezTo>
                <a:cubicBezTo>
                  <a:pt x="1126983" y="49498"/>
                  <a:pt x="1126185" y="42563"/>
                  <a:pt x="1124589" y="37727"/>
                </a:cubicBezTo>
                <a:cubicBezTo>
                  <a:pt x="1122993" y="32891"/>
                  <a:pt x="1120759" y="29118"/>
                  <a:pt x="1117886" y="26408"/>
                </a:cubicBezTo>
                <a:cubicBezTo>
                  <a:pt x="1115013" y="23697"/>
                  <a:pt x="1111369" y="21863"/>
                  <a:pt x="1106954" y="20907"/>
                </a:cubicBezTo>
                <a:cubicBezTo>
                  <a:pt x="1103655" y="20162"/>
                  <a:pt x="1097192" y="19790"/>
                  <a:pt x="1087563" y="19790"/>
                </a:cubicBezTo>
                <a:lnTo>
                  <a:pt x="1076950" y="19790"/>
                </a:lnTo>
                <a:close/>
                <a:moveTo>
                  <a:pt x="1220352" y="90012"/>
                </a:moveTo>
                <a:lnTo>
                  <a:pt x="1242696" y="93843"/>
                </a:lnTo>
                <a:cubicBezTo>
                  <a:pt x="1239823" y="102009"/>
                  <a:pt x="1235288" y="108226"/>
                  <a:pt x="1229090" y="112496"/>
                </a:cubicBezTo>
                <a:cubicBezTo>
                  <a:pt x="1222892" y="116765"/>
                  <a:pt x="1215139" y="118899"/>
                  <a:pt x="1205829" y="118899"/>
                </a:cubicBezTo>
                <a:cubicBezTo>
                  <a:pt x="1191093" y="118899"/>
                  <a:pt x="1180187" y="114085"/>
                  <a:pt x="1173112" y="104456"/>
                </a:cubicBezTo>
                <a:cubicBezTo>
                  <a:pt x="1167526" y="96742"/>
                  <a:pt x="1164733" y="87007"/>
                  <a:pt x="1164733" y="75250"/>
                </a:cubicBezTo>
                <a:cubicBezTo>
                  <a:pt x="1164733" y="61205"/>
                  <a:pt x="1168404" y="50206"/>
                  <a:pt x="1175745" y="42253"/>
                </a:cubicBezTo>
                <a:cubicBezTo>
                  <a:pt x="1183086" y="34300"/>
                  <a:pt x="1192370" y="30323"/>
                  <a:pt x="1203595" y="30323"/>
                </a:cubicBezTo>
                <a:cubicBezTo>
                  <a:pt x="1216203" y="30323"/>
                  <a:pt x="1226151" y="34486"/>
                  <a:pt x="1233439" y="42812"/>
                </a:cubicBezTo>
                <a:cubicBezTo>
                  <a:pt x="1240727" y="51137"/>
                  <a:pt x="1244212" y="63892"/>
                  <a:pt x="1243893" y="81075"/>
                </a:cubicBezTo>
                <a:lnTo>
                  <a:pt x="1187715" y="81075"/>
                </a:lnTo>
                <a:cubicBezTo>
                  <a:pt x="1187874" y="87725"/>
                  <a:pt x="1189683" y="92898"/>
                  <a:pt x="1193141" y="96596"/>
                </a:cubicBezTo>
                <a:cubicBezTo>
                  <a:pt x="1196599" y="100293"/>
                  <a:pt x="1200908" y="102142"/>
                  <a:pt x="1206068" y="102142"/>
                </a:cubicBezTo>
                <a:cubicBezTo>
                  <a:pt x="1209579" y="102142"/>
                  <a:pt x="1212532" y="101184"/>
                  <a:pt x="1214926" y="99269"/>
                </a:cubicBezTo>
                <a:cubicBezTo>
                  <a:pt x="1217320" y="97354"/>
                  <a:pt x="1219129" y="94268"/>
                  <a:pt x="1220352" y="90012"/>
                </a:cubicBezTo>
                <a:moveTo>
                  <a:pt x="1221629" y="67350"/>
                </a:moveTo>
                <a:cubicBezTo>
                  <a:pt x="1221469" y="60886"/>
                  <a:pt x="1219794" y="55972"/>
                  <a:pt x="1216602" y="52607"/>
                </a:cubicBezTo>
                <a:cubicBezTo>
                  <a:pt x="1213410" y="49242"/>
                  <a:pt x="1209526" y="47560"/>
                  <a:pt x="1204951" y="47560"/>
                </a:cubicBezTo>
                <a:cubicBezTo>
                  <a:pt x="1200057" y="47560"/>
                  <a:pt x="1196014" y="49334"/>
                  <a:pt x="1192822" y="52884"/>
                </a:cubicBezTo>
                <a:cubicBezTo>
                  <a:pt x="1189630" y="56435"/>
                  <a:pt x="1188061" y="61257"/>
                  <a:pt x="1188114" y="67350"/>
                </a:cubicBezTo>
                <a:lnTo>
                  <a:pt x="1221629" y="67350"/>
                </a:lnTo>
                <a:close/>
                <a:moveTo>
                  <a:pt x="1301036" y="32238"/>
                </a:moveTo>
                <a:lnTo>
                  <a:pt x="1301036" y="50113"/>
                </a:lnTo>
                <a:lnTo>
                  <a:pt x="1285715" y="50113"/>
                </a:lnTo>
                <a:lnTo>
                  <a:pt x="1285715" y="84212"/>
                </a:lnTo>
                <a:cubicBezTo>
                  <a:pt x="1285715" y="91118"/>
                  <a:pt x="1285861" y="95142"/>
                  <a:pt x="1286154" y="96284"/>
                </a:cubicBezTo>
                <a:cubicBezTo>
                  <a:pt x="1286446" y="97425"/>
                  <a:pt x="1287111" y="98367"/>
                  <a:pt x="1288149" y="99112"/>
                </a:cubicBezTo>
                <a:cubicBezTo>
                  <a:pt x="1289186" y="99855"/>
                  <a:pt x="1290450" y="100227"/>
                  <a:pt x="1291939" y="100227"/>
                </a:cubicBezTo>
                <a:cubicBezTo>
                  <a:pt x="1294014" y="100227"/>
                  <a:pt x="1297020" y="99508"/>
                  <a:pt x="1300956" y="98072"/>
                </a:cubicBezTo>
                <a:lnTo>
                  <a:pt x="1302871" y="115533"/>
                </a:lnTo>
                <a:cubicBezTo>
                  <a:pt x="1297658" y="117777"/>
                  <a:pt x="1291753" y="118899"/>
                  <a:pt x="1285156" y="118899"/>
                </a:cubicBezTo>
                <a:cubicBezTo>
                  <a:pt x="1281113" y="118899"/>
                  <a:pt x="1277469" y="118221"/>
                  <a:pt x="1274224" y="116865"/>
                </a:cubicBezTo>
                <a:cubicBezTo>
                  <a:pt x="1270979" y="115508"/>
                  <a:pt x="1268598" y="113752"/>
                  <a:pt x="1267082" y="111598"/>
                </a:cubicBezTo>
                <a:cubicBezTo>
                  <a:pt x="1265566" y="109443"/>
                  <a:pt x="1264515" y="106531"/>
                  <a:pt x="1263930" y="102860"/>
                </a:cubicBezTo>
                <a:cubicBezTo>
                  <a:pt x="1263451" y="100253"/>
                  <a:pt x="1263212" y="94987"/>
                  <a:pt x="1263212" y="87060"/>
                </a:cubicBezTo>
                <a:lnTo>
                  <a:pt x="1263212" y="50113"/>
                </a:lnTo>
                <a:lnTo>
                  <a:pt x="1252918" y="50113"/>
                </a:lnTo>
                <a:lnTo>
                  <a:pt x="1252918" y="32238"/>
                </a:lnTo>
                <a:lnTo>
                  <a:pt x="1263212" y="32238"/>
                </a:lnTo>
                <a:lnTo>
                  <a:pt x="1263212" y="15321"/>
                </a:lnTo>
                <a:lnTo>
                  <a:pt x="1285715" y="2075"/>
                </a:lnTo>
                <a:lnTo>
                  <a:pt x="1285715" y="32238"/>
                </a:lnTo>
                <a:lnTo>
                  <a:pt x="1301036" y="32238"/>
                </a:lnTo>
                <a:close/>
                <a:moveTo>
                  <a:pt x="1365688" y="90012"/>
                </a:moveTo>
                <a:lnTo>
                  <a:pt x="1388031" y="93843"/>
                </a:lnTo>
                <a:cubicBezTo>
                  <a:pt x="1385158" y="102009"/>
                  <a:pt x="1380623" y="108226"/>
                  <a:pt x="1374426" y="112496"/>
                </a:cubicBezTo>
                <a:cubicBezTo>
                  <a:pt x="1368228" y="116765"/>
                  <a:pt x="1360474" y="118899"/>
                  <a:pt x="1351164" y="118899"/>
                </a:cubicBezTo>
                <a:cubicBezTo>
                  <a:pt x="1336428" y="118899"/>
                  <a:pt x="1325523" y="114085"/>
                  <a:pt x="1318447" y="104456"/>
                </a:cubicBezTo>
                <a:cubicBezTo>
                  <a:pt x="1312861" y="96742"/>
                  <a:pt x="1310068" y="87007"/>
                  <a:pt x="1310068" y="75250"/>
                </a:cubicBezTo>
                <a:cubicBezTo>
                  <a:pt x="1310068" y="61205"/>
                  <a:pt x="1313739" y="50206"/>
                  <a:pt x="1321080" y="42253"/>
                </a:cubicBezTo>
                <a:cubicBezTo>
                  <a:pt x="1328422" y="34300"/>
                  <a:pt x="1337705" y="30323"/>
                  <a:pt x="1348930" y="30323"/>
                </a:cubicBezTo>
                <a:cubicBezTo>
                  <a:pt x="1361538" y="30323"/>
                  <a:pt x="1371486" y="34486"/>
                  <a:pt x="1378775" y="42812"/>
                </a:cubicBezTo>
                <a:cubicBezTo>
                  <a:pt x="1386063" y="51137"/>
                  <a:pt x="1389547" y="63892"/>
                  <a:pt x="1389228" y="81075"/>
                </a:cubicBezTo>
                <a:lnTo>
                  <a:pt x="1333050" y="81075"/>
                </a:lnTo>
                <a:cubicBezTo>
                  <a:pt x="1333210" y="87725"/>
                  <a:pt x="1335019" y="92898"/>
                  <a:pt x="1338476" y="96596"/>
                </a:cubicBezTo>
                <a:cubicBezTo>
                  <a:pt x="1341934" y="100293"/>
                  <a:pt x="1346243" y="102142"/>
                  <a:pt x="1351404" y="102142"/>
                </a:cubicBezTo>
                <a:cubicBezTo>
                  <a:pt x="1354915" y="102142"/>
                  <a:pt x="1357867" y="101184"/>
                  <a:pt x="1360261" y="99269"/>
                </a:cubicBezTo>
                <a:cubicBezTo>
                  <a:pt x="1362655" y="97354"/>
                  <a:pt x="1364464" y="94268"/>
                  <a:pt x="1365688" y="90012"/>
                </a:cubicBezTo>
                <a:moveTo>
                  <a:pt x="1366964" y="67350"/>
                </a:moveTo>
                <a:cubicBezTo>
                  <a:pt x="1366805" y="60886"/>
                  <a:pt x="1365129" y="55972"/>
                  <a:pt x="1361937" y="52607"/>
                </a:cubicBezTo>
                <a:cubicBezTo>
                  <a:pt x="1358745" y="49242"/>
                  <a:pt x="1354862" y="47560"/>
                  <a:pt x="1350287" y="47560"/>
                </a:cubicBezTo>
                <a:cubicBezTo>
                  <a:pt x="1345392" y="47560"/>
                  <a:pt x="1341349" y="49334"/>
                  <a:pt x="1338157" y="52884"/>
                </a:cubicBezTo>
                <a:cubicBezTo>
                  <a:pt x="1334965" y="56435"/>
                  <a:pt x="1333396" y="61257"/>
                  <a:pt x="1333449" y="67350"/>
                </a:cubicBezTo>
                <a:lnTo>
                  <a:pt x="1366964" y="67350"/>
                </a:lnTo>
                <a:close/>
                <a:moveTo>
                  <a:pt x="1481403" y="57295"/>
                </a:moveTo>
                <a:lnTo>
                  <a:pt x="1459299" y="61285"/>
                </a:lnTo>
                <a:cubicBezTo>
                  <a:pt x="1458554" y="56896"/>
                  <a:pt x="1456865" y="53591"/>
                  <a:pt x="1454232" y="51370"/>
                </a:cubicBezTo>
                <a:cubicBezTo>
                  <a:pt x="1451598" y="49149"/>
                  <a:pt x="1448180" y="48039"/>
                  <a:pt x="1443978" y="48039"/>
                </a:cubicBezTo>
                <a:cubicBezTo>
                  <a:pt x="1438392" y="48039"/>
                  <a:pt x="1433936" y="49961"/>
                  <a:pt x="1430611" y="53806"/>
                </a:cubicBezTo>
                <a:cubicBezTo>
                  <a:pt x="1427286" y="57652"/>
                  <a:pt x="1425624" y="64082"/>
                  <a:pt x="1425624" y="73098"/>
                </a:cubicBezTo>
                <a:cubicBezTo>
                  <a:pt x="1425624" y="83122"/>
                  <a:pt x="1427313" y="90204"/>
                  <a:pt x="1430691" y="94341"/>
                </a:cubicBezTo>
                <a:cubicBezTo>
                  <a:pt x="1434069" y="98478"/>
                  <a:pt x="1438605" y="100546"/>
                  <a:pt x="1444297" y="100546"/>
                </a:cubicBezTo>
                <a:cubicBezTo>
                  <a:pt x="1448553" y="100546"/>
                  <a:pt x="1452037" y="99336"/>
                  <a:pt x="1454750" y="96915"/>
                </a:cubicBezTo>
                <a:cubicBezTo>
                  <a:pt x="1457464" y="94494"/>
                  <a:pt x="1459379" y="90332"/>
                  <a:pt x="1460496" y="84427"/>
                </a:cubicBezTo>
                <a:lnTo>
                  <a:pt x="1482520" y="88257"/>
                </a:lnTo>
                <a:cubicBezTo>
                  <a:pt x="1480233" y="98365"/>
                  <a:pt x="1475844" y="105999"/>
                  <a:pt x="1469353" y="111159"/>
                </a:cubicBezTo>
                <a:cubicBezTo>
                  <a:pt x="1462863" y="116319"/>
                  <a:pt x="1454165" y="118899"/>
                  <a:pt x="1443259" y="118899"/>
                </a:cubicBezTo>
                <a:cubicBezTo>
                  <a:pt x="1430864" y="118899"/>
                  <a:pt x="1420982" y="114989"/>
                  <a:pt x="1413614" y="107169"/>
                </a:cubicBezTo>
                <a:cubicBezTo>
                  <a:pt x="1406246" y="99349"/>
                  <a:pt x="1402562" y="88523"/>
                  <a:pt x="1402562" y="74691"/>
                </a:cubicBezTo>
                <a:cubicBezTo>
                  <a:pt x="1402562" y="60700"/>
                  <a:pt x="1406260" y="49807"/>
                  <a:pt x="1413654" y="42014"/>
                </a:cubicBezTo>
                <a:cubicBezTo>
                  <a:pt x="1421049" y="34220"/>
                  <a:pt x="1431050" y="30323"/>
                  <a:pt x="1443658" y="30323"/>
                </a:cubicBezTo>
                <a:cubicBezTo>
                  <a:pt x="1453979" y="30323"/>
                  <a:pt x="1462185" y="32544"/>
                  <a:pt x="1468276" y="36986"/>
                </a:cubicBezTo>
                <a:cubicBezTo>
                  <a:pt x="1474367" y="41429"/>
                  <a:pt x="1478743" y="48198"/>
                  <a:pt x="1481403" y="57295"/>
                </a:cubicBezTo>
                <a:close/>
                <a:moveTo>
                  <a:pt x="1537270" y="32238"/>
                </a:moveTo>
                <a:lnTo>
                  <a:pt x="1537270" y="50113"/>
                </a:lnTo>
                <a:lnTo>
                  <a:pt x="1521948" y="50113"/>
                </a:lnTo>
                <a:lnTo>
                  <a:pt x="1521948" y="84212"/>
                </a:lnTo>
                <a:cubicBezTo>
                  <a:pt x="1521948" y="91118"/>
                  <a:pt x="1522095" y="95142"/>
                  <a:pt x="1522387" y="96284"/>
                </a:cubicBezTo>
                <a:cubicBezTo>
                  <a:pt x="1522680" y="97425"/>
                  <a:pt x="1523345" y="98367"/>
                  <a:pt x="1524382" y="99112"/>
                </a:cubicBezTo>
                <a:cubicBezTo>
                  <a:pt x="1525420" y="99855"/>
                  <a:pt x="1526683" y="100227"/>
                  <a:pt x="1528173" y="100227"/>
                </a:cubicBezTo>
                <a:cubicBezTo>
                  <a:pt x="1530247" y="100227"/>
                  <a:pt x="1533253" y="99508"/>
                  <a:pt x="1537190" y="98072"/>
                </a:cubicBezTo>
                <a:lnTo>
                  <a:pt x="1539105" y="115533"/>
                </a:lnTo>
                <a:cubicBezTo>
                  <a:pt x="1533891" y="117777"/>
                  <a:pt x="1527986" y="118899"/>
                  <a:pt x="1521390" y="118899"/>
                </a:cubicBezTo>
                <a:cubicBezTo>
                  <a:pt x="1517347" y="118899"/>
                  <a:pt x="1513703" y="118221"/>
                  <a:pt x="1510457" y="116865"/>
                </a:cubicBezTo>
                <a:cubicBezTo>
                  <a:pt x="1507212" y="115508"/>
                  <a:pt x="1504832" y="113752"/>
                  <a:pt x="1503315" y="111598"/>
                </a:cubicBezTo>
                <a:cubicBezTo>
                  <a:pt x="1501799" y="109443"/>
                  <a:pt x="1500749" y="106531"/>
                  <a:pt x="1500163" y="102860"/>
                </a:cubicBezTo>
                <a:cubicBezTo>
                  <a:pt x="1499685" y="100253"/>
                  <a:pt x="1499445" y="94987"/>
                  <a:pt x="1499445" y="87060"/>
                </a:cubicBezTo>
                <a:lnTo>
                  <a:pt x="1499445" y="50113"/>
                </a:lnTo>
                <a:lnTo>
                  <a:pt x="1489151" y="50113"/>
                </a:lnTo>
                <a:lnTo>
                  <a:pt x="1489151" y="32238"/>
                </a:lnTo>
                <a:lnTo>
                  <a:pt x="1499445" y="32238"/>
                </a:lnTo>
                <a:lnTo>
                  <a:pt x="1499445" y="15321"/>
                </a:lnTo>
                <a:lnTo>
                  <a:pt x="1521948" y="2075"/>
                </a:lnTo>
                <a:lnTo>
                  <a:pt x="1521948" y="32238"/>
                </a:lnTo>
                <a:lnTo>
                  <a:pt x="1537270" y="32238"/>
                </a:lnTo>
                <a:close/>
                <a:moveTo>
                  <a:pt x="1552845" y="20748"/>
                </a:moveTo>
                <a:lnTo>
                  <a:pt x="1552845" y="0"/>
                </a:lnTo>
                <a:lnTo>
                  <a:pt x="1575269" y="0"/>
                </a:lnTo>
                <a:lnTo>
                  <a:pt x="1575269" y="20748"/>
                </a:lnTo>
                <a:lnTo>
                  <a:pt x="1552845" y="20748"/>
                </a:lnTo>
                <a:moveTo>
                  <a:pt x="1552845" y="116984"/>
                </a:moveTo>
                <a:lnTo>
                  <a:pt x="1552845" y="32238"/>
                </a:lnTo>
                <a:lnTo>
                  <a:pt x="1575269" y="32238"/>
                </a:lnTo>
                <a:lnTo>
                  <a:pt x="1575269" y="116984"/>
                </a:lnTo>
                <a:lnTo>
                  <a:pt x="1552845" y="116984"/>
                </a:lnTo>
                <a:close/>
                <a:moveTo>
                  <a:pt x="1593059" y="73414"/>
                </a:moveTo>
                <a:cubicBezTo>
                  <a:pt x="1593059" y="65967"/>
                  <a:pt x="1594894" y="58758"/>
                  <a:pt x="1598565" y="51789"/>
                </a:cubicBezTo>
                <a:cubicBezTo>
                  <a:pt x="1602235" y="44820"/>
                  <a:pt x="1607435" y="39500"/>
                  <a:pt x="1614165" y="35829"/>
                </a:cubicBezTo>
                <a:cubicBezTo>
                  <a:pt x="1620895" y="32159"/>
                  <a:pt x="1628409" y="30323"/>
                  <a:pt x="1636708" y="30323"/>
                </a:cubicBezTo>
                <a:cubicBezTo>
                  <a:pt x="1649529" y="30323"/>
                  <a:pt x="1660036" y="34486"/>
                  <a:pt x="1668228" y="42812"/>
                </a:cubicBezTo>
                <a:cubicBezTo>
                  <a:pt x="1676421" y="51137"/>
                  <a:pt x="1680517" y="61657"/>
                  <a:pt x="1680517" y="74372"/>
                </a:cubicBezTo>
                <a:cubicBezTo>
                  <a:pt x="1680517" y="87193"/>
                  <a:pt x="1676381" y="97819"/>
                  <a:pt x="1668109" y="106251"/>
                </a:cubicBezTo>
                <a:cubicBezTo>
                  <a:pt x="1659836" y="114683"/>
                  <a:pt x="1649423" y="118899"/>
                  <a:pt x="1636868" y="118899"/>
                </a:cubicBezTo>
                <a:cubicBezTo>
                  <a:pt x="1629101" y="118899"/>
                  <a:pt x="1621693" y="117144"/>
                  <a:pt x="1614644" y="113633"/>
                </a:cubicBezTo>
                <a:cubicBezTo>
                  <a:pt x="1607595" y="110122"/>
                  <a:pt x="1602235" y="104975"/>
                  <a:pt x="1598565" y="98192"/>
                </a:cubicBezTo>
                <a:cubicBezTo>
                  <a:pt x="1594894" y="91409"/>
                  <a:pt x="1593059" y="83150"/>
                  <a:pt x="1593059" y="73414"/>
                </a:cubicBezTo>
                <a:moveTo>
                  <a:pt x="1616040" y="74611"/>
                </a:moveTo>
                <a:cubicBezTo>
                  <a:pt x="1616040" y="82990"/>
                  <a:pt x="1618035" y="89407"/>
                  <a:pt x="1622025" y="93863"/>
                </a:cubicBezTo>
                <a:cubicBezTo>
                  <a:pt x="1626015" y="98318"/>
                  <a:pt x="1630936" y="100546"/>
                  <a:pt x="1636788" y="100546"/>
                </a:cubicBezTo>
                <a:cubicBezTo>
                  <a:pt x="1642640" y="100546"/>
                  <a:pt x="1647547" y="98318"/>
                  <a:pt x="1651511" y="93863"/>
                </a:cubicBezTo>
                <a:cubicBezTo>
                  <a:pt x="1655474" y="89407"/>
                  <a:pt x="1657456" y="82937"/>
                  <a:pt x="1657456" y="74452"/>
                </a:cubicBezTo>
                <a:cubicBezTo>
                  <a:pt x="1657456" y="66179"/>
                  <a:pt x="1655474" y="59815"/>
                  <a:pt x="1651511" y="55360"/>
                </a:cubicBezTo>
                <a:cubicBezTo>
                  <a:pt x="1647547" y="50905"/>
                  <a:pt x="1642640" y="48677"/>
                  <a:pt x="1636788" y="48677"/>
                </a:cubicBezTo>
                <a:cubicBezTo>
                  <a:pt x="1630936" y="48677"/>
                  <a:pt x="1626015" y="50905"/>
                  <a:pt x="1622025" y="55360"/>
                </a:cubicBezTo>
                <a:cubicBezTo>
                  <a:pt x="1618035" y="59815"/>
                  <a:pt x="1616040" y="66233"/>
                  <a:pt x="1616040" y="74611"/>
                </a:cubicBezTo>
                <a:close/>
                <a:moveTo>
                  <a:pt x="1775152" y="116984"/>
                </a:moveTo>
                <a:lnTo>
                  <a:pt x="1752728" y="116984"/>
                </a:lnTo>
                <a:lnTo>
                  <a:pt x="1752728" y="73783"/>
                </a:lnTo>
                <a:cubicBezTo>
                  <a:pt x="1752728" y="64643"/>
                  <a:pt x="1752250" y="58732"/>
                  <a:pt x="1751292" y="56048"/>
                </a:cubicBezTo>
                <a:cubicBezTo>
                  <a:pt x="1750334" y="53365"/>
                  <a:pt x="1748778" y="51280"/>
                  <a:pt x="1746624" y="49792"/>
                </a:cubicBezTo>
                <a:cubicBezTo>
                  <a:pt x="1744469" y="48304"/>
                  <a:pt x="1741876" y="47560"/>
                  <a:pt x="1738843" y="47560"/>
                </a:cubicBezTo>
                <a:cubicBezTo>
                  <a:pt x="1734960" y="47560"/>
                  <a:pt x="1731475" y="48623"/>
                  <a:pt x="1728390" y="50749"/>
                </a:cubicBezTo>
                <a:cubicBezTo>
                  <a:pt x="1725304" y="52874"/>
                  <a:pt x="1723190" y="55690"/>
                  <a:pt x="1722046" y="59198"/>
                </a:cubicBezTo>
                <a:cubicBezTo>
                  <a:pt x="1720902" y="62704"/>
                  <a:pt x="1720330" y="69187"/>
                  <a:pt x="1720330" y="78646"/>
                </a:cubicBezTo>
                <a:lnTo>
                  <a:pt x="1720330" y="116984"/>
                </a:lnTo>
                <a:lnTo>
                  <a:pt x="1697907" y="116984"/>
                </a:lnTo>
                <a:lnTo>
                  <a:pt x="1697907" y="32238"/>
                </a:lnTo>
                <a:lnTo>
                  <a:pt x="1718734" y="32238"/>
                </a:lnTo>
                <a:lnTo>
                  <a:pt x="1718734" y="44687"/>
                </a:lnTo>
                <a:cubicBezTo>
                  <a:pt x="1726129" y="35111"/>
                  <a:pt x="1735439" y="30323"/>
                  <a:pt x="1746664" y="30323"/>
                </a:cubicBezTo>
                <a:cubicBezTo>
                  <a:pt x="1751611" y="30323"/>
                  <a:pt x="1756133" y="31214"/>
                  <a:pt x="1760229" y="32997"/>
                </a:cubicBezTo>
                <a:cubicBezTo>
                  <a:pt x="1764326" y="34779"/>
                  <a:pt x="1767425" y="37053"/>
                  <a:pt x="1769526" y="39819"/>
                </a:cubicBezTo>
                <a:cubicBezTo>
                  <a:pt x="1771627" y="42586"/>
                  <a:pt x="1773090" y="45724"/>
                  <a:pt x="1773915" y="49236"/>
                </a:cubicBezTo>
                <a:cubicBezTo>
                  <a:pt x="1774739" y="52747"/>
                  <a:pt x="1775152" y="57774"/>
                  <a:pt x="1775152" y="64317"/>
                </a:cubicBezTo>
                <a:lnTo>
                  <a:pt x="1775152" y="116984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�">
            <a:extLst xmlns:a="http://schemas.openxmlformats.org/drawingml/2006/main">
              <a:ext uri="{FF2B5EF4-FFF2-40B4-BE49-F238E27FC236}">
                <a16:creationId xmlns:a16="http://schemas.microsoft.com/office/drawing/2014/main" id="{05EBDB1E-96F2-4990-ACD6-ABF8C16E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11" y="1629266"/>
            <a:ext cx="291975" cy="242555"/>
          </a:xfrm>
          <a:custGeom xmlns:a="http://schemas.openxmlformats.org/drawingml/2006/main">
            <a:pathLst>
              <a:path w="291975" h="242555">
                <a:moveTo>
                  <a:pt x="77254" y="3976"/>
                </a:moveTo>
                <a:cubicBezTo>
                  <a:pt x="83503" y="8521"/>
                  <a:pt x="84639" y="17041"/>
                  <a:pt x="80662" y="23290"/>
                </a:cubicBezTo>
                <a:lnTo>
                  <a:pt x="48852" y="68733"/>
                </a:lnTo>
                <a:cubicBezTo>
                  <a:pt x="46580" y="72142"/>
                  <a:pt x="42603" y="73846"/>
                  <a:pt x="38627" y="74414"/>
                </a:cubicBezTo>
                <a:cubicBezTo>
                  <a:pt x="34651" y="74414"/>
                  <a:pt x="30674" y="73278"/>
                  <a:pt x="27834" y="70438"/>
                </a:cubicBezTo>
                <a:lnTo>
                  <a:pt x="5112" y="47716"/>
                </a:lnTo>
                <a:cubicBezTo>
                  <a:pt x="0" y="42603"/>
                  <a:pt x="0" y="33515"/>
                  <a:pt x="5112" y="28402"/>
                </a:cubicBezTo>
                <a:cubicBezTo>
                  <a:pt x="10225" y="23290"/>
                  <a:pt x="19314" y="23290"/>
                  <a:pt x="24426" y="28402"/>
                </a:cubicBezTo>
                <a:lnTo>
                  <a:pt x="35787" y="39763"/>
                </a:lnTo>
                <a:lnTo>
                  <a:pt x="57941" y="7385"/>
                </a:lnTo>
                <a:cubicBezTo>
                  <a:pt x="62485" y="1136"/>
                  <a:pt x="71006" y="0"/>
                  <a:pt x="77254" y="3976"/>
                </a:cubicBezTo>
                <a:moveTo>
                  <a:pt x="77254" y="94864"/>
                </a:moveTo>
                <a:cubicBezTo>
                  <a:pt x="83503" y="99408"/>
                  <a:pt x="84639" y="107929"/>
                  <a:pt x="80662" y="114177"/>
                </a:cubicBezTo>
                <a:lnTo>
                  <a:pt x="48852" y="159621"/>
                </a:lnTo>
                <a:cubicBezTo>
                  <a:pt x="46580" y="163029"/>
                  <a:pt x="42603" y="164733"/>
                  <a:pt x="38627" y="165301"/>
                </a:cubicBezTo>
                <a:cubicBezTo>
                  <a:pt x="34651" y="165301"/>
                  <a:pt x="30674" y="164165"/>
                  <a:pt x="27834" y="161325"/>
                </a:cubicBezTo>
                <a:lnTo>
                  <a:pt x="5112" y="138603"/>
                </a:lnTo>
                <a:cubicBezTo>
                  <a:pt x="0" y="133491"/>
                  <a:pt x="0" y="124402"/>
                  <a:pt x="5112" y="119290"/>
                </a:cubicBezTo>
                <a:cubicBezTo>
                  <a:pt x="10225" y="114177"/>
                  <a:pt x="19314" y="114177"/>
                  <a:pt x="24426" y="119290"/>
                </a:cubicBezTo>
                <a:lnTo>
                  <a:pt x="35787" y="130650"/>
                </a:lnTo>
                <a:lnTo>
                  <a:pt x="57941" y="98272"/>
                </a:lnTo>
                <a:cubicBezTo>
                  <a:pt x="62485" y="92023"/>
                  <a:pt x="71006" y="90887"/>
                  <a:pt x="77254" y="94864"/>
                </a:cubicBezTo>
                <a:moveTo>
                  <a:pt x="128378" y="38059"/>
                </a:moveTo>
                <a:cubicBezTo>
                  <a:pt x="128378" y="27834"/>
                  <a:pt x="136331" y="19882"/>
                  <a:pt x="146556" y="19882"/>
                </a:cubicBezTo>
                <a:lnTo>
                  <a:pt x="273798" y="19882"/>
                </a:lnTo>
                <a:cubicBezTo>
                  <a:pt x="284023" y="19882"/>
                  <a:pt x="291975" y="27834"/>
                  <a:pt x="291975" y="38059"/>
                </a:cubicBezTo>
                <a:cubicBezTo>
                  <a:pt x="291975" y="48284"/>
                  <a:pt x="284023" y="56236"/>
                  <a:pt x="273798" y="56236"/>
                </a:cubicBezTo>
                <a:lnTo>
                  <a:pt x="146556" y="56236"/>
                </a:lnTo>
                <a:cubicBezTo>
                  <a:pt x="136331" y="56236"/>
                  <a:pt x="128378" y="48284"/>
                  <a:pt x="128378" y="38059"/>
                </a:cubicBezTo>
                <a:moveTo>
                  <a:pt x="128378" y="128946"/>
                </a:moveTo>
                <a:cubicBezTo>
                  <a:pt x="128378" y="118721"/>
                  <a:pt x="136331" y="110769"/>
                  <a:pt x="146556" y="110769"/>
                </a:cubicBezTo>
                <a:lnTo>
                  <a:pt x="273798" y="110769"/>
                </a:lnTo>
                <a:cubicBezTo>
                  <a:pt x="284023" y="110769"/>
                  <a:pt x="291975" y="118721"/>
                  <a:pt x="291975" y="128946"/>
                </a:cubicBezTo>
                <a:cubicBezTo>
                  <a:pt x="291975" y="139171"/>
                  <a:pt x="284023" y="147124"/>
                  <a:pt x="273798" y="147124"/>
                </a:cubicBezTo>
                <a:lnTo>
                  <a:pt x="146556" y="147124"/>
                </a:lnTo>
                <a:cubicBezTo>
                  <a:pt x="136331" y="147124"/>
                  <a:pt x="128378" y="139171"/>
                  <a:pt x="128378" y="128946"/>
                </a:cubicBezTo>
                <a:moveTo>
                  <a:pt x="92023" y="219834"/>
                </a:moveTo>
                <a:cubicBezTo>
                  <a:pt x="92023" y="209609"/>
                  <a:pt x="99976" y="201656"/>
                  <a:pt x="110201" y="201656"/>
                </a:cubicBezTo>
                <a:lnTo>
                  <a:pt x="273798" y="201656"/>
                </a:lnTo>
                <a:cubicBezTo>
                  <a:pt x="284023" y="201656"/>
                  <a:pt x="291975" y="209609"/>
                  <a:pt x="291975" y="219834"/>
                </a:cubicBezTo>
                <a:cubicBezTo>
                  <a:pt x="291975" y="230058"/>
                  <a:pt x="284023" y="238011"/>
                  <a:pt x="273798" y="238011"/>
                </a:cubicBezTo>
                <a:lnTo>
                  <a:pt x="110201" y="238011"/>
                </a:lnTo>
                <a:cubicBezTo>
                  <a:pt x="99976" y="238011"/>
                  <a:pt x="92023" y="230058"/>
                  <a:pt x="92023" y="219834"/>
                </a:cubicBezTo>
                <a:moveTo>
                  <a:pt x="37491" y="197112"/>
                </a:moveTo>
                <a:cubicBezTo>
                  <a:pt x="49988" y="197112"/>
                  <a:pt x="60213" y="207337"/>
                  <a:pt x="60213" y="219834"/>
                </a:cubicBezTo>
                <a:cubicBezTo>
                  <a:pt x="60213" y="232331"/>
                  <a:pt x="49988" y="242555"/>
                  <a:pt x="37491" y="242555"/>
                </a:cubicBezTo>
                <a:cubicBezTo>
                  <a:pt x="24994" y="242555"/>
                  <a:pt x="14769" y="232331"/>
                  <a:pt x="14769" y="219834"/>
                </a:cubicBezTo>
                <a:cubicBezTo>
                  <a:pt x="14769" y="207337"/>
                  <a:pt x="24994" y="197112"/>
                  <a:pt x="37491" y="197112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DD7C1-74EA-451F-8A7C-2B9025FA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894" y="2156329"/>
            <a:ext cx="2854489" cy="1252486"/>
          </a:xfrm>
          <a:custGeom xmlns:a="http://schemas.openxmlformats.org/drawingml/2006/main">
            <a:pathLst>
              <a:path w="2854489" h="1252486">
                <a:moveTo>
                  <a:pt x="2854489" y="136303"/>
                </a:moveTo>
                <a:lnTo>
                  <a:pt x="2854489" y="1116179"/>
                </a:lnTo>
                <a:cubicBezTo>
                  <a:pt x="2854489" y="1191408"/>
                  <a:pt x="2793406" y="1252486"/>
                  <a:pt x="2718186" y="1252486"/>
                </a:cubicBezTo>
                <a:lnTo>
                  <a:pt x="136303" y="1252486"/>
                </a:lnTo>
                <a:cubicBezTo>
                  <a:pt x="61066" y="1252486"/>
                  <a:pt x="0" y="1191408"/>
                  <a:pt x="0" y="1116179"/>
                </a:cubicBezTo>
                <a:lnTo>
                  <a:pt x="0" y="136303"/>
                </a:lnTo>
                <a:cubicBezTo>
                  <a:pt x="0" y="61066"/>
                  <a:pt x="61066" y="0"/>
                  <a:pt x="136303" y="0"/>
                </a:cubicBezTo>
                <a:lnTo>
                  <a:pt x="2718186" y="0"/>
                </a:lnTo>
                <a:cubicBezTo>
                  <a:pt x="2793406" y="0"/>
                  <a:pt x="2854489" y="61066"/>
                  <a:pt x="2854489" y="136303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�">
            <a:extLst xmlns:a="http://schemas.openxmlformats.org/drawingml/2006/main">
              <a:ext uri="{FF2B5EF4-FFF2-40B4-BE49-F238E27FC236}">
                <a16:creationId xmlns:a16="http://schemas.microsoft.com/office/drawing/2014/main" id="{3C4385EC-09DA-4520-971F-47CD25BC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484" y="3120424"/>
            <a:ext cx="190128" cy="190128"/>
          </a:xfrm>
          <a:custGeom xmlns:a="http://schemas.openxmlformats.org/drawingml/2006/main">
            <a:pathLst>
              <a:path w="190128" h="190128">
                <a:moveTo>
                  <a:pt x="95064" y="190128"/>
                </a:moveTo>
                <a:cubicBezTo>
                  <a:pt x="147424" y="190128"/>
                  <a:pt x="190128" y="147424"/>
                  <a:pt x="190128" y="95064"/>
                </a:cubicBezTo>
                <a:cubicBezTo>
                  <a:pt x="190128" y="42705"/>
                  <a:pt x="147424" y="0"/>
                  <a:pt x="95064" y="0"/>
                </a:cubicBezTo>
                <a:cubicBezTo>
                  <a:pt x="42705" y="0"/>
                  <a:pt x="0" y="42705"/>
                  <a:pt x="0" y="95064"/>
                </a:cubicBezTo>
                <a:cubicBezTo>
                  <a:pt x="0" y="147424"/>
                  <a:pt x="42705" y="190128"/>
                  <a:pt x="95064" y="190128"/>
                </a:cubicBezTo>
                <a:moveTo>
                  <a:pt x="83181" y="59415"/>
                </a:moveTo>
                <a:cubicBezTo>
                  <a:pt x="83181" y="52731"/>
                  <a:pt x="88380" y="47532"/>
                  <a:pt x="95064" y="47532"/>
                </a:cubicBezTo>
                <a:cubicBezTo>
                  <a:pt x="101748" y="47532"/>
                  <a:pt x="106947" y="52731"/>
                  <a:pt x="106947" y="59415"/>
                </a:cubicBezTo>
                <a:cubicBezTo>
                  <a:pt x="106947" y="66099"/>
                  <a:pt x="101748" y="71298"/>
                  <a:pt x="95064" y="71298"/>
                </a:cubicBezTo>
                <a:cubicBezTo>
                  <a:pt x="88380" y="71298"/>
                  <a:pt x="83181" y="66099"/>
                  <a:pt x="83181" y="59415"/>
                </a:cubicBezTo>
                <a:moveTo>
                  <a:pt x="80210" y="83181"/>
                </a:moveTo>
                <a:lnTo>
                  <a:pt x="98035" y="83181"/>
                </a:lnTo>
                <a:cubicBezTo>
                  <a:pt x="102862" y="83181"/>
                  <a:pt x="106947" y="87266"/>
                  <a:pt x="106947" y="92093"/>
                </a:cubicBezTo>
                <a:lnTo>
                  <a:pt x="106947" y="124772"/>
                </a:lnTo>
                <a:lnTo>
                  <a:pt x="109918" y="124772"/>
                </a:lnTo>
                <a:cubicBezTo>
                  <a:pt x="114745" y="124772"/>
                  <a:pt x="118830" y="128857"/>
                  <a:pt x="118830" y="133684"/>
                </a:cubicBezTo>
                <a:cubicBezTo>
                  <a:pt x="118830" y="138512"/>
                  <a:pt x="114745" y="142596"/>
                  <a:pt x="109918" y="142596"/>
                </a:cubicBezTo>
                <a:lnTo>
                  <a:pt x="80210" y="142596"/>
                </a:lnTo>
                <a:cubicBezTo>
                  <a:pt x="75383" y="142596"/>
                  <a:pt x="71298" y="138512"/>
                  <a:pt x="71298" y="133684"/>
                </a:cubicBezTo>
                <a:cubicBezTo>
                  <a:pt x="71298" y="128857"/>
                  <a:pt x="75383" y="124772"/>
                  <a:pt x="80210" y="124772"/>
                </a:cubicBezTo>
                <a:lnTo>
                  <a:pt x="89123" y="124772"/>
                </a:lnTo>
                <a:lnTo>
                  <a:pt x="89123" y="101006"/>
                </a:lnTo>
                <a:lnTo>
                  <a:pt x="80210" y="101006"/>
                </a:lnTo>
                <a:cubicBezTo>
                  <a:pt x="75383" y="101006"/>
                  <a:pt x="71298" y="96921"/>
                  <a:pt x="71298" y="92093"/>
                </a:cubicBezTo>
                <a:cubicBezTo>
                  <a:pt x="71298" y="87266"/>
                  <a:pt x="75383" y="83181"/>
                  <a:pt x="80210" y="83181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F">
            <a:extLst xmlns:a="http://schemas.openxmlformats.org/drawingml/2006/main">
              <a:ext uri="{FF2B5EF4-FFF2-40B4-BE49-F238E27FC236}">
                <a16:creationId xmlns:a16="http://schemas.microsoft.com/office/drawing/2014/main" id="{014CCC46-46E3-4534-8BF3-ACFF522B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057" y="3191793"/>
            <a:ext cx="97487" cy="65767"/>
          </a:xfrm>
          <a:custGeom xmlns:a="http://schemas.openxmlformats.org/drawingml/2006/main">
            <a:pathLst>
              <a:path w="97487" h="65767">
                <a:moveTo>
                  <a:pt x="97487" y="65767"/>
                </a:moveTo>
                <a:lnTo>
                  <a:pt x="0" y="65767"/>
                </a:lnTo>
                <a:lnTo>
                  <a:pt x="0" y="0"/>
                </a:lnTo>
                <a:lnTo>
                  <a:pt x="11504" y="0"/>
                </a:lnTo>
                <a:lnTo>
                  <a:pt x="11504" y="52866"/>
                </a:lnTo>
                <a:lnTo>
                  <a:pt x="41628" y="52866"/>
                </a:lnTo>
                <a:lnTo>
                  <a:pt x="41628" y="7115"/>
                </a:lnTo>
                <a:lnTo>
                  <a:pt x="53132" y="7115"/>
                </a:lnTo>
                <a:lnTo>
                  <a:pt x="53132" y="52866"/>
                </a:lnTo>
                <a:lnTo>
                  <a:pt x="97487" y="52866"/>
                </a:lnTo>
                <a:lnTo>
                  <a:pt x="97487" y="65767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e">
            <a:extLst xmlns:a="http://schemas.openxmlformats.org/drawingml/2006/main">
              <a:ext uri="{FF2B5EF4-FFF2-40B4-BE49-F238E27FC236}">
                <a16:creationId xmlns:a16="http://schemas.microsoft.com/office/drawing/2014/main" id="{FCD1114A-2873-4490-B625-B83C691E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327" y="3115458"/>
            <a:ext cx="73813" cy="65102"/>
          </a:xfrm>
          <a:custGeom xmlns:a="http://schemas.openxmlformats.org/drawingml/2006/main">
            <a:pathLst>
              <a:path w="73813" h="65102">
                <a:moveTo>
                  <a:pt x="49475" y="12768"/>
                </a:moveTo>
                <a:lnTo>
                  <a:pt x="51004" y="399"/>
                </a:lnTo>
                <a:cubicBezTo>
                  <a:pt x="58231" y="2350"/>
                  <a:pt x="63839" y="5963"/>
                  <a:pt x="67829" y="11238"/>
                </a:cubicBezTo>
                <a:cubicBezTo>
                  <a:pt x="71819" y="16514"/>
                  <a:pt x="73813" y="23252"/>
                  <a:pt x="73813" y="31454"/>
                </a:cubicBezTo>
                <a:cubicBezTo>
                  <a:pt x="73813" y="41783"/>
                  <a:pt x="70633" y="49974"/>
                  <a:pt x="64271" y="56025"/>
                </a:cubicBezTo>
                <a:cubicBezTo>
                  <a:pt x="57909" y="62076"/>
                  <a:pt x="48987" y="65102"/>
                  <a:pt x="37505" y="65102"/>
                </a:cubicBezTo>
                <a:cubicBezTo>
                  <a:pt x="25624" y="65102"/>
                  <a:pt x="16403" y="62043"/>
                  <a:pt x="9842" y="55925"/>
                </a:cubicBezTo>
                <a:cubicBezTo>
                  <a:pt x="3281" y="49807"/>
                  <a:pt x="0" y="41872"/>
                  <a:pt x="0" y="32119"/>
                </a:cubicBezTo>
                <a:cubicBezTo>
                  <a:pt x="0" y="22676"/>
                  <a:pt x="3209" y="14962"/>
                  <a:pt x="9628" y="8977"/>
                </a:cubicBezTo>
                <a:cubicBezTo>
                  <a:pt x="16045" y="2992"/>
                  <a:pt x="25073" y="0"/>
                  <a:pt x="36713" y="0"/>
                </a:cubicBezTo>
                <a:cubicBezTo>
                  <a:pt x="37421" y="0"/>
                  <a:pt x="38483" y="22"/>
                  <a:pt x="39899" y="66"/>
                </a:cubicBezTo>
                <a:lnTo>
                  <a:pt x="39899" y="52733"/>
                </a:lnTo>
                <a:cubicBezTo>
                  <a:pt x="47635" y="52290"/>
                  <a:pt x="53559" y="50096"/>
                  <a:pt x="57671" y="46150"/>
                </a:cubicBezTo>
                <a:cubicBezTo>
                  <a:pt x="61783" y="42204"/>
                  <a:pt x="63839" y="37284"/>
                  <a:pt x="63839" y="31387"/>
                </a:cubicBezTo>
                <a:cubicBezTo>
                  <a:pt x="63839" y="26998"/>
                  <a:pt x="62697" y="23252"/>
                  <a:pt x="60414" y="20149"/>
                </a:cubicBezTo>
                <a:cubicBezTo>
                  <a:pt x="58129" y="17046"/>
                  <a:pt x="54483" y="14585"/>
                  <a:pt x="49475" y="12768"/>
                </a:cubicBezTo>
                <a:moveTo>
                  <a:pt x="29924" y="52068"/>
                </a:moveTo>
                <a:lnTo>
                  <a:pt x="29924" y="12635"/>
                </a:lnTo>
                <a:cubicBezTo>
                  <a:pt x="24081" y="13167"/>
                  <a:pt x="19698" y="14674"/>
                  <a:pt x="16776" y="17157"/>
                </a:cubicBezTo>
                <a:cubicBezTo>
                  <a:pt x="12242" y="20969"/>
                  <a:pt x="9975" y="25912"/>
                  <a:pt x="9975" y="31986"/>
                </a:cubicBezTo>
                <a:cubicBezTo>
                  <a:pt x="9975" y="37483"/>
                  <a:pt x="11785" y="42105"/>
                  <a:pt x="15405" y="45851"/>
                </a:cubicBezTo>
                <a:cubicBezTo>
                  <a:pt x="19023" y="49597"/>
                  <a:pt x="23863" y="51669"/>
                  <a:pt x="29924" y="52068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a">
            <a:extLst xmlns:a="http://schemas.openxmlformats.org/drawingml/2006/main">
              <a:ext uri="{FF2B5EF4-FFF2-40B4-BE49-F238E27FC236}">
                <a16:creationId xmlns:a16="http://schemas.microsoft.com/office/drawing/2014/main" id="{C598EA92-7384-45F2-8DA1-A888581C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327" y="3039842"/>
            <a:ext cx="73813" cy="65036"/>
          </a:xfrm>
          <a:custGeom xmlns:a="http://schemas.openxmlformats.org/drawingml/2006/main">
            <a:pathLst>
              <a:path w="73813" h="65036">
                <a:moveTo>
                  <a:pt x="63498" y="14896"/>
                </a:moveTo>
                <a:cubicBezTo>
                  <a:pt x="67269" y="19329"/>
                  <a:pt x="69931" y="23596"/>
                  <a:pt x="71484" y="27697"/>
                </a:cubicBezTo>
                <a:cubicBezTo>
                  <a:pt x="73037" y="31797"/>
                  <a:pt x="73813" y="36197"/>
                  <a:pt x="73813" y="40897"/>
                </a:cubicBezTo>
                <a:cubicBezTo>
                  <a:pt x="73813" y="48655"/>
                  <a:pt x="71917" y="54618"/>
                  <a:pt x="68124" y="58785"/>
                </a:cubicBezTo>
                <a:cubicBezTo>
                  <a:pt x="64330" y="62952"/>
                  <a:pt x="59484" y="65036"/>
                  <a:pt x="53583" y="65036"/>
                </a:cubicBezTo>
                <a:cubicBezTo>
                  <a:pt x="50124" y="65036"/>
                  <a:pt x="46964" y="64249"/>
                  <a:pt x="44103" y="62675"/>
                </a:cubicBezTo>
                <a:cubicBezTo>
                  <a:pt x="41241" y="61101"/>
                  <a:pt x="38945" y="59040"/>
                  <a:pt x="37214" y="56491"/>
                </a:cubicBezTo>
                <a:cubicBezTo>
                  <a:pt x="35484" y="53941"/>
                  <a:pt x="34175" y="51071"/>
                  <a:pt x="33289" y="47879"/>
                </a:cubicBezTo>
                <a:cubicBezTo>
                  <a:pt x="32667" y="45529"/>
                  <a:pt x="32068" y="41983"/>
                  <a:pt x="31491" y="37239"/>
                </a:cubicBezTo>
                <a:cubicBezTo>
                  <a:pt x="30347" y="27575"/>
                  <a:pt x="28982" y="20459"/>
                  <a:pt x="27397" y="15893"/>
                </a:cubicBezTo>
                <a:cubicBezTo>
                  <a:pt x="25764" y="15849"/>
                  <a:pt x="24726" y="15827"/>
                  <a:pt x="24284" y="15827"/>
                </a:cubicBezTo>
                <a:cubicBezTo>
                  <a:pt x="19426" y="15827"/>
                  <a:pt x="16003" y="16957"/>
                  <a:pt x="14017" y="19218"/>
                </a:cubicBezTo>
                <a:cubicBezTo>
                  <a:pt x="11322" y="22277"/>
                  <a:pt x="9975" y="26821"/>
                  <a:pt x="9975" y="32850"/>
                </a:cubicBezTo>
                <a:cubicBezTo>
                  <a:pt x="9975" y="38481"/>
                  <a:pt x="10961" y="42637"/>
                  <a:pt x="12934" y="45319"/>
                </a:cubicBezTo>
                <a:cubicBezTo>
                  <a:pt x="14907" y="48001"/>
                  <a:pt x="18398" y="49985"/>
                  <a:pt x="23408" y="51270"/>
                </a:cubicBezTo>
                <a:lnTo>
                  <a:pt x="21812" y="62974"/>
                </a:lnTo>
                <a:cubicBezTo>
                  <a:pt x="16787" y="61910"/>
                  <a:pt x="12729" y="60159"/>
                  <a:pt x="9638" y="57721"/>
                </a:cubicBezTo>
                <a:cubicBezTo>
                  <a:pt x="6547" y="55283"/>
                  <a:pt x="4169" y="51758"/>
                  <a:pt x="2502" y="47148"/>
                </a:cubicBezTo>
                <a:cubicBezTo>
                  <a:pt x="834" y="42537"/>
                  <a:pt x="0" y="37195"/>
                  <a:pt x="0" y="31121"/>
                </a:cubicBezTo>
                <a:cubicBezTo>
                  <a:pt x="0" y="25092"/>
                  <a:pt x="709" y="20193"/>
                  <a:pt x="2128" y="16425"/>
                </a:cubicBezTo>
                <a:cubicBezTo>
                  <a:pt x="3547" y="12657"/>
                  <a:pt x="5331" y="9886"/>
                  <a:pt x="7481" y="8113"/>
                </a:cubicBezTo>
                <a:cubicBezTo>
                  <a:pt x="9631" y="6340"/>
                  <a:pt x="12347" y="5098"/>
                  <a:pt x="15627" y="4389"/>
                </a:cubicBezTo>
                <a:cubicBezTo>
                  <a:pt x="17666" y="3990"/>
                  <a:pt x="21346" y="3790"/>
                  <a:pt x="26666" y="3790"/>
                </a:cubicBezTo>
                <a:lnTo>
                  <a:pt x="42626" y="3790"/>
                </a:lnTo>
                <a:cubicBezTo>
                  <a:pt x="53753" y="3790"/>
                  <a:pt x="60791" y="3536"/>
                  <a:pt x="63739" y="3026"/>
                </a:cubicBezTo>
                <a:cubicBezTo>
                  <a:pt x="66687" y="2516"/>
                  <a:pt x="69513" y="1507"/>
                  <a:pt x="72217" y="0"/>
                </a:cubicBezTo>
                <a:lnTo>
                  <a:pt x="72217" y="12502"/>
                </a:lnTo>
                <a:cubicBezTo>
                  <a:pt x="69732" y="13743"/>
                  <a:pt x="66826" y="14541"/>
                  <a:pt x="63498" y="14896"/>
                </a:cubicBezTo>
                <a:moveTo>
                  <a:pt x="36707" y="15893"/>
                </a:moveTo>
                <a:cubicBezTo>
                  <a:pt x="38496" y="20238"/>
                  <a:pt x="40016" y="26755"/>
                  <a:pt x="41267" y="35444"/>
                </a:cubicBezTo>
                <a:cubicBezTo>
                  <a:pt x="41979" y="40365"/>
                  <a:pt x="42780" y="43845"/>
                  <a:pt x="43671" y="45884"/>
                </a:cubicBezTo>
                <a:cubicBezTo>
                  <a:pt x="44560" y="47923"/>
                  <a:pt x="45863" y="49497"/>
                  <a:pt x="47578" y="50605"/>
                </a:cubicBezTo>
                <a:cubicBezTo>
                  <a:pt x="49291" y="51714"/>
                  <a:pt x="51194" y="52268"/>
                  <a:pt x="53286" y="52268"/>
                </a:cubicBezTo>
                <a:cubicBezTo>
                  <a:pt x="56491" y="52268"/>
                  <a:pt x="59162" y="51060"/>
                  <a:pt x="61299" y="48644"/>
                </a:cubicBezTo>
                <a:cubicBezTo>
                  <a:pt x="63436" y="46228"/>
                  <a:pt x="64504" y="42692"/>
                  <a:pt x="64504" y="38037"/>
                </a:cubicBezTo>
                <a:cubicBezTo>
                  <a:pt x="64504" y="33427"/>
                  <a:pt x="63490" y="29326"/>
                  <a:pt x="61463" y="25735"/>
                </a:cubicBezTo>
                <a:cubicBezTo>
                  <a:pt x="59437" y="22144"/>
                  <a:pt x="56664" y="19506"/>
                  <a:pt x="53145" y="17822"/>
                </a:cubicBezTo>
                <a:cubicBezTo>
                  <a:pt x="50427" y="16536"/>
                  <a:pt x="46417" y="15893"/>
                  <a:pt x="41117" y="15893"/>
                </a:cubicBezTo>
                <a:lnTo>
                  <a:pt x="36707" y="15893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t">
            <a:extLst xmlns:a="http://schemas.openxmlformats.org/drawingml/2006/main">
              <a:ext uri="{FF2B5EF4-FFF2-40B4-BE49-F238E27FC236}">
                <a16:creationId xmlns:a16="http://schemas.microsoft.com/office/drawing/2014/main" id="{BD95D7BC-1098-4386-9464-20D02F3C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185" y="2997210"/>
            <a:ext cx="96290" cy="34446"/>
          </a:xfrm>
          <a:custGeom xmlns:a="http://schemas.openxmlformats.org/drawingml/2006/main">
            <a:pathLst>
              <a:path w="96290" h="34446">
                <a:moveTo>
                  <a:pt x="84786" y="1729"/>
                </a:moveTo>
                <a:lnTo>
                  <a:pt x="95359" y="0"/>
                </a:lnTo>
                <a:cubicBezTo>
                  <a:pt x="95980" y="3369"/>
                  <a:pt x="96290" y="6384"/>
                  <a:pt x="96290" y="9044"/>
                </a:cubicBezTo>
                <a:cubicBezTo>
                  <a:pt x="96290" y="13388"/>
                  <a:pt x="95603" y="16758"/>
                  <a:pt x="94229" y="19152"/>
                </a:cubicBezTo>
                <a:cubicBezTo>
                  <a:pt x="92854" y="21546"/>
                  <a:pt x="91048" y="23230"/>
                  <a:pt x="88809" y="24205"/>
                </a:cubicBezTo>
                <a:cubicBezTo>
                  <a:pt x="86570" y="25181"/>
                  <a:pt x="81860" y="25668"/>
                  <a:pt x="74678" y="25668"/>
                </a:cubicBezTo>
                <a:lnTo>
                  <a:pt x="34047" y="25668"/>
                </a:lnTo>
                <a:lnTo>
                  <a:pt x="34047" y="34446"/>
                </a:lnTo>
                <a:lnTo>
                  <a:pt x="24737" y="34446"/>
                </a:lnTo>
                <a:lnTo>
                  <a:pt x="24737" y="25668"/>
                </a:lnTo>
                <a:lnTo>
                  <a:pt x="7201" y="25668"/>
                </a:lnTo>
                <a:lnTo>
                  <a:pt x="0" y="13765"/>
                </a:lnTo>
                <a:lnTo>
                  <a:pt x="24737" y="13765"/>
                </a:lnTo>
                <a:lnTo>
                  <a:pt x="24737" y="1729"/>
                </a:lnTo>
                <a:lnTo>
                  <a:pt x="34047" y="1729"/>
                </a:lnTo>
                <a:lnTo>
                  <a:pt x="34047" y="13765"/>
                </a:lnTo>
                <a:lnTo>
                  <a:pt x="75343" y="13765"/>
                </a:lnTo>
                <a:cubicBezTo>
                  <a:pt x="78757" y="13765"/>
                  <a:pt x="80951" y="13555"/>
                  <a:pt x="81926" y="13133"/>
                </a:cubicBezTo>
                <a:cubicBezTo>
                  <a:pt x="82902" y="12712"/>
                  <a:pt x="83677" y="12025"/>
                  <a:pt x="84254" y="11072"/>
                </a:cubicBezTo>
                <a:cubicBezTo>
                  <a:pt x="84830" y="10119"/>
                  <a:pt x="85118" y="8756"/>
                  <a:pt x="85118" y="6982"/>
                </a:cubicBezTo>
                <a:cubicBezTo>
                  <a:pt x="85118" y="5652"/>
                  <a:pt x="85007" y="3901"/>
                  <a:pt x="84786" y="1729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u">
            <a:extLst xmlns:a="http://schemas.openxmlformats.org/drawingml/2006/main">
              <a:ext uri="{FF2B5EF4-FFF2-40B4-BE49-F238E27FC236}">
                <a16:creationId xmlns:a16="http://schemas.microsoft.com/office/drawing/2014/main" id="{CB250F2F-26B4-47D9-AB89-435296AE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923" y="2930250"/>
            <a:ext cx="72217" cy="57255"/>
          </a:xfrm>
          <a:custGeom xmlns:a="http://schemas.openxmlformats.org/drawingml/2006/main">
            <a:pathLst>
              <a:path w="72217" h="57255">
                <a:moveTo>
                  <a:pt x="70622" y="10706"/>
                </a:moveTo>
                <a:lnTo>
                  <a:pt x="60248" y="10706"/>
                </a:lnTo>
                <a:cubicBezTo>
                  <a:pt x="68228" y="16203"/>
                  <a:pt x="72217" y="23674"/>
                  <a:pt x="72217" y="33116"/>
                </a:cubicBezTo>
                <a:cubicBezTo>
                  <a:pt x="72217" y="37284"/>
                  <a:pt x="71420" y="41174"/>
                  <a:pt x="69824" y="44787"/>
                </a:cubicBezTo>
                <a:cubicBezTo>
                  <a:pt x="68228" y="48400"/>
                  <a:pt x="66222" y="51082"/>
                  <a:pt x="63805" y="52833"/>
                </a:cubicBezTo>
                <a:cubicBezTo>
                  <a:pt x="61389" y="54584"/>
                  <a:pt x="58430" y="55815"/>
                  <a:pt x="54928" y="56524"/>
                </a:cubicBezTo>
                <a:cubicBezTo>
                  <a:pt x="52578" y="57011"/>
                  <a:pt x="48854" y="57255"/>
                  <a:pt x="43756" y="57255"/>
                </a:cubicBezTo>
                <a:lnTo>
                  <a:pt x="0" y="57255"/>
                </a:lnTo>
                <a:lnTo>
                  <a:pt x="0" y="45286"/>
                </a:lnTo>
                <a:lnTo>
                  <a:pt x="39168" y="45286"/>
                </a:lnTo>
                <a:cubicBezTo>
                  <a:pt x="45419" y="45286"/>
                  <a:pt x="49630" y="45042"/>
                  <a:pt x="51802" y="44554"/>
                </a:cubicBezTo>
                <a:cubicBezTo>
                  <a:pt x="54950" y="43800"/>
                  <a:pt x="57422" y="42204"/>
                  <a:pt x="59217" y="39766"/>
                </a:cubicBezTo>
                <a:cubicBezTo>
                  <a:pt x="61012" y="37328"/>
                  <a:pt x="61910" y="34313"/>
                  <a:pt x="61910" y="30722"/>
                </a:cubicBezTo>
                <a:cubicBezTo>
                  <a:pt x="61910" y="27131"/>
                  <a:pt x="60990" y="23762"/>
                  <a:pt x="59151" y="20615"/>
                </a:cubicBezTo>
                <a:cubicBezTo>
                  <a:pt x="57311" y="17467"/>
                  <a:pt x="54806" y="15239"/>
                  <a:pt x="51636" y="13931"/>
                </a:cubicBezTo>
                <a:cubicBezTo>
                  <a:pt x="48466" y="12624"/>
                  <a:pt x="43867" y="11970"/>
                  <a:pt x="37838" y="11970"/>
                </a:cubicBezTo>
                <a:lnTo>
                  <a:pt x="0" y="11970"/>
                </a:lnTo>
                <a:lnTo>
                  <a:pt x="0" y="0"/>
                </a:lnTo>
                <a:lnTo>
                  <a:pt x="70622" y="0"/>
                </a:lnTo>
                <a:lnTo>
                  <a:pt x="70622" y="10706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r">
            <a:extLst xmlns:a="http://schemas.openxmlformats.org/drawingml/2006/main">
              <a:ext uri="{FF2B5EF4-FFF2-40B4-BE49-F238E27FC236}">
                <a16:creationId xmlns:a16="http://schemas.microsoft.com/office/drawing/2014/main" id="{20FA1D9B-B4DF-435B-B36D-80A61806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327" y="2873255"/>
            <a:ext cx="72217" cy="38370"/>
          </a:xfrm>
          <a:custGeom xmlns:a="http://schemas.openxmlformats.org/drawingml/2006/main">
            <a:pathLst>
              <a:path w="72217" h="38370">
                <a:moveTo>
                  <a:pt x="72217" y="38370"/>
                </a:moveTo>
                <a:lnTo>
                  <a:pt x="1596" y="38370"/>
                </a:lnTo>
                <a:lnTo>
                  <a:pt x="1596" y="27597"/>
                </a:lnTo>
                <a:lnTo>
                  <a:pt x="12236" y="27597"/>
                </a:lnTo>
                <a:cubicBezTo>
                  <a:pt x="7254" y="24848"/>
                  <a:pt x="3969" y="22310"/>
                  <a:pt x="2381" y="19983"/>
                </a:cubicBezTo>
                <a:cubicBezTo>
                  <a:pt x="794" y="17655"/>
                  <a:pt x="0" y="15095"/>
                  <a:pt x="0" y="12302"/>
                </a:cubicBezTo>
                <a:cubicBezTo>
                  <a:pt x="0" y="8268"/>
                  <a:pt x="1280" y="4167"/>
                  <a:pt x="3840" y="0"/>
                </a:cubicBezTo>
                <a:lnTo>
                  <a:pt x="14896" y="4123"/>
                </a:lnTo>
                <a:cubicBezTo>
                  <a:pt x="13167" y="7049"/>
                  <a:pt x="12302" y="9975"/>
                  <a:pt x="12302" y="12901"/>
                </a:cubicBezTo>
                <a:cubicBezTo>
                  <a:pt x="12302" y="15516"/>
                  <a:pt x="13091" y="17866"/>
                  <a:pt x="14667" y="19950"/>
                </a:cubicBezTo>
                <a:cubicBezTo>
                  <a:pt x="16242" y="22033"/>
                  <a:pt x="18428" y="23518"/>
                  <a:pt x="21223" y="24405"/>
                </a:cubicBezTo>
                <a:cubicBezTo>
                  <a:pt x="25484" y="25735"/>
                  <a:pt x="30143" y="26400"/>
                  <a:pt x="35203" y="26400"/>
                </a:cubicBezTo>
                <a:lnTo>
                  <a:pt x="72217" y="26400"/>
                </a:lnTo>
                <a:lnTo>
                  <a:pt x="72217" y="38370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e">
            <a:extLst xmlns:a="http://schemas.openxmlformats.org/drawingml/2006/main">
              <a:ext uri="{FF2B5EF4-FFF2-40B4-BE49-F238E27FC236}">
                <a16:creationId xmlns:a16="http://schemas.microsoft.com/office/drawing/2014/main" id="{77D077B5-21D6-4809-9DFE-4FCEE956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327" y="2805015"/>
            <a:ext cx="73813" cy="65102"/>
          </a:xfrm>
          <a:custGeom xmlns:a="http://schemas.openxmlformats.org/drawingml/2006/main">
            <a:pathLst>
              <a:path w="73813" h="65102">
                <a:moveTo>
                  <a:pt x="49475" y="12768"/>
                </a:moveTo>
                <a:lnTo>
                  <a:pt x="51004" y="399"/>
                </a:lnTo>
                <a:cubicBezTo>
                  <a:pt x="58231" y="2350"/>
                  <a:pt x="63839" y="5963"/>
                  <a:pt x="67829" y="11238"/>
                </a:cubicBezTo>
                <a:cubicBezTo>
                  <a:pt x="71819" y="16514"/>
                  <a:pt x="73813" y="23252"/>
                  <a:pt x="73813" y="31454"/>
                </a:cubicBezTo>
                <a:cubicBezTo>
                  <a:pt x="73813" y="41783"/>
                  <a:pt x="70633" y="49974"/>
                  <a:pt x="64271" y="56025"/>
                </a:cubicBezTo>
                <a:cubicBezTo>
                  <a:pt x="57909" y="62076"/>
                  <a:pt x="48987" y="65102"/>
                  <a:pt x="37505" y="65102"/>
                </a:cubicBezTo>
                <a:cubicBezTo>
                  <a:pt x="25624" y="65102"/>
                  <a:pt x="16403" y="62043"/>
                  <a:pt x="9842" y="55925"/>
                </a:cubicBezTo>
                <a:cubicBezTo>
                  <a:pt x="3281" y="49807"/>
                  <a:pt x="0" y="41872"/>
                  <a:pt x="0" y="32119"/>
                </a:cubicBezTo>
                <a:cubicBezTo>
                  <a:pt x="0" y="22676"/>
                  <a:pt x="3209" y="14962"/>
                  <a:pt x="9628" y="8977"/>
                </a:cubicBezTo>
                <a:cubicBezTo>
                  <a:pt x="16045" y="2992"/>
                  <a:pt x="25073" y="0"/>
                  <a:pt x="36713" y="0"/>
                </a:cubicBezTo>
                <a:cubicBezTo>
                  <a:pt x="37421" y="0"/>
                  <a:pt x="38483" y="22"/>
                  <a:pt x="39899" y="66"/>
                </a:cubicBezTo>
                <a:lnTo>
                  <a:pt x="39899" y="52733"/>
                </a:lnTo>
                <a:cubicBezTo>
                  <a:pt x="47635" y="52290"/>
                  <a:pt x="53559" y="50096"/>
                  <a:pt x="57671" y="46150"/>
                </a:cubicBezTo>
                <a:cubicBezTo>
                  <a:pt x="61783" y="42204"/>
                  <a:pt x="63839" y="37284"/>
                  <a:pt x="63839" y="31387"/>
                </a:cubicBezTo>
                <a:cubicBezTo>
                  <a:pt x="63839" y="26998"/>
                  <a:pt x="62697" y="23252"/>
                  <a:pt x="60414" y="20149"/>
                </a:cubicBezTo>
                <a:cubicBezTo>
                  <a:pt x="58129" y="17046"/>
                  <a:pt x="54483" y="14585"/>
                  <a:pt x="49475" y="12768"/>
                </a:cubicBezTo>
                <a:moveTo>
                  <a:pt x="29924" y="52068"/>
                </a:moveTo>
                <a:lnTo>
                  <a:pt x="29924" y="12635"/>
                </a:lnTo>
                <a:cubicBezTo>
                  <a:pt x="24081" y="13167"/>
                  <a:pt x="19698" y="14674"/>
                  <a:pt x="16776" y="17157"/>
                </a:cubicBezTo>
                <a:cubicBezTo>
                  <a:pt x="12242" y="20969"/>
                  <a:pt x="9975" y="25912"/>
                  <a:pt x="9975" y="31986"/>
                </a:cubicBezTo>
                <a:cubicBezTo>
                  <a:pt x="9975" y="37483"/>
                  <a:pt x="11785" y="42105"/>
                  <a:pt x="15405" y="45851"/>
                </a:cubicBezTo>
                <a:cubicBezTo>
                  <a:pt x="19023" y="49597"/>
                  <a:pt x="23863" y="51669"/>
                  <a:pt x="29924" y="52068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s">
            <a:extLst xmlns:a="http://schemas.openxmlformats.org/drawingml/2006/main">
              <a:ext uri="{FF2B5EF4-FFF2-40B4-BE49-F238E27FC236}">
                <a16:creationId xmlns:a16="http://schemas.microsoft.com/office/drawing/2014/main" id="{96D9A4D0-BB8D-4DC2-AA49-06B71CA8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327" y="2736515"/>
            <a:ext cx="73813" cy="58652"/>
          </a:xfrm>
          <a:custGeom xmlns:a="http://schemas.openxmlformats.org/drawingml/2006/main">
            <a:pathLst>
              <a:path w="73813" h="58652">
                <a:moveTo>
                  <a:pt x="51071" y="58652"/>
                </a:moveTo>
                <a:lnTo>
                  <a:pt x="49209" y="46815"/>
                </a:lnTo>
                <a:cubicBezTo>
                  <a:pt x="53932" y="46150"/>
                  <a:pt x="57551" y="44299"/>
                  <a:pt x="60067" y="41262"/>
                </a:cubicBezTo>
                <a:cubicBezTo>
                  <a:pt x="62581" y="38226"/>
                  <a:pt x="63839" y="33981"/>
                  <a:pt x="63839" y="28528"/>
                </a:cubicBezTo>
                <a:cubicBezTo>
                  <a:pt x="63839" y="23031"/>
                  <a:pt x="62728" y="18952"/>
                  <a:pt x="60508" y="16292"/>
                </a:cubicBezTo>
                <a:cubicBezTo>
                  <a:pt x="58285" y="13632"/>
                  <a:pt x="55679" y="12302"/>
                  <a:pt x="52690" y="12302"/>
                </a:cubicBezTo>
                <a:cubicBezTo>
                  <a:pt x="50006" y="12302"/>
                  <a:pt x="47895" y="13477"/>
                  <a:pt x="46356" y="15827"/>
                </a:cubicBezTo>
                <a:cubicBezTo>
                  <a:pt x="45300" y="17467"/>
                  <a:pt x="43958" y="21546"/>
                  <a:pt x="42331" y="28062"/>
                </a:cubicBezTo>
                <a:cubicBezTo>
                  <a:pt x="40113" y="36840"/>
                  <a:pt x="38194" y="42925"/>
                  <a:pt x="36574" y="46316"/>
                </a:cubicBezTo>
                <a:cubicBezTo>
                  <a:pt x="34955" y="49708"/>
                  <a:pt x="32714" y="52279"/>
                  <a:pt x="29852" y="54030"/>
                </a:cubicBezTo>
                <a:cubicBezTo>
                  <a:pt x="26989" y="55781"/>
                  <a:pt x="23828" y="56657"/>
                  <a:pt x="20367" y="56657"/>
                </a:cubicBezTo>
                <a:cubicBezTo>
                  <a:pt x="17217" y="56657"/>
                  <a:pt x="14299" y="55936"/>
                  <a:pt x="11614" y="54496"/>
                </a:cubicBezTo>
                <a:cubicBezTo>
                  <a:pt x="8930" y="53055"/>
                  <a:pt x="6700" y="51093"/>
                  <a:pt x="4925" y="48610"/>
                </a:cubicBezTo>
                <a:cubicBezTo>
                  <a:pt x="3549" y="46749"/>
                  <a:pt x="2385" y="44210"/>
                  <a:pt x="1432" y="40996"/>
                </a:cubicBezTo>
                <a:cubicBezTo>
                  <a:pt x="477" y="37782"/>
                  <a:pt x="0" y="34335"/>
                  <a:pt x="0" y="30656"/>
                </a:cubicBezTo>
                <a:cubicBezTo>
                  <a:pt x="0" y="25114"/>
                  <a:pt x="804" y="20249"/>
                  <a:pt x="2411" y="16059"/>
                </a:cubicBezTo>
                <a:cubicBezTo>
                  <a:pt x="4016" y="11870"/>
                  <a:pt x="6192" y="8778"/>
                  <a:pt x="8938" y="6783"/>
                </a:cubicBezTo>
                <a:cubicBezTo>
                  <a:pt x="11682" y="4788"/>
                  <a:pt x="15353" y="3414"/>
                  <a:pt x="19950" y="2660"/>
                </a:cubicBezTo>
                <a:lnTo>
                  <a:pt x="21546" y="14364"/>
                </a:lnTo>
                <a:cubicBezTo>
                  <a:pt x="17910" y="14896"/>
                  <a:pt x="15073" y="16436"/>
                  <a:pt x="13034" y="18985"/>
                </a:cubicBezTo>
                <a:cubicBezTo>
                  <a:pt x="10994" y="21534"/>
                  <a:pt x="9975" y="25136"/>
                  <a:pt x="9975" y="29791"/>
                </a:cubicBezTo>
                <a:cubicBezTo>
                  <a:pt x="9975" y="35289"/>
                  <a:pt x="10879" y="39212"/>
                  <a:pt x="12689" y="41562"/>
                </a:cubicBezTo>
                <a:cubicBezTo>
                  <a:pt x="14497" y="43911"/>
                  <a:pt x="16614" y="45086"/>
                  <a:pt x="19041" y="45086"/>
                </a:cubicBezTo>
                <a:cubicBezTo>
                  <a:pt x="20585" y="45086"/>
                  <a:pt x="21974" y="44598"/>
                  <a:pt x="23210" y="43623"/>
                </a:cubicBezTo>
                <a:cubicBezTo>
                  <a:pt x="24489" y="42648"/>
                  <a:pt x="25547" y="41118"/>
                  <a:pt x="26385" y="39035"/>
                </a:cubicBezTo>
                <a:cubicBezTo>
                  <a:pt x="26827" y="37838"/>
                  <a:pt x="27842" y="34313"/>
                  <a:pt x="29430" y="28461"/>
                </a:cubicBezTo>
                <a:cubicBezTo>
                  <a:pt x="31689" y="19994"/>
                  <a:pt x="33539" y="14087"/>
                  <a:pt x="34978" y="10740"/>
                </a:cubicBezTo>
                <a:cubicBezTo>
                  <a:pt x="36418" y="7392"/>
                  <a:pt x="38511" y="4766"/>
                  <a:pt x="41258" y="2859"/>
                </a:cubicBezTo>
                <a:cubicBezTo>
                  <a:pt x="44004" y="953"/>
                  <a:pt x="47414" y="0"/>
                  <a:pt x="51489" y="0"/>
                </a:cubicBezTo>
                <a:cubicBezTo>
                  <a:pt x="55476" y="0"/>
                  <a:pt x="59230" y="1164"/>
                  <a:pt x="62752" y="3491"/>
                </a:cubicBezTo>
                <a:cubicBezTo>
                  <a:pt x="66272" y="5819"/>
                  <a:pt x="68996" y="9177"/>
                  <a:pt x="70923" y="13566"/>
                </a:cubicBezTo>
                <a:cubicBezTo>
                  <a:pt x="72850" y="17955"/>
                  <a:pt x="73813" y="22920"/>
                  <a:pt x="73813" y="28461"/>
                </a:cubicBezTo>
                <a:cubicBezTo>
                  <a:pt x="73813" y="37638"/>
                  <a:pt x="71902" y="44632"/>
                  <a:pt x="68078" y="49442"/>
                </a:cubicBezTo>
                <a:cubicBezTo>
                  <a:pt x="64254" y="54252"/>
                  <a:pt x="58585" y="57322"/>
                  <a:pt x="51071" y="58652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Fullyautomatedcon-">
            <a:extLst xmlns:a="http://schemas.openxmlformats.org/drawingml/2006/main">
              <a:ext uri="{FF2B5EF4-FFF2-40B4-BE49-F238E27FC236}">
                <a16:creationId xmlns:a16="http://schemas.microsoft.com/office/drawing/2014/main" id="{3858817C-5A4C-46F0-BDA6-3088CF6A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389" y="2272982"/>
            <a:ext cx="1630208" cy="151457"/>
          </a:xfrm>
          <a:custGeom xmlns:a="http://schemas.openxmlformats.org/drawingml/2006/main">
            <a:pathLst>
              <a:path w="1630208" h="151457">
                <a:moveTo>
                  <a:pt x="0" y="116984"/>
                </a:moveTo>
                <a:lnTo>
                  <a:pt x="0" y="0"/>
                </a:lnTo>
                <a:lnTo>
                  <a:pt x="80197" y="0"/>
                </a:lnTo>
                <a:lnTo>
                  <a:pt x="80197" y="19790"/>
                </a:lnTo>
                <a:lnTo>
                  <a:pt x="23620" y="19790"/>
                </a:lnTo>
                <a:lnTo>
                  <a:pt x="23620" y="47400"/>
                </a:lnTo>
                <a:lnTo>
                  <a:pt x="72457" y="47400"/>
                </a:lnTo>
                <a:lnTo>
                  <a:pt x="72457" y="67190"/>
                </a:lnTo>
                <a:lnTo>
                  <a:pt x="23620" y="67190"/>
                </a:lnTo>
                <a:lnTo>
                  <a:pt x="23620" y="116984"/>
                </a:lnTo>
                <a:lnTo>
                  <a:pt x="0" y="116984"/>
                </a:lnTo>
                <a:close/>
                <a:moveTo>
                  <a:pt x="155281" y="116984"/>
                </a:moveTo>
                <a:lnTo>
                  <a:pt x="155281" y="104296"/>
                </a:lnTo>
                <a:cubicBezTo>
                  <a:pt x="152195" y="108818"/>
                  <a:pt x="148139" y="112383"/>
                  <a:pt x="143112" y="114989"/>
                </a:cubicBezTo>
                <a:cubicBezTo>
                  <a:pt x="138084" y="117596"/>
                  <a:pt x="132778" y="118899"/>
                  <a:pt x="127192" y="118899"/>
                </a:cubicBezTo>
                <a:cubicBezTo>
                  <a:pt x="121500" y="118899"/>
                  <a:pt x="116392" y="117649"/>
                  <a:pt x="111871" y="115149"/>
                </a:cubicBezTo>
                <a:cubicBezTo>
                  <a:pt x="107349" y="112649"/>
                  <a:pt x="104077" y="109137"/>
                  <a:pt x="102055" y="104616"/>
                </a:cubicBezTo>
                <a:cubicBezTo>
                  <a:pt x="100034" y="100094"/>
                  <a:pt x="99023" y="93843"/>
                  <a:pt x="99023" y="85863"/>
                </a:cubicBezTo>
                <a:lnTo>
                  <a:pt x="99023" y="32238"/>
                </a:lnTo>
                <a:lnTo>
                  <a:pt x="121446" y="32238"/>
                </a:lnTo>
                <a:lnTo>
                  <a:pt x="121446" y="71090"/>
                </a:lnTo>
                <a:cubicBezTo>
                  <a:pt x="121446" y="82980"/>
                  <a:pt x="121859" y="90265"/>
                  <a:pt x="122683" y="92945"/>
                </a:cubicBezTo>
                <a:cubicBezTo>
                  <a:pt x="123508" y="95625"/>
                  <a:pt x="125011" y="97748"/>
                  <a:pt x="127192" y="99314"/>
                </a:cubicBezTo>
                <a:cubicBezTo>
                  <a:pt x="129373" y="100880"/>
                  <a:pt x="132139" y="101663"/>
                  <a:pt x="135491" y="101663"/>
                </a:cubicBezTo>
                <a:cubicBezTo>
                  <a:pt x="139321" y="101663"/>
                  <a:pt x="142753" y="100615"/>
                  <a:pt x="145785" y="98518"/>
                </a:cubicBezTo>
                <a:cubicBezTo>
                  <a:pt x="148817" y="96422"/>
                  <a:pt x="150892" y="93821"/>
                  <a:pt x="152009" y="90716"/>
                </a:cubicBezTo>
                <a:cubicBezTo>
                  <a:pt x="153126" y="87610"/>
                  <a:pt x="153685" y="80007"/>
                  <a:pt x="153685" y="67906"/>
                </a:cubicBezTo>
                <a:lnTo>
                  <a:pt x="153685" y="32238"/>
                </a:lnTo>
                <a:lnTo>
                  <a:pt x="176108" y="32238"/>
                </a:lnTo>
                <a:lnTo>
                  <a:pt x="176108" y="116984"/>
                </a:lnTo>
                <a:lnTo>
                  <a:pt x="155281" y="116984"/>
                </a:lnTo>
                <a:close/>
                <a:moveTo>
                  <a:pt x="199323" y="116984"/>
                </a:moveTo>
                <a:lnTo>
                  <a:pt x="199323" y="0"/>
                </a:lnTo>
                <a:lnTo>
                  <a:pt x="221746" y="0"/>
                </a:lnTo>
                <a:lnTo>
                  <a:pt x="221746" y="116984"/>
                </a:lnTo>
                <a:lnTo>
                  <a:pt x="199323" y="116984"/>
                </a:lnTo>
                <a:close/>
                <a:moveTo>
                  <a:pt x="244723" y="116984"/>
                </a:moveTo>
                <a:lnTo>
                  <a:pt x="244723" y="0"/>
                </a:lnTo>
                <a:lnTo>
                  <a:pt x="267146" y="0"/>
                </a:lnTo>
                <a:lnTo>
                  <a:pt x="267146" y="116984"/>
                </a:lnTo>
                <a:lnTo>
                  <a:pt x="244723" y="116984"/>
                </a:lnTo>
                <a:close/>
                <a:moveTo>
                  <a:pt x="279510" y="32238"/>
                </a:moveTo>
                <a:lnTo>
                  <a:pt x="303369" y="32238"/>
                </a:lnTo>
                <a:lnTo>
                  <a:pt x="323638" y="92464"/>
                </a:lnTo>
                <a:lnTo>
                  <a:pt x="343428" y="32238"/>
                </a:lnTo>
                <a:lnTo>
                  <a:pt x="366649" y="32238"/>
                </a:lnTo>
                <a:lnTo>
                  <a:pt x="336725" y="113820"/>
                </a:lnTo>
                <a:lnTo>
                  <a:pt x="331379" y="128635"/>
                </a:lnTo>
                <a:cubicBezTo>
                  <a:pt x="329410" y="133582"/>
                  <a:pt x="327535" y="137359"/>
                  <a:pt x="325753" y="139966"/>
                </a:cubicBezTo>
                <a:cubicBezTo>
                  <a:pt x="323971" y="142573"/>
                  <a:pt x="321922" y="144688"/>
                  <a:pt x="319608" y="146310"/>
                </a:cubicBezTo>
                <a:cubicBezTo>
                  <a:pt x="317294" y="147933"/>
                  <a:pt x="314448" y="149196"/>
                  <a:pt x="311070" y="150101"/>
                </a:cubicBezTo>
                <a:cubicBezTo>
                  <a:pt x="307692" y="151005"/>
                  <a:pt x="303875" y="151457"/>
                  <a:pt x="299619" y="151457"/>
                </a:cubicBezTo>
                <a:cubicBezTo>
                  <a:pt x="295310" y="151457"/>
                  <a:pt x="291080" y="151005"/>
                  <a:pt x="286931" y="150101"/>
                </a:cubicBezTo>
                <a:lnTo>
                  <a:pt x="284936" y="132545"/>
                </a:lnTo>
                <a:cubicBezTo>
                  <a:pt x="288447" y="133236"/>
                  <a:pt x="291612" y="133582"/>
                  <a:pt x="294432" y="133582"/>
                </a:cubicBezTo>
                <a:cubicBezTo>
                  <a:pt x="299645" y="133582"/>
                  <a:pt x="303502" y="132053"/>
                  <a:pt x="306003" y="128994"/>
                </a:cubicBezTo>
                <a:cubicBezTo>
                  <a:pt x="308503" y="125935"/>
                  <a:pt x="310418" y="122038"/>
                  <a:pt x="311748" y="117303"/>
                </a:cubicBezTo>
                <a:lnTo>
                  <a:pt x="279510" y="32238"/>
                </a:lnTo>
                <a:close/>
                <a:moveTo>
                  <a:pt x="443178" y="58412"/>
                </a:moveTo>
                <a:lnTo>
                  <a:pt x="422830" y="54742"/>
                </a:lnTo>
                <a:cubicBezTo>
                  <a:pt x="425117" y="46441"/>
                  <a:pt x="429054" y="40296"/>
                  <a:pt x="434640" y="36308"/>
                </a:cubicBezTo>
                <a:cubicBezTo>
                  <a:pt x="440226" y="32318"/>
                  <a:pt x="448525" y="30323"/>
                  <a:pt x="459537" y="30323"/>
                </a:cubicBezTo>
                <a:cubicBezTo>
                  <a:pt x="469538" y="30323"/>
                  <a:pt x="476986" y="31507"/>
                  <a:pt x="481881" y="33874"/>
                </a:cubicBezTo>
                <a:cubicBezTo>
                  <a:pt x="486775" y="36242"/>
                  <a:pt x="490219" y="39247"/>
                  <a:pt x="492214" y="42892"/>
                </a:cubicBezTo>
                <a:cubicBezTo>
                  <a:pt x="494209" y="46536"/>
                  <a:pt x="495207" y="53225"/>
                  <a:pt x="495207" y="62961"/>
                </a:cubicBezTo>
                <a:lnTo>
                  <a:pt x="494967" y="89135"/>
                </a:lnTo>
                <a:cubicBezTo>
                  <a:pt x="494967" y="96582"/>
                  <a:pt x="495327" y="102075"/>
                  <a:pt x="496045" y="105613"/>
                </a:cubicBezTo>
                <a:cubicBezTo>
                  <a:pt x="496763" y="109151"/>
                  <a:pt x="498106" y="112941"/>
                  <a:pt x="500075" y="116984"/>
                </a:cubicBezTo>
                <a:lnTo>
                  <a:pt x="477891" y="116984"/>
                </a:lnTo>
                <a:cubicBezTo>
                  <a:pt x="477305" y="115495"/>
                  <a:pt x="476587" y="113287"/>
                  <a:pt x="475736" y="110361"/>
                </a:cubicBezTo>
                <a:cubicBezTo>
                  <a:pt x="475364" y="109031"/>
                  <a:pt x="475098" y="108153"/>
                  <a:pt x="474938" y="107728"/>
                </a:cubicBezTo>
                <a:cubicBezTo>
                  <a:pt x="471108" y="111452"/>
                  <a:pt x="467011" y="114245"/>
                  <a:pt x="462649" y="116106"/>
                </a:cubicBezTo>
                <a:cubicBezTo>
                  <a:pt x="458287" y="117968"/>
                  <a:pt x="453632" y="118899"/>
                  <a:pt x="448684" y="118899"/>
                </a:cubicBezTo>
                <a:cubicBezTo>
                  <a:pt x="439960" y="118899"/>
                  <a:pt x="433084" y="116542"/>
                  <a:pt x="428057" y="111827"/>
                </a:cubicBezTo>
                <a:cubicBezTo>
                  <a:pt x="423029" y="107113"/>
                  <a:pt x="420516" y="101153"/>
                  <a:pt x="420516" y="93947"/>
                </a:cubicBezTo>
                <a:cubicBezTo>
                  <a:pt x="420516" y="89180"/>
                  <a:pt x="421659" y="84929"/>
                  <a:pt x="423947" y="81195"/>
                </a:cubicBezTo>
                <a:cubicBezTo>
                  <a:pt x="426235" y="77459"/>
                  <a:pt x="429440" y="74598"/>
                  <a:pt x="433563" y="72611"/>
                </a:cubicBezTo>
                <a:cubicBezTo>
                  <a:pt x="437686" y="70625"/>
                  <a:pt x="443631" y="68890"/>
                  <a:pt x="451398" y="67407"/>
                </a:cubicBezTo>
                <a:cubicBezTo>
                  <a:pt x="461878" y="65447"/>
                  <a:pt x="469139" y="63619"/>
                  <a:pt x="473182" y="61923"/>
                </a:cubicBezTo>
                <a:lnTo>
                  <a:pt x="473182" y="59664"/>
                </a:lnTo>
                <a:cubicBezTo>
                  <a:pt x="473182" y="55307"/>
                  <a:pt x="472119" y="52201"/>
                  <a:pt x="469991" y="50345"/>
                </a:cubicBezTo>
                <a:cubicBezTo>
                  <a:pt x="467863" y="48488"/>
                  <a:pt x="463846" y="47560"/>
                  <a:pt x="457941" y="47560"/>
                </a:cubicBezTo>
                <a:cubicBezTo>
                  <a:pt x="453951" y="47560"/>
                  <a:pt x="450839" y="48363"/>
                  <a:pt x="448605" y="49969"/>
                </a:cubicBezTo>
                <a:cubicBezTo>
                  <a:pt x="446370" y="51573"/>
                  <a:pt x="444562" y="54388"/>
                  <a:pt x="443178" y="58412"/>
                </a:cubicBezTo>
                <a:moveTo>
                  <a:pt x="473182" y="76606"/>
                </a:moveTo>
                <a:cubicBezTo>
                  <a:pt x="470310" y="77552"/>
                  <a:pt x="465761" y="78683"/>
                  <a:pt x="459537" y="79998"/>
                </a:cubicBezTo>
                <a:cubicBezTo>
                  <a:pt x="453313" y="81311"/>
                  <a:pt x="449243" y="82599"/>
                  <a:pt x="447328" y="83860"/>
                </a:cubicBezTo>
                <a:cubicBezTo>
                  <a:pt x="444402" y="85910"/>
                  <a:pt x="442939" y="88512"/>
                  <a:pt x="442939" y="91666"/>
                </a:cubicBezTo>
                <a:cubicBezTo>
                  <a:pt x="442939" y="94768"/>
                  <a:pt x="444109" y="97449"/>
                  <a:pt x="446450" y="99710"/>
                </a:cubicBezTo>
                <a:cubicBezTo>
                  <a:pt x="448791" y="101970"/>
                  <a:pt x="451770" y="103099"/>
                  <a:pt x="455387" y="103099"/>
                </a:cubicBezTo>
                <a:cubicBezTo>
                  <a:pt x="459431" y="103099"/>
                  <a:pt x="463288" y="101785"/>
                  <a:pt x="466958" y="99157"/>
                </a:cubicBezTo>
                <a:cubicBezTo>
                  <a:pt x="469671" y="97160"/>
                  <a:pt x="471454" y="94716"/>
                  <a:pt x="472305" y="91823"/>
                </a:cubicBezTo>
                <a:cubicBezTo>
                  <a:pt x="472890" y="89931"/>
                  <a:pt x="473182" y="86331"/>
                  <a:pt x="473182" y="81023"/>
                </a:cubicBezTo>
                <a:lnTo>
                  <a:pt x="473182" y="76606"/>
                </a:lnTo>
                <a:close/>
                <a:moveTo>
                  <a:pt x="573098" y="116984"/>
                </a:moveTo>
                <a:lnTo>
                  <a:pt x="573098" y="104296"/>
                </a:lnTo>
                <a:cubicBezTo>
                  <a:pt x="570012" y="108818"/>
                  <a:pt x="565956" y="112383"/>
                  <a:pt x="560928" y="114989"/>
                </a:cubicBezTo>
                <a:cubicBezTo>
                  <a:pt x="555901" y="117596"/>
                  <a:pt x="550595" y="118899"/>
                  <a:pt x="545009" y="118899"/>
                </a:cubicBezTo>
                <a:cubicBezTo>
                  <a:pt x="539316" y="118899"/>
                  <a:pt x="534209" y="117649"/>
                  <a:pt x="529687" y="115149"/>
                </a:cubicBezTo>
                <a:cubicBezTo>
                  <a:pt x="525165" y="112649"/>
                  <a:pt x="521894" y="109137"/>
                  <a:pt x="519872" y="104616"/>
                </a:cubicBezTo>
                <a:cubicBezTo>
                  <a:pt x="517851" y="100094"/>
                  <a:pt x="516840" y="93843"/>
                  <a:pt x="516840" y="85863"/>
                </a:cubicBezTo>
                <a:lnTo>
                  <a:pt x="516840" y="32238"/>
                </a:lnTo>
                <a:lnTo>
                  <a:pt x="539263" y="32238"/>
                </a:lnTo>
                <a:lnTo>
                  <a:pt x="539263" y="71090"/>
                </a:lnTo>
                <a:cubicBezTo>
                  <a:pt x="539263" y="82980"/>
                  <a:pt x="539675" y="90265"/>
                  <a:pt x="540500" y="92945"/>
                </a:cubicBezTo>
                <a:cubicBezTo>
                  <a:pt x="541325" y="95625"/>
                  <a:pt x="542827" y="97748"/>
                  <a:pt x="545009" y="99314"/>
                </a:cubicBezTo>
                <a:cubicBezTo>
                  <a:pt x="547190" y="100880"/>
                  <a:pt x="549956" y="101663"/>
                  <a:pt x="553308" y="101663"/>
                </a:cubicBezTo>
                <a:cubicBezTo>
                  <a:pt x="557138" y="101663"/>
                  <a:pt x="560569" y="100615"/>
                  <a:pt x="563602" y="98518"/>
                </a:cubicBezTo>
                <a:cubicBezTo>
                  <a:pt x="566634" y="96422"/>
                  <a:pt x="568709" y="93821"/>
                  <a:pt x="569826" y="90716"/>
                </a:cubicBezTo>
                <a:cubicBezTo>
                  <a:pt x="570943" y="87610"/>
                  <a:pt x="571502" y="80007"/>
                  <a:pt x="571502" y="67906"/>
                </a:cubicBezTo>
                <a:lnTo>
                  <a:pt x="571502" y="32238"/>
                </a:lnTo>
                <a:lnTo>
                  <a:pt x="593925" y="32238"/>
                </a:lnTo>
                <a:lnTo>
                  <a:pt x="593925" y="116984"/>
                </a:lnTo>
                <a:lnTo>
                  <a:pt x="573098" y="116984"/>
                </a:lnTo>
                <a:close/>
                <a:moveTo>
                  <a:pt x="656002" y="32238"/>
                </a:moveTo>
                <a:lnTo>
                  <a:pt x="656002" y="50113"/>
                </a:lnTo>
                <a:lnTo>
                  <a:pt x="640681" y="50113"/>
                </a:lnTo>
                <a:lnTo>
                  <a:pt x="640681" y="84212"/>
                </a:lnTo>
                <a:cubicBezTo>
                  <a:pt x="640681" y="91118"/>
                  <a:pt x="640827" y="95142"/>
                  <a:pt x="641120" y="96284"/>
                </a:cubicBezTo>
                <a:cubicBezTo>
                  <a:pt x="641412" y="97425"/>
                  <a:pt x="642077" y="98367"/>
                  <a:pt x="643115" y="99112"/>
                </a:cubicBezTo>
                <a:cubicBezTo>
                  <a:pt x="644152" y="99855"/>
                  <a:pt x="645415" y="100227"/>
                  <a:pt x="646905" y="100227"/>
                </a:cubicBezTo>
                <a:cubicBezTo>
                  <a:pt x="648980" y="100227"/>
                  <a:pt x="651986" y="99508"/>
                  <a:pt x="655922" y="98072"/>
                </a:cubicBezTo>
                <a:lnTo>
                  <a:pt x="657837" y="115533"/>
                </a:lnTo>
                <a:cubicBezTo>
                  <a:pt x="652624" y="117777"/>
                  <a:pt x="646719" y="118899"/>
                  <a:pt x="640122" y="118899"/>
                </a:cubicBezTo>
                <a:cubicBezTo>
                  <a:pt x="636079" y="118899"/>
                  <a:pt x="632435" y="118221"/>
                  <a:pt x="629190" y="116865"/>
                </a:cubicBezTo>
                <a:cubicBezTo>
                  <a:pt x="625945" y="115508"/>
                  <a:pt x="623564" y="113752"/>
                  <a:pt x="622048" y="111598"/>
                </a:cubicBezTo>
                <a:cubicBezTo>
                  <a:pt x="620532" y="109443"/>
                  <a:pt x="619481" y="106531"/>
                  <a:pt x="618896" y="102860"/>
                </a:cubicBezTo>
                <a:cubicBezTo>
                  <a:pt x="618417" y="100253"/>
                  <a:pt x="618178" y="94987"/>
                  <a:pt x="618178" y="87060"/>
                </a:cubicBezTo>
                <a:lnTo>
                  <a:pt x="618178" y="50113"/>
                </a:lnTo>
                <a:lnTo>
                  <a:pt x="607884" y="50113"/>
                </a:lnTo>
                <a:lnTo>
                  <a:pt x="607884" y="32238"/>
                </a:lnTo>
                <a:lnTo>
                  <a:pt x="618178" y="32238"/>
                </a:lnTo>
                <a:lnTo>
                  <a:pt x="618178" y="15321"/>
                </a:lnTo>
                <a:lnTo>
                  <a:pt x="640681" y="2075"/>
                </a:lnTo>
                <a:lnTo>
                  <a:pt x="640681" y="32238"/>
                </a:lnTo>
                <a:lnTo>
                  <a:pt x="656002" y="32238"/>
                </a:lnTo>
                <a:close/>
                <a:moveTo>
                  <a:pt x="666390" y="73414"/>
                </a:moveTo>
                <a:cubicBezTo>
                  <a:pt x="666390" y="65967"/>
                  <a:pt x="668226" y="58758"/>
                  <a:pt x="671897" y="51789"/>
                </a:cubicBezTo>
                <a:cubicBezTo>
                  <a:pt x="675567" y="44820"/>
                  <a:pt x="680767" y="39500"/>
                  <a:pt x="687497" y="35829"/>
                </a:cubicBezTo>
                <a:cubicBezTo>
                  <a:pt x="694227" y="32159"/>
                  <a:pt x="701741" y="30323"/>
                  <a:pt x="710040" y="30323"/>
                </a:cubicBezTo>
                <a:cubicBezTo>
                  <a:pt x="722861" y="30323"/>
                  <a:pt x="733368" y="34486"/>
                  <a:pt x="741560" y="42812"/>
                </a:cubicBezTo>
                <a:cubicBezTo>
                  <a:pt x="749753" y="51137"/>
                  <a:pt x="753849" y="61657"/>
                  <a:pt x="753849" y="74372"/>
                </a:cubicBezTo>
                <a:cubicBezTo>
                  <a:pt x="753849" y="87193"/>
                  <a:pt x="749713" y="97819"/>
                  <a:pt x="741441" y="106251"/>
                </a:cubicBezTo>
                <a:cubicBezTo>
                  <a:pt x="733168" y="114683"/>
                  <a:pt x="722755" y="118899"/>
                  <a:pt x="710200" y="118899"/>
                </a:cubicBezTo>
                <a:cubicBezTo>
                  <a:pt x="702433" y="118899"/>
                  <a:pt x="695025" y="117144"/>
                  <a:pt x="687976" y="113633"/>
                </a:cubicBezTo>
                <a:cubicBezTo>
                  <a:pt x="680927" y="110122"/>
                  <a:pt x="675567" y="104975"/>
                  <a:pt x="671897" y="98192"/>
                </a:cubicBezTo>
                <a:cubicBezTo>
                  <a:pt x="668226" y="91409"/>
                  <a:pt x="666390" y="83150"/>
                  <a:pt x="666390" y="73414"/>
                </a:cubicBezTo>
                <a:moveTo>
                  <a:pt x="689372" y="74611"/>
                </a:moveTo>
                <a:cubicBezTo>
                  <a:pt x="689372" y="82990"/>
                  <a:pt x="691367" y="89407"/>
                  <a:pt x="695357" y="93863"/>
                </a:cubicBezTo>
                <a:cubicBezTo>
                  <a:pt x="699347" y="98318"/>
                  <a:pt x="704268" y="100546"/>
                  <a:pt x="710120" y="100546"/>
                </a:cubicBezTo>
                <a:cubicBezTo>
                  <a:pt x="715972" y="100546"/>
                  <a:pt x="720879" y="98318"/>
                  <a:pt x="724843" y="93863"/>
                </a:cubicBezTo>
                <a:cubicBezTo>
                  <a:pt x="728806" y="89407"/>
                  <a:pt x="730788" y="82937"/>
                  <a:pt x="730788" y="74452"/>
                </a:cubicBezTo>
                <a:cubicBezTo>
                  <a:pt x="730788" y="66179"/>
                  <a:pt x="728806" y="59815"/>
                  <a:pt x="724843" y="55360"/>
                </a:cubicBezTo>
                <a:cubicBezTo>
                  <a:pt x="720879" y="50905"/>
                  <a:pt x="715972" y="48677"/>
                  <a:pt x="710120" y="48677"/>
                </a:cubicBezTo>
                <a:cubicBezTo>
                  <a:pt x="704268" y="48677"/>
                  <a:pt x="699347" y="50905"/>
                  <a:pt x="695357" y="55360"/>
                </a:cubicBezTo>
                <a:cubicBezTo>
                  <a:pt x="691367" y="59815"/>
                  <a:pt x="689372" y="66233"/>
                  <a:pt x="689372" y="74611"/>
                </a:cubicBezTo>
                <a:close/>
                <a:moveTo>
                  <a:pt x="769723" y="32238"/>
                </a:moveTo>
                <a:lnTo>
                  <a:pt x="790390" y="32238"/>
                </a:lnTo>
                <a:lnTo>
                  <a:pt x="790390" y="43809"/>
                </a:lnTo>
                <a:cubicBezTo>
                  <a:pt x="797785" y="34819"/>
                  <a:pt x="806589" y="30323"/>
                  <a:pt x="816804" y="30323"/>
                </a:cubicBezTo>
                <a:cubicBezTo>
                  <a:pt x="822230" y="30323"/>
                  <a:pt x="826938" y="31445"/>
                  <a:pt x="830928" y="33690"/>
                </a:cubicBezTo>
                <a:cubicBezTo>
                  <a:pt x="834918" y="35934"/>
                  <a:pt x="838190" y="39328"/>
                  <a:pt x="840743" y="43872"/>
                </a:cubicBezTo>
                <a:cubicBezTo>
                  <a:pt x="844467" y="39328"/>
                  <a:pt x="848484" y="35934"/>
                  <a:pt x="852793" y="33690"/>
                </a:cubicBezTo>
                <a:cubicBezTo>
                  <a:pt x="857102" y="31445"/>
                  <a:pt x="861703" y="30323"/>
                  <a:pt x="866598" y="30323"/>
                </a:cubicBezTo>
                <a:cubicBezTo>
                  <a:pt x="872822" y="30323"/>
                  <a:pt x="878089" y="31587"/>
                  <a:pt x="882398" y="34114"/>
                </a:cubicBezTo>
                <a:cubicBezTo>
                  <a:pt x="886707" y="36641"/>
                  <a:pt x="889925" y="40351"/>
                  <a:pt x="892053" y="45246"/>
                </a:cubicBezTo>
                <a:cubicBezTo>
                  <a:pt x="893596" y="48863"/>
                  <a:pt x="894368" y="54715"/>
                  <a:pt x="894368" y="62801"/>
                </a:cubicBezTo>
                <a:lnTo>
                  <a:pt x="894368" y="116984"/>
                </a:lnTo>
                <a:lnTo>
                  <a:pt x="871944" y="116984"/>
                </a:lnTo>
                <a:lnTo>
                  <a:pt x="871944" y="68602"/>
                </a:lnTo>
                <a:cubicBezTo>
                  <a:pt x="871944" y="60206"/>
                  <a:pt x="871173" y="54786"/>
                  <a:pt x="869630" y="52343"/>
                </a:cubicBezTo>
                <a:cubicBezTo>
                  <a:pt x="867555" y="49154"/>
                  <a:pt x="864363" y="47560"/>
                  <a:pt x="860054" y="47560"/>
                </a:cubicBezTo>
                <a:cubicBezTo>
                  <a:pt x="856916" y="47560"/>
                  <a:pt x="853963" y="48517"/>
                  <a:pt x="851197" y="50430"/>
                </a:cubicBezTo>
                <a:cubicBezTo>
                  <a:pt x="848430" y="52342"/>
                  <a:pt x="846435" y="55145"/>
                  <a:pt x="845212" y="58839"/>
                </a:cubicBezTo>
                <a:cubicBezTo>
                  <a:pt x="843988" y="62531"/>
                  <a:pt x="843376" y="68363"/>
                  <a:pt x="843376" y="76335"/>
                </a:cubicBezTo>
                <a:lnTo>
                  <a:pt x="843376" y="116984"/>
                </a:lnTo>
                <a:lnTo>
                  <a:pt x="820953" y="116984"/>
                </a:lnTo>
                <a:lnTo>
                  <a:pt x="820953" y="70594"/>
                </a:lnTo>
                <a:cubicBezTo>
                  <a:pt x="820953" y="62358"/>
                  <a:pt x="820554" y="57045"/>
                  <a:pt x="819756" y="54654"/>
                </a:cubicBezTo>
                <a:cubicBezTo>
                  <a:pt x="818958" y="52262"/>
                  <a:pt x="817721" y="50482"/>
                  <a:pt x="816046" y="49313"/>
                </a:cubicBezTo>
                <a:cubicBezTo>
                  <a:pt x="814370" y="48144"/>
                  <a:pt x="812096" y="47560"/>
                  <a:pt x="809223" y="47560"/>
                </a:cubicBezTo>
                <a:cubicBezTo>
                  <a:pt x="805765" y="47560"/>
                  <a:pt x="802653" y="48490"/>
                  <a:pt x="799886" y="50350"/>
                </a:cubicBezTo>
                <a:cubicBezTo>
                  <a:pt x="797120" y="52209"/>
                  <a:pt x="795138" y="54892"/>
                  <a:pt x="793941" y="58400"/>
                </a:cubicBezTo>
                <a:cubicBezTo>
                  <a:pt x="792744" y="61908"/>
                  <a:pt x="792146" y="67726"/>
                  <a:pt x="792146" y="75856"/>
                </a:cubicBezTo>
                <a:lnTo>
                  <a:pt x="792146" y="116984"/>
                </a:lnTo>
                <a:lnTo>
                  <a:pt x="769723" y="116984"/>
                </a:lnTo>
                <a:lnTo>
                  <a:pt x="769723" y="32238"/>
                </a:lnTo>
                <a:close/>
                <a:moveTo>
                  <a:pt x="933475" y="58412"/>
                </a:moveTo>
                <a:lnTo>
                  <a:pt x="913127" y="54742"/>
                </a:lnTo>
                <a:cubicBezTo>
                  <a:pt x="915414" y="46441"/>
                  <a:pt x="919351" y="40296"/>
                  <a:pt x="924937" y="36308"/>
                </a:cubicBezTo>
                <a:cubicBezTo>
                  <a:pt x="930523" y="32318"/>
                  <a:pt x="938822" y="30323"/>
                  <a:pt x="949834" y="30323"/>
                </a:cubicBezTo>
                <a:cubicBezTo>
                  <a:pt x="959835" y="30323"/>
                  <a:pt x="967283" y="31507"/>
                  <a:pt x="972177" y="33874"/>
                </a:cubicBezTo>
                <a:cubicBezTo>
                  <a:pt x="977072" y="36242"/>
                  <a:pt x="980516" y="39247"/>
                  <a:pt x="982511" y="42892"/>
                </a:cubicBezTo>
                <a:cubicBezTo>
                  <a:pt x="984506" y="46536"/>
                  <a:pt x="985504" y="53225"/>
                  <a:pt x="985504" y="62961"/>
                </a:cubicBezTo>
                <a:lnTo>
                  <a:pt x="985264" y="89135"/>
                </a:lnTo>
                <a:cubicBezTo>
                  <a:pt x="985264" y="96582"/>
                  <a:pt x="985624" y="102075"/>
                  <a:pt x="986342" y="105613"/>
                </a:cubicBezTo>
                <a:cubicBezTo>
                  <a:pt x="987060" y="109151"/>
                  <a:pt x="988403" y="112941"/>
                  <a:pt x="990372" y="116984"/>
                </a:cubicBezTo>
                <a:lnTo>
                  <a:pt x="968188" y="116984"/>
                </a:lnTo>
                <a:cubicBezTo>
                  <a:pt x="967602" y="115495"/>
                  <a:pt x="966884" y="113287"/>
                  <a:pt x="966033" y="110361"/>
                </a:cubicBezTo>
                <a:cubicBezTo>
                  <a:pt x="965661" y="109031"/>
                  <a:pt x="965395" y="108153"/>
                  <a:pt x="965235" y="107728"/>
                </a:cubicBezTo>
                <a:cubicBezTo>
                  <a:pt x="961405" y="111452"/>
                  <a:pt x="957308" y="114245"/>
                  <a:pt x="952946" y="116106"/>
                </a:cubicBezTo>
                <a:cubicBezTo>
                  <a:pt x="948584" y="117968"/>
                  <a:pt x="943929" y="118899"/>
                  <a:pt x="938981" y="118899"/>
                </a:cubicBezTo>
                <a:cubicBezTo>
                  <a:pt x="930257" y="118899"/>
                  <a:pt x="923381" y="116542"/>
                  <a:pt x="918354" y="111827"/>
                </a:cubicBezTo>
                <a:cubicBezTo>
                  <a:pt x="913326" y="107113"/>
                  <a:pt x="910813" y="101153"/>
                  <a:pt x="910813" y="93947"/>
                </a:cubicBezTo>
                <a:cubicBezTo>
                  <a:pt x="910813" y="89180"/>
                  <a:pt x="911956" y="84929"/>
                  <a:pt x="914244" y="81195"/>
                </a:cubicBezTo>
                <a:cubicBezTo>
                  <a:pt x="916532" y="77459"/>
                  <a:pt x="919737" y="74598"/>
                  <a:pt x="923860" y="72611"/>
                </a:cubicBezTo>
                <a:cubicBezTo>
                  <a:pt x="927983" y="70625"/>
                  <a:pt x="933928" y="68890"/>
                  <a:pt x="941695" y="67407"/>
                </a:cubicBezTo>
                <a:cubicBezTo>
                  <a:pt x="952175" y="65447"/>
                  <a:pt x="959436" y="63619"/>
                  <a:pt x="963479" y="61923"/>
                </a:cubicBezTo>
                <a:lnTo>
                  <a:pt x="963479" y="59664"/>
                </a:lnTo>
                <a:cubicBezTo>
                  <a:pt x="963479" y="55307"/>
                  <a:pt x="962416" y="52201"/>
                  <a:pt x="960288" y="50345"/>
                </a:cubicBezTo>
                <a:cubicBezTo>
                  <a:pt x="958160" y="48488"/>
                  <a:pt x="954143" y="47560"/>
                  <a:pt x="948238" y="47560"/>
                </a:cubicBezTo>
                <a:cubicBezTo>
                  <a:pt x="944248" y="47560"/>
                  <a:pt x="941136" y="48363"/>
                  <a:pt x="938902" y="49969"/>
                </a:cubicBezTo>
                <a:cubicBezTo>
                  <a:pt x="936667" y="51573"/>
                  <a:pt x="934859" y="54388"/>
                  <a:pt x="933475" y="58412"/>
                </a:cubicBezTo>
                <a:moveTo>
                  <a:pt x="963479" y="76606"/>
                </a:moveTo>
                <a:cubicBezTo>
                  <a:pt x="960607" y="77552"/>
                  <a:pt x="956058" y="78683"/>
                  <a:pt x="949834" y="79998"/>
                </a:cubicBezTo>
                <a:cubicBezTo>
                  <a:pt x="943610" y="81311"/>
                  <a:pt x="939540" y="82599"/>
                  <a:pt x="937625" y="83860"/>
                </a:cubicBezTo>
                <a:cubicBezTo>
                  <a:pt x="934699" y="85910"/>
                  <a:pt x="933236" y="88512"/>
                  <a:pt x="933236" y="91666"/>
                </a:cubicBezTo>
                <a:cubicBezTo>
                  <a:pt x="933236" y="94768"/>
                  <a:pt x="934406" y="97449"/>
                  <a:pt x="936747" y="99710"/>
                </a:cubicBezTo>
                <a:cubicBezTo>
                  <a:pt x="939088" y="101970"/>
                  <a:pt x="942067" y="103099"/>
                  <a:pt x="945684" y="103099"/>
                </a:cubicBezTo>
                <a:cubicBezTo>
                  <a:pt x="949728" y="103099"/>
                  <a:pt x="953585" y="101785"/>
                  <a:pt x="957255" y="99157"/>
                </a:cubicBezTo>
                <a:cubicBezTo>
                  <a:pt x="959968" y="97160"/>
                  <a:pt x="961751" y="94716"/>
                  <a:pt x="962602" y="91823"/>
                </a:cubicBezTo>
                <a:cubicBezTo>
                  <a:pt x="963187" y="89931"/>
                  <a:pt x="963479" y="86331"/>
                  <a:pt x="963479" y="81023"/>
                </a:cubicBezTo>
                <a:lnTo>
                  <a:pt x="963479" y="76606"/>
                </a:lnTo>
                <a:close/>
                <a:moveTo>
                  <a:pt x="1046477" y="32238"/>
                </a:moveTo>
                <a:lnTo>
                  <a:pt x="1046477" y="50113"/>
                </a:lnTo>
                <a:lnTo>
                  <a:pt x="1031156" y="50113"/>
                </a:lnTo>
                <a:lnTo>
                  <a:pt x="1031156" y="84212"/>
                </a:lnTo>
                <a:cubicBezTo>
                  <a:pt x="1031156" y="91118"/>
                  <a:pt x="1031302" y="95142"/>
                  <a:pt x="1031595" y="96284"/>
                </a:cubicBezTo>
                <a:cubicBezTo>
                  <a:pt x="1031888" y="97425"/>
                  <a:pt x="1032553" y="98367"/>
                  <a:pt x="1033590" y="99112"/>
                </a:cubicBezTo>
                <a:cubicBezTo>
                  <a:pt x="1034627" y="99855"/>
                  <a:pt x="1035891" y="100227"/>
                  <a:pt x="1037380" y="100227"/>
                </a:cubicBezTo>
                <a:cubicBezTo>
                  <a:pt x="1039455" y="100227"/>
                  <a:pt x="1042461" y="99508"/>
                  <a:pt x="1046398" y="98072"/>
                </a:cubicBezTo>
                <a:lnTo>
                  <a:pt x="1048313" y="115533"/>
                </a:lnTo>
                <a:cubicBezTo>
                  <a:pt x="1043099" y="117777"/>
                  <a:pt x="1037194" y="118899"/>
                  <a:pt x="1030598" y="118899"/>
                </a:cubicBezTo>
                <a:cubicBezTo>
                  <a:pt x="1026554" y="118899"/>
                  <a:pt x="1022910" y="118221"/>
                  <a:pt x="1019665" y="116865"/>
                </a:cubicBezTo>
                <a:cubicBezTo>
                  <a:pt x="1016420" y="115508"/>
                  <a:pt x="1014039" y="113752"/>
                  <a:pt x="1012523" y="111598"/>
                </a:cubicBezTo>
                <a:cubicBezTo>
                  <a:pt x="1011007" y="109443"/>
                  <a:pt x="1009956" y="106531"/>
                  <a:pt x="1009371" y="102860"/>
                </a:cubicBezTo>
                <a:cubicBezTo>
                  <a:pt x="1008892" y="100253"/>
                  <a:pt x="1008653" y="94987"/>
                  <a:pt x="1008653" y="87060"/>
                </a:cubicBezTo>
                <a:lnTo>
                  <a:pt x="1008653" y="50113"/>
                </a:lnTo>
                <a:lnTo>
                  <a:pt x="998359" y="50113"/>
                </a:lnTo>
                <a:lnTo>
                  <a:pt x="998359" y="32238"/>
                </a:lnTo>
                <a:lnTo>
                  <a:pt x="1008653" y="32238"/>
                </a:lnTo>
                <a:lnTo>
                  <a:pt x="1008653" y="15321"/>
                </a:lnTo>
                <a:lnTo>
                  <a:pt x="1031156" y="2075"/>
                </a:lnTo>
                <a:lnTo>
                  <a:pt x="1031156" y="32238"/>
                </a:lnTo>
                <a:lnTo>
                  <a:pt x="1046477" y="32238"/>
                </a:lnTo>
                <a:close/>
                <a:moveTo>
                  <a:pt x="1111129" y="90012"/>
                </a:moveTo>
                <a:lnTo>
                  <a:pt x="1133473" y="93843"/>
                </a:lnTo>
                <a:cubicBezTo>
                  <a:pt x="1130600" y="102009"/>
                  <a:pt x="1126065" y="108226"/>
                  <a:pt x="1119867" y="112496"/>
                </a:cubicBezTo>
                <a:cubicBezTo>
                  <a:pt x="1113669" y="116765"/>
                  <a:pt x="1105916" y="118899"/>
                  <a:pt x="1096606" y="118899"/>
                </a:cubicBezTo>
                <a:cubicBezTo>
                  <a:pt x="1081870" y="118899"/>
                  <a:pt x="1070964" y="114085"/>
                  <a:pt x="1063889" y="104456"/>
                </a:cubicBezTo>
                <a:cubicBezTo>
                  <a:pt x="1058303" y="96742"/>
                  <a:pt x="1055510" y="87007"/>
                  <a:pt x="1055510" y="75250"/>
                </a:cubicBezTo>
                <a:cubicBezTo>
                  <a:pt x="1055510" y="61205"/>
                  <a:pt x="1059181" y="50206"/>
                  <a:pt x="1066522" y="42253"/>
                </a:cubicBezTo>
                <a:cubicBezTo>
                  <a:pt x="1073863" y="34300"/>
                  <a:pt x="1083147" y="30323"/>
                  <a:pt x="1094372" y="30323"/>
                </a:cubicBezTo>
                <a:cubicBezTo>
                  <a:pt x="1106980" y="30323"/>
                  <a:pt x="1116928" y="34486"/>
                  <a:pt x="1124216" y="42812"/>
                </a:cubicBezTo>
                <a:cubicBezTo>
                  <a:pt x="1131504" y="51137"/>
                  <a:pt x="1134989" y="63892"/>
                  <a:pt x="1134670" y="81075"/>
                </a:cubicBezTo>
                <a:lnTo>
                  <a:pt x="1078492" y="81075"/>
                </a:lnTo>
                <a:cubicBezTo>
                  <a:pt x="1078651" y="87725"/>
                  <a:pt x="1080460" y="92898"/>
                  <a:pt x="1083918" y="96596"/>
                </a:cubicBezTo>
                <a:cubicBezTo>
                  <a:pt x="1087376" y="100293"/>
                  <a:pt x="1091685" y="102142"/>
                  <a:pt x="1096845" y="102142"/>
                </a:cubicBezTo>
                <a:cubicBezTo>
                  <a:pt x="1100356" y="102142"/>
                  <a:pt x="1103309" y="101184"/>
                  <a:pt x="1105703" y="99269"/>
                </a:cubicBezTo>
                <a:cubicBezTo>
                  <a:pt x="1108097" y="97354"/>
                  <a:pt x="1109906" y="94268"/>
                  <a:pt x="1111129" y="90012"/>
                </a:cubicBezTo>
                <a:moveTo>
                  <a:pt x="1112406" y="67350"/>
                </a:moveTo>
                <a:cubicBezTo>
                  <a:pt x="1112246" y="60886"/>
                  <a:pt x="1110571" y="55972"/>
                  <a:pt x="1107379" y="52607"/>
                </a:cubicBezTo>
                <a:cubicBezTo>
                  <a:pt x="1104187" y="49242"/>
                  <a:pt x="1100303" y="47560"/>
                  <a:pt x="1095728" y="47560"/>
                </a:cubicBezTo>
                <a:cubicBezTo>
                  <a:pt x="1090834" y="47560"/>
                  <a:pt x="1086791" y="49334"/>
                  <a:pt x="1083599" y="52884"/>
                </a:cubicBezTo>
                <a:cubicBezTo>
                  <a:pt x="1080407" y="56435"/>
                  <a:pt x="1078838" y="61257"/>
                  <a:pt x="1078891" y="67350"/>
                </a:cubicBezTo>
                <a:lnTo>
                  <a:pt x="1112406" y="67350"/>
                </a:lnTo>
                <a:close/>
                <a:moveTo>
                  <a:pt x="1230675" y="116984"/>
                </a:moveTo>
                <a:lnTo>
                  <a:pt x="1209847" y="116984"/>
                </a:lnTo>
                <a:lnTo>
                  <a:pt x="1209847" y="104536"/>
                </a:lnTo>
                <a:cubicBezTo>
                  <a:pt x="1206389" y="109377"/>
                  <a:pt x="1202306" y="112981"/>
                  <a:pt x="1197598" y="115348"/>
                </a:cubicBezTo>
                <a:cubicBezTo>
                  <a:pt x="1192890" y="117716"/>
                  <a:pt x="1188142" y="118899"/>
                  <a:pt x="1183354" y="118899"/>
                </a:cubicBezTo>
                <a:cubicBezTo>
                  <a:pt x="1173619" y="118899"/>
                  <a:pt x="1165280" y="114976"/>
                  <a:pt x="1158338" y="107129"/>
                </a:cubicBezTo>
                <a:cubicBezTo>
                  <a:pt x="1151395" y="99282"/>
                  <a:pt x="1147924" y="88337"/>
                  <a:pt x="1147924" y="74292"/>
                </a:cubicBezTo>
                <a:cubicBezTo>
                  <a:pt x="1147924" y="59928"/>
                  <a:pt x="1151302" y="49009"/>
                  <a:pt x="1158058" y="41535"/>
                </a:cubicBezTo>
                <a:cubicBezTo>
                  <a:pt x="1164815" y="34061"/>
                  <a:pt x="1173353" y="30323"/>
                  <a:pt x="1183674" y="30323"/>
                </a:cubicBezTo>
                <a:cubicBezTo>
                  <a:pt x="1193143" y="30323"/>
                  <a:pt x="1201336" y="34260"/>
                  <a:pt x="1208251" y="42133"/>
                </a:cubicBezTo>
                <a:lnTo>
                  <a:pt x="1208251" y="0"/>
                </a:lnTo>
                <a:lnTo>
                  <a:pt x="1230675" y="0"/>
                </a:lnTo>
                <a:lnTo>
                  <a:pt x="1230675" y="116984"/>
                </a:lnTo>
                <a:moveTo>
                  <a:pt x="1170826" y="72818"/>
                </a:moveTo>
                <a:cubicBezTo>
                  <a:pt x="1170826" y="81849"/>
                  <a:pt x="1172076" y="88382"/>
                  <a:pt x="1174577" y="92419"/>
                </a:cubicBezTo>
                <a:cubicBezTo>
                  <a:pt x="1178194" y="98262"/>
                  <a:pt x="1183248" y="101184"/>
                  <a:pt x="1189738" y="101184"/>
                </a:cubicBezTo>
                <a:cubicBezTo>
                  <a:pt x="1194899" y="101184"/>
                  <a:pt x="1199287" y="98993"/>
                  <a:pt x="1202905" y="94611"/>
                </a:cubicBezTo>
                <a:cubicBezTo>
                  <a:pt x="1206522" y="90229"/>
                  <a:pt x="1208331" y="83682"/>
                  <a:pt x="1208331" y="74970"/>
                </a:cubicBezTo>
                <a:cubicBezTo>
                  <a:pt x="1208331" y="65248"/>
                  <a:pt x="1206576" y="58249"/>
                  <a:pt x="1203065" y="53974"/>
                </a:cubicBezTo>
                <a:cubicBezTo>
                  <a:pt x="1199553" y="49698"/>
                  <a:pt x="1195058" y="47560"/>
                  <a:pt x="1189579" y="47560"/>
                </a:cubicBezTo>
                <a:cubicBezTo>
                  <a:pt x="1184259" y="47560"/>
                  <a:pt x="1179803" y="49671"/>
                  <a:pt x="1176212" y="53894"/>
                </a:cubicBezTo>
                <a:cubicBezTo>
                  <a:pt x="1172622" y="58116"/>
                  <a:pt x="1170826" y="64425"/>
                  <a:pt x="1170826" y="72818"/>
                </a:cubicBezTo>
                <a:close/>
                <a:moveTo>
                  <a:pt x="1372066" y="57295"/>
                </a:moveTo>
                <a:lnTo>
                  <a:pt x="1349962" y="61285"/>
                </a:lnTo>
                <a:cubicBezTo>
                  <a:pt x="1349217" y="56896"/>
                  <a:pt x="1347528" y="53591"/>
                  <a:pt x="1344894" y="51370"/>
                </a:cubicBezTo>
                <a:cubicBezTo>
                  <a:pt x="1342261" y="49149"/>
                  <a:pt x="1338843" y="48039"/>
                  <a:pt x="1334640" y="48039"/>
                </a:cubicBezTo>
                <a:cubicBezTo>
                  <a:pt x="1329054" y="48039"/>
                  <a:pt x="1324599" y="49961"/>
                  <a:pt x="1321274" y="53806"/>
                </a:cubicBezTo>
                <a:cubicBezTo>
                  <a:pt x="1317949" y="57652"/>
                  <a:pt x="1316287" y="64082"/>
                  <a:pt x="1316287" y="73098"/>
                </a:cubicBezTo>
                <a:cubicBezTo>
                  <a:pt x="1316287" y="83122"/>
                  <a:pt x="1317976" y="90204"/>
                  <a:pt x="1321354" y="94341"/>
                </a:cubicBezTo>
                <a:cubicBezTo>
                  <a:pt x="1324732" y="98478"/>
                  <a:pt x="1329267" y="100546"/>
                  <a:pt x="1334960" y="100546"/>
                </a:cubicBezTo>
                <a:cubicBezTo>
                  <a:pt x="1339215" y="100546"/>
                  <a:pt x="1342700" y="99336"/>
                  <a:pt x="1345413" y="96915"/>
                </a:cubicBezTo>
                <a:cubicBezTo>
                  <a:pt x="1348126" y="94494"/>
                  <a:pt x="1350041" y="90332"/>
                  <a:pt x="1351159" y="84427"/>
                </a:cubicBezTo>
                <a:lnTo>
                  <a:pt x="1373183" y="88257"/>
                </a:lnTo>
                <a:cubicBezTo>
                  <a:pt x="1370895" y="98365"/>
                  <a:pt x="1366506" y="105999"/>
                  <a:pt x="1360016" y="111159"/>
                </a:cubicBezTo>
                <a:cubicBezTo>
                  <a:pt x="1353526" y="116319"/>
                  <a:pt x="1344828" y="118899"/>
                  <a:pt x="1333922" y="118899"/>
                </a:cubicBezTo>
                <a:cubicBezTo>
                  <a:pt x="1321527" y="118899"/>
                  <a:pt x="1311645" y="114989"/>
                  <a:pt x="1304277" y="107169"/>
                </a:cubicBezTo>
                <a:cubicBezTo>
                  <a:pt x="1296909" y="99349"/>
                  <a:pt x="1293225" y="88523"/>
                  <a:pt x="1293225" y="74691"/>
                </a:cubicBezTo>
                <a:cubicBezTo>
                  <a:pt x="1293225" y="60700"/>
                  <a:pt x="1296922" y="49807"/>
                  <a:pt x="1304317" y="42014"/>
                </a:cubicBezTo>
                <a:cubicBezTo>
                  <a:pt x="1311712" y="34220"/>
                  <a:pt x="1321713" y="30323"/>
                  <a:pt x="1334321" y="30323"/>
                </a:cubicBezTo>
                <a:cubicBezTo>
                  <a:pt x="1344642" y="30323"/>
                  <a:pt x="1352848" y="32544"/>
                  <a:pt x="1358939" y="36986"/>
                </a:cubicBezTo>
                <a:cubicBezTo>
                  <a:pt x="1365030" y="41429"/>
                  <a:pt x="1369406" y="48198"/>
                  <a:pt x="1372066" y="57295"/>
                </a:cubicBezTo>
                <a:close/>
                <a:moveTo>
                  <a:pt x="1383884" y="73414"/>
                </a:moveTo>
                <a:cubicBezTo>
                  <a:pt x="1383884" y="65967"/>
                  <a:pt x="1385719" y="58758"/>
                  <a:pt x="1389390" y="51789"/>
                </a:cubicBezTo>
                <a:cubicBezTo>
                  <a:pt x="1393061" y="44820"/>
                  <a:pt x="1398261" y="39500"/>
                  <a:pt x="1404990" y="35829"/>
                </a:cubicBezTo>
                <a:cubicBezTo>
                  <a:pt x="1411720" y="32159"/>
                  <a:pt x="1419234" y="30323"/>
                  <a:pt x="1427534" y="30323"/>
                </a:cubicBezTo>
                <a:cubicBezTo>
                  <a:pt x="1440354" y="30323"/>
                  <a:pt x="1450861" y="34486"/>
                  <a:pt x="1459054" y="42812"/>
                </a:cubicBezTo>
                <a:cubicBezTo>
                  <a:pt x="1467246" y="51137"/>
                  <a:pt x="1471343" y="61657"/>
                  <a:pt x="1471343" y="74372"/>
                </a:cubicBezTo>
                <a:cubicBezTo>
                  <a:pt x="1471343" y="87193"/>
                  <a:pt x="1467207" y="97819"/>
                  <a:pt x="1458934" y="106251"/>
                </a:cubicBezTo>
                <a:cubicBezTo>
                  <a:pt x="1450662" y="114683"/>
                  <a:pt x="1440248" y="118899"/>
                  <a:pt x="1427693" y="118899"/>
                </a:cubicBezTo>
                <a:cubicBezTo>
                  <a:pt x="1419926" y="118899"/>
                  <a:pt x="1412518" y="117144"/>
                  <a:pt x="1405469" y="113633"/>
                </a:cubicBezTo>
                <a:cubicBezTo>
                  <a:pt x="1398420" y="110122"/>
                  <a:pt x="1393061" y="104975"/>
                  <a:pt x="1389390" y="98192"/>
                </a:cubicBezTo>
                <a:cubicBezTo>
                  <a:pt x="1385719" y="91409"/>
                  <a:pt x="1383884" y="83150"/>
                  <a:pt x="1383884" y="73414"/>
                </a:cubicBezTo>
                <a:moveTo>
                  <a:pt x="1406866" y="74611"/>
                </a:moveTo>
                <a:cubicBezTo>
                  <a:pt x="1406866" y="82990"/>
                  <a:pt x="1408861" y="89407"/>
                  <a:pt x="1412851" y="93863"/>
                </a:cubicBezTo>
                <a:cubicBezTo>
                  <a:pt x="1416841" y="98318"/>
                  <a:pt x="1421761" y="100546"/>
                  <a:pt x="1427613" y="100546"/>
                </a:cubicBezTo>
                <a:cubicBezTo>
                  <a:pt x="1433465" y="100546"/>
                  <a:pt x="1438373" y="98318"/>
                  <a:pt x="1442336" y="93863"/>
                </a:cubicBezTo>
                <a:cubicBezTo>
                  <a:pt x="1446299" y="89407"/>
                  <a:pt x="1448281" y="82937"/>
                  <a:pt x="1448281" y="74452"/>
                </a:cubicBezTo>
                <a:cubicBezTo>
                  <a:pt x="1448281" y="66179"/>
                  <a:pt x="1446299" y="59815"/>
                  <a:pt x="1442336" y="55360"/>
                </a:cubicBezTo>
                <a:cubicBezTo>
                  <a:pt x="1438373" y="50905"/>
                  <a:pt x="1433465" y="48677"/>
                  <a:pt x="1427613" y="48677"/>
                </a:cubicBezTo>
                <a:cubicBezTo>
                  <a:pt x="1421761" y="48677"/>
                  <a:pt x="1416841" y="50905"/>
                  <a:pt x="1412851" y="55360"/>
                </a:cubicBezTo>
                <a:cubicBezTo>
                  <a:pt x="1408861" y="59815"/>
                  <a:pt x="1406866" y="66233"/>
                  <a:pt x="1406866" y="74611"/>
                </a:cubicBezTo>
                <a:close/>
                <a:moveTo>
                  <a:pt x="1565977" y="116984"/>
                </a:moveTo>
                <a:lnTo>
                  <a:pt x="1543554" y="116984"/>
                </a:lnTo>
                <a:lnTo>
                  <a:pt x="1543554" y="73783"/>
                </a:lnTo>
                <a:cubicBezTo>
                  <a:pt x="1543554" y="64643"/>
                  <a:pt x="1543075" y="58732"/>
                  <a:pt x="1542117" y="56048"/>
                </a:cubicBezTo>
                <a:cubicBezTo>
                  <a:pt x="1541160" y="53365"/>
                  <a:pt x="1539604" y="51280"/>
                  <a:pt x="1537449" y="49792"/>
                </a:cubicBezTo>
                <a:cubicBezTo>
                  <a:pt x="1535294" y="48304"/>
                  <a:pt x="1532701" y="47560"/>
                  <a:pt x="1529669" y="47560"/>
                </a:cubicBezTo>
                <a:cubicBezTo>
                  <a:pt x="1525785" y="47560"/>
                  <a:pt x="1522301" y="48623"/>
                  <a:pt x="1519215" y="50749"/>
                </a:cubicBezTo>
                <a:cubicBezTo>
                  <a:pt x="1516130" y="52874"/>
                  <a:pt x="1514015" y="55690"/>
                  <a:pt x="1512871" y="59198"/>
                </a:cubicBezTo>
                <a:cubicBezTo>
                  <a:pt x="1511727" y="62704"/>
                  <a:pt x="1511156" y="69187"/>
                  <a:pt x="1511156" y="78646"/>
                </a:cubicBezTo>
                <a:lnTo>
                  <a:pt x="1511156" y="116984"/>
                </a:lnTo>
                <a:lnTo>
                  <a:pt x="1488732" y="116984"/>
                </a:lnTo>
                <a:lnTo>
                  <a:pt x="1488732" y="32238"/>
                </a:lnTo>
                <a:lnTo>
                  <a:pt x="1509560" y="32238"/>
                </a:lnTo>
                <a:lnTo>
                  <a:pt x="1509560" y="44687"/>
                </a:lnTo>
                <a:cubicBezTo>
                  <a:pt x="1516954" y="35111"/>
                  <a:pt x="1526264" y="30323"/>
                  <a:pt x="1537489" y="30323"/>
                </a:cubicBezTo>
                <a:cubicBezTo>
                  <a:pt x="1542436" y="30323"/>
                  <a:pt x="1546958" y="31214"/>
                  <a:pt x="1551055" y="32997"/>
                </a:cubicBezTo>
                <a:cubicBezTo>
                  <a:pt x="1555151" y="34779"/>
                  <a:pt x="1558250" y="37053"/>
                  <a:pt x="1560351" y="39819"/>
                </a:cubicBezTo>
                <a:cubicBezTo>
                  <a:pt x="1562452" y="42586"/>
                  <a:pt x="1563915" y="45724"/>
                  <a:pt x="1564740" y="49236"/>
                </a:cubicBezTo>
                <a:cubicBezTo>
                  <a:pt x="1565565" y="52747"/>
                  <a:pt x="1565977" y="57774"/>
                  <a:pt x="1565977" y="64317"/>
                </a:cubicBezTo>
                <a:lnTo>
                  <a:pt x="1565977" y="116984"/>
                </a:lnTo>
                <a:close/>
                <a:moveTo>
                  <a:pt x="1586159" y="85703"/>
                </a:moveTo>
                <a:lnTo>
                  <a:pt x="1586159" y="63200"/>
                </a:lnTo>
                <a:lnTo>
                  <a:pt x="1630208" y="63200"/>
                </a:lnTo>
                <a:lnTo>
                  <a:pt x="1630208" y="85703"/>
                </a:lnTo>
                <a:lnTo>
                  <a:pt x="1586159" y="85703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structionpipeline">
            <a:extLst xmlns:a="http://schemas.openxmlformats.org/drawingml/2006/main">
              <a:ext uri="{FF2B5EF4-FFF2-40B4-BE49-F238E27FC236}">
                <a16:creationId xmlns:a16="http://schemas.microsoft.com/office/drawing/2014/main" id="{B8D1EB25-A8EB-4AE2-84CA-31AD411A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170" y="2441757"/>
            <a:ext cx="1351937" cy="149223"/>
          </a:xfrm>
          <a:custGeom xmlns:a="http://schemas.openxmlformats.org/drawingml/2006/main">
            <a:pathLst>
              <a:path w="1351937" h="149223">
                <a:moveTo>
                  <a:pt x="0" y="92885"/>
                </a:moveTo>
                <a:lnTo>
                  <a:pt x="22503" y="89374"/>
                </a:lnTo>
                <a:cubicBezTo>
                  <a:pt x="23461" y="93710"/>
                  <a:pt x="25402" y="97001"/>
                  <a:pt x="28328" y="99249"/>
                </a:cubicBezTo>
                <a:cubicBezTo>
                  <a:pt x="31254" y="101497"/>
                  <a:pt x="35351" y="102621"/>
                  <a:pt x="40617" y="102621"/>
                </a:cubicBezTo>
                <a:cubicBezTo>
                  <a:pt x="46416" y="102621"/>
                  <a:pt x="50778" y="101558"/>
                  <a:pt x="53704" y="99434"/>
                </a:cubicBezTo>
                <a:cubicBezTo>
                  <a:pt x="55673" y="97946"/>
                  <a:pt x="56657" y="95953"/>
                  <a:pt x="56657" y="93456"/>
                </a:cubicBezTo>
                <a:cubicBezTo>
                  <a:pt x="56657" y="91756"/>
                  <a:pt x="56125" y="90347"/>
                  <a:pt x="55061" y="89232"/>
                </a:cubicBezTo>
                <a:cubicBezTo>
                  <a:pt x="53944" y="88170"/>
                  <a:pt x="51443" y="87187"/>
                  <a:pt x="47560" y="86284"/>
                </a:cubicBezTo>
                <a:cubicBezTo>
                  <a:pt x="29472" y="82301"/>
                  <a:pt x="18008" y="78662"/>
                  <a:pt x="13167" y="75367"/>
                </a:cubicBezTo>
                <a:cubicBezTo>
                  <a:pt x="6464" y="70795"/>
                  <a:pt x="3112" y="64444"/>
                  <a:pt x="3112" y="56313"/>
                </a:cubicBezTo>
                <a:cubicBezTo>
                  <a:pt x="3112" y="48978"/>
                  <a:pt x="6011" y="42813"/>
                  <a:pt x="11810" y="37817"/>
                </a:cubicBezTo>
                <a:cubicBezTo>
                  <a:pt x="17609" y="32821"/>
                  <a:pt x="26599" y="30323"/>
                  <a:pt x="38782" y="30323"/>
                </a:cubicBezTo>
                <a:cubicBezTo>
                  <a:pt x="50379" y="30323"/>
                  <a:pt x="58998" y="32205"/>
                  <a:pt x="64637" y="35969"/>
                </a:cubicBezTo>
                <a:cubicBezTo>
                  <a:pt x="70276" y="39733"/>
                  <a:pt x="74159" y="45299"/>
                  <a:pt x="76287" y="52667"/>
                </a:cubicBezTo>
                <a:lnTo>
                  <a:pt x="55141" y="56657"/>
                </a:lnTo>
                <a:cubicBezTo>
                  <a:pt x="54236" y="53358"/>
                  <a:pt x="52521" y="50831"/>
                  <a:pt x="49994" y="49076"/>
                </a:cubicBezTo>
                <a:cubicBezTo>
                  <a:pt x="47467" y="47320"/>
                  <a:pt x="43862" y="46443"/>
                  <a:pt x="39181" y="46443"/>
                </a:cubicBezTo>
                <a:cubicBezTo>
                  <a:pt x="33276" y="46443"/>
                  <a:pt x="29047" y="47266"/>
                  <a:pt x="26493" y="48914"/>
                </a:cubicBezTo>
                <a:cubicBezTo>
                  <a:pt x="24791" y="50081"/>
                  <a:pt x="23939" y="51595"/>
                  <a:pt x="23939" y="53455"/>
                </a:cubicBezTo>
                <a:cubicBezTo>
                  <a:pt x="23939" y="55047"/>
                  <a:pt x="24684" y="56402"/>
                  <a:pt x="26174" y="57517"/>
                </a:cubicBezTo>
                <a:cubicBezTo>
                  <a:pt x="28195" y="59005"/>
                  <a:pt x="35178" y="61104"/>
                  <a:pt x="47121" y="63814"/>
                </a:cubicBezTo>
                <a:cubicBezTo>
                  <a:pt x="59064" y="66523"/>
                  <a:pt x="67403" y="69848"/>
                  <a:pt x="72138" y="73786"/>
                </a:cubicBezTo>
                <a:cubicBezTo>
                  <a:pt x="76819" y="77779"/>
                  <a:pt x="79160" y="83342"/>
                  <a:pt x="79160" y="90474"/>
                </a:cubicBezTo>
                <a:cubicBezTo>
                  <a:pt x="79160" y="98246"/>
                  <a:pt x="75915" y="104926"/>
                  <a:pt x="69424" y="110516"/>
                </a:cubicBezTo>
                <a:cubicBezTo>
                  <a:pt x="62934" y="116105"/>
                  <a:pt x="53332" y="118899"/>
                  <a:pt x="40617" y="118899"/>
                </a:cubicBezTo>
                <a:cubicBezTo>
                  <a:pt x="29073" y="118899"/>
                  <a:pt x="19936" y="116566"/>
                  <a:pt x="13207" y="111900"/>
                </a:cubicBezTo>
                <a:cubicBezTo>
                  <a:pt x="6477" y="107231"/>
                  <a:pt x="2075" y="100893"/>
                  <a:pt x="0" y="92885"/>
                </a:cubicBezTo>
                <a:close/>
                <a:moveTo>
                  <a:pt x="137660" y="32238"/>
                </a:moveTo>
                <a:lnTo>
                  <a:pt x="137660" y="50113"/>
                </a:lnTo>
                <a:lnTo>
                  <a:pt x="122338" y="50113"/>
                </a:lnTo>
                <a:lnTo>
                  <a:pt x="122338" y="84212"/>
                </a:lnTo>
                <a:cubicBezTo>
                  <a:pt x="122338" y="91118"/>
                  <a:pt x="122485" y="95142"/>
                  <a:pt x="122777" y="96284"/>
                </a:cubicBezTo>
                <a:cubicBezTo>
                  <a:pt x="123070" y="97425"/>
                  <a:pt x="123735" y="98367"/>
                  <a:pt x="124772" y="99112"/>
                </a:cubicBezTo>
                <a:cubicBezTo>
                  <a:pt x="125810" y="99855"/>
                  <a:pt x="127073" y="100227"/>
                  <a:pt x="128563" y="100227"/>
                </a:cubicBezTo>
                <a:cubicBezTo>
                  <a:pt x="130637" y="100227"/>
                  <a:pt x="133643" y="99508"/>
                  <a:pt x="137580" y="98072"/>
                </a:cubicBezTo>
                <a:lnTo>
                  <a:pt x="139495" y="115533"/>
                </a:lnTo>
                <a:cubicBezTo>
                  <a:pt x="134282" y="117777"/>
                  <a:pt x="128377" y="118899"/>
                  <a:pt x="121780" y="118899"/>
                </a:cubicBezTo>
                <a:cubicBezTo>
                  <a:pt x="117737" y="118899"/>
                  <a:pt x="114093" y="118221"/>
                  <a:pt x="110847" y="116865"/>
                </a:cubicBezTo>
                <a:cubicBezTo>
                  <a:pt x="107602" y="115508"/>
                  <a:pt x="105222" y="113752"/>
                  <a:pt x="103706" y="111598"/>
                </a:cubicBezTo>
                <a:cubicBezTo>
                  <a:pt x="102189" y="109443"/>
                  <a:pt x="101139" y="106531"/>
                  <a:pt x="100554" y="102860"/>
                </a:cubicBezTo>
                <a:cubicBezTo>
                  <a:pt x="100075" y="100253"/>
                  <a:pt x="99835" y="94987"/>
                  <a:pt x="99835" y="87060"/>
                </a:cubicBezTo>
                <a:lnTo>
                  <a:pt x="99835" y="50113"/>
                </a:lnTo>
                <a:lnTo>
                  <a:pt x="89541" y="50113"/>
                </a:lnTo>
                <a:lnTo>
                  <a:pt x="89541" y="32238"/>
                </a:lnTo>
                <a:lnTo>
                  <a:pt x="99835" y="32238"/>
                </a:lnTo>
                <a:lnTo>
                  <a:pt x="99835" y="15321"/>
                </a:lnTo>
                <a:lnTo>
                  <a:pt x="122338" y="2075"/>
                </a:lnTo>
                <a:lnTo>
                  <a:pt x="122338" y="32238"/>
                </a:lnTo>
                <a:lnTo>
                  <a:pt x="137660" y="32238"/>
                </a:lnTo>
                <a:close/>
                <a:moveTo>
                  <a:pt x="174701" y="116984"/>
                </a:moveTo>
                <a:lnTo>
                  <a:pt x="152278" y="116984"/>
                </a:lnTo>
                <a:lnTo>
                  <a:pt x="152278" y="32238"/>
                </a:lnTo>
                <a:lnTo>
                  <a:pt x="173105" y="32238"/>
                </a:lnTo>
                <a:lnTo>
                  <a:pt x="173105" y="44288"/>
                </a:lnTo>
                <a:cubicBezTo>
                  <a:pt x="176669" y="38596"/>
                  <a:pt x="179875" y="34845"/>
                  <a:pt x="182721" y="33036"/>
                </a:cubicBezTo>
                <a:cubicBezTo>
                  <a:pt x="185567" y="31228"/>
                  <a:pt x="188799" y="30323"/>
                  <a:pt x="192416" y="30323"/>
                </a:cubicBezTo>
                <a:cubicBezTo>
                  <a:pt x="197523" y="30323"/>
                  <a:pt x="202444" y="31733"/>
                  <a:pt x="207179" y="34553"/>
                </a:cubicBezTo>
                <a:lnTo>
                  <a:pt x="200237" y="54103"/>
                </a:lnTo>
                <a:cubicBezTo>
                  <a:pt x="196459" y="51656"/>
                  <a:pt x="192948" y="50432"/>
                  <a:pt x="189703" y="50432"/>
                </a:cubicBezTo>
                <a:cubicBezTo>
                  <a:pt x="186564" y="50432"/>
                  <a:pt x="183904" y="51297"/>
                  <a:pt x="181723" y="53026"/>
                </a:cubicBezTo>
                <a:cubicBezTo>
                  <a:pt x="179542" y="54755"/>
                  <a:pt x="177827" y="57880"/>
                  <a:pt x="176576" y="62402"/>
                </a:cubicBezTo>
                <a:cubicBezTo>
                  <a:pt x="175326" y="66924"/>
                  <a:pt x="174701" y="76394"/>
                  <a:pt x="174701" y="90810"/>
                </a:cubicBezTo>
                <a:lnTo>
                  <a:pt x="174701" y="116984"/>
                </a:lnTo>
                <a:close/>
                <a:moveTo>
                  <a:pt x="272620" y="116984"/>
                </a:moveTo>
                <a:lnTo>
                  <a:pt x="272620" y="104296"/>
                </a:lnTo>
                <a:cubicBezTo>
                  <a:pt x="269534" y="108818"/>
                  <a:pt x="265478" y="112383"/>
                  <a:pt x="260451" y="114989"/>
                </a:cubicBezTo>
                <a:cubicBezTo>
                  <a:pt x="255423" y="117596"/>
                  <a:pt x="250117" y="118899"/>
                  <a:pt x="244531" y="118899"/>
                </a:cubicBezTo>
                <a:cubicBezTo>
                  <a:pt x="238839" y="118899"/>
                  <a:pt x="233732" y="117649"/>
                  <a:pt x="229210" y="115149"/>
                </a:cubicBezTo>
                <a:cubicBezTo>
                  <a:pt x="224688" y="112649"/>
                  <a:pt x="221416" y="109137"/>
                  <a:pt x="219395" y="104616"/>
                </a:cubicBezTo>
                <a:cubicBezTo>
                  <a:pt x="217373" y="100094"/>
                  <a:pt x="216362" y="93843"/>
                  <a:pt x="216362" y="85863"/>
                </a:cubicBezTo>
                <a:lnTo>
                  <a:pt x="216362" y="32238"/>
                </a:lnTo>
                <a:lnTo>
                  <a:pt x="238786" y="32238"/>
                </a:lnTo>
                <a:lnTo>
                  <a:pt x="238786" y="71090"/>
                </a:lnTo>
                <a:cubicBezTo>
                  <a:pt x="238786" y="82980"/>
                  <a:pt x="239198" y="90265"/>
                  <a:pt x="240022" y="92945"/>
                </a:cubicBezTo>
                <a:cubicBezTo>
                  <a:pt x="240847" y="95625"/>
                  <a:pt x="242350" y="97748"/>
                  <a:pt x="244531" y="99314"/>
                </a:cubicBezTo>
                <a:cubicBezTo>
                  <a:pt x="246712" y="100880"/>
                  <a:pt x="249478" y="101663"/>
                  <a:pt x="252830" y="101663"/>
                </a:cubicBezTo>
                <a:cubicBezTo>
                  <a:pt x="256660" y="101663"/>
                  <a:pt x="260092" y="100615"/>
                  <a:pt x="263124" y="98518"/>
                </a:cubicBezTo>
                <a:cubicBezTo>
                  <a:pt x="266156" y="96422"/>
                  <a:pt x="268231" y="93821"/>
                  <a:pt x="269348" y="90716"/>
                </a:cubicBezTo>
                <a:cubicBezTo>
                  <a:pt x="270465" y="87610"/>
                  <a:pt x="271024" y="80007"/>
                  <a:pt x="271024" y="67906"/>
                </a:cubicBezTo>
                <a:lnTo>
                  <a:pt x="271024" y="32238"/>
                </a:lnTo>
                <a:lnTo>
                  <a:pt x="293447" y="32238"/>
                </a:lnTo>
                <a:lnTo>
                  <a:pt x="293447" y="116984"/>
                </a:lnTo>
                <a:lnTo>
                  <a:pt x="272620" y="116984"/>
                </a:lnTo>
                <a:close/>
                <a:moveTo>
                  <a:pt x="390556" y="57295"/>
                </a:moveTo>
                <a:lnTo>
                  <a:pt x="368451" y="61285"/>
                </a:lnTo>
                <a:cubicBezTo>
                  <a:pt x="367707" y="56896"/>
                  <a:pt x="366018" y="53591"/>
                  <a:pt x="363384" y="51370"/>
                </a:cubicBezTo>
                <a:cubicBezTo>
                  <a:pt x="360751" y="49149"/>
                  <a:pt x="357333" y="48039"/>
                  <a:pt x="353130" y="48039"/>
                </a:cubicBezTo>
                <a:cubicBezTo>
                  <a:pt x="347544" y="48039"/>
                  <a:pt x="343089" y="49961"/>
                  <a:pt x="339764" y="53806"/>
                </a:cubicBezTo>
                <a:cubicBezTo>
                  <a:pt x="336439" y="57652"/>
                  <a:pt x="334777" y="64082"/>
                  <a:pt x="334777" y="73098"/>
                </a:cubicBezTo>
                <a:cubicBezTo>
                  <a:pt x="334777" y="83122"/>
                  <a:pt x="336466" y="90204"/>
                  <a:pt x="339844" y="94341"/>
                </a:cubicBezTo>
                <a:cubicBezTo>
                  <a:pt x="343222" y="98478"/>
                  <a:pt x="347757" y="100546"/>
                  <a:pt x="353449" y="100546"/>
                </a:cubicBezTo>
                <a:cubicBezTo>
                  <a:pt x="357705" y="100546"/>
                  <a:pt x="361190" y="99336"/>
                  <a:pt x="363903" y="96915"/>
                </a:cubicBezTo>
                <a:cubicBezTo>
                  <a:pt x="366616" y="94494"/>
                  <a:pt x="368531" y="90332"/>
                  <a:pt x="369648" y="84427"/>
                </a:cubicBezTo>
                <a:lnTo>
                  <a:pt x="391673" y="88257"/>
                </a:lnTo>
                <a:cubicBezTo>
                  <a:pt x="389385" y="98365"/>
                  <a:pt x="384996" y="105999"/>
                  <a:pt x="378506" y="111159"/>
                </a:cubicBezTo>
                <a:cubicBezTo>
                  <a:pt x="372016" y="116319"/>
                  <a:pt x="363318" y="118899"/>
                  <a:pt x="352412" y="118899"/>
                </a:cubicBezTo>
                <a:cubicBezTo>
                  <a:pt x="340017" y="118899"/>
                  <a:pt x="330135" y="114989"/>
                  <a:pt x="322767" y="107169"/>
                </a:cubicBezTo>
                <a:cubicBezTo>
                  <a:pt x="315399" y="99349"/>
                  <a:pt x="311715" y="88523"/>
                  <a:pt x="311715" y="74691"/>
                </a:cubicBezTo>
                <a:cubicBezTo>
                  <a:pt x="311715" y="60700"/>
                  <a:pt x="315412" y="49807"/>
                  <a:pt x="322807" y="42014"/>
                </a:cubicBezTo>
                <a:cubicBezTo>
                  <a:pt x="330201" y="34220"/>
                  <a:pt x="340203" y="30323"/>
                  <a:pt x="352811" y="30323"/>
                </a:cubicBezTo>
                <a:cubicBezTo>
                  <a:pt x="363132" y="30323"/>
                  <a:pt x="371337" y="32544"/>
                  <a:pt x="377429" y="36986"/>
                </a:cubicBezTo>
                <a:cubicBezTo>
                  <a:pt x="383520" y="41429"/>
                  <a:pt x="387896" y="48198"/>
                  <a:pt x="390556" y="57295"/>
                </a:cubicBezTo>
                <a:close/>
                <a:moveTo>
                  <a:pt x="446422" y="32238"/>
                </a:moveTo>
                <a:lnTo>
                  <a:pt x="446422" y="50113"/>
                </a:lnTo>
                <a:lnTo>
                  <a:pt x="431100" y="50113"/>
                </a:lnTo>
                <a:lnTo>
                  <a:pt x="431100" y="84212"/>
                </a:lnTo>
                <a:cubicBezTo>
                  <a:pt x="431100" y="91118"/>
                  <a:pt x="431247" y="95142"/>
                  <a:pt x="431539" y="96284"/>
                </a:cubicBezTo>
                <a:cubicBezTo>
                  <a:pt x="431832" y="97425"/>
                  <a:pt x="432497" y="98367"/>
                  <a:pt x="433534" y="99112"/>
                </a:cubicBezTo>
                <a:cubicBezTo>
                  <a:pt x="434572" y="99855"/>
                  <a:pt x="435835" y="100227"/>
                  <a:pt x="437325" y="100227"/>
                </a:cubicBezTo>
                <a:cubicBezTo>
                  <a:pt x="439399" y="100227"/>
                  <a:pt x="442405" y="99508"/>
                  <a:pt x="446342" y="98072"/>
                </a:cubicBezTo>
                <a:lnTo>
                  <a:pt x="448257" y="115533"/>
                </a:lnTo>
                <a:cubicBezTo>
                  <a:pt x="443044" y="117777"/>
                  <a:pt x="437139" y="118899"/>
                  <a:pt x="430542" y="118899"/>
                </a:cubicBezTo>
                <a:cubicBezTo>
                  <a:pt x="426499" y="118899"/>
                  <a:pt x="422855" y="118221"/>
                  <a:pt x="419610" y="116865"/>
                </a:cubicBezTo>
                <a:cubicBezTo>
                  <a:pt x="416364" y="115508"/>
                  <a:pt x="413984" y="113752"/>
                  <a:pt x="412468" y="111598"/>
                </a:cubicBezTo>
                <a:cubicBezTo>
                  <a:pt x="410951" y="109443"/>
                  <a:pt x="409901" y="106531"/>
                  <a:pt x="409316" y="102860"/>
                </a:cubicBezTo>
                <a:cubicBezTo>
                  <a:pt x="408837" y="100253"/>
                  <a:pt x="408597" y="94987"/>
                  <a:pt x="408597" y="87060"/>
                </a:cubicBezTo>
                <a:lnTo>
                  <a:pt x="408597" y="50113"/>
                </a:lnTo>
                <a:lnTo>
                  <a:pt x="398303" y="50113"/>
                </a:lnTo>
                <a:lnTo>
                  <a:pt x="398303" y="32238"/>
                </a:lnTo>
                <a:lnTo>
                  <a:pt x="408597" y="32238"/>
                </a:lnTo>
                <a:lnTo>
                  <a:pt x="408597" y="15321"/>
                </a:lnTo>
                <a:lnTo>
                  <a:pt x="431100" y="2075"/>
                </a:lnTo>
                <a:lnTo>
                  <a:pt x="431100" y="32238"/>
                </a:lnTo>
                <a:lnTo>
                  <a:pt x="446422" y="32238"/>
                </a:lnTo>
                <a:close/>
                <a:moveTo>
                  <a:pt x="461998" y="20748"/>
                </a:moveTo>
                <a:lnTo>
                  <a:pt x="461998" y="0"/>
                </a:lnTo>
                <a:lnTo>
                  <a:pt x="484421" y="0"/>
                </a:lnTo>
                <a:lnTo>
                  <a:pt x="484421" y="20748"/>
                </a:lnTo>
                <a:lnTo>
                  <a:pt x="461998" y="20748"/>
                </a:lnTo>
                <a:moveTo>
                  <a:pt x="461998" y="116984"/>
                </a:moveTo>
                <a:lnTo>
                  <a:pt x="461998" y="32238"/>
                </a:lnTo>
                <a:lnTo>
                  <a:pt x="484421" y="32238"/>
                </a:lnTo>
                <a:lnTo>
                  <a:pt x="484421" y="116984"/>
                </a:lnTo>
                <a:lnTo>
                  <a:pt x="461998" y="116984"/>
                </a:lnTo>
                <a:close/>
                <a:moveTo>
                  <a:pt x="502211" y="73414"/>
                </a:moveTo>
                <a:cubicBezTo>
                  <a:pt x="502211" y="65967"/>
                  <a:pt x="504046" y="58758"/>
                  <a:pt x="507717" y="51789"/>
                </a:cubicBezTo>
                <a:cubicBezTo>
                  <a:pt x="511388" y="44820"/>
                  <a:pt x="516588" y="39500"/>
                  <a:pt x="523318" y="35829"/>
                </a:cubicBezTo>
                <a:cubicBezTo>
                  <a:pt x="530047" y="32159"/>
                  <a:pt x="537562" y="30323"/>
                  <a:pt x="545861" y="30323"/>
                </a:cubicBezTo>
                <a:cubicBezTo>
                  <a:pt x="558682" y="30323"/>
                  <a:pt x="569188" y="34486"/>
                  <a:pt x="577381" y="42812"/>
                </a:cubicBezTo>
                <a:cubicBezTo>
                  <a:pt x="585574" y="51137"/>
                  <a:pt x="589670" y="61657"/>
                  <a:pt x="589670" y="74372"/>
                </a:cubicBezTo>
                <a:cubicBezTo>
                  <a:pt x="589670" y="87193"/>
                  <a:pt x="585534" y="97819"/>
                  <a:pt x="577261" y="106251"/>
                </a:cubicBezTo>
                <a:cubicBezTo>
                  <a:pt x="568989" y="114683"/>
                  <a:pt x="558575" y="118899"/>
                  <a:pt x="546020" y="118899"/>
                </a:cubicBezTo>
                <a:cubicBezTo>
                  <a:pt x="538253" y="118899"/>
                  <a:pt x="530845" y="117144"/>
                  <a:pt x="523796" y="113633"/>
                </a:cubicBezTo>
                <a:cubicBezTo>
                  <a:pt x="516748" y="110122"/>
                  <a:pt x="511388" y="104975"/>
                  <a:pt x="507717" y="98192"/>
                </a:cubicBezTo>
                <a:cubicBezTo>
                  <a:pt x="504046" y="91409"/>
                  <a:pt x="502211" y="83150"/>
                  <a:pt x="502211" y="73414"/>
                </a:cubicBezTo>
                <a:moveTo>
                  <a:pt x="525193" y="74611"/>
                </a:moveTo>
                <a:cubicBezTo>
                  <a:pt x="525193" y="82990"/>
                  <a:pt x="527188" y="89407"/>
                  <a:pt x="531178" y="93863"/>
                </a:cubicBezTo>
                <a:cubicBezTo>
                  <a:pt x="535168" y="98318"/>
                  <a:pt x="540089" y="100546"/>
                  <a:pt x="545940" y="100546"/>
                </a:cubicBezTo>
                <a:cubicBezTo>
                  <a:pt x="551792" y="100546"/>
                  <a:pt x="556700" y="98318"/>
                  <a:pt x="560663" y="93863"/>
                </a:cubicBezTo>
                <a:cubicBezTo>
                  <a:pt x="564627" y="89407"/>
                  <a:pt x="566608" y="82937"/>
                  <a:pt x="566608" y="74452"/>
                </a:cubicBezTo>
                <a:cubicBezTo>
                  <a:pt x="566608" y="66179"/>
                  <a:pt x="564627" y="59815"/>
                  <a:pt x="560663" y="55360"/>
                </a:cubicBezTo>
                <a:cubicBezTo>
                  <a:pt x="556700" y="50905"/>
                  <a:pt x="551792" y="48677"/>
                  <a:pt x="545940" y="48677"/>
                </a:cubicBezTo>
                <a:cubicBezTo>
                  <a:pt x="540089" y="48677"/>
                  <a:pt x="535168" y="50905"/>
                  <a:pt x="531178" y="55360"/>
                </a:cubicBezTo>
                <a:cubicBezTo>
                  <a:pt x="527188" y="59815"/>
                  <a:pt x="525193" y="66233"/>
                  <a:pt x="525193" y="74611"/>
                </a:cubicBezTo>
                <a:close/>
                <a:moveTo>
                  <a:pt x="684304" y="116984"/>
                </a:moveTo>
                <a:lnTo>
                  <a:pt x="661881" y="116984"/>
                </a:lnTo>
                <a:lnTo>
                  <a:pt x="661881" y="73783"/>
                </a:lnTo>
                <a:cubicBezTo>
                  <a:pt x="661881" y="64643"/>
                  <a:pt x="661402" y="58732"/>
                  <a:pt x="660444" y="56048"/>
                </a:cubicBezTo>
                <a:cubicBezTo>
                  <a:pt x="659487" y="53365"/>
                  <a:pt x="657931" y="51280"/>
                  <a:pt x="655776" y="49792"/>
                </a:cubicBezTo>
                <a:cubicBezTo>
                  <a:pt x="653622" y="48304"/>
                  <a:pt x="651028" y="47560"/>
                  <a:pt x="647996" y="47560"/>
                </a:cubicBezTo>
                <a:cubicBezTo>
                  <a:pt x="644112" y="47560"/>
                  <a:pt x="640628" y="48623"/>
                  <a:pt x="637542" y="50749"/>
                </a:cubicBezTo>
                <a:cubicBezTo>
                  <a:pt x="634457" y="52874"/>
                  <a:pt x="632342" y="55690"/>
                  <a:pt x="631198" y="59198"/>
                </a:cubicBezTo>
                <a:cubicBezTo>
                  <a:pt x="630055" y="62704"/>
                  <a:pt x="629483" y="69187"/>
                  <a:pt x="629483" y="78646"/>
                </a:cubicBezTo>
                <a:lnTo>
                  <a:pt x="629483" y="116984"/>
                </a:lnTo>
                <a:lnTo>
                  <a:pt x="607059" y="116984"/>
                </a:lnTo>
                <a:lnTo>
                  <a:pt x="607059" y="32238"/>
                </a:lnTo>
                <a:lnTo>
                  <a:pt x="627887" y="32238"/>
                </a:lnTo>
                <a:lnTo>
                  <a:pt x="627887" y="44687"/>
                </a:lnTo>
                <a:cubicBezTo>
                  <a:pt x="635281" y="35111"/>
                  <a:pt x="644591" y="30323"/>
                  <a:pt x="655816" y="30323"/>
                </a:cubicBezTo>
                <a:cubicBezTo>
                  <a:pt x="660764" y="30323"/>
                  <a:pt x="665285" y="31214"/>
                  <a:pt x="669382" y="32997"/>
                </a:cubicBezTo>
                <a:cubicBezTo>
                  <a:pt x="673478" y="34779"/>
                  <a:pt x="676577" y="37053"/>
                  <a:pt x="678678" y="39819"/>
                </a:cubicBezTo>
                <a:cubicBezTo>
                  <a:pt x="680780" y="42586"/>
                  <a:pt x="682243" y="45724"/>
                  <a:pt x="683067" y="49236"/>
                </a:cubicBezTo>
                <a:cubicBezTo>
                  <a:pt x="683892" y="52747"/>
                  <a:pt x="684304" y="57774"/>
                  <a:pt x="684304" y="64317"/>
                </a:cubicBezTo>
                <a:lnTo>
                  <a:pt x="684304" y="116984"/>
                </a:lnTo>
                <a:close/>
                <a:moveTo>
                  <a:pt x="751802" y="32238"/>
                </a:moveTo>
                <a:lnTo>
                  <a:pt x="772709" y="32238"/>
                </a:lnTo>
                <a:lnTo>
                  <a:pt x="772709" y="44687"/>
                </a:lnTo>
                <a:cubicBezTo>
                  <a:pt x="775422" y="40431"/>
                  <a:pt x="779093" y="36973"/>
                  <a:pt x="783721" y="34313"/>
                </a:cubicBezTo>
                <a:cubicBezTo>
                  <a:pt x="788349" y="31653"/>
                  <a:pt x="793483" y="30323"/>
                  <a:pt x="799122" y="30323"/>
                </a:cubicBezTo>
                <a:cubicBezTo>
                  <a:pt x="808964" y="30323"/>
                  <a:pt x="817316" y="34180"/>
                  <a:pt x="824179" y="41894"/>
                </a:cubicBezTo>
                <a:cubicBezTo>
                  <a:pt x="831042" y="49608"/>
                  <a:pt x="834473" y="60354"/>
                  <a:pt x="834473" y="74133"/>
                </a:cubicBezTo>
                <a:cubicBezTo>
                  <a:pt x="834473" y="88283"/>
                  <a:pt x="831015" y="99282"/>
                  <a:pt x="824099" y="107129"/>
                </a:cubicBezTo>
                <a:cubicBezTo>
                  <a:pt x="817183" y="114976"/>
                  <a:pt x="808804" y="118899"/>
                  <a:pt x="798963" y="118899"/>
                </a:cubicBezTo>
                <a:cubicBezTo>
                  <a:pt x="794281" y="118899"/>
                  <a:pt x="790039" y="117968"/>
                  <a:pt x="786235" y="116106"/>
                </a:cubicBezTo>
                <a:cubicBezTo>
                  <a:pt x="782431" y="114245"/>
                  <a:pt x="778428" y="111053"/>
                  <a:pt x="774225" y="106531"/>
                </a:cubicBezTo>
                <a:lnTo>
                  <a:pt x="774225" y="149223"/>
                </a:lnTo>
                <a:lnTo>
                  <a:pt x="751802" y="149223"/>
                </a:lnTo>
                <a:lnTo>
                  <a:pt x="751802" y="32238"/>
                </a:lnTo>
                <a:moveTo>
                  <a:pt x="773986" y="73138"/>
                </a:moveTo>
                <a:cubicBezTo>
                  <a:pt x="773986" y="82645"/>
                  <a:pt x="775874" y="89670"/>
                  <a:pt x="779651" y="94212"/>
                </a:cubicBezTo>
                <a:cubicBezTo>
                  <a:pt x="783429" y="98754"/>
                  <a:pt x="788030" y="101025"/>
                  <a:pt x="793457" y="101025"/>
                </a:cubicBezTo>
                <a:cubicBezTo>
                  <a:pt x="798670" y="101025"/>
                  <a:pt x="803006" y="98940"/>
                  <a:pt x="806464" y="94770"/>
                </a:cubicBezTo>
                <a:cubicBezTo>
                  <a:pt x="809922" y="90601"/>
                  <a:pt x="811651" y="83762"/>
                  <a:pt x="811651" y="74252"/>
                </a:cubicBezTo>
                <a:cubicBezTo>
                  <a:pt x="811651" y="65381"/>
                  <a:pt x="809868" y="58795"/>
                  <a:pt x="806304" y="54492"/>
                </a:cubicBezTo>
                <a:cubicBezTo>
                  <a:pt x="802740" y="50190"/>
                  <a:pt x="798324" y="48039"/>
                  <a:pt x="793058" y="48039"/>
                </a:cubicBezTo>
                <a:cubicBezTo>
                  <a:pt x="787578" y="48039"/>
                  <a:pt x="783030" y="50150"/>
                  <a:pt x="779412" y="54373"/>
                </a:cubicBezTo>
                <a:cubicBezTo>
                  <a:pt x="775795" y="58595"/>
                  <a:pt x="773986" y="64850"/>
                  <a:pt x="773986" y="73138"/>
                </a:cubicBezTo>
                <a:close/>
                <a:moveTo>
                  <a:pt x="852261" y="20748"/>
                </a:moveTo>
                <a:lnTo>
                  <a:pt x="852261" y="0"/>
                </a:lnTo>
                <a:lnTo>
                  <a:pt x="874685" y="0"/>
                </a:lnTo>
                <a:lnTo>
                  <a:pt x="874685" y="20748"/>
                </a:lnTo>
                <a:lnTo>
                  <a:pt x="852261" y="20748"/>
                </a:lnTo>
                <a:moveTo>
                  <a:pt x="852261" y="116984"/>
                </a:moveTo>
                <a:lnTo>
                  <a:pt x="852261" y="32238"/>
                </a:lnTo>
                <a:lnTo>
                  <a:pt x="874685" y="32238"/>
                </a:lnTo>
                <a:lnTo>
                  <a:pt x="874685" y="116984"/>
                </a:lnTo>
                <a:lnTo>
                  <a:pt x="852261" y="116984"/>
                </a:lnTo>
                <a:close/>
                <a:moveTo>
                  <a:pt x="897023" y="32238"/>
                </a:moveTo>
                <a:lnTo>
                  <a:pt x="917930" y="32238"/>
                </a:lnTo>
                <a:lnTo>
                  <a:pt x="917930" y="44687"/>
                </a:lnTo>
                <a:cubicBezTo>
                  <a:pt x="920643" y="40431"/>
                  <a:pt x="924314" y="36973"/>
                  <a:pt x="928942" y="34313"/>
                </a:cubicBezTo>
                <a:cubicBezTo>
                  <a:pt x="933570" y="31653"/>
                  <a:pt x="938704" y="30323"/>
                  <a:pt x="944343" y="30323"/>
                </a:cubicBezTo>
                <a:cubicBezTo>
                  <a:pt x="954185" y="30323"/>
                  <a:pt x="962537" y="34180"/>
                  <a:pt x="969400" y="41894"/>
                </a:cubicBezTo>
                <a:cubicBezTo>
                  <a:pt x="976262" y="49608"/>
                  <a:pt x="979694" y="60354"/>
                  <a:pt x="979694" y="74133"/>
                </a:cubicBezTo>
                <a:cubicBezTo>
                  <a:pt x="979694" y="88283"/>
                  <a:pt x="976236" y="99282"/>
                  <a:pt x="969320" y="107129"/>
                </a:cubicBezTo>
                <a:cubicBezTo>
                  <a:pt x="962404" y="114976"/>
                  <a:pt x="954025" y="118899"/>
                  <a:pt x="944183" y="118899"/>
                </a:cubicBezTo>
                <a:cubicBezTo>
                  <a:pt x="939502" y="118899"/>
                  <a:pt x="935259" y="117968"/>
                  <a:pt x="931456" y="116106"/>
                </a:cubicBezTo>
                <a:cubicBezTo>
                  <a:pt x="927652" y="114245"/>
                  <a:pt x="923649" y="111053"/>
                  <a:pt x="919446" y="106531"/>
                </a:cubicBezTo>
                <a:lnTo>
                  <a:pt x="919446" y="149223"/>
                </a:lnTo>
                <a:lnTo>
                  <a:pt x="897023" y="149223"/>
                </a:lnTo>
                <a:lnTo>
                  <a:pt x="897023" y="32238"/>
                </a:lnTo>
                <a:moveTo>
                  <a:pt x="919206" y="73138"/>
                </a:moveTo>
                <a:cubicBezTo>
                  <a:pt x="919206" y="82645"/>
                  <a:pt x="921095" y="89670"/>
                  <a:pt x="924872" y="94212"/>
                </a:cubicBezTo>
                <a:cubicBezTo>
                  <a:pt x="928649" y="98754"/>
                  <a:pt x="933251" y="101025"/>
                  <a:pt x="938677" y="101025"/>
                </a:cubicBezTo>
                <a:cubicBezTo>
                  <a:pt x="943891" y="101025"/>
                  <a:pt x="948226" y="98940"/>
                  <a:pt x="951684" y="94770"/>
                </a:cubicBezTo>
                <a:cubicBezTo>
                  <a:pt x="955142" y="90601"/>
                  <a:pt x="956871" y="83762"/>
                  <a:pt x="956871" y="74252"/>
                </a:cubicBezTo>
                <a:cubicBezTo>
                  <a:pt x="956871" y="65381"/>
                  <a:pt x="955089" y="58795"/>
                  <a:pt x="951525" y="54492"/>
                </a:cubicBezTo>
                <a:cubicBezTo>
                  <a:pt x="947960" y="50190"/>
                  <a:pt x="943545" y="48039"/>
                  <a:pt x="938278" y="48039"/>
                </a:cubicBezTo>
                <a:cubicBezTo>
                  <a:pt x="932799" y="48039"/>
                  <a:pt x="928250" y="50150"/>
                  <a:pt x="924633" y="54373"/>
                </a:cubicBezTo>
                <a:cubicBezTo>
                  <a:pt x="921015" y="58595"/>
                  <a:pt x="919206" y="64850"/>
                  <a:pt x="919206" y="73138"/>
                </a:cubicBezTo>
                <a:close/>
                <a:moveTo>
                  <a:pt x="1046558" y="90012"/>
                </a:moveTo>
                <a:lnTo>
                  <a:pt x="1068901" y="93843"/>
                </a:lnTo>
                <a:cubicBezTo>
                  <a:pt x="1066029" y="102009"/>
                  <a:pt x="1061494" y="108226"/>
                  <a:pt x="1055296" y="112496"/>
                </a:cubicBezTo>
                <a:cubicBezTo>
                  <a:pt x="1049098" y="116765"/>
                  <a:pt x="1041344" y="118899"/>
                  <a:pt x="1032035" y="118899"/>
                </a:cubicBezTo>
                <a:cubicBezTo>
                  <a:pt x="1017299" y="118899"/>
                  <a:pt x="1006393" y="114085"/>
                  <a:pt x="999317" y="104456"/>
                </a:cubicBezTo>
                <a:cubicBezTo>
                  <a:pt x="993731" y="96742"/>
                  <a:pt x="990939" y="87007"/>
                  <a:pt x="990939" y="75250"/>
                </a:cubicBezTo>
                <a:cubicBezTo>
                  <a:pt x="990939" y="61205"/>
                  <a:pt x="994609" y="50206"/>
                  <a:pt x="1001951" y="42253"/>
                </a:cubicBezTo>
                <a:cubicBezTo>
                  <a:pt x="1009292" y="34300"/>
                  <a:pt x="1018575" y="30323"/>
                  <a:pt x="1029800" y="30323"/>
                </a:cubicBezTo>
                <a:cubicBezTo>
                  <a:pt x="1042408" y="30323"/>
                  <a:pt x="1052357" y="34486"/>
                  <a:pt x="1059645" y="42812"/>
                </a:cubicBezTo>
                <a:cubicBezTo>
                  <a:pt x="1066933" y="51137"/>
                  <a:pt x="1070418" y="63892"/>
                  <a:pt x="1070098" y="81075"/>
                </a:cubicBezTo>
                <a:lnTo>
                  <a:pt x="1013920" y="81075"/>
                </a:lnTo>
                <a:cubicBezTo>
                  <a:pt x="1014080" y="87725"/>
                  <a:pt x="1015889" y="92898"/>
                  <a:pt x="1019347" y="96596"/>
                </a:cubicBezTo>
                <a:cubicBezTo>
                  <a:pt x="1022805" y="100293"/>
                  <a:pt x="1027114" y="102142"/>
                  <a:pt x="1032274" y="102142"/>
                </a:cubicBezTo>
                <a:cubicBezTo>
                  <a:pt x="1035785" y="102142"/>
                  <a:pt x="1038738" y="101184"/>
                  <a:pt x="1041132" y="99269"/>
                </a:cubicBezTo>
                <a:cubicBezTo>
                  <a:pt x="1043526" y="97354"/>
                  <a:pt x="1045334" y="94268"/>
                  <a:pt x="1046558" y="90012"/>
                </a:cubicBezTo>
                <a:moveTo>
                  <a:pt x="1047835" y="67350"/>
                </a:moveTo>
                <a:cubicBezTo>
                  <a:pt x="1047675" y="60886"/>
                  <a:pt x="1045999" y="55972"/>
                  <a:pt x="1042807" y="52607"/>
                </a:cubicBezTo>
                <a:cubicBezTo>
                  <a:pt x="1039615" y="49242"/>
                  <a:pt x="1035732" y="47560"/>
                  <a:pt x="1031157" y="47560"/>
                </a:cubicBezTo>
                <a:cubicBezTo>
                  <a:pt x="1026263" y="47560"/>
                  <a:pt x="1022219" y="49334"/>
                  <a:pt x="1019028" y="52884"/>
                </a:cubicBezTo>
                <a:cubicBezTo>
                  <a:pt x="1015836" y="56435"/>
                  <a:pt x="1014266" y="61257"/>
                  <a:pt x="1014319" y="67350"/>
                </a:cubicBezTo>
                <a:lnTo>
                  <a:pt x="1047835" y="67350"/>
                </a:lnTo>
                <a:close/>
                <a:moveTo>
                  <a:pt x="1088381" y="116984"/>
                </a:moveTo>
                <a:lnTo>
                  <a:pt x="1088381" y="0"/>
                </a:lnTo>
                <a:lnTo>
                  <a:pt x="1110804" y="0"/>
                </a:lnTo>
                <a:lnTo>
                  <a:pt x="1110804" y="116984"/>
                </a:lnTo>
                <a:lnTo>
                  <a:pt x="1088381" y="116984"/>
                </a:lnTo>
                <a:close/>
                <a:moveTo>
                  <a:pt x="1133780" y="20748"/>
                </a:moveTo>
                <a:lnTo>
                  <a:pt x="1133780" y="0"/>
                </a:lnTo>
                <a:lnTo>
                  <a:pt x="1156203" y="0"/>
                </a:lnTo>
                <a:lnTo>
                  <a:pt x="1156203" y="20748"/>
                </a:lnTo>
                <a:lnTo>
                  <a:pt x="1133780" y="20748"/>
                </a:lnTo>
                <a:moveTo>
                  <a:pt x="1133780" y="116984"/>
                </a:moveTo>
                <a:lnTo>
                  <a:pt x="1133780" y="32238"/>
                </a:lnTo>
                <a:lnTo>
                  <a:pt x="1156203" y="32238"/>
                </a:lnTo>
                <a:lnTo>
                  <a:pt x="1156203" y="116984"/>
                </a:lnTo>
                <a:lnTo>
                  <a:pt x="1133780" y="116984"/>
                </a:lnTo>
                <a:close/>
                <a:moveTo>
                  <a:pt x="1256265" y="116984"/>
                </a:moveTo>
                <a:lnTo>
                  <a:pt x="1233842" y="116984"/>
                </a:lnTo>
                <a:lnTo>
                  <a:pt x="1233842" y="73783"/>
                </a:lnTo>
                <a:cubicBezTo>
                  <a:pt x="1233842" y="64643"/>
                  <a:pt x="1233363" y="58732"/>
                  <a:pt x="1232406" y="56048"/>
                </a:cubicBezTo>
                <a:cubicBezTo>
                  <a:pt x="1231448" y="53365"/>
                  <a:pt x="1229892" y="51280"/>
                  <a:pt x="1227737" y="49792"/>
                </a:cubicBezTo>
                <a:cubicBezTo>
                  <a:pt x="1225583" y="48304"/>
                  <a:pt x="1222989" y="47560"/>
                  <a:pt x="1219957" y="47560"/>
                </a:cubicBezTo>
                <a:cubicBezTo>
                  <a:pt x="1216074" y="47560"/>
                  <a:pt x="1212589" y="48623"/>
                  <a:pt x="1209503" y="50749"/>
                </a:cubicBezTo>
                <a:cubicBezTo>
                  <a:pt x="1206418" y="52874"/>
                  <a:pt x="1204303" y="55690"/>
                  <a:pt x="1203160" y="59198"/>
                </a:cubicBezTo>
                <a:cubicBezTo>
                  <a:pt x="1202016" y="62704"/>
                  <a:pt x="1201444" y="69187"/>
                  <a:pt x="1201444" y="78646"/>
                </a:cubicBezTo>
                <a:lnTo>
                  <a:pt x="1201444" y="116984"/>
                </a:lnTo>
                <a:lnTo>
                  <a:pt x="1179021" y="116984"/>
                </a:lnTo>
                <a:lnTo>
                  <a:pt x="1179021" y="32238"/>
                </a:lnTo>
                <a:lnTo>
                  <a:pt x="1199848" y="32238"/>
                </a:lnTo>
                <a:lnTo>
                  <a:pt x="1199848" y="44687"/>
                </a:lnTo>
                <a:cubicBezTo>
                  <a:pt x="1207243" y="35111"/>
                  <a:pt x="1216552" y="30323"/>
                  <a:pt x="1227777" y="30323"/>
                </a:cubicBezTo>
                <a:cubicBezTo>
                  <a:pt x="1232725" y="30323"/>
                  <a:pt x="1237247" y="31214"/>
                  <a:pt x="1241343" y="32997"/>
                </a:cubicBezTo>
                <a:cubicBezTo>
                  <a:pt x="1245439" y="34779"/>
                  <a:pt x="1248538" y="37053"/>
                  <a:pt x="1250639" y="39819"/>
                </a:cubicBezTo>
                <a:cubicBezTo>
                  <a:pt x="1252741" y="42586"/>
                  <a:pt x="1254204" y="45724"/>
                  <a:pt x="1255028" y="49236"/>
                </a:cubicBezTo>
                <a:cubicBezTo>
                  <a:pt x="1255853" y="52747"/>
                  <a:pt x="1256265" y="57774"/>
                  <a:pt x="1256265" y="64317"/>
                </a:cubicBezTo>
                <a:lnTo>
                  <a:pt x="1256265" y="116984"/>
                </a:lnTo>
                <a:close/>
                <a:moveTo>
                  <a:pt x="1328077" y="90012"/>
                </a:moveTo>
                <a:lnTo>
                  <a:pt x="1350421" y="93843"/>
                </a:lnTo>
                <a:cubicBezTo>
                  <a:pt x="1347548" y="102009"/>
                  <a:pt x="1343013" y="108226"/>
                  <a:pt x="1336815" y="112496"/>
                </a:cubicBezTo>
                <a:cubicBezTo>
                  <a:pt x="1330617" y="116765"/>
                  <a:pt x="1322864" y="118899"/>
                  <a:pt x="1313554" y="118899"/>
                </a:cubicBezTo>
                <a:cubicBezTo>
                  <a:pt x="1298818" y="118899"/>
                  <a:pt x="1287912" y="114085"/>
                  <a:pt x="1280837" y="104456"/>
                </a:cubicBezTo>
                <a:cubicBezTo>
                  <a:pt x="1275251" y="96742"/>
                  <a:pt x="1272458" y="87007"/>
                  <a:pt x="1272458" y="75250"/>
                </a:cubicBezTo>
                <a:cubicBezTo>
                  <a:pt x="1272458" y="61205"/>
                  <a:pt x="1276128" y="50206"/>
                  <a:pt x="1283470" y="42253"/>
                </a:cubicBezTo>
                <a:cubicBezTo>
                  <a:pt x="1290811" y="34300"/>
                  <a:pt x="1300095" y="30323"/>
                  <a:pt x="1311319" y="30323"/>
                </a:cubicBezTo>
                <a:cubicBezTo>
                  <a:pt x="1323928" y="30323"/>
                  <a:pt x="1333876" y="34486"/>
                  <a:pt x="1341164" y="42812"/>
                </a:cubicBezTo>
                <a:cubicBezTo>
                  <a:pt x="1348452" y="51137"/>
                  <a:pt x="1351937" y="63892"/>
                  <a:pt x="1351618" y="81075"/>
                </a:cubicBezTo>
                <a:lnTo>
                  <a:pt x="1295440" y="81075"/>
                </a:lnTo>
                <a:cubicBezTo>
                  <a:pt x="1295599" y="87725"/>
                  <a:pt x="1297408" y="92898"/>
                  <a:pt x="1300866" y="96596"/>
                </a:cubicBezTo>
                <a:cubicBezTo>
                  <a:pt x="1304324" y="100293"/>
                  <a:pt x="1308633" y="102142"/>
                  <a:pt x="1313793" y="102142"/>
                </a:cubicBezTo>
                <a:cubicBezTo>
                  <a:pt x="1317304" y="102142"/>
                  <a:pt x="1320257" y="101184"/>
                  <a:pt x="1322651" y="99269"/>
                </a:cubicBezTo>
                <a:cubicBezTo>
                  <a:pt x="1325045" y="97354"/>
                  <a:pt x="1326854" y="94268"/>
                  <a:pt x="1328077" y="90012"/>
                </a:cubicBezTo>
                <a:moveTo>
                  <a:pt x="1329354" y="67350"/>
                </a:moveTo>
                <a:cubicBezTo>
                  <a:pt x="1329194" y="60886"/>
                  <a:pt x="1327519" y="55972"/>
                  <a:pt x="1324327" y="52607"/>
                </a:cubicBezTo>
                <a:cubicBezTo>
                  <a:pt x="1321135" y="49242"/>
                  <a:pt x="1317251" y="47560"/>
                  <a:pt x="1312676" y="47560"/>
                </a:cubicBezTo>
                <a:cubicBezTo>
                  <a:pt x="1307782" y="47560"/>
                  <a:pt x="1303739" y="49334"/>
                  <a:pt x="1300547" y="52884"/>
                </a:cubicBezTo>
                <a:cubicBezTo>
                  <a:pt x="1297355" y="56435"/>
                  <a:pt x="1295785" y="61257"/>
                  <a:pt x="1295839" y="67350"/>
                </a:cubicBezTo>
                <a:lnTo>
                  <a:pt x="1329354" y="67350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Balanced">
            <a:extLst xmlns:a="http://schemas.openxmlformats.org/drawingml/2006/main">
              <a:ext uri="{FF2B5EF4-FFF2-40B4-BE49-F238E27FC236}">
                <a16:creationId xmlns:a16="http://schemas.microsoft.com/office/drawing/2014/main" id="{D2A53F67-E36A-4E1F-AC11-A154B904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309" y="2678417"/>
            <a:ext cx="704324" cy="118899"/>
          </a:xfrm>
          <a:custGeom xmlns:a="http://schemas.openxmlformats.org/drawingml/2006/main">
            <a:pathLst>
              <a:path w="704324" h="118899">
                <a:moveTo>
                  <a:pt x="0" y="0"/>
                </a:moveTo>
                <a:lnTo>
                  <a:pt x="46762" y="0"/>
                </a:lnTo>
                <a:cubicBezTo>
                  <a:pt x="56018" y="0"/>
                  <a:pt x="62921" y="386"/>
                  <a:pt x="67469" y="1157"/>
                </a:cubicBezTo>
                <a:cubicBezTo>
                  <a:pt x="72018" y="1927"/>
                  <a:pt x="76088" y="3534"/>
                  <a:pt x="79679" y="5977"/>
                </a:cubicBezTo>
                <a:cubicBezTo>
                  <a:pt x="83269" y="8420"/>
                  <a:pt x="86262" y="11673"/>
                  <a:pt x="88656" y="15738"/>
                </a:cubicBezTo>
                <a:cubicBezTo>
                  <a:pt x="91050" y="19801"/>
                  <a:pt x="92247" y="24356"/>
                  <a:pt x="92247" y="29403"/>
                </a:cubicBezTo>
                <a:cubicBezTo>
                  <a:pt x="92247" y="34874"/>
                  <a:pt x="90771" y="39894"/>
                  <a:pt x="87818" y="44463"/>
                </a:cubicBezTo>
                <a:cubicBezTo>
                  <a:pt x="84865" y="49031"/>
                  <a:pt x="80862" y="52457"/>
                  <a:pt x="75808" y="54742"/>
                </a:cubicBezTo>
                <a:cubicBezTo>
                  <a:pt x="82937" y="56820"/>
                  <a:pt x="88416" y="60362"/>
                  <a:pt x="92247" y="65370"/>
                </a:cubicBezTo>
                <a:cubicBezTo>
                  <a:pt x="96077" y="70375"/>
                  <a:pt x="97992" y="76261"/>
                  <a:pt x="97992" y="83028"/>
                </a:cubicBezTo>
                <a:cubicBezTo>
                  <a:pt x="97992" y="88354"/>
                  <a:pt x="96755" y="93534"/>
                  <a:pt x="94282" y="98568"/>
                </a:cubicBezTo>
                <a:cubicBezTo>
                  <a:pt x="91808" y="103601"/>
                  <a:pt x="88430" y="107622"/>
                  <a:pt x="84147" y="110633"/>
                </a:cubicBezTo>
                <a:cubicBezTo>
                  <a:pt x="79865" y="113642"/>
                  <a:pt x="74585" y="115493"/>
                  <a:pt x="68307" y="116186"/>
                </a:cubicBezTo>
                <a:cubicBezTo>
                  <a:pt x="64371" y="116612"/>
                  <a:pt x="54875" y="116878"/>
                  <a:pt x="39819" y="116984"/>
                </a:cubicBezTo>
                <a:lnTo>
                  <a:pt x="0" y="116984"/>
                </a:lnTo>
                <a:lnTo>
                  <a:pt x="0" y="0"/>
                </a:lnTo>
                <a:moveTo>
                  <a:pt x="23620" y="19471"/>
                </a:moveTo>
                <a:lnTo>
                  <a:pt x="23620" y="46443"/>
                </a:lnTo>
                <a:lnTo>
                  <a:pt x="39101" y="46443"/>
                </a:lnTo>
                <a:cubicBezTo>
                  <a:pt x="48305" y="46443"/>
                  <a:pt x="54023" y="46310"/>
                  <a:pt x="56258" y="46044"/>
                </a:cubicBezTo>
                <a:cubicBezTo>
                  <a:pt x="60301" y="45566"/>
                  <a:pt x="63480" y="44175"/>
                  <a:pt x="65794" y="41869"/>
                </a:cubicBezTo>
                <a:cubicBezTo>
                  <a:pt x="68108" y="39562"/>
                  <a:pt x="69265" y="36524"/>
                  <a:pt x="69265" y="32757"/>
                </a:cubicBezTo>
                <a:cubicBezTo>
                  <a:pt x="69265" y="29151"/>
                  <a:pt x="68267" y="26221"/>
                  <a:pt x="66272" y="23967"/>
                </a:cubicBezTo>
                <a:cubicBezTo>
                  <a:pt x="64278" y="21713"/>
                  <a:pt x="61312" y="20347"/>
                  <a:pt x="57375" y="19870"/>
                </a:cubicBezTo>
                <a:cubicBezTo>
                  <a:pt x="55034" y="19604"/>
                  <a:pt x="48305" y="19471"/>
                  <a:pt x="37186" y="19471"/>
                </a:cubicBezTo>
                <a:lnTo>
                  <a:pt x="23620" y="19471"/>
                </a:lnTo>
                <a:moveTo>
                  <a:pt x="23620" y="65913"/>
                </a:moveTo>
                <a:lnTo>
                  <a:pt x="23620" y="97194"/>
                </a:lnTo>
                <a:lnTo>
                  <a:pt x="45485" y="97194"/>
                </a:lnTo>
                <a:cubicBezTo>
                  <a:pt x="53997" y="97194"/>
                  <a:pt x="59397" y="96955"/>
                  <a:pt x="61684" y="96476"/>
                </a:cubicBezTo>
                <a:cubicBezTo>
                  <a:pt x="65195" y="95838"/>
                  <a:pt x="68055" y="94282"/>
                  <a:pt x="70262" y="91808"/>
                </a:cubicBezTo>
                <a:cubicBezTo>
                  <a:pt x="72470" y="89334"/>
                  <a:pt x="73574" y="86023"/>
                  <a:pt x="73574" y="81873"/>
                </a:cubicBezTo>
                <a:cubicBezTo>
                  <a:pt x="73574" y="78362"/>
                  <a:pt x="72723" y="75383"/>
                  <a:pt x="71020" y="72936"/>
                </a:cubicBezTo>
                <a:cubicBezTo>
                  <a:pt x="69318" y="70488"/>
                  <a:pt x="66858" y="68706"/>
                  <a:pt x="63639" y="67589"/>
                </a:cubicBezTo>
                <a:cubicBezTo>
                  <a:pt x="60421" y="66472"/>
                  <a:pt x="53438" y="65913"/>
                  <a:pt x="42692" y="65913"/>
                </a:cubicBezTo>
                <a:lnTo>
                  <a:pt x="23620" y="65913"/>
                </a:lnTo>
                <a:close/>
                <a:moveTo>
                  <a:pt x="134545" y="58412"/>
                </a:moveTo>
                <a:lnTo>
                  <a:pt x="114196" y="54742"/>
                </a:lnTo>
                <a:cubicBezTo>
                  <a:pt x="116484" y="46441"/>
                  <a:pt x="120420" y="40296"/>
                  <a:pt x="126006" y="36308"/>
                </a:cubicBezTo>
                <a:cubicBezTo>
                  <a:pt x="131592" y="32318"/>
                  <a:pt x="139891" y="30323"/>
                  <a:pt x="150903" y="30323"/>
                </a:cubicBezTo>
                <a:cubicBezTo>
                  <a:pt x="160905" y="30323"/>
                  <a:pt x="168353" y="31507"/>
                  <a:pt x="173247" y="33874"/>
                </a:cubicBezTo>
                <a:cubicBezTo>
                  <a:pt x="178141" y="36242"/>
                  <a:pt x="181586" y="39247"/>
                  <a:pt x="183581" y="42892"/>
                </a:cubicBezTo>
                <a:cubicBezTo>
                  <a:pt x="185576" y="46536"/>
                  <a:pt x="186573" y="53225"/>
                  <a:pt x="186573" y="62961"/>
                </a:cubicBezTo>
                <a:lnTo>
                  <a:pt x="186334" y="89135"/>
                </a:lnTo>
                <a:cubicBezTo>
                  <a:pt x="186334" y="96582"/>
                  <a:pt x="186693" y="102075"/>
                  <a:pt x="187411" y="105613"/>
                </a:cubicBezTo>
                <a:cubicBezTo>
                  <a:pt x="188129" y="109151"/>
                  <a:pt x="189473" y="112941"/>
                  <a:pt x="191441" y="116984"/>
                </a:cubicBezTo>
                <a:lnTo>
                  <a:pt x="169257" y="116984"/>
                </a:lnTo>
                <a:cubicBezTo>
                  <a:pt x="168672" y="115495"/>
                  <a:pt x="167954" y="113287"/>
                  <a:pt x="167102" y="110361"/>
                </a:cubicBezTo>
                <a:cubicBezTo>
                  <a:pt x="166730" y="109031"/>
                  <a:pt x="166464" y="108153"/>
                  <a:pt x="166304" y="107728"/>
                </a:cubicBezTo>
                <a:cubicBezTo>
                  <a:pt x="162474" y="111452"/>
                  <a:pt x="158378" y="114245"/>
                  <a:pt x="154015" y="116106"/>
                </a:cubicBezTo>
                <a:cubicBezTo>
                  <a:pt x="149653" y="117968"/>
                  <a:pt x="144998" y="118899"/>
                  <a:pt x="140051" y="118899"/>
                </a:cubicBezTo>
                <a:cubicBezTo>
                  <a:pt x="131326" y="118899"/>
                  <a:pt x="124450" y="116542"/>
                  <a:pt x="119423" y="111827"/>
                </a:cubicBezTo>
                <a:cubicBezTo>
                  <a:pt x="114396" y="107113"/>
                  <a:pt x="111882" y="101153"/>
                  <a:pt x="111882" y="93947"/>
                </a:cubicBezTo>
                <a:cubicBezTo>
                  <a:pt x="111882" y="89180"/>
                  <a:pt x="113026" y="84929"/>
                  <a:pt x="115313" y="81195"/>
                </a:cubicBezTo>
                <a:cubicBezTo>
                  <a:pt x="117601" y="77459"/>
                  <a:pt x="120806" y="74598"/>
                  <a:pt x="124929" y="72611"/>
                </a:cubicBezTo>
                <a:cubicBezTo>
                  <a:pt x="129052" y="70625"/>
                  <a:pt x="134997" y="68890"/>
                  <a:pt x="142764" y="67407"/>
                </a:cubicBezTo>
                <a:cubicBezTo>
                  <a:pt x="153244" y="65447"/>
                  <a:pt x="160506" y="63619"/>
                  <a:pt x="164549" y="61923"/>
                </a:cubicBezTo>
                <a:lnTo>
                  <a:pt x="164549" y="59664"/>
                </a:lnTo>
                <a:cubicBezTo>
                  <a:pt x="164549" y="55307"/>
                  <a:pt x="163485" y="52201"/>
                  <a:pt x="161357" y="50345"/>
                </a:cubicBezTo>
                <a:cubicBezTo>
                  <a:pt x="159229" y="48488"/>
                  <a:pt x="155212" y="47560"/>
                  <a:pt x="149307" y="47560"/>
                </a:cubicBezTo>
                <a:cubicBezTo>
                  <a:pt x="145317" y="47560"/>
                  <a:pt x="142205" y="48363"/>
                  <a:pt x="139971" y="49969"/>
                </a:cubicBezTo>
                <a:cubicBezTo>
                  <a:pt x="137737" y="51573"/>
                  <a:pt x="135928" y="54388"/>
                  <a:pt x="134545" y="58412"/>
                </a:cubicBezTo>
                <a:moveTo>
                  <a:pt x="164549" y="76606"/>
                </a:moveTo>
                <a:cubicBezTo>
                  <a:pt x="161676" y="77552"/>
                  <a:pt x="157128" y="78683"/>
                  <a:pt x="150903" y="79998"/>
                </a:cubicBezTo>
                <a:cubicBezTo>
                  <a:pt x="144679" y="81311"/>
                  <a:pt x="140609" y="82599"/>
                  <a:pt x="138694" y="83860"/>
                </a:cubicBezTo>
                <a:cubicBezTo>
                  <a:pt x="135768" y="85910"/>
                  <a:pt x="134305" y="88512"/>
                  <a:pt x="134305" y="91666"/>
                </a:cubicBezTo>
                <a:cubicBezTo>
                  <a:pt x="134305" y="94768"/>
                  <a:pt x="135476" y="97449"/>
                  <a:pt x="137816" y="99710"/>
                </a:cubicBezTo>
                <a:cubicBezTo>
                  <a:pt x="140157" y="101970"/>
                  <a:pt x="143136" y="103099"/>
                  <a:pt x="146754" y="103099"/>
                </a:cubicBezTo>
                <a:cubicBezTo>
                  <a:pt x="150797" y="103099"/>
                  <a:pt x="154654" y="101785"/>
                  <a:pt x="158325" y="99157"/>
                </a:cubicBezTo>
                <a:cubicBezTo>
                  <a:pt x="161038" y="97160"/>
                  <a:pt x="162820" y="94716"/>
                  <a:pt x="163671" y="91823"/>
                </a:cubicBezTo>
                <a:cubicBezTo>
                  <a:pt x="164256" y="89931"/>
                  <a:pt x="164549" y="86331"/>
                  <a:pt x="164549" y="81023"/>
                </a:cubicBezTo>
                <a:lnTo>
                  <a:pt x="164549" y="76606"/>
                </a:lnTo>
                <a:close/>
                <a:moveTo>
                  <a:pt x="208685" y="116984"/>
                </a:moveTo>
                <a:lnTo>
                  <a:pt x="208685" y="0"/>
                </a:lnTo>
                <a:lnTo>
                  <a:pt x="231109" y="0"/>
                </a:lnTo>
                <a:lnTo>
                  <a:pt x="231109" y="116984"/>
                </a:lnTo>
                <a:lnTo>
                  <a:pt x="208685" y="116984"/>
                </a:lnTo>
                <a:close/>
                <a:moveTo>
                  <a:pt x="270843" y="58412"/>
                </a:moveTo>
                <a:lnTo>
                  <a:pt x="250494" y="54742"/>
                </a:lnTo>
                <a:cubicBezTo>
                  <a:pt x="252782" y="46441"/>
                  <a:pt x="256719" y="40296"/>
                  <a:pt x="262304" y="36308"/>
                </a:cubicBezTo>
                <a:cubicBezTo>
                  <a:pt x="267890" y="32318"/>
                  <a:pt x="276189" y="30323"/>
                  <a:pt x="287202" y="30323"/>
                </a:cubicBezTo>
                <a:cubicBezTo>
                  <a:pt x="297203" y="30323"/>
                  <a:pt x="304651" y="31507"/>
                  <a:pt x="309545" y="33874"/>
                </a:cubicBezTo>
                <a:cubicBezTo>
                  <a:pt x="314439" y="36242"/>
                  <a:pt x="317884" y="39247"/>
                  <a:pt x="319879" y="42892"/>
                </a:cubicBezTo>
                <a:cubicBezTo>
                  <a:pt x="321874" y="46536"/>
                  <a:pt x="322871" y="53225"/>
                  <a:pt x="322871" y="62961"/>
                </a:cubicBezTo>
                <a:lnTo>
                  <a:pt x="322632" y="89135"/>
                </a:lnTo>
                <a:cubicBezTo>
                  <a:pt x="322632" y="96582"/>
                  <a:pt x="322991" y="102075"/>
                  <a:pt x="323709" y="105613"/>
                </a:cubicBezTo>
                <a:cubicBezTo>
                  <a:pt x="324427" y="109151"/>
                  <a:pt x="325771" y="112941"/>
                  <a:pt x="327739" y="116984"/>
                </a:cubicBezTo>
                <a:lnTo>
                  <a:pt x="305555" y="116984"/>
                </a:lnTo>
                <a:cubicBezTo>
                  <a:pt x="304970" y="115495"/>
                  <a:pt x="304252" y="113287"/>
                  <a:pt x="303401" y="110361"/>
                </a:cubicBezTo>
                <a:cubicBezTo>
                  <a:pt x="303028" y="109031"/>
                  <a:pt x="302762" y="108153"/>
                  <a:pt x="302603" y="107728"/>
                </a:cubicBezTo>
                <a:cubicBezTo>
                  <a:pt x="298772" y="111452"/>
                  <a:pt x="294676" y="114245"/>
                  <a:pt x="290314" y="116106"/>
                </a:cubicBezTo>
                <a:cubicBezTo>
                  <a:pt x="285951" y="117968"/>
                  <a:pt x="281296" y="118899"/>
                  <a:pt x="276349" y="118899"/>
                </a:cubicBezTo>
                <a:cubicBezTo>
                  <a:pt x="267624" y="118899"/>
                  <a:pt x="260748" y="116542"/>
                  <a:pt x="255721" y="111827"/>
                </a:cubicBezTo>
                <a:cubicBezTo>
                  <a:pt x="250694" y="107113"/>
                  <a:pt x="248180" y="101153"/>
                  <a:pt x="248180" y="93947"/>
                </a:cubicBezTo>
                <a:cubicBezTo>
                  <a:pt x="248180" y="89180"/>
                  <a:pt x="249324" y="84929"/>
                  <a:pt x="251612" y="81195"/>
                </a:cubicBezTo>
                <a:cubicBezTo>
                  <a:pt x="253899" y="77459"/>
                  <a:pt x="257104" y="74598"/>
                  <a:pt x="261227" y="72611"/>
                </a:cubicBezTo>
                <a:cubicBezTo>
                  <a:pt x="265350" y="70625"/>
                  <a:pt x="271295" y="68890"/>
                  <a:pt x="279062" y="67407"/>
                </a:cubicBezTo>
                <a:cubicBezTo>
                  <a:pt x="289542" y="65447"/>
                  <a:pt x="296804" y="63619"/>
                  <a:pt x="300847" y="61923"/>
                </a:cubicBezTo>
                <a:lnTo>
                  <a:pt x="300847" y="59664"/>
                </a:lnTo>
                <a:cubicBezTo>
                  <a:pt x="300847" y="55307"/>
                  <a:pt x="299783" y="52201"/>
                  <a:pt x="297655" y="50345"/>
                </a:cubicBezTo>
                <a:cubicBezTo>
                  <a:pt x="295527" y="48488"/>
                  <a:pt x="291511" y="47560"/>
                  <a:pt x="285606" y="47560"/>
                </a:cubicBezTo>
                <a:cubicBezTo>
                  <a:pt x="281616" y="47560"/>
                  <a:pt x="278504" y="48363"/>
                  <a:pt x="276269" y="49969"/>
                </a:cubicBezTo>
                <a:cubicBezTo>
                  <a:pt x="274035" y="51573"/>
                  <a:pt x="272226" y="54388"/>
                  <a:pt x="270843" y="58412"/>
                </a:cubicBezTo>
                <a:moveTo>
                  <a:pt x="300847" y="76606"/>
                </a:moveTo>
                <a:cubicBezTo>
                  <a:pt x="297974" y="77552"/>
                  <a:pt x="293426" y="78683"/>
                  <a:pt x="287202" y="79998"/>
                </a:cubicBezTo>
                <a:cubicBezTo>
                  <a:pt x="280977" y="81311"/>
                  <a:pt x="276908" y="82599"/>
                  <a:pt x="274992" y="83860"/>
                </a:cubicBezTo>
                <a:cubicBezTo>
                  <a:pt x="272066" y="85910"/>
                  <a:pt x="270603" y="88512"/>
                  <a:pt x="270603" y="91666"/>
                </a:cubicBezTo>
                <a:cubicBezTo>
                  <a:pt x="270603" y="94768"/>
                  <a:pt x="271774" y="97449"/>
                  <a:pt x="274115" y="99710"/>
                </a:cubicBezTo>
                <a:cubicBezTo>
                  <a:pt x="276455" y="101970"/>
                  <a:pt x="279434" y="103099"/>
                  <a:pt x="283052" y="103099"/>
                </a:cubicBezTo>
                <a:cubicBezTo>
                  <a:pt x="287095" y="103099"/>
                  <a:pt x="290952" y="101785"/>
                  <a:pt x="294623" y="99157"/>
                </a:cubicBezTo>
                <a:cubicBezTo>
                  <a:pt x="297336" y="97160"/>
                  <a:pt x="299118" y="94716"/>
                  <a:pt x="299969" y="91823"/>
                </a:cubicBezTo>
                <a:cubicBezTo>
                  <a:pt x="300554" y="89931"/>
                  <a:pt x="300847" y="86331"/>
                  <a:pt x="300847" y="81023"/>
                </a:cubicBezTo>
                <a:lnTo>
                  <a:pt x="300847" y="76606"/>
                </a:lnTo>
                <a:close/>
                <a:moveTo>
                  <a:pt x="422068" y="116984"/>
                </a:moveTo>
                <a:lnTo>
                  <a:pt x="399645" y="116984"/>
                </a:lnTo>
                <a:lnTo>
                  <a:pt x="399645" y="73783"/>
                </a:lnTo>
                <a:cubicBezTo>
                  <a:pt x="399645" y="64643"/>
                  <a:pt x="399166" y="58732"/>
                  <a:pt x="398209" y="56048"/>
                </a:cubicBezTo>
                <a:cubicBezTo>
                  <a:pt x="397251" y="53365"/>
                  <a:pt x="395695" y="51280"/>
                  <a:pt x="393540" y="49792"/>
                </a:cubicBezTo>
                <a:cubicBezTo>
                  <a:pt x="391386" y="48304"/>
                  <a:pt x="388792" y="47560"/>
                  <a:pt x="385760" y="47560"/>
                </a:cubicBezTo>
                <a:cubicBezTo>
                  <a:pt x="381877" y="47560"/>
                  <a:pt x="378392" y="48623"/>
                  <a:pt x="375307" y="50749"/>
                </a:cubicBezTo>
                <a:cubicBezTo>
                  <a:pt x="372221" y="52874"/>
                  <a:pt x="370106" y="55690"/>
                  <a:pt x="368963" y="59198"/>
                </a:cubicBezTo>
                <a:cubicBezTo>
                  <a:pt x="367819" y="62704"/>
                  <a:pt x="367247" y="69187"/>
                  <a:pt x="367247" y="78646"/>
                </a:cubicBezTo>
                <a:lnTo>
                  <a:pt x="367247" y="116984"/>
                </a:lnTo>
                <a:lnTo>
                  <a:pt x="344824" y="116984"/>
                </a:lnTo>
                <a:lnTo>
                  <a:pt x="344824" y="32238"/>
                </a:lnTo>
                <a:lnTo>
                  <a:pt x="365651" y="32238"/>
                </a:lnTo>
                <a:lnTo>
                  <a:pt x="365651" y="44687"/>
                </a:lnTo>
                <a:cubicBezTo>
                  <a:pt x="373046" y="35111"/>
                  <a:pt x="382355" y="30323"/>
                  <a:pt x="393580" y="30323"/>
                </a:cubicBezTo>
                <a:cubicBezTo>
                  <a:pt x="398528" y="30323"/>
                  <a:pt x="403050" y="31214"/>
                  <a:pt x="407146" y="32997"/>
                </a:cubicBezTo>
                <a:cubicBezTo>
                  <a:pt x="411242" y="34779"/>
                  <a:pt x="414341" y="37053"/>
                  <a:pt x="416443" y="39819"/>
                </a:cubicBezTo>
                <a:cubicBezTo>
                  <a:pt x="418544" y="42586"/>
                  <a:pt x="420007" y="45724"/>
                  <a:pt x="420831" y="49236"/>
                </a:cubicBezTo>
                <a:cubicBezTo>
                  <a:pt x="421656" y="52747"/>
                  <a:pt x="422068" y="57774"/>
                  <a:pt x="422068" y="64317"/>
                </a:cubicBezTo>
                <a:lnTo>
                  <a:pt x="422068" y="116984"/>
                </a:lnTo>
                <a:close/>
                <a:moveTo>
                  <a:pt x="518698" y="57295"/>
                </a:moveTo>
                <a:lnTo>
                  <a:pt x="496594" y="61285"/>
                </a:lnTo>
                <a:cubicBezTo>
                  <a:pt x="495849" y="56896"/>
                  <a:pt x="494160" y="53591"/>
                  <a:pt x="491527" y="51370"/>
                </a:cubicBezTo>
                <a:cubicBezTo>
                  <a:pt x="488893" y="49149"/>
                  <a:pt x="485475" y="48039"/>
                  <a:pt x="481273" y="48039"/>
                </a:cubicBezTo>
                <a:cubicBezTo>
                  <a:pt x="475687" y="48039"/>
                  <a:pt x="471231" y="49961"/>
                  <a:pt x="467906" y="53806"/>
                </a:cubicBezTo>
                <a:cubicBezTo>
                  <a:pt x="464581" y="57652"/>
                  <a:pt x="462919" y="64082"/>
                  <a:pt x="462919" y="73098"/>
                </a:cubicBezTo>
                <a:cubicBezTo>
                  <a:pt x="462919" y="83122"/>
                  <a:pt x="464608" y="90204"/>
                  <a:pt x="467986" y="94341"/>
                </a:cubicBezTo>
                <a:cubicBezTo>
                  <a:pt x="471364" y="98478"/>
                  <a:pt x="475900" y="100546"/>
                  <a:pt x="481592" y="100546"/>
                </a:cubicBezTo>
                <a:cubicBezTo>
                  <a:pt x="485848" y="100546"/>
                  <a:pt x="489332" y="99336"/>
                  <a:pt x="492045" y="96915"/>
                </a:cubicBezTo>
                <a:cubicBezTo>
                  <a:pt x="494759" y="94494"/>
                  <a:pt x="496674" y="90332"/>
                  <a:pt x="497791" y="84427"/>
                </a:cubicBezTo>
                <a:lnTo>
                  <a:pt x="519815" y="88257"/>
                </a:lnTo>
                <a:cubicBezTo>
                  <a:pt x="517528" y="98365"/>
                  <a:pt x="513139" y="105999"/>
                  <a:pt x="506648" y="111159"/>
                </a:cubicBezTo>
                <a:cubicBezTo>
                  <a:pt x="500158" y="116319"/>
                  <a:pt x="491460" y="118899"/>
                  <a:pt x="480554" y="118899"/>
                </a:cubicBezTo>
                <a:cubicBezTo>
                  <a:pt x="468159" y="118899"/>
                  <a:pt x="458277" y="114989"/>
                  <a:pt x="450909" y="107169"/>
                </a:cubicBezTo>
                <a:cubicBezTo>
                  <a:pt x="443541" y="99349"/>
                  <a:pt x="439857" y="88523"/>
                  <a:pt x="439857" y="74691"/>
                </a:cubicBezTo>
                <a:cubicBezTo>
                  <a:pt x="439857" y="60700"/>
                  <a:pt x="443555" y="49807"/>
                  <a:pt x="450949" y="42014"/>
                </a:cubicBezTo>
                <a:cubicBezTo>
                  <a:pt x="458344" y="34220"/>
                  <a:pt x="468345" y="30323"/>
                  <a:pt x="480953" y="30323"/>
                </a:cubicBezTo>
                <a:cubicBezTo>
                  <a:pt x="491274" y="30323"/>
                  <a:pt x="499480" y="32544"/>
                  <a:pt x="505571" y="36986"/>
                </a:cubicBezTo>
                <a:cubicBezTo>
                  <a:pt x="511662" y="41429"/>
                  <a:pt x="516038" y="48198"/>
                  <a:pt x="518698" y="57295"/>
                </a:cubicBezTo>
                <a:close/>
                <a:moveTo>
                  <a:pt x="584779" y="90012"/>
                </a:moveTo>
                <a:lnTo>
                  <a:pt x="607122" y="93843"/>
                </a:lnTo>
                <a:cubicBezTo>
                  <a:pt x="604249" y="102009"/>
                  <a:pt x="599714" y="108226"/>
                  <a:pt x="593517" y="112496"/>
                </a:cubicBezTo>
                <a:cubicBezTo>
                  <a:pt x="587319" y="116765"/>
                  <a:pt x="579565" y="118899"/>
                  <a:pt x="570255" y="118899"/>
                </a:cubicBezTo>
                <a:cubicBezTo>
                  <a:pt x="555519" y="118899"/>
                  <a:pt x="544614" y="114085"/>
                  <a:pt x="537538" y="104456"/>
                </a:cubicBezTo>
                <a:cubicBezTo>
                  <a:pt x="531952" y="96742"/>
                  <a:pt x="529159" y="87007"/>
                  <a:pt x="529159" y="75250"/>
                </a:cubicBezTo>
                <a:cubicBezTo>
                  <a:pt x="529159" y="61205"/>
                  <a:pt x="532830" y="50206"/>
                  <a:pt x="540171" y="42253"/>
                </a:cubicBezTo>
                <a:cubicBezTo>
                  <a:pt x="547513" y="34300"/>
                  <a:pt x="556796" y="30323"/>
                  <a:pt x="568021" y="30323"/>
                </a:cubicBezTo>
                <a:cubicBezTo>
                  <a:pt x="580629" y="30323"/>
                  <a:pt x="590577" y="34486"/>
                  <a:pt x="597866" y="42812"/>
                </a:cubicBezTo>
                <a:cubicBezTo>
                  <a:pt x="605154" y="51137"/>
                  <a:pt x="608638" y="63892"/>
                  <a:pt x="608319" y="81075"/>
                </a:cubicBezTo>
                <a:lnTo>
                  <a:pt x="552141" y="81075"/>
                </a:lnTo>
                <a:cubicBezTo>
                  <a:pt x="552301" y="87725"/>
                  <a:pt x="554110" y="92898"/>
                  <a:pt x="557567" y="96596"/>
                </a:cubicBezTo>
                <a:cubicBezTo>
                  <a:pt x="561025" y="100293"/>
                  <a:pt x="565334" y="102142"/>
                  <a:pt x="570495" y="102142"/>
                </a:cubicBezTo>
                <a:cubicBezTo>
                  <a:pt x="574006" y="102142"/>
                  <a:pt x="576958" y="101184"/>
                  <a:pt x="579352" y="99269"/>
                </a:cubicBezTo>
                <a:cubicBezTo>
                  <a:pt x="581746" y="97354"/>
                  <a:pt x="583555" y="94268"/>
                  <a:pt x="584779" y="90012"/>
                </a:cubicBezTo>
                <a:moveTo>
                  <a:pt x="586055" y="67350"/>
                </a:moveTo>
                <a:cubicBezTo>
                  <a:pt x="585896" y="60886"/>
                  <a:pt x="584220" y="55972"/>
                  <a:pt x="581028" y="52607"/>
                </a:cubicBezTo>
                <a:cubicBezTo>
                  <a:pt x="577836" y="49242"/>
                  <a:pt x="573953" y="47560"/>
                  <a:pt x="569378" y="47560"/>
                </a:cubicBezTo>
                <a:cubicBezTo>
                  <a:pt x="564483" y="47560"/>
                  <a:pt x="560440" y="49334"/>
                  <a:pt x="557248" y="52884"/>
                </a:cubicBezTo>
                <a:cubicBezTo>
                  <a:pt x="554056" y="56435"/>
                  <a:pt x="552487" y="61257"/>
                  <a:pt x="552540" y="67350"/>
                </a:cubicBezTo>
                <a:lnTo>
                  <a:pt x="586055" y="67350"/>
                </a:lnTo>
                <a:close/>
                <a:moveTo>
                  <a:pt x="704324" y="116984"/>
                </a:moveTo>
                <a:lnTo>
                  <a:pt x="683497" y="116984"/>
                </a:lnTo>
                <a:lnTo>
                  <a:pt x="683497" y="104536"/>
                </a:lnTo>
                <a:cubicBezTo>
                  <a:pt x="680039" y="109377"/>
                  <a:pt x="675956" y="112981"/>
                  <a:pt x="671248" y="115348"/>
                </a:cubicBezTo>
                <a:cubicBezTo>
                  <a:pt x="666539" y="117716"/>
                  <a:pt x="661791" y="118899"/>
                  <a:pt x="657004" y="118899"/>
                </a:cubicBezTo>
                <a:cubicBezTo>
                  <a:pt x="647268" y="118899"/>
                  <a:pt x="638929" y="114976"/>
                  <a:pt x="631987" y="107129"/>
                </a:cubicBezTo>
                <a:cubicBezTo>
                  <a:pt x="625044" y="99282"/>
                  <a:pt x="621573" y="88337"/>
                  <a:pt x="621573" y="74292"/>
                </a:cubicBezTo>
                <a:cubicBezTo>
                  <a:pt x="621573" y="59928"/>
                  <a:pt x="624951" y="49009"/>
                  <a:pt x="631707" y="41535"/>
                </a:cubicBezTo>
                <a:cubicBezTo>
                  <a:pt x="638464" y="34061"/>
                  <a:pt x="647002" y="30323"/>
                  <a:pt x="657323" y="30323"/>
                </a:cubicBezTo>
                <a:cubicBezTo>
                  <a:pt x="666792" y="30323"/>
                  <a:pt x="674985" y="34260"/>
                  <a:pt x="681901" y="42133"/>
                </a:cubicBezTo>
                <a:lnTo>
                  <a:pt x="681901" y="0"/>
                </a:lnTo>
                <a:lnTo>
                  <a:pt x="704324" y="0"/>
                </a:lnTo>
                <a:lnTo>
                  <a:pt x="704324" y="116984"/>
                </a:lnTo>
                <a:moveTo>
                  <a:pt x="644475" y="72818"/>
                </a:moveTo>
                <a:cubicBezTo>
                  <a:pt x="644475" y="81849"/>
                  <a:pt x="645725" y="88382"/>
                  <a:pt x="648226" y="92419"/>
                </a:cubicBezTo>
                <a:cubicBezTo>
                  <a:pt x="651843" y="98262"/>
                  <a:pt x="656897" y="101184"/>
                  <a:pt x="663387" y="101184"/>
                </a:cubicBezTo>
                <a:cubicBezTo>
                  <a:pt x="668548" y="101184"/>
                  <a:pt x="672937" y="98993"/>
                  <a:pt x="676554" y="94611"/>
                </a:cubicBezTo>
                <a:cubicBezTo>
                  <a:pt x="680172" y="90229"/>
                  <a:pt x="681980" y="83682"/>
                  <a:pt x="681980" y="74970"/>
                </a:cubicBezTo>
                <a:cubicBezTo>
                  <a:pt x="681980" y="65248"/>
                  <a:pt x="680225" y="58249"/>
                  <a:pt x="676714" y="53974"/>
                </a:cubicBezTo>
                <a:cubicBezTo>
                  <a:pt x="673203" y="49698"/>
                  <a:pt x="668707" y="47560"/>
                  <a:pt x="663228" y="47560"/>
                </a:cubicBezTo>
                <a:cubicBezTo>
                  <a:pt x="657908" y="47560"/>
                  <a:pt x="653452" y="49671"/>
                  <a:pt x="649862" y="53894"/>
                </a:cubicBezTo>
                <a:cubicBezTo>
                  <a:pt x="646271" y="58116"/>
                  <a:pt x="644475" y="64425"/>
                  <a:pt x="644475" y="72818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Real-world,open-domain">
            <a:extLst xmlns:a="http://schemas.openxmlformats.org/drawingml/2006/main">
              <a:ext uri="{FF2B5EF4-FFF2-40B4-BE49-F238E27FC236}">
                <a16:creationId xmlns:a16="http://schemas.microsoft.com/office/drawing/2014/main" id="{409CC931-7E1C-4DA5-8690-B9C5EA0A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309" y="2915080"/>
            <a:ext cx="1929126" cy="149223"/>
          </a:xfrm>
          <a:custGeom xmlns:a="http://schemas.openxmlformats.org/drawingml/2006/main">
            <a:pathLst>
              <a:path w="1929126" h="149223">
                <a:moveTo>
                  <a:pt x="0" y="116984"/>
                </a:moveTo>
                <a:lnTo>
                  <a:pt x="0" y="0"/>
                </a:lnTo>
                <a:lnTo>
                  <a:pt x="49714" y="0"/>
                </a:lnTo>
                <a:cubicBezTo>
                  <a:pt x="62216" y="0"/>
                  <a:pt x="71300" y="1051"/>
                  <a:pt x="76965" y="3152"/>
                </a:cubicBezTo>
                <a:cubicBezTo>
                  <a:pt x="82631" y="5253"/>
                  <a:pt x="87166" y="8991"/>
                  <a:pt x="90571" y="14364"/>
                </a:cubicBezTo>
                <a:cubicBezTo>
                  <a:pt x="93976" y="19737"/>
                  <a:pt x="95678" y="25881"/>
                  <a:pt x="95678" y="32797"/>
                </a:cubicBezTo>
                <a:cubicBezTo>
                  <a:pt x="95678" y="41575"/>
                  <a:pt x="93098" y="48823"/>
                  <a:pt x="87938" y="54542"/>
                </a:cubicBezTo>
                <a:cubicBezTo>
                  <a:pt x="82777" y="60261"/>
                  <a:pt x="75064" y="63865"/>
                  <a:pt x="64796" y="65355"/>
                </a:cubicBezTo>
                <a:cubicBezTo>
                  <a:pt x="69903" y="68334"/>
                  <a:pt x="74119" y="71606"/>
                  <a:pt x="77444" y="75170"/>
                </a:cubicBezTo>
                <a:cubicBezTo>
                  <a:pt x="80769" y="78734"/>
                  <a:pt x="85251" y="85065"/>
                  <a:pt x="90890" y="94162"/>
                </a:cubicBezTo>
                <a:lnTo>
                  <a:pt x="105174" y="116984"/>
                </a:lnTo>
                <a:lnTo>
                  <a:pt x="76926" y="116984"/>
                </a:lnTo>
                <a:lnTo>
                  <a:pt x="59849" y="91521"/>
                </a:lnTo>
                <a:cubicBezTo>
                  <a:pt x="53784" y="82427"/>
                  <a:pt x="49635" y="76698"/>
                  <a:pt x="47400" y="74332"/>
                </a:cubicBezTo>
                <a:cubicBezTo>
                  <a:pt x="45166" y="71965"/>
                  <a:pt x="42798" y="70342"/>
                  <a:pt x="40298" y="69464"/>
                </a:cubicBezTo>
                <a:cubicBezTo>
                  <a:pt x="37798" y="68587"/>
                  <a:pt x="33834" y="68148"/>
                  <a:pt x="28408" y="68148"/>
                </a:cubicBezTo>
                <a:lnTo>
                  <a:pt x="23620" y="68148"/>
                </a:lnTo>
                <a:lnTo>
                  <a:pt x="23620" y="116984"/>
                </a:lnTo>
                <a:lnTo>
                  <a:pt x="0" y="116984"/>
                </a:lnTo>
                <a:moveTo>
                  <a:pt x="23620" y="49475"/>
                </a:moveTo>
                <a:lnTo>
                  <a:pt x="41096" y="49475"/>
                </a:lnTo>
                <a:cubicBezTo>
                  <a:pt x="52427" y="49475"/>
                  <a:pt x="59503" y="48996"/>
                  <a:pt x="62322" y="48039"/>
                </a:cubicBezTo>
                <a:cubicBezTo>
                  <a:pt x="65142" y="47081"/>
                  <a:pt x="67350" y="45432"/>
                  <a:pt x="68946" y="43091"/>
                </a:cubicBezTo>
                <a:cubicBezTo>
                  <a:pt x="70542" y="40750"/>
                  <a:pt x="71340" y="37824"/>
                  <a:pt x="71340" y="34313"/>
                </a:cubicBezTo>
                <a:cubicBezTo>
                  <a:pt x="71340" y="30377"/>
                  <a:pt x="70289" y="27198"/>
                  <a:pt x="68188" y="24777"/>
                </a:cubicBezTo>
                <a:cubicBezTo>
                  <a:pt x="66086" y="22357"/>
                  <a:pt x="63120" y="20827"/>
                  <a:pt x="59290" y="20189"/>
                </a:cubicBezTo>
                <a:cubicBezTo>
                  <a:pt x="57375" y="19923"/>
                  <a:pt x="51629" y="19790"/>
                  <a:pt x="42054" y="19790"/>
                </a:cubicBezTo>
                <a:lnTo>
                  <a:pt x="23620" y="19790"/>
                </a:lnTo>
                <a:lnTo>
                  <a:pt x="23620" y="49475"/>
                </a:lnTo>
                <a:close/>
                <a:moveTo>
                  <a:pt x="166863" y="90012"/>
                </a:moveTo>
                <a:lnTo>
                  <a:pt x="189207" y="93843"/>
                </a:lnTo>
                <a:cubicBezTo>
                  <a:pt x="186334" y="102009"/>
                  <a:pt x="181799" y="108226"/>
                  <a:pt x="175601" y="112496"/>
                </a:cubicBezTo>
                <a:cubicBezTo>
                  <a:pt x="169403" y="116765"/>
                  <a:pt x="161650" y="118899"/>
                  <a:pt x="152340" y="118899"/>
                </a:cubicBezTo>
                <a:cubicBezTo>
                  <a:pt x="137604" y="118899"/>
                  <a:pt x="126698" y="114085"/>
                  <a:pt x="119622" y="104456"/>
                </a:cubicBezTo>
                <a:cubicBezTo>
                  <a:pt x="114037" y="96742"/>
                  <a:pt x="111244" y="87007"/>
                  <a:pt x="111244" y="75250"/>
                </a:cubicBezTo>
                <a:cubicBezTo>
                  <a:pt x="111244" y="61205"/>
                  <a:pt x="114914" y="50206"/>
                  <a:pt x="122256" y="42253"/>
                </a:cubicBezTo>
                <a:cubicBezTo>
                  <a:pt x="129597" y="34300"/>
                  <a:pt x="138880" y="30323"/>
                  <a:pt x="150105" y="30323"/>
                </a:cubicBezTo>
                <a:cubicBezTo>
                  <a:pt x="162713" y="30323"/>
                  <a:pt x="172662" y="34486"/>
                  <a:pt x="179950" y="42812"/>
                </a:cubicBezTo>
                <a:cubicBezTo>
                  <a:pt x="187238" y="51137"/>
                  <a:pt x="190723" y="63892"/>
                  <a:pt x="190403" y="81075"/>
                </a:cubicBezTo>
                <a:lnTo>
                  <a:pt x="134226" y="81075"/>
                </a:lnTo>
                <a:cubicBezTo>
                  <a:pt x="134385" y="87725"/>
                  <a:pt x="136194" y="92898"/>
                  <a:pt x="139652" y="96596"/>
                </a:cubicBezTo>
                <a:cubicBezTo>
                  <a:pt x="143110" y="100293"/>
                  <a:pt x="147419" y="102142"/>
                  <a:pt x="152579" y="102142"/>
                </a:cubicBezTo>
                <a:cubicBezTo>
                  <a:pt x="156090" y="102142"/>
                  <a:pt x="159043" y="101184"/>
                  <a:pt x="161437" y="99269"/>
                </a:cubicBezTo>
                <a:cubicBezTo>
                  <a:pt x="163831" y="97354"/>
                  <a:pt x="165639" y="94268"/>
                  <a:pt x="166863" y="90012"/>
                </a:cubicBezTo>
                <a:moveTo>
                  <a:pt x="168140" y="67350"/>
                </a:moveTo>
                <a:cubicBezTo>
                  <a:pt x="167980" y="60886"/>
                  <a:pt x="166304" y="55972"/>
                  <a:pt x="163112" y="52607"/>
                </a:cubicBezTo>
                <a:cubicBezTo>
                  <a:pt x="159921" y="49242"/>
                  <a:pt x="156037" y="47560"/>
                  <a:pt x="151462" y="47560"/>
                </a:cubicBezTo>
                <a:cubicBezTo>
                  <a:pt x="146568" y="47560"/>
                  <a:pt x="142525" y="49334"/>
                  <a:pt x="139333" y="52884"/>
                </a:cubicBezTo>
                <a:cubicBezTo>
                  <a:pt x="136141" y="56435"/>
                  <a:pt x="134571" y="61257"/>
                  <a:pt x="134625" y="67350"/>
                </a:cubicBezTo>
                <a:lnTo>
                  <a:pt x="168140" y="67350"/>
                </a:lnTo>
                <a:close/>
                <a:moveTo>
                  <a:pt x="225443" y="58412"/>
                </a:moveTo>
                <a:lnTo>
                  <a:pt x="205094" y="54742"/>
                </a:lnTo>
                <a:cubicBezTo>
                  <a:pt x="207382" y="46441"/>
                  <a:pt x="211319" y="40296"/>
                  <a:pt x="216905" y="36308"/>
                </a:cubicBezTo>
                <a:cubicBezTo>
                  <a:pt x="222490" y="32318"/>
                  <a:pt x="230789" y="30323"/>
                  <a:pt x="241802" y="30323"/>
                </a:cubicBezTo>
                <a:cubicBezTo>
                  <a:pt x="251803" y="30323"/>
                  <a:pt x="259251" y="31507"/>
                  <a:pt x="264145" y="33874"/>
                </a:cubicBezTo>
                <a:cubicBezTo>
                  <a:pt x="269039" y="36242"/>
                  <a:pt x="272484" y="39247"/>
                  <a:pt x="274479" y="42892"/>
                </a:cubicBezTo>
                <a:cubicBezTo>
                  <a:pt x="276474" y="46536"/>
                  <a:pt x="277471" y="53225"/>
                  <a:pt x="277471" y="62961"/>
                </a:cubicBezTo>
                <a:lnTo>
                  <a:pt x="277232" y="89135"/>
                </a:lnTo>
                <a:cubicBezTo>
                  <a:pt x="277232" y="96582"/>
                  <a:pt x="277591" y="102075"/>
                  <a:pt x="278309" y="105613"/>
                </a:cubicBezTo>
                <a:cubicBezTo>
                  <a:pt x="279027" y="109151"/>
                  <a:pt x="280371" y="112941"/>
                  <a:pt x="282339" y="116984"/>
                </a:cubicBezTo>
                <a:lnTo>
                  <a:pt x="260155" y="116984"/>
                </a:lnTo>
                <a:cubicBezTo>
                  <a:pt x="259570" y="115495"/>
                  <a:pt x="258852" y="113287"/>
                  <a:pt x="258001" y="110361"/>
                </a:cubicBezTo>
                <a:cubicBezTo>
                  <a:pt x="257628" y="109031"/>
                  <a:pt x="257362" y="108153"/>
                  <a:pt x="257203" y="107728"/>
                </a:cubicBezTo>
                <a:cubicBezTo>
                  <a:pt x="253372" y="111452"/>
                  <a:pt x="249276" y="114245"/>
                  <a:pt x="244914" y="116106"/>
                </a:cubicBezTo>
                <a:cubicBezTo>
                  <a:pt x="240551" y="117968"/>
                  <a:pt x="235896" y="118899"/>
                  <a:pt x="230949" y="118899"/>
                </a:cubicBezTo>
                <a:cubicBezTo>
                  <a:pt x="222224" y="118899"/>
                  <a:pt x="215348" y="116542"/>
                  <a:pt x="210321" y="111827"/>
                </a:cubicBezTo>
                <a:cubicBezTo>
                  <a:pt x="205294" y="107113"/>
                  <a:pt x="202780" y="101153"/>
                  <a:pt x="202780" y="93947"/>
                </a:cubicBezTo>
                <a:cubicBezTo>
                  <a:pt x="202780" y="89180"/>
                  <a:pt x="203924" y="84929"/>
                  <a:pt x="206212" y="81195"/>
                </a:cubicBezTo>
                <a:cubicBezTo>
                  <a:pt x="208499" y="77459"/>
                  <a:pt x="211704" y="74598"/>
                  <a:pt x="215827" y="72611"/>
                </a:cubicBezTo>
                <a:cubicBezTo>
                  <a:pt x="219950" y="70625"/>
                  <a:pt x="225895" y="68890"/>
                  <a:pt x="233662" y="67407"/>
                </a:cubicBezTo>
                <a:cubicBezTo>
                  <a:pt x="244142" y="65447"/>
                  <a:pt x="251404" y="63619"/>
                  <a:pt x="255447" y="61923"/>
                </a:cubicBezTo>
                <a:lnTo>
                  <a:pt x="255447" y="59664"/>
                </a:lnTo>
                <a:cubicBezTo>
                  <a:pt x="255447" y="55307"/>
                  <a:pt x="254383" y="52201"/>
                  <a:pt x="252255" y="50345"/>
                </a:cubicBezTo>
                <a:cubicBezTo>
                  <a:pt x="250127" y="48488"/>
                  <a:pt x="246111" y="47560"/>
                  <a:pt x="240206" y="47560"/>
                </a:cubicBezTo>
                <a:cubicBezTo>
                  <a:pt x="236216" y="47560"/>
                  <a:pt x="233104" y="48363"/>
                  <a:pt x="230869" y="49969"/>
                </a:cubicBezTo>
                <a:cubicBezTo>
                  <a:pt x="228635" y="51573"/>
                  <a:pt x="226826" y="54388"/>
                  <a:pt x="225443" y="58412"/>
                </a:cubicBezTo>
                <a:moveTo>
                  <a:pt x="255447" y="76606"/>
                </a:moveTo>
                <a:cubicBezTo>
                  <a:pt x="252574" y="77552"/>
                  <a:pt x="248026" y="78683"/>
                  <a:pt x="241802" y="79998"/>
                </a:cubicBezTo>
                <a:cubicBezTo>
                  <a:pt x="235577" y="81311"/>
                  <a:pt x="231508" y="82599"/>
                  <a:pt x="229592" y="83860"/>
                </a:cubicBezTo>
                <a:cubicBezTo>
                  <a:pt x="226666" y="85910"/>
                  <a:pt x="225204" y="88512"/>
                  <a:pt x="225204" y="91666"/>
                </a:cubicBezTo>
                <a:cubicBezTo>
                  <a:pt x="225204" y="94768"/>
                  <a:pt x="226374" y="97449"/>
                  <a:pt x="228715" y="99710"/>
                </a:cubicBezTo>
                <a:cubicBezTo>
                  <a:pt x="231055" y="101970"/>
                  <a:pt x="234035" y="103099"/>
                  <a:pt x="237652" y="103099"/>
                </a:cubicBezTo>
                <a:cubicBezTo>
                  <a:pt x="241695" y="103099"/>
                  <a:pt x="245552" y="101785"/>
                  <a:pt x="249223" y="99157"/>
                </a:cubicBezTo>
                <a:cubicBezTo>
                  <a:pt x="251936" y="97160"/>
                  <a:pt x="253718" y="94716"/>
                  <a:pt x="254569" y="91823"/>
                </a:cubicBezTo>
                <a:cubicBezTo>
                  <a:pt x="255154" y="89931"/>
                  <a:pt x="255447" y="86331"/>
                  <a:pt x="255447" y="81023"/>
                </a:cubicBezTo>
                <a:lnTo>
                  <a:pt x="255447" y="76606"/>
                </a:lnTo>
                <a:close/>
                <a:moveTo>
                  <a:pt x="299584" y="116984"/>
                </a:moveTo>
                <a:lnTo>
                  <a:pt x="299584" y="0"/>
                </a:lnTo>
                <a:lnTo>
                  <a:pt x="322007" y="0"/>
                </a:lnTo>
                <a:lnTo>
                  <a:pt x="322007" y="116984"/>
                </a:lnTo>
                <a:lnTo>
                  <a:pt x="299584" y="116984"/>
                </a:lnTo>
                <a:close/>
                <a:moveTo>
                  <a:pt x="342430" y="85703"/>
                </a:moveTo>
                <a:lnTo>
                  <a:pt x="342430" y="63200"/>
                </a:lnTo>
                <a:lnTo>
                  <a:pt x="386478" y="63200"/>
                </a:lnTo>
                <a:lnTo>
                  <a:pt x="386478" y="85703"/>
                </a:lnTo>
                <a:lnTo>
                  <a:pt x="342430" y="85703"/>
                </a:lnTo>
                <a:close/>
                <a:moveTo>
                  <a:pt x="415221" y="116984"/>
                </a:moveTo>
                <a:lnTo>
                  <a:pt x="388408" y="32238"/>
                </a:lnTo>
                <a:lnTo>
                  <a:pt x="410193" y="32238"/>
                </a:lnTo>
                <a:lnTo>
                  <a:pt x="426073" y="87778"/>
                </a:lnTo>
                <a:lnTo>
                  <a:pt x="440676" y="32238"/>
                </a:lnTo>
                <a:lnTo>
                  <a:pt x="462302" y="32238"/>
                </a:lnTo>
                <a:lnTo>
                  <a:pt x="476426" y="87778"/>
                </a:lnTo>
                <a:lnTo>
                  <a:pt x="492625" y="32238"/>
                </a:lnTo>
                <a:lnTo>
                  <a:pt x="514729" y="32238"/>
                </a:lnTo>
                <a:lnTo>
                  <a:pt x="487518" y="116984"/>
                </a:lnTo>
                <a:lnTo>
                  <a:pt x="465972" y="116984"/>
                </a:lnTo>
                <a:lnTo>
                  <a:pt x="451369" y="62482"/>
                </a:lnTo>
                <a:lnTo>
                  <a:pt x="437006" y="116984"/>
                </a:lnTo>
                <a:lnTo>
                  <a:pt x="415221" y="116984"/>
                </a:lnTo>
                <a:close/>
                <a:moveTo>
                  <a:pt x="521348" y="73414"/>
                </a:moveTo>
                <a:cubicBezTo>
                  <a:pt x="521348" y="65967"/>
                  <a:pt x="523183" y="58758"/>
                  <a:pt x="526854" y="51789"/>
                </a:cubicBezTo>
                <a:cubicBezTo>
                  <a:pt x="530524" y="44820"/>
                  <a:pt x="535725" y="39500"/>
                  <a:pt x="542454" y="35829"/>
                </a:cubicBezTo>
                <a:cubicBezTo>
                  <a:pt x="549184" y="32159"/>
                  <a:pt x="556698" y="30323"/>
                  <a:pt x="564997" y="30323"/>
                </a:cubicBezTo>
                <a:cubicBezTo>
                  <a:pt x="577818" y="30323"/>
                  <a:pt x="588325" y="34486"/>
                  <a:pt x="596518" y="42812"/>
                </a:cubicBezTo>
                <a:cubicBezTo>
                  <a:pt x="604710" y="51137"/>
                  <a:pt x="608806" y="61657"/>
                  <a:pt x="608806" y="74372"/>
                </a:cubicBezTo>
                <a:cubicBezTo>
                  <a:pt x="608806" y="87193"/>
                  <a:pt x="604670" y="97819"/>
                  <a:pt x="596398" y="106251"/>
                </a:cubicBezTo>
                <a:cubicBezTo>
                  <a:pt x="588125" y="114683"/>
                  <a:pt x="577712" y="118899"/>
                  <a:pt x="565157" y="118899"/>
                </a:cubicBezTo>
                <a:cubicBezTo>
                  <a:pt x="557390" y="118899"/>
                  <a:pt x="549982" y="117144"/>
                  <a:pt x="542933" y="113633"/>
                </a:cubicBezTo>
                <a:cubicBezTo>
                  <a:pt x="535884" y="110122"/>
                  <a:pt x="530524" y="104975"/>
                  <a:pt x="526854" y="98192"/>
                </a:cubicBezTo>
                <a:cubicBezTo>
                  <a:pt x="523183" y="91409"/>
                  <a:pt x="521348" y="83150"/>
                  <a:pt x="521348" y="73414"/>
                </a:cubicBezTo>
                <a:moveTo>
                  <a:pt x="544329" y="74611"/>
                </a:moveTo>
                <a:cubicBezTo>
                  <a:pt x="544329" y="82990"/>
                  <a:pt x="546324" y="89407"/>
                  <a:pt x="550314" y="93863"/>
                </a:cubicBezTo>
                <a:cubicBezTo>
                  <a:pt x="554304" y="98318"/>
                  <a:pt x="559225" y="100546"/>
                  <a:pt x="565077" y="100546"/>
                </a:cubicBezTo>
                <a:cubicBezTo>
                  <a:pt x="570929" y="100546"/>
                  <a:pt x="575836" y="98318"/>
                  <a:pt x="579800" y="93863"/>
                </a:cubicBezTo>
                <a:cubicBezTo>
                  <a:pt x="583763" y="89407"/>
                  <a:pt x="585745" y="82937"/>
                  <a:pt x="585745" y="74452"/>
                </a:cubicBezTo>
                <a:cubicBezTo>
                  <a:pt x="585745" y="66179"/>
                  <a:pt x="583763" y="59815"/>
                  <a:pt x="579800" y="55360"/>
                </a:cubicBezTo>
                <a:cubicBezTo>
                  <a:pt x="575836" y="50905"/>
                  <a:pt x="570929" y="48677"/>
                  <a:pt x="565077" y="48677"/>
                </a:cubicBezTo>
                <a:cubicBezTo>
                  <a:pt x="559225" y="48677"/>
                  <a:pt x="554304" y="50905"/>
                  <a:pt x="550314" y="55360"/>
                </a:cubicBezTo>
                <a:cubicBezTo>
                  <a:pt x="546324" y="59815"/>
                  <a:pt x="544329" y="66233"/>
                  <a:pt x="544329" y="74611"/>
                </a:cubicBezTo>
                <a:close/>
                <a:moveTo>
                  <a:pt x="647821" y="116984"/>
                </a:moveTo>
                <a:lnTo>
                  <a:pt x="625398" y="116984"/>
                </a:lnTo>
                <a:lnTo>
                  <a:pt x="625398" y="32238"/>
                </a:lnTo>
                <a:lnTo>
                  <a:pt x="646225" y="32238"/>
                </a:lnTo>
                <a:lnTo>
                  <a:pt x="646225" y="44288"/>
                </a:lnTo>
                <a:cubicBezTo>
                  <a:pt x="649790" y="38596"/>
                  <a:pt x="652995" y="34845"/>
                  <a:pt x="655841" y="33036"/>
                </a:cubicBezTo>
                <a:cubicBezTo>
                  <a:pt x="658687" y="31228"/>
                  <a:pt x="661919" y="30323"/>
                  <a:pt x="665536" y="30323"/>
                </a:cubicBezTo>
                <a:cubicBezTo>
                  <a:pt x="670644" y="30323"/>
                  <a:pt x="675564" y="31733"/>
                  <a:pt x="680299" y="34553"/>
                </a:cubicBezTo>
                <a:lnTo>
                  <a:pt x="673357" y="54103"/>
                </a:lnTo>
                <a:cubicBezTo>
                  <a:pt x="669580" y="51656"/>
                  <a:pt x="666068" y="50432"/>
                  <a:pt x="662823" y="50432"/>
                </a:cubicBezTo>
                <a:cubicBezTo>
                  <a:pt x="659685" y="50432"/>
                  <a:pt x="657025" y="51297"/>
                  <a:pt x="654843" y="53026"/>
                </a:cubicBezTo>
                <a:cubicBezTo>
                  <a:pt x="652662" y="54755"/>
                  <a:pt x="650947" y="57880"/>
                  <a:pt x="649696" y="62402"/>
                </a:cubicBezTo>
                <a:cubicBezTo>
                  <a:pt x="648446" y="66924"/>
                  <a:pt x="647821" y="76394"/>
                  <a:pt x="647821" y="90810"/>
                </a:cubicBezTo>
                <a:lnTo>
                  <a:pt x="647821" y="116984"/>
                </a:lnTo>
                <a:close/>
                <a:moveTo>
                  <a:pt x="689961" y="116984"/>
                </a:moveTo>
                <a:lnTo>
                  <a:pt x="689961" y="0"/>
                </a:lnTo>
                <a:lnTo>
                  <a:pt x="712384" y="0"/>
                </a:lnTo>
                <a:lnTo>
                  <a:pt x="712384" y="116984"/>
                </a:lnTo>
                <a:lnTo>
                  <a:pt x="689961" y="116984"/>
                </a:lnTo>
                <a:close/>
                <a:moveTo>
                  <a:pt x="813084" y="116984"/>
                </a:moveTo>
                <a:lnTo>
                  <a:pt x="792257" y="116984"/>
                </a:lnTo>
                <a:lnTo>
                  <a:pt x="792257" y="104536"/>
                </a:lnTo>
                <a:cubicBezTo>
                  <a:pt x="788799" y="109377"/>
                  <a:pt x="784716" y="112981"/>
                  <a:pt x="780008" y="115348"/>
                </a:cubicBezTo>
                <a:cubicBezTo>
                  <a:pt x="775300" y="117716"/>
                  <a:pt x="770552" y="118899"/>
                  <a:pt x="765764" y="118899"/>
                </a:cubicBezTo>
                <a:cubicBezTo>
                  <a:pt x="756029" y="118899"/>
                  <a:pt x="747690" y="114976"/>
                  <a:pt x="740747" y="107129"/>
                </a:cubicBezTo>
                <a:cubicBezTo>
                  <a:pt x="733805" y="99282"/>
                  <a:pt x="730334" y="88337"/>
                  <a:pt x="730334" y="74292"/>
                </a:cubicBezTo>
                <a:cubicBezTo>
                  <a:pt x="730334" y="59928"/>
                  <a:pt x="733712" y="49009"/>
                  <a:pt x="740468" y="41535"/>
                </a:cubicBezTo>
                <a:cubicBezTo>
                  <a:pt x="747224" y="34061"/>
                  <a:pt x="755763" y="30323"/>
                  <a:pt x="766083" y="30323"/>
                </a:cubicBezTo>
                <a:cubicBezTo>
                  <a:pt x="775553" y="30323"/>
                  <a:pt x="783745" y="34260"/>
                  <a:pt x="790661" y="42133"/>
                </a:cubicBezTo>
                <a:lnTo>
                  <a:pt x="790661" y="0"/>
                </a:lnTo>
                <a:lnTo>
                  <a:pt x="813084" y="0"/>
                </a:lnTo>
                <a:lnTo>
                  <a:pt x="813084" y="116984"/>
                </a:lnTo>
                <a:moveTo>
                  <a:pt x="753236" y="72818"/>
                </a:moveTo>
                <a:cubicBezTo>
                  <a:pt x="753236" y="81849"/>
                  <a:pt x="754486" y="88382"/>
                  <a:pt x="756986" y="92419"/>
                </a:cubicBezTo>
                <a:cubicBezTo>
                  <a:pt x="760604" y="98262"/>
                  <a:pt x="765658" y="101184"/>
                  <a:pt x="772148" y="101184"/>
                </a:cubicBezTo>
                <a:cubicBezTo>
                  <a:pt x="777308" y="101184"/>
                  <a:pt x="781697" y="98993"/>
                  <a:pt x="785315" y="94611"/>
                </a:cubicBezTo>
                <a:cubicBezTo>
                  <a:pt x="788932" y="90229"/>
                  <a:pt x="790741" y="83682"/>
                  <a:pt x="790741" y="74970"/>
                </a:cubicBezTo>
                <a:cubicBezTo>
                  <a:pt x="790741" y="65248"/>
                  <a:pt x="788985" y="58249"/>
                  <a:pt x="785474" y="53974"/>
                </a:cubicBezTo>
                <a:cubicBezTo>
                  <a:pt x="781963" y="49698"/>
                  <a:pt x="777468" y="47560"/>
                  <a:pt x="771988" y="47560"/>
                </a:cubicBezTo>
                <a:cubicBezTo>
                  <a:pt x="766668" y="47560"/>
                  <a:pt x="762213" y="49671"/>
                  <a:pt x="758622" y="53894"/>
                </a:cubicBezTo>
                <a:cubicBezTo>
                  <a:pt x="755031" y="58116"/>
                  <a:pt x="753236" y="64425"/>
                  <a:pt x="753236" y="72818"/>
                </a:cubicBezTo>
                <a:close/>
                <a:moveTo>
                  <a:pt x="834624" y="94481"/>
                </a:moveTo>
                <a:lnTo>
                  <a:pt x="857047" y="94481"/>
                </a:lnTo>
                <a:lnTo>
                  <a:pt x="857047" y="110573"/>
                </a:lnTo>
                <a:cubicBezTo>
                  <a:pt x="857047" y="117085"/>
                  <a:pt x="856488" y="122222"/>
                  <a:pt x="855371" y="125984"/>
                </a:cubicBezTo>
                <a:cubicBezTo>
                  <a:pt x="854254" y="129748"/>
                  <a:pt x="852139" y="133124"/>
                  <a:pt x="849027" y="136113"/>
                </a:cubicBezTo>
                <a:cubicBezTo>
                  <a:pt x="845915" y="139103"/>
                  <a:pt x="841965" y="141451"/>
                  <a:pt x="837177" y="143158"/>
                </a:cubicBezTo>
                <a:lnTo>
                  <a:pt x="832788" y="133901"/>
                </a:lnTo>
                <a:cubicBezTo>
                  <a:pt x="837310" y="132405"/>
                  <a:pt x="840529" y="130347"/>
                  <a:pt x="842444" y="127727"/>
                </a:cubicBezTo>
                <a:cubicBezTo>
                  <a:pt x="844359" y="125109"/>
                  <a:pt x="845370" y="121528"/>
                  <a:pt x="845476" y="116984"/>
                </a:cubicBezTo>
                <a:lnTo>
                  <a:pt x="834624" y="116984"/>
                </a:lnTo>
                <a:lnTo>
                  <a:pt x="834624" y="94481"/>
                </a:lnTo>
                <a:close/>
                <a:moveTo>
                  <a:pt x="920795" y="73414"/>
                </a:moveTo>
                <a:cubicBezTo>
                  <a:pt x="920795" y="65967"/>
                  <a:pt x="922631" y="58758"/>
                  <a:pt x="926302" y="51789"/>
                </a:cubicBezTo>
                <a:cubicBezTo>
                  <a:pt x="929972" y="44820"/>
                  <a:pt x="935172" y="39500"/>
                  <a:pt x="941902" y="35829"/>
                </a:cubicBezTo>
                <a:cubicBezTo>
                  <a:pt x="948632" y="32159"/>
                  <a:pt x="956146" y="30323"/>
                  <a:pt x="964445" y="30323"/>
                </a:cubicBezTo>
                <a:cubicBezTo>
                  <a:pt x="977266" y="30323"/>
                  <a:pt x="987773" y="34486"/>
                  <a:pt x="995965" y="42812"/>
                </a:cubicBezTo>
                <a:cubicBezTo>
                  <a:pt x="1004158" y="51137"/>
                  <a:pt x="1008254" y="61657"/>
                  <a:pt x="1008254" y="74372"/>
                </a:cubicBezTo>
                <a:cubicBezTo>
                  <a:pt x="1008254" y="87193"/>
                  <a:pt x="1004118" y="97819"/>
                  <a:pt x="995846" y="106251"/>
                </a:cubicBezTo>
                <a:cubicBezTo>
                  <a:pt x="987573" y="114683"/>
                  <a:pt x="977160" y="118899"/>
                  <a:pt x="964605" y="118899"/>
                </a:cubicBezTo>
                <a:cubicBezTo>
                  <a:pt x="956838" y="118899"/>
                  <a:pt x="949430" y="117144"/>
                  <a:pt x="942381" y="113633"/>
                </a:cubicBezTo>
                <a:cubicBezTo>
                  <a:pt x="935332" y="110122"/>
                  <a:pt x="929972" y="104975"/>
                  <a:pt x="926302" y="98192"/>
                </a:cubicBezTo>
                <a:cubicBezTo>
                  <a:pt x="922631" y="91409"/>
                  <a:pt x="920795" y="83150"/>
                  <a:pt x="920795" y="73414"/>
                </a:cubicBezTo>
                <a:moveTo>
                  <a:pt x="943777" y="74611"/>
                </a:moveTo>
                <a:cubicBezTo>
                  <a:pt x="943777" y="82990"/>
                  <a:pt x="945772" y="89407"/>
                  <a:pt x="949762" y="93863"/>
                </a:cubicBezTo>
                <a:cubicBezTo>
                  <a:pt x="953752" y="98318"/>
                  <a:pt x="958673" y="100546"/>
                  <a:pt x="964525" y="100546"/>
                </a:cubicBezTo>
                <a:cubicBezTo>
                  <a:pt x="970377" y="100546"/>
                  <a:pt x="975284" y="98318"/>
                  <a:pt x="979248" y="93863"/>
                </a:cubicBezTo>
                <a:cubicBezTo>
                  <a:pt x="983211" y="89407"/>
                  <a:pt x="985193" y="82937"/>
                  <a:pt x="985193" y="74452"/>
                </a:cubicBezTo>
                <a:cubicBezTo>
                  <a:pt x="985193" y="66179"/>
                  <a:pt x="983211" y="59815"/>
                  <a:pt x="979248" y="55360"/>
                </a:cubicBezTo>
                <a:cubicBezTo>
                  <a:pt x="975284" y="50905"/>
                  <a:pt x="970377" y="48677"/>
                  <a:pt x="964525" y="48677"/>
                </a:cubicBezTo>
                <a:cubicBezTo>
                  <a:pt x="958673" y="48677"/>
                  <a:pt x="953752" y="50905"/>
                  <a:pt x="949762" y="55360"/>
                </a:cubicBezTo>
                <a:cubicBezTo>
                  <a:pt x="945772" y="59815"/>
                  <a:pt x="943777" y="66233"/>
                  <a:pt x="943777" y="74611"/>
                </a:cubicBezTo>
                <a:close/>
                <a:moveTo>
                  <a:pt x="1025165" y="32238"/>
                </a:moveTo>
                <a:lnTo>
                  <a:pt x="1046072" y="32238"/>
                </a:lnTo>
                <a:lnTo>
                  <a:pt x="1046072" y="44687"/>
                </a:lnTo>
                <a:cubicBezTo>
                  <a:pt x="1048785" y="40431"/>
                  <a:pt x="1052456" y="36973"/>
                  <a:pt x="1057084" y="34313"/>
                </a:cubicBezTo>
                <a:cubicBezTo>
                  <a:pt x="1061713" y="31653"/>
                  <a:pt x="1066846" y="30323"/>
                  <a:pt x="1072485" y="30323"/>
                </a:cubicBezTo>
                <a:cubicBezTo>
                  <a:pt x="1082327" y="30323"/>
                  <a:pt x="1090679" y="34180"/>
                  <a:pt x="1097542" y="41894"/>
                </a:cubicBezTo>
                <a:cubicBezTo>
                  <a:pt x="1104405" y="49608"/>
                  <a:pt x="1107836" y="60354"/>
                  <a:pt x="1107836" y="74133"/>
                </a:cubicBezTo>
                <a:cubicBezTo>
                  <a:pt x="1107836" y="88283"/>
                  <a:pt x="1104378" y="99282"/>
                  <a:pt x="1097462" y="107129"/>
                </a:cubicBezTo>
                <a:cubicBezTo>
                  <a:pt x="1090546" y="114976"/>
                  <a:pt x="1082168" y="118899"/>
                  <a:pt x="1072326" y="118899"/>
                </a:cubicBezTo>
                <a:cubicBezTo>
                  <a:pt x="1067644" y="118899"/>
                  <a:pt x="1063402" y="117968"/>
                  <a:pt x="1059598" y="116106"/>
                </a:cubicBezTo>
                <a:cubicBezTo>
                  <a:pt x="1055794" y="114245"/>
                  <a:pt x="1051791" y="111053"/>
                  <a:pt x="1047588" y="106531"/>
                </a:cubicBezTo>
                <a:lnTo>
                  <a:pt x="1047588" y="149223"/>
                </a:lnTo>
                <a:lnTo>
                  <a:pt x="1025165" y="149223"/>
                </a:lnTo>
                <a:lnTo>
                  <a:pt x="1025165" y="32238"/>
                </a:lnTo>
                <a:moveTo>
                  <a:pt x="1047349" y="73138"/>
                </a:moveTo>
                <a:cubicBezTo>
                  <a:pt x="1047349" y="82645"/>
                  <a:pt x="1049238" y="89670"/>
                  <a:pt x="1053015" y="94212"/>
                </a:cubicBezTo>
                <a:cubicBezTo>
                  <a:pt x="1056792" y="98754"/>
                  <a:pt x="1061393" y="101025"/>
                  <a:pt x="1066820" y="101025"/>
                </a:cubicBezTo>
                <a:cubicBezTo>
                  <a:pt x="1072033" y="101025"/>
                  <a:pt x="1076369" y="98940"/>
                  <a:pt x="1079827" y="94770"/>
                </a:cubicBezTo>
                <a:cubicBezTo>
                  <a:pt x="1083285" y="90601"/>
                  <a:pt x="1085014" y="83762"/>
                  <a:pt x="1085014" y="74252"/>
                </a:cubicBezTo>
                <a:cubicBezTo>
                  <a:pt x="1085014" y="65381"/>
                  <a:pt x="1083232" y="58795"/>
                  <a:pt x="1079667" y="54492"/>
                </a:cubicBezTo>
                <a:cubicBezTo>
                  <a:pt x="1076103" y="50190"/>
                  <a:pt x="1071687" y="48039"/>
                  <a:pt x="1066421" y="48039"/>
                </a:cubicBezTo>
                <a:cubicBezTo>
                  <a:pt x="1060941" y="48039"/>
                  <a:pt x="1056393" y="50150"/>
                  <a:pt x="1052775" y="54373"/>
                </a:cubicBezTo>
                <a:cubicBezTo>
                  <a:pt x="1049158" y="58595"/>
                  <a:pt x="1047349" y="64850"/>
                  <a:pt x="1047349" y="73138"/>
                </a:cubicBezTo>
                <a:close/>
                <a:moveTo>
                  <a:pt x="1174700" y="90012"/>
                </a:moveTo>
                <a:lnTo>
                  <a:pt x="1197044" y="93843"/>
                </a:lnTo>
                <a:cubicBezTo>
                  <a:pt x="1194171" y="102009"/>
                  <a:pt x="1189636" y="108226"/>
                  <a:pt x="1183438" y="112496"/>
                </a:cubicBezTo>
                <a:cubicBezTo>
                  <a:pt x="1177241" y="116765"/>
                  <a:pt x="1169487" y="118899"/>
                  <a:pt x="1160177" y="118899"/>
                </a:cubicBezTo>
                <a:cubicBezTo>
                  <a:pt x="1145441" y="118899"/>
                  <a:pt x="1134535" y="114085"/>
                  <a:pt x="1127460" y="104456"/>
                </a:cubicBezTo>
                <a:cubicBezTo>
                  <a:pt x="1121874" y="96742"/>
                  <a:pt x="1119081" y="87007"/>
                  <a:pt x="1119081" y="75250"/>
                </a:cubicBezTo>
                <a:cubicBezTo>
                  <a:pt x="1119081" y="61205"/>
                  <a:pt x="1122752" y="50206"/>
                  <a:pt x="1130093" y="42253"/>
                </a:cubicBezTo>
                <a:cubicBezTo>
                  <a:pt x="1137435" y="34300"/>
                  <a:pt x="1146718" y="30323"/>
                  <a:pt x="1157943" y="30323"/>
                </a:cubicBezTo>
                <a:cubicBezTo>
                  <a:pt x="1170551" y="30323"/>
                  <a:pt x="1180499" y="34486"/>
                  <a:pt x="1187787" y="42812"/>
                </a:cubicBezTo>
                <a:cubicBezTo>
                  <a:pt x="1195076" y="51137"/>
                  <a:pt x="1198560" y="63892"/>
                  <a:pt x="1198241" y="81075"/>
                </a:cubicBezTo>
                <a:lnTo>
                  <a:pt x="1142063" y="81075"/>
                </a:lnTo>
                <a:cubicBezTo>
                  <a:pt x="1142223" y="87725"/>
                  <a:pt x="1144031" y="92898"/>
                  <a:pt x="1147489" y="96596"/>
                </a:cubicBezTo>
                <a:cubicBezTo>
                  <a:pt x="1150947" y="100293"/>
                  <a:pt x="1155256" y="102142"/>
                  <a:pt x="1160417" y="102142"/>
                </a:cubicBezTo>
                <a:cubicBezTo>
                  <a:pt x="1163928" y="102142"/>
                  <a:pt x="1166880" y="101184"/>
                  <a:pt x="1169274" y="99269"/>
                </a:cubicBezTo>
                <a:cubicBezTo>
                  <a:pt x="1171668" y="97354"/>
                  <a:pt x="1173477" y="94268"/>
                  <a:pt x="1174700" y="90012"/>
                </a:cubicBezTo>
                <a:moveTo>
                  <a:pt x="1175977" y="67350"/>
                </a:moveTo>
                <a:cubicBezTo>
                  <a:pt x="1175818" y="60886"/>
                  <a:pt x="1174142" y="55972"/>
                  <a:pt x="1170950" y="52607"/>
                </a:cubicBezTo>
                <a:cubicBezTo>
                  <a:pt x="1167758" y="49242"/>
                  <a:pt x="1163874" y="47560"/>
                  <a:pt x="1159299" y="47560"/>
                </a:cubicBezTo>
                <a:cubicBezTo>
                  <a:pt x="1154405" y="47560"/>
                  <a:pt x="1150362" y="49334"/>
                  <a:pt x="1147170" y="52884"/>
                </a:cubicBezTo>
                <a:cubicBezTo>
                  <a:pt x="1143978" y="56435"/>
                  <a:pt x="1142409" y="61257"/>
                  <a:pt x="1142462" y="67350"/>
                </a:cubicBezTo>
                <a:lnTo>
                  <a:pt x="1175977" y="67350"/>
                </a:lnTo>
                <a:close/>
                <a:moveTo>
                  <a:pt x="1293608" y="116984"/>
                </a:moveTo>
                <a:lnTo>
                  <a:pt x="1271184" y="116984"/>
                </a:lnTo>
                <a:lnTo>
                  <a:pt x="1271184" y="73783"/>
                </a:lnTo>
                <a:cubicBezTo>
                  <a:pt x="1271184" y="64643"/>
                  <a:pt x="1270705" y="58732"/>
                  <a:pt x="1269748" y="56048"/>
                </a:cubicBezTo>
                <a:cubicBezTo>
                  <a:pt x="1268790" y="53365"/>
                  <a:pt x="1267234" y="51280"/>
                  <a:pt x="1265080" y="49792"/>
                </a:cubicBezTo>
                <a:cubicBezTo>
                  <a:pt x="1262925" y="48304"/>
                  <a:pt x="1260332" y="47560"/>
                  <a:pt x="1257299" y="47560"/>
                </a:cubicBezTo>
                <a:cubicBezTo>
                  <a:pt x="1253416" y="47560"/>
                  <a:pt x="1249931" y="48623"/>
                  <a:pt x="1246846" y="50749"/>
                </a:cubicBezTo>
                <a:cubicBezTo>
                  <a:pt x="1243760" y="52874"/>
                  <a:pt x="1241646" y="55690"/>
                  <a:pt x="1240502" y="59198"/>
                </a:cubicBezTo>
                <a:cubicBezTo>
                  <a:pt x="1239358" y="62704"/>
                  <a:pt x="1238786" y="69187"/>
                  <a:pt x="1238786" y="78646"/>
                </a:cubicBezTo>
                <a:lnTo>
                  <a:pt x="1238786" y="116984"/>
                </a:lnTo>
                <a:lnTo>
                  <a:pt x="1216363" y="116984"/>
                </a:lnTo>
                <a:lnTo>
                  <a:pt x="1216363" y="32238"/>
                </a:lnTo>
                <a:lnTo>
                  <a:pt x="1237190" y="32238"/>
                </a:lnTo>
                <a:lnTo>
                  <a:pt x="1237190" y="44687"/>
                </a:lnTo>
                <a:cubicBezTo>
                  <a:pt x="1244585" y="35111"/>
                  <a:pt x="1253895" y="30323"/>
                  <a:pt x="1265120" y="30323"/>
                </a:cubicBezTo>
                <a:cubicBezTo>
                  <a:pt x="1270067" y="30323"/>
                  <a:pt x="1274589" y="31214"/>
                  <a:pt x="1278685" y="32997"/>
                </a:cubicBezTo>
                <a:cubicBezTo>
                  <a:pt x="1282782" y="34779"/>
                  <a:pt x="1285880" y="37053"/>
                  <a:pt x="1287982" y="39819"/>
                </a:cubicBezTo>
                <a:cubicBezTo>
                  <a:pt x="1290083" y="42586"/>
                  <a:pt x="1291546" y="45724"/>
                  <a:pt x="1292371" y="49236"/>
                </a:cubicBezTo>
                <a:cubicBezTo>
                  <a:pt x="1293195" y="52747"/>
                  <a:pt x="1293608" y="57774"/>
                  <a:pt x="1293608" y="64317"/>
                </a:cubicBezTo>
                <a:lnTo>
                  <a:pt x="1293608" y="116984"/>
                </a:lnTo>
                <a:close/>
                <a:moveTo>
                  <a:pt x="1313790" y="85703"/>
                </a:moveTo>
                <a:lnTo>
                  <a:pt x="1313790" y="63200"/>
                </a:lnTo>
                <a:lnTo>
                  <a:pt x="1357839" y="63200"/>
                </a:lnTo>
                <a:lnTo>
                  <a:pt x="1357839" y="85703"/>
                </a:lnTo>
                <a:lnTo>
                  <a:pt x="1313790" y="85703"/>
                </a:lnTo>
                <a:close/>
                <a:moveTo>
                  <a:pt x="1448505" y="116984"/>
                </a:moveTo>
                <a:lnTo>
                  <a:pt x="1427677" y="116984"/>
                </a:lnTo>
                <a:lnTo>
                  <a:pt x="1427677" y="104536"/>
                </a:lnTo>
                <a:cubicBezTo>
                  <a:pt x="1424219" y="109377"/>
                  <a:pt x="1420136" y="112981"/>
                  <a:pt x="1415428" y="115348"/>
                </a:cubicBezTo>
                <a:cubicBezTo>
                  <a:pt x="1410720" y="117716"/>
                  <a:pt x="1405972" y="118899"/>
                  <a:pt x="1401184" y="118899"/>
                </a:cubicBezTo>
                <a:cubicBezTo>
                  <a:pt x="1391449" y="118899"/>
                  <a:pt x="1383110" y="114976"/>
                  <a:pt x="1376167" y="107129"/>
                </a:cubicBezTo>
                <a:cubicBezTo>
                  <a:pt x="1369225" y="99282"/>
                  <a:pt x="1365754" y="88337"/>
                  <a:pt x="1365754" y="74292"/>
                </a:cubicBezTo>
                <a:cubicBezTo>
                  <a:pt x="1365754" y="59928"/>
                  <a:pt x="1369132" y="49009"/>
                  <a:pt x="1375888" y="41535"/>
                </a:cubicBezTo>
                <a:cubicBezTo>
                  <a:pt x="1382644" y="34061"/>
                  <a:pt x="1391183" y="30323"/>
                  <a:pt x="1401503" y="30323"/>
                </a:cubicBezTo>
                <a:cubicBezTo>
                  <a:pt x="1410973" y="30323"/>
                  <a:pt x="1419165" y="34260"/>
                  <a:pt x="1426081" y="42133"/>
                </a:cubicBezTo>
                <a:lnTo>
                  <a:pt x="1426081" y="0"/>
                </a:lnTo>
                <a:lnTo>
                  <a:pt x="1448505" y="0"/>
                </a:lnTo>
                <a:lnTo>
                  <a:pt x="1448505" y="116984"/>
                </a:lnTo>
                <a:moveTo>
                  <a:pt x="1388656" y="72818"/>
                </a:moveTo>
                <a:cubicBezTo>
                  <a:pt x="1388656" y="81849"/>
                  <a:pt x="1389906" y="88382"/>
                  <a:pt x="1392406" y="92419"/>
                </a:cubicBezTo>
                <a:cubicBezTo>
                  <a:pt x="1396024" y="98262"/>
                  <a:pt x="1401078" y="101184"/>
                  <a:pt x="1407568" y="101184"/>
                </a:cubicBezTo>
                <a:cubicBezTo>
                  <a:pt x="1412728" y="101184"/>
                  <a:pt x="1417117" y="98993"/>
                  <a:pt x="1420735" y="94611"/>
                </a:cubicBezTo>
                <a:cubicBezTo>
                  <a:pt x="1424352" y="90229"/>
                  <a:pt x="1426161" y="83682"/>
                  <a:pt x="1426161" y="74970"/>
                </a:cubicBezTo>
                <a:cubicBezTo>
                  <a:pt x="1426161" y="65248"/>
                  <a:pt x="1424406" y="58249"/>
                  <a:pt x="1420894" y="53974"/>
                </a:cubicBezTo>
                <a:cubicBezTo>
                  <a:pt x="1417383" y="49698"/>
                  <a:pt x="1412888" y="47560"/>
                  <a:pt x="1407409" y="47560"/>
                </a:cubicBezTo>
                <a:cubicBezTo>
                  <a:pt x="1402089" y="47560"/>
                  <a:pt x="1397633" y="49671"/>
                  <a:pt x="1394042" y="53894"/>
                </a:cubicBezTo>
                <a:cubicBezTo>
                  <a:pt x="1390451" y="58116"/>
                  <a:pt x="1388656" y="64425"/>
                  <a:pt x="1388656" y="72818"/>
                </a:cubicBezTo>
                <a:close/>
                <a:moveTo>
                  <a:pt x="1465416" y="73414"/>
                </a:moveTo>
                <a:cubicBezTo>
                  <a:pt x="1465416" y="65967"/>
                  <a:pt x="1467251" y="58758"/>
                  <a:pt x="1470922" y="51789"/>
                </a:cubicBezTo>
                <a:cubicBezTo>
                  <a:pt x="1474592" y="44820"/>
                  <a:pt x="1479793" y="39500"/>
                  <a:pt x="1486522" y="35829"/>
                </a:cubicBezTo>
                <a:cubicBezTo>
                  <a:pt x="1493252" y="32159"/>
                  <a:pt x="1500766" y="30323"/>
                  <a:pt x="1509065" y="30323"/>
                </a:cubicBezTo>
                <a:cubicBezTo>
                  <a:pt x="1521886" y="30323"/>
                  <a:pt x="1532393" y="34486"/>
                  <a:pt x="1540586" y="42812"/>
                </a:cubicBezTo>
                <a:cubicBezTo>
                  <a:pt x="1548778" y="51137"/>
                  <a:pt x="1552874" y="61657"/>
                  <a:pt x="1552874" y="74372"/>
                </a:cubicBezTo>
                <a:cubicBezTo>
                  <a:pt x="1552874" y="87193"/>
                  <a:pt x="1548738" y="97819"/>
                  <a:pt x="1540466" y="106251"/>
                </a:cubicBezTo>
                <a:cubicBezTo>
                  <a:pt x="1532193" y="114683"/>
                  <a:pt x="1521780" y="118899"/>
                  <a:pt x="1509225" y="118899"/>
                </a:cubicBezTo>
                <a:cubicBezTo>
                  <a:pt x="1501458" y="118899"/>
                  <a:pt x="1494050" y="117144"/>
                  <a:pt x="1487001" y="113633"/>
                </a:cubicBezTo>
                <a:cubicBezTo>
                  <a:pt x="1479952" y="110122"/>
                  <a:pt x="1474592" y="104975"/>
                  <a:pt x="1470922" y="98192"/>
                </a:cubicBezTo>
                <a:cubicBezTo>
                  <a:pt x="1467251" y="91409"/>
                  <a:pt x="1465416" y="83150"/>
                  <a:pt x="1465416" y="73414"/>
                </a:cubicBezTo>
                <a:moveTo>
                  <a:pt x="1488397" y="74611"/>
                </a:moveTo>
                <a:cubicBezTo>
                  <a:pt x="1488397" y="82990"/>
                  <a:pt x="1490392" y="89407"/>
                  <a:pt x="1494382" y="93863"/>
                </a:cubicBezTo>
                <a:cubicBezTo>
                  <a:pt x="1498372" y="98318"/>
                  <a:pt x="1503293" y="100546"/>
                  <a:pt x="1509145" y="100546"/>
                </a:cubicBezTo>
                <a:cubicBezTo>
                  <a:pt x="1514997" y="100546"/>
                  <a:pt x="1519904" y="98318"/>
                  <a:pt x="1523868" y="93863"/>
                </a:cubicBezTo>
                <a:cubicBezTo>
                  <a:pt x="1527831" y="89407"/>
                  <a:pt x="1529813" y="82937"/>
                  <a:pt x="1529813" y="74452"/>
                </a:cubicBezTo>
                <a:cubicBezTo>
                  <a:pt x="1529813" y="66179"/>
                  <a:pt x="1527831" y="59815"/>
                  <a:pt x="1523868" y="55360"/>
                </a:cubicBezTo>
                <a:cubicBezTo>
                  <a:pt x="1519904" y="50905"/>
                  <a:pt x="1514997" y="48677"/>
                  <a:pt x="1509145" y="48677"/>
                </a:cubicBezTo>
                <a:cubicBezTo>
                  <a:pt x="1503293" y="48677"/>
                  <a:pt x="1498372" y="50905"/>
                  <a:pt x="1494382" y="55360"/>
                </a:cubicBezTo>
                <a:cubicBezTo>
                  <a:pt x="1490392" y="59815"/>
                  <a:pt x="1488397" y="66233"/>
                  <a:pt x="1488397" y="74611"/>
                </a:cubicBezTo>
                <a:close/>
                <a:moveTo>
                  <a:pt x="1568748" y="32238"/>
                </a:moveTo>
                <a:lnTo>
                  <a:pt x="1589416" y="32238"/>
                </a:lnTo>
                <a:lnTo>
                  <a:pt x="1589416" y="43809"/>
                </a:lnTo>
                <a:cubicBezTo>
                  <a:pt x="1596810" y="34819"/>
                  <a:pt x="1605615" y="30323"/>
                  <a:pt x="1615829" y="30323"/>
                </a:cubicBezTo>
                <a:cubicBezTo>
                  <a:pt x="1621255" y="30323"/>
                  <a:pt x="1625963" y="31445"/>
                  <a:pt x="1629953" y="33690"/>
                </a:cubicBezTo>
                <a:cubicBezTo>
                  <a:pt x="1633943" y="35934"/>
                  <a:pt x="1637215" y="39328"/>
                  <a:pt x="1639768" y="43872"/>
                </a:cubicBezTo>
                <a:cubicBezTo>
                  <a:pt x="1643492" y="39328"/>
                  <a:pt x="1647509" y="35934"/>
                  <a:pt x="1651818" y="33690"/>
                </a:cubicBezTo>
                <a:cubicBezTo>
                  <a:pt x="1656127" y="31445"/>
                  <a:pt x="1660729" y="30323"/>
                  <a:pt x="1665623" y="30323"/>
                </a:cubicBezTo>
                <a:cubicBezTo>
                  <a:pt x="1671847" y="30323"/>
                  <a:pt x="1677114" y="31587"/>
                  <a:pt x="1681423" y="34114"/>
                </a:cubicBezTo>
                <a:cubicBezTo>
                  <a:pt x="1685732" y="36641"/>
                  <a:pt x="1688951" y="40351"/>
                  <a:pt x="1691079" y="45246"/>
                </a:cubicBezTo>
                <a:cubicBezTo>
                  <a:pt x="1692622" y="48863"/>
                  <a:pt x="1693393" y="54715"/>
                  <a:pt x="1693393" y="62801"/>
                </a:cubicBezTo>
                <a:lnTo>
                  <a:pt x="1693393" y="116984"/>
                </a:lnTo>
                <a:lnTo>
                  <a:pt x="1670970" y="116984"/>
                </a:lnTo>
                <a:lnTo>
                  <a:pt x="1670970" y="68602"/>
                </a:lnTo>
                <a:cubicBezTo>
                  <a:pt x="1670970" y="60206"/>
                  <a:pt x="1670198" y="54786"/>
                  <a:pt x="1668655" y="52343"/>
                </a:cubicBezTo>
                <a:cubicBezTo>
                  <a:pt x="1666581" y="49154"/>
                  <a:pt x="1663389" y="47560"/>
                  <a:pt x="1659080" y="47560"/>
                </a:cubicBezTo>
                <a:cubicBezTo>
                  <a:pt x="1655941" y="47560"/>
                  <a:pt x="1652988" y="48517"/>
                  <a:pt x="1650222" y="50430"/>
                </a:cubicBezTo>
                <a:cubicBezTo>
                  <a:pt x="1647456" y="52342"/>
                  <a:pt x="1645461" y="55145"/>
                  <a:pt x="1644237" y="58839"/>
                </a:cubicBezTo>
                <a:cubicBezTo>
                  <a:pt x="1643014" y="62531"/>
                  <a:pt x="1642402" y="68363"/>
                  <a:pt x="1642402" y="76335"/>
                </a:cubicBezTo>
                <a:lnTo>
                  <a:pt x="1642402" y="116984"/>
                </a:lnTo>
                <a:lnTo>
                  <a:pt x="1619978" y="116984"/>
                </a:lnTo>
                <a:lnTo>
                  <a:pt x="1619978" y="70594"/>
                </a:lnTo>
                <a:cubicBezTo>
                  <a:pt x="1619978" y="62358"/>
                  <a:pt x="1619580" y="57045"/>
                  <a:pt x="1618782" y="54654"/>
                </a:cubicBezTo>
                <a:cubicBezTo>
                  <a:pt x="1617984" y="52262"/>
                  <a:pt x="1616747" y="50482"/>
                  <a:pt x="1615071" y="49313"/>
                </a:cubicBezTo>
                <a:cubicBezTo>
                  <a:pt x="1613395" y="48144"/>
                  <a:pt x="1611121" y="47560"/>
                  <a:pt x="1608248" y="47560"/>
                </a:cubicBezTo>
                <a:cubicBezTo>
                  <a:pt x="1604790" y="47560"/>
                  <a:pt x="1601678" y="48490"/>
                  <a:pt x="1598912" y="50350"/>
                </a:cubicBezTo>
                <a:cubicBezTo>
                  <a:pt x="1596145" y="52209"/>
                  <a:pt x="1594164" y="54892"/>
                  <a:pt x="1592967" y="58400"/>
                </a:cubicBezTo>
                <a:cubicBezTo>
                  <a:pt x="1591770" y="61908"/>
                  <a:pt x="1591171" y="67726"/>
                  <a:pt x="1591171" y="75856"/>
                </a:cubicBezTo>
                <a:lnTo>
                  <a:pt x="1591171" y="116984"/>
                </a:lnTo>
                <a:lnTo>
                  <a:pt x="1568748" y="116984"/>
                </a:lnTo>
                <a:lnTo>
                  <a:pt x="1568748" y="32238"/>
                </a:lnTo>
                <a:close/>
                <a:moveTo>
                  <a:pt x="1732500" y="58412"/>
                </a:moveTo>
                <a:lnTo>
                  <a:pt x="1712152" y="54742"/>
                </a:lnTo>
                <a:cubicBezTo>
                  <a:pt x="1714439" y="46441"/>
                  <a:pt x="1718376" y="40296"/>
                  <a:pt x="1723962" y="36308"/>
                </a:cubicBezTo>
                <a:cubicBezTo>
                  <a:pt x="1729548" y="32318"/>
                  <a:pt x="1737847" y="30323"/>
                  <a:pt x="1748859" y="30323"/>
                </a:cubicBezTo>
                <a:cubicBezTo>
                  <a:pt x="1758860" y="30323"/>
                  <a:pt x="1766308" y="31507"/>
                  <a:pt x="1771202" y="33874"/>
                </a:cubicBezTo>
                <a:cubicBezTo>
                  <a:pt x="1776097" y="36242"/>
                  <a:pt x="1779541" y="39247"/>
                  <a:pt x="1781536" y="42892"/>
                </a:cubicBezTo>
                <a:cubicBezTo>
                  <a:pt x="1783531" y="46536"/>
                  <a:pt x="1784529" y="53225"/>
                  <a:pt x="1784529" y="62961"/>
                </a:cubicBezTo>
                <a:lnTo>
                  <a:pt x="1784289" y="89135"/>
                </a:lnTo>
                <a:cubicBezTo>
                  <a:pt x="1784289" y="96582"/>
                  <a:pt x="1784648" y="102075"/>
                  <a:pt x="1785366" y="105613"/>
                </a:cubicBezTo>
                <a:cubicBezTo>
                  <a:pt x="1786085" y="109151"/>
                  <a:pt x="1787428" y="112941"/>
                  <a:pt x="1789396" y="116984"/>
                </a:cubicBezTo>
                <a:lnTo>
                  <a:pt x="1767212" y="116984"/>
                </a:lnTo>
                <a:cubicBezTo>
                  <a:pt x="1766627" y="115495"/>
                  <a:pt x="1765909" y="113287"/>
                  <a:pt x="1765058" y="110361"/>
                </a:cubicBezTo>
                <a:cubicBezTo>
                  <a:pt x="1764685" y="109031"/>
                  <a:pt x="1764419" y="108153"/>
                  <a:pt x="1764260" y="107728"/>
                </a:cubicBezTo>
                <a:cubicBezTo>
                  <a:pt x="1760430" y="111452"/>
                  <a:pt x="1756333" y="114245"/>
                  <a:pt x="1751971" y="116106"/>
                </a:cubicBezTo>
                <a:cubicBezTo>
                  <a:pt x="1747609" y="117968"/>
                  <a:pt x="1742954" y="118899"/>
                  <a:pt x="1738006" y="118899"/>
                </a:cubicBezTo>
                <a:cubicBezTo>
                  <a:pt x="1729282" y="118899"/>
                  <a:pt x="1722406" y="116542"/>
                  <a:pt x="1717378" y="111827"/>
                </a:cubicBezTo>
                <a:cubicBezTo>
                  <a:pt x="1712351" y="107113"/>
                  <a:pt x="1709837" y="101153"/>
                  <a:pt x="1709837" y="93947"/>
                </a:cubicBezTo>
                <a:cubicBezTo>
                  <a:pt x="1709837" y="89180"/>
                  <a:pt x="1710981" y="84929"/>
                  <a:pt x="1713269" y="81195"/>
                </a:cubicBezTo>
                <a:cubicBezTo>
                  <a:pt x="1715556" y="77459"/>
                  <a:pt x="1718762" y="74598"/>
                  <a:pt x="1722884" y="72611"/>
                </a:cubicBezTo>
                <a:cubicBezTo>
                  <a:pt x="1727007" y="70625"/>
                  <a:pt x="1732952" y="68890"/>
                  <a:pt x="1740719" y="67407"/>
                </a:cubicBezTo>
                <a:cubicBezTo>
                  <a:pt x="1751200" y="65447"/>
                  <a:pt x="1758461" y="63619"/>
                  <a:pt x="1762504" y="61923"/>
                </a:cubicBezTo>
                <a:lnTo>
                  <a:pt x="1762504" y="59664"/>
                </a:lnTo>
                <a:cubicBezTo>
                  <a:pt x="1762504" y="55307"/>
                  <a:pt x="1761440" y="52201"/>
                  <a:pt x="1759312" y="50345"/>
                </a:cubicBezTo>
                <a:cubicBezTo>
                  <a:pt x="1757184" y="48488"/>
                  <a:pt x="1753168" y="47560"/>
                  <a:pt x="1747263" y="47560"/>
                </a:cubicBezTo>
                <a:cubicBezTo>
                  <a:pt x="1743273" y="47560"/>
                  <a:pt x="1740161" y="48363"/>
                  <a:pt x="1737926" y="49969"/>
                </a:cubicBezTo>
                <a:cubicBezTo>
                  <a:pt x="1735692" y="51573"/>
                  <a:pt x="1733883" y="54388"/>
                  <a:pt x="1732500" y="58412"/>
                </a:cubicBezTo>
                <a:moveTo>
                  <a:pt x="1762504" y="76606"/>
                </a:moveTo>
                <a:cubicBezTo>
                  <a:pt x="1759632" y="77552"/>
                  <a:pt x="1755083" y="78683"/>
                  <a:pt x="1748859" y="79998"/>
                </a:cubicBezTo>
                <a:cubicBezTo>
                  <a:pt x="1742635" y="81311"/>
                  <a:pt x="1738565" y="82599"/>
                  <a:pt x="1736650" y="83860"/>
                </a:cubicBezTo>
                <a:cubicBezTo>
                  <a:pt x="1733724" y="85910"/>
                  <a:pt x="1732261" y="88512"/>
                  <a:pt x="1732261" y="91666"/>
                </a:cubicBezTo>
                <a:cubicBezTo>
                  <a:pt x="1732261" y="94768"/>
                  <a:pt x="1733431" y="97449"/>
                  <a:pt x="1735772" y="99710"/>
                </a:cubicBezTo>
                <a:cubicBezTo>
                  <a:pt x="1738113" y="101970"/>
                  <a:pt x="1741092" y="103099"/>
                  <a:pt x="1744709" y="103099"/>
                </a:cubicBezTo>
                <a:cubicBezTo>
                  <a:pt x="1748752" y="103099"/>
                  <a:pt x="1752609" y="101785"/>
                  <a:pt x="1756280" y="99157"/>
                </a:cubicBezTo>
                <a:cubicBezTo>
                  <a:pt x="1758993" y="97160"/>
                  <a:pt x="1760775" y="94716"/>
                  <a:pt x="1761627" y="91823"/>
                </a:cubicBezTo>
                <a:cubicBezTo>
                  <a:pt x="1762212" y="89931"/>
                  <a:pt x="1762504" y="86331"/>
                  <a:pt x="1762504" y="81023"/>
                </a:cubicBezTo>
                <a:lnTo>
                  <a:pt x="1762504" y="76606"/>
                </a:lnTo>
                <a:close/>
                <a:moveTo>
                  <a:pt x="1806640" y="20748"/>
                </a:moveTo>
                <a:lnTo>
                  <a:pt x="1806640" y="0"/>
                </a:lnTo>
                <a:lnTo>
                  <a:pt x="1829064" y="0"/>
                </a:lnTo>
                <a:lnTo>
                  <a:pt x="1829064" y="20748"/>
                </a:lnTo>
                <a:lnTo>
                  <a:pt x="1806640" y="20748"/>
                </a:lnTo>
                <a:moveTo>
                  <a:pt x="1806640" y="116984"/>
                </a:moveTo>
                <a:lnTo>
                  <a:pt x="1806640" y="32238"/>
                </a:lnTo>
                <a:lnTo>
                  <a:pt x="1829064" y="32238"/>
                </a:lnTo>
                <a:lnTo>
                  <a:pt x="1829064" y="116984"/>
                </a:lnTo>
                <a:lnTo>
                  <a:pt x="1806640" y="116984"/>
                </a:lnTo>
                <a:close/>
                <a:moveTo>
                  <a:pt x="1929126" y="116984"/>
                </a:moveTo>
                <a:lnTo>
                  <a:pt x="1906702" y="116984"/>
                </a:lnTo>
                <a:lnTo>
                  <a:pt x="1906702" y="73783"/>
                </a:lnTo>
                <a:cubicBezTo>
                  <a:pt x="1906702" y="64643"/>
                  <a:pt x="1906224" y="58732"/>
                  <a:pt x="1905266" y="56048"/>
                </a:cubicBezTo>
                <a:cubicBezTo>
                  <a:pt x="1904309" y="53365"/>
                  <a:pt x="1902752" y="51280"/>
                  <a:pt x="1900598" y="49792"/>
                </a:cubicBezTo>
                <a:cubicBezTo>
                  <a:pt x="1898443" y="48304"/>
                  <a:pt x="1895850" y="47560"/>
                  <a:pt x="1892818" y="47560"/>
                </a:cubicBezTo>
                <a:cubicBezTo>
                  <a:pt x="1888934" y="47560"/>
                  <a:pt x="1885450" y="48623"/>
                  <a:pt x="1882364" y="50749"/>
                </a:cubicBezTo>
                <a:cubicBezTo>
                  <a:pt x="1879278" y="52874"/>
                  <a:pt x="1877164" y="55690"/>
                  <a:pt x="1876020" y="59198"/>
                </a:cubicBezTo>
                <a:cubicBezTo>
                  <a:pt x="1874876" y="62704"/>
                  <a:pt x="1874304" y="69187"/>
                  <a:pt x="1874304" y="78646"/>
                </a:cubicBezTo>
                <a:lnTo>
                  <a:pt x="1874304" y="116984"/>
                </a:lnTo>
                <a:lnTo>
                  <a:pt x="1851881" y="116984"/>
                </a:lnTo>
                <a:lnTo>
                  <a:pt x="1851881" y="32238"/>
                </a:lnTo>
                <a:lnTo>
                  <a:pt x="1872708" y="32238"/>
                </a:lnTo>
                <a:lnTo>
                  <a:pt x="1872708" y="44687"/>
                </a:lnTo>
                <a:cubicBezTo>
                  <a:pt x="1880103" y="35111"/>
                  <a:pt x="1889413" y="30323"/>
                  <a:pt x="1900638" y="30323"/>
                </a:cubicBezTo>
                <a:cubicBezTo>
                  <a:pt x="1905585" y="30323"/>
                  <a:pt x="1910107" y="31214"/>
                  <a:pt x="1914204" y="32997"/>
                </a:cubicBezTo>
                <a:cubicBezTo>
                  <a:pt x="1918300" y="34779"/>
                  <a:pt x="1921399" y="37053"/>
                  <a:pt x="1923500" y="39819"/>
                </a:cubicBezTo>
                <a:cubicBezTo>
                  <a:pt x="1925601" y="42586"/>
                  <a:pt x="1927064" y="45724"/>
                  <a:pt x="1927889" y="49236"/>
                </a:cubicBezTo>
                <a:cubicBezTo>
                  <a:pt x="1928714" y="52747"/>
                  <a:pt x="1929126" y="57774"/>
                  <a:pt x="1929126" y="64317"/>
                </a:cubicBezTo>
                <a:lnTo>
                  <a:pt x="1929126" y="116984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Justifcations">
            <a:extLst xmlns:a="http://schemas.openxmlformats.org/drawingml/2006/main">
              <a:ext uri="{FF2B5EF4-FFF2-40B4-BE49-F238E27FC236}">
                <a16:creationId xmlns:a16="http://schemas.microsoft.com/office/drawing/2014/main" id="{3711E290-AC09-4FF0-A2F9-988484D8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133" y="3149668"/>
            <a:ext cx="1042749" cy="121134"/>
          </a:xfrm>
          <a:custGeom xmlns:a="http://schemas.openxmlformats.org/drawingml/2006/main">
            <a:pathLst>
              <a:path w="1042749" h="121134">
                <a:moveTo>
                  <a:pt x="51310" y="2075"/>
                </a:moveTo>
                <a:lnTo>
                  <a:pt x="74851" y="2075"/>
                </a:lnTo>
                <a:lnTo>
                  <a:pt x="74851" y="76177"/>
                </a:lnTo>
                <a:cubicBezTo>
                  <a:pt x="74851" y="85866"/>
                  <a:pt x="74000" y="93319"/>
                  <a:pt x="72297" y="98536"/>
                </a:cubicBezTo>
                <a:cubicBezTo>
                  <a:pt x="70010" y="105350"/>
                  <a:pt x="65860" y="110821"/>
                  <a:pt x="59849" y="114947"/>
                </a:cubicBezTo>
                <a:cubicBezTo>
                  <a:pt x="53837" y="119071"/>
                  <a:pt x="45911" y="121134"/>
                  <a:pt x="36069" y="121134"/>
                </a:cubicBezTo>
                <a:cubicBezTo>
                  <a:pt x="24525" y="121134"/>
                  <a:pt x="15640" y="117889"/>
                  <a:pt x="9416" y="111398"/>
                </a:cubicBezTo>
                <a:cubicBezTo>
                  <a:pt x="3192" y="104906"/>
                  <a:pt x="53" y="95384"/>
                  <a:pt x="0" y="82831"/>
                </a:cubicBezTo>
                <a:lnTo>
                  <a:pt x="22264" y="80277"/>
                </a:lnTo>
                <a:cubicBezTo>
                  <a:pt x="22530" y="87007"/>
                  <a:pt x="23514" y="91760"/>
                  <a:pt x="25216" y="94536"/>
                </a:cubicBezTo>
                <a:cubicBezTo>
                  <a:pt x="27770" y="98755"/>
                  <a:pt x="31653" y="100865"/>
                  <a:pt x="36867" y="100865"/>
                </a:cubicBezTo>
                <a:cubicBezTo>
                  <a:pt x="42133" y="100865"/>
                  <a:pt x="45857" y="99362"/>
                  <a:pt x="48039" y="96356"/>
                </a:cubicBezTo>
                <a:cubicBezTo>
                  <a:pt x="50220" y="93351"/>
                  <a:pt x="51310" y="87113"/>
                  <a:pt x="51310" y="77644"/>
                </a:cubicBezTo>
                <a:lnTo>
                  <a:pt x="51310" y="2075"/>
                </a:lnTo>
                <a:close/>
                <a:moveTo>
                  <a:pt x="155614" y="119059"/>
                </a:moveTo>
                <a:lnTo>
                  <a:pt x="155614" y="106371"/>
                </a:lnTo>
                <a:cubicBezTo>
                  <a:pt x="152529" y="110893"/>
                  <a:pt x="148472" y="114457"/>
                  <a:pt x="143445" y="117064"/>
                </a:cubicBezTo>
                <a:cubicBezTo>
                  <a:pt x="138418" y="119671"/>
                  <a:pt x="133111" y="120974"/>
                  <a:pt x="127525" y="120974"/>
                </a:cubicBezTo>
                <a:cubicBezTo>
                  <a:pt x="121833" y="120974"/>
                  <a:pt x="116726" y="119724"/>
                  <a:pt x="112204" y="117224"/>
                </a:cubicBezTo>
                <a:cubicBezTo>
                  <a:pt x="107682" y="114723"/>
                  <a:pt x="104410" y="111212"/>
                  <a:pt x="102389" y="106690"/>
                </a:cubicBezTo>
                <a:cubicBezTo>
                  <a:pt x="100367" y="102168"/>
                  <a:pt x="99357" y="95918"/>
                  <a:pt x="99357" y="87938"/>
                </a:cubicBezTo>
                <a:lnTo>
                  <a:pt x="99357" y="34313"/>
                </a:lnTo>
                <a:lnTo>
                  <a:pt x="121780" y="34313"/>
                </a:lnTo>
                <a:lnTo>
                  <a:pt x="121780" y="73165"/>
                </a:lnTo>
                <a:cubicBezTo>
                  <a:pt x="121780" y="85055"/>
                  <a:pt x="122192" y="92340"/>
                  <a:pt x="123017" y="95020"/>
                </a:cubicBezTo>
                <a:cubicBezTo>
                  <a:pt x="123841" y="97700"/>
                  <a:pt x="125344" y="99823"/>
                  <a:pt x="127525" y="101389"/>
                </a:cubicBezTo>
                <a:cubicBezTo>
                  <a:pt x="129706" y="102955"/>
                  <a:pt x="132473" y="103738"/>
                  <a:pt x="135824" y="103738"/>
                </a:cubicBezTo>
                <a:cubicBezTo>
                  <a:pt x="139655" y="103738"/>
                  <a:pt x="143086" y="102690"/>
                  <a:pt x="146118" y="100593"/>
                </a:cubicBezTo>
                <a:cubicBezTo>
                  <a:pt x="149151" y="98497"/>
                  <a:pt x="151225" y="95896"/>
                  <a:pt x="152343" y="92790"/>
                </a:cubicBezTo>
                <a:cubicBezTo>
                  <a:pt x="153460" y="89685"/>
                  <a:pt x="154018" y="82082"/>
                  <a:pt x="154018" y="69981"/>
                </a:cubicBezTo>
                <a:lnTo>
                  <a:pt x="154018" y="34313"/>
                </a:lnTo>
                <a:lnTo>
                  <a:pt x="176442" y="34313"/>
                </a:lnTo>
                <a:lnTo>
                  <a:pt x="176442" y="119059"/>
                </a:lnTo>
                <a:lnTo>
                  <a:pt x="155614" y="119059"/>
                </a:lnTo>
                <a:close/>
                <a:moveTo>
                  <a:pt x="191756" y="94960"/>
                </a:moveTo>
                <a:lnTo>
                  <a:pt x="214259" y="91449"/>
                </a:lnTo>
                <a:cubicBezTo>
                  <a:pt x="215217" y="95785"/>
                  <a:pt x="217159" y="99076"/>
                  <a:pt x="220085" y="101324"/>
                </a:cubicBezTo>
                <a:cubicBezTo>
                  <a:pt x="223011" y="103571"/>
                  <a:pt x="227107" y="104695"/>
                  <a:pt x="232374" y="104695"/>
                </a:cubicBezTo>
                <a:cubicBezTo>
                  <a:pt x="238172" y="104695"/>
                  <a:pt x="242535" y="103633"/>
                  <a:pt x="245461" y="101508"/>
                </a:cubicBezTo>
                <a:cubicBezTo>
                  <a:pt x="247429" y="100020"/>
                  <a:pt x="248413" y="98028"/>
                  <a:pt x="248413" y="95531"/>
                </a:cubicBezTo>
                <a:cubicBezTo>
                  <a:pt x="248413" y="93830"/>
                  <a:pt x="247881" y="92422"/>
                  <a:pt x="246817" y="91307"/>
                </a:cubicBezTo>
                <a:cubicBezTo>
                  <a:pt x="245700" y="90244"/>
                  <a:pt x="243200" y="89262"/>
                  <a:pt x="239316" y="88359"/>
                </a:cubicBezTo>
                <a:cubicBezTo>
                  <a:pt x="221229" y="84376"/>
                  <a:pt x="209764" y="80737"/>
                  <a:pt x="204923" y="77442"/>
                </a:cubicBezTo>
                <a:cubicBezTo>
                  <a:pt x="198220" y="72870"/>
                  <a:pt x="194868" y="66518"/>
                  <a:pt x="194868" y="58387"/>
                </a:cubicBezTo>
                <a:cubicBezTo>
                  <a:pt x="194868" y="51053"/>
                  <a:pt x="197768" y="44887"/>
                  <a:pt x="203567" y="39892"/>
                </a:cubicBezTo>
                <a:cubicBezTo>
                  <a:pt x="209365" y="34896"/>
                  <a:pt x="218356" y="32398"/>
                  <a:pt x="230538" y="32398"/>
                </a:cubicBezTo>
                <a:cubicBezTo>
                  <a:pt x="242136" y="32398"/>
                  <a:pt x="250754" y="34280"/>
                  <a:pt x="256393" y="38044"/>
                </a:cubicBezTo>
                <a:cubicBezTo>
                  <a:pt x="262032" y="41808"/>
                  <a:pt x="265916" y="47374"/>
                  <a:pt x="268043" y="54742"/>
                </a:cubicBezTo>
                <a:lnTo>
                  <a:pt x="246897" y="58732"/>
                </a:lnTo>
                <a:cubicBezTo>
                  <a:pt x="245993" y="55433"/>
                  <a:pt x="244277" y="52906"/>
                  <a:pt x="241750" y="51151"/>
                </a:cubicBezTo>
                <a:cubicBezTo>
                  <a:pt x="239223" y="49395"/>
                  <a:pt x="235619" y="48517"/>
                  <a:pt x="230937" y="48517"/>
                </a:cubicBezTo>
                <a:cubicBezTo>
                  <a:pt x="225032" y="48517"/>
                  <a:pt x="220803" y="49341"/>
                  <a:pt x="218249" y="50989"/>
                </a:cubicBezTo>
                <a:cubicBezTo>
                  <a:pt x="216547" y="52156"/>
                  <a:pt x="215696" y="53669"/>
                  <a:pt x="215696" y="55530"/>
                </a:cubicBezTo>
                <a:cubicBezTo>
                  <a:pt x="215696" y="57122"/>
                  <a:pt x="216441" y="58476"/>
                  <a:pt x="217930" y="59592"/>
                </a:cubicBezTo>
                <a:cubicBezTo>
                  <a:pt x="219952" y="61080"/>
                  <a:pt x="226934" y="63179"/>
                  <a:pt x="238877" y="65888"/>
                </a:cubicBezTo>
                <a:cubicBezTo>
                  <a:pt x="250820" y="68598"/>
                  <a:pt x="259159" y="71922"/>
                  <a:pt x="263894" y="75861"/>
                </a:cubicBezTo>
                <a:cubicBezTo>
                  <a:pt x="268575" y="79854"/>
                  <a:pt x="270916" y="85417"/>
                  <a:pt x="270916" y="92549"/>
                </a:cubicBezTo>
                <a:cubicBezTo>
                  <a:pt x="270916" y="100321"/>
                  <a:pt x="267671" y="107001"/>
                  <a:pt x="261181" y="112590"/>
                </a:cubicBezTo>
                <a:cubicBezTo>
                  <a:pt x="254691" y="118180"/>
                  <a:pt x="245088" y="120974"/>
                  <a:pt x="232374" y="120974"/>
                </a:cubicBezTo>
                <a:cubicBezTo>
                  <a:pt x="220830" y="120974"/>
                  <a:pt x="211693" y="118641"/>
                  <a:pt x="204963" y="113974"/>
                </a:cubicBezTo>
                <a:cubicBezTo>
                  <a:pt x="198233" y="109306"/>
                  <a:pt x="193831" y="102968"/>
                  <a:pt x="191756" y="94960"/>
                </a:cubicBezTo>
                <a:close/>
                <a:moveTo>
                  <a:pt x="329416" y="34313"/>
                </a:moveTo>
                <a:lnTo>
                  <a:pt x="329416" y="52188"/>
                </a:lnTo>
                <a:lnTo>
                  <a:pt x="314095" y="52188"/>
                </a:lnTo>
                <a:lnTo>
                  <a:pt x="314095" y="86287"/>
                </a:lnTo>
                <a:cubicBezTo>
                  <a:pt x="314095" y="93193"/>
                  <a:pt x="314241" y="97217"/>
                  <a:pt x="314533" y="98359"/>
                </a:cubicBezTo>
                <a:cubicBezTo>
                  <a:pt x="314826" y="99499"/>
                  <a:pt x="315491" y="100442"/>
                  <a:pt x="316528" y="101187"/>
                </a:cubicBezTo>
                <a:cubicBezTo>
                  <a:pt x="317566" y="101930"/>
                  <a:pt x="318829" y="102301"/>
                  <a:pt x="320319" y="102301"/>
                </a:cubicBezTo>
                <a:cubicBezTo>
                  <a:pt x="322394" y="102301"/>
                  <a:pt x="325399" y="101583"/>
                  <a:pt x="329336" y="100147"/>
                </a:cubicBezTo>
                <a:lnTo>
                  <a:pt x="331251" y="117608"/>
                </a:lnTo>
                <a:cubicBezTo>
                  <a:pt x="326038" y="119852"/>
                  <a:pt x="320133" y="120974"/>
                  <a:pt x="313536" y="120974"/>
                </a:cubicBezTo>
                <a:cubicBezTo>
                  <a:pt x="309493" y="120974"/>
                  <a:pt x="305849" y="120296"/>
                  <a:pt x="302604" y="118939"/>
                </a:cubicBezTo>
                <a:cubicBezTo>
                  <a:pt x="299358" y="117583"/>
                  <a:pt x="296978" y="115827"/>
                  <a:pt x="295462" y="113673"/>
                </a:cubicBezTo>
                <a:cubicBezTo>
                  <a:pt x="293945" y="111518"/>
                  <a:pt x="292895" y="108605"/>
                  <a:pt x="292310" y="104935"/>
                </a:cubicBezTo>
                <a:cubicBezTo>
                  <a:pt x="291831" y="102328"/>
                  <a:pt x="291591" y="97061"/>
                  <a:pt x="291591" y="89135"/>
                </a:cubicBezTo>
                <a:lnTo>
                  <a:pt x="291591" y="52188"/>
                </a:lnTo>
                <a:lnTo>
                  <a:pt x="281297" y="52188"/>
                </a:lnTo>
                <a:lnTo>
                  <a:pt x="281297" y="34313"/>
                </a:lnTo>
                <a:lnTo>
                  <a:pt x="291591" y="34313"/>
                </a:lnTo>
                <a:lnTo>
                  <a:pt x="291591" y="17396"/>
                </a:lnTo>
                <a:lnTo>
                  <a:pt x="314095" y="4150"/>
                </a:lnTo>
                <a:lnTo>
                  <a:pt x="314095" y="34313"/>
                </a:lnTo>
                <a:lnTo>
                  <a:pt x="329416" y="34313"/>
                </a:lnTo>
                <a:close/>
                <a:moveTo>
                  <a:pt x="344992" y="22822"/>
                </a:moveTo>
                <a:lnTo>
                  <a:pt x="344992" y="2075"/>
                </a:lnTo>
                <a:lnTo>
                  <a:pt x="367415" y="2075"/>
                </a:lnTo>
                <a:lnTo>
                  <a:pt x="367415" y="22822"/>
                </a:lnTo>
                <a:lnTo>
                  <a:pt x="344992" y="22822"/>
                </a:lnTo>
                <a:moveTo>
                  <a:pt x="344992" y="119059"/>
                </a:moveTo>
                <a:lnTo>
                  <a:pt x="344992" y="34313"/>
                </a:lnTo>
                <a:lnTo>
                  <a:pt x="367415" y="34313"/>
                </a:lnTo>
                <a:lnTo>
                  <a:pt x="367415" y="119059"/>
                </a:lnTo>
                <a:lnTo>
                  <a:pt x="344992" y="119059"/>
                </a:lnTo>
                <a:close/>
                <a:moveTo>
                  <a:pt x="381135" y="34313"/>
                </a:moveTo>
                <a:lnTo>
                  <a:pt x="393584" y="34313"/>
                </a:lnTo>
                <a:lnTo>
                  <a:pt x="393584" y="27914"/>
                </a:lnTo>
                <a:cubicBezTo>
                  <a:pt x="393584" y="20769"/>
                  <a:pt x="394342" y="15437"/>
                  <a:pt x="395858" y="11917"/>
                </a:cubicBezTo>
                <a:cubicBezTo>
                  <a:pt x="397374" y="8398"/>
                  <a:pt x="400167" y="5532"/>
                  <a:pt x="404237" y="3319"/>
                </a:cubicBezTo>
                <a:cubicBezTo>
                  <a:pt x="408307" y="1106"/>
                  <a:pt x="413454" y="0"/>
                  <a:pt x="419678" y="0"/>
                </a:cubicBezTo>
                <a:cubicBezTo>
                  <a:pt x="426062" y="0"/>
                  <a:pt x="432313" y="958"/>
                  <a:pt x="438430" y="2873"/>
                </a:cubicBezTo>
                <a:lnTo>
                  <a:pt x="435398" y="18513"/>
                </a:lnTo>
                <a:cubicBezTo>
                  <a:pt x="431834" y="17662"/>
                  <a:pt x="428403" y="17236"/>
                  <a:pt x="425104" y="17236"/>
                </a:cubicBezTo>
                <a:cubicBezTo>
                  <a:pt x="421859" y="17236"/>
                  <a:pt x="419532" y="17999"/>
                  <a:pt x="418122" y="19523"/>
                </a:cubicBezTo>
                <a:cubicBezTo>
                  <a:pt x="416712" y="21046"/>
                  <a:pt x="416007" y="23972"/>
                  <a:pt x="416007" y="28301"/>
                </a:cubicBezTo>
                <a:lnTo>
                  <a:pt x="416007" y="34313"/>
                </a:lnTo>
                <a:lnTo>
                  <a:pt x="432765" y="34313"/>
                </a:lnTo>
                <a:lnTo>
                  <a:pt x="432765" y="52028"/>
                </a:lnTo>
                <a:lnTo>
                  <a:pt x="416007" y="52028"/>
                </a:lnTo>
                <a:lnTo>
                  <a:pt x="416007" y="119059"/>
                </a:lnTo>
                <a:lnTo>
                  <a:pt x="393584" y="119059"/>
                </a:lnTo>
                <a:lnTo>
                  <a:pt x="393584" y="52028"/>
                </a:lnTo>
                <a:lnTo>
                  <a:pt x="381135" y="52028"/>
                </a:lnTo>
                <a:lnTo>
                  <a:pt x="381135" y="34313"/>
                </a:lnTo>
                <a:moveTo>
                  <a:pt x="444096" y="22822"/>
                </a:moveTo>
                <a:lnTo>
                  <a:pt x="444096" y="2075"/>
                </a:lnTo>
                <a:lnTo>
                  <a:pt x="466519" y="2075"/>
                </a:lnTo>
                <a:lnTo>
                  <a:pt x="466519" y="22822"/>
                </a:lnTo>
                <a:lnTo>
                  <a:pt x="444096" y="22822"/>
                </a:lnTo>
                <a:moveTo>
                  <a:pt x="444096" y="119059"/>
                </a:moveTo>
                <a:lnTo>
                  <a:pt x="444096" y="34313"/>
                </a:lnTo>
                <a:lnTo>
                  <a:pt x="466519" y="34313"/>
                </a:lnTo>
                <a:lnTo>
                  <a:pt x="466519" y="119059"/>
                </a:lnTo>
                <a:lnTo>
                  <a:pt x="444096" y="119059"/>
                </a:lnTo>
                <a:close/>
                <a:moveTo>
                  <a:pt x="564106" y="59370"/>
                </a:moveTo>
                <a:lnTo>
                  <a:pt x="542002" y="63360"/>
                </a:lnTo>
                <a:cubicBezTo>
                  <a:pt x="541257" y="58971"/>
                  <a:pt x="539568" y="55666"/>
                  <a:pt x="536935" y="53445"/>
                </a:cubicBezTo>
                <a:cubicBezTo>
                  <a:pt x="534302" y="51224"/>
                  <a:pt x="530884" y="50113"/>
                  <a:pt x="526681" y="50113"/>
                </a:cubicBezTo>
                <a:cubicBezTo>
                  <a:pt x="521095" y="50113"/>
                  <a:pt x="516640" y="52036"/>
                  <a:pt x="513315" y="55881"/>
                </a:cubicBezTo>
                <a:cubicBezTo>
                  <a:pt x="509990" y="59727"/>
                  <a:pt x="508327" y="66157"/>
                  <a:pt x="508327" y="75172"/>
                </a:cubicBezTo>
                <a:cubicBezTo>
                  <a:pt x="508327" y="85197"/>
                  <a:pt x="510016" y="92278"/>
                  <a:pt x="513394" y="96416"/>
                </a:cubicBezTo>
                <a:cubicBezTo>
                  <a:pt x="516773" y="100552"/>
                  <a:pt x="521308" y="102621"/>
                  <a:pt x="527000" y="102621"/>
                </a:cubicBezTo>
                <a:cubicBezTo>
                  <a:pt x="531256" y="102621"/>
                  <a:pt x="534740" y="101410"/>
                  <a:pt x="537454" y="98990"/>
                </a:cubicBezTo>
                <a:cubicBezTo>
                  <a:pt x="540167" y="96569"/>
                  <a:pt x="542082" y="92406"/>
                  <a:pt x="543199" y="86501"/>
                </a:cubicBezTo>
                <a:lnTo>
                  <a:pt x="565223" y="90332"/>
                </a:lnTo>
                <a:cubicBezTo>
                  <a:pt x="562936" y="100439"/>
                  <a:pt x="558547" y="108073"/>
                  <a:pt x="552057" y="113234"/>
                </a:cubicBezTo>
                <a:cubicBezTo>
                  <a:pt x="545566" y="118394"/>
                  <a:pt x="536868" y="120974"/>
                  <a:pt x="525963" y="120974"/>
                </a:cubicBezTo>
                <a:cubicBezTo>
                  <a:pt x="513567" y="120974"/>
                  <a:pt x="503686" y="117064"/>
                  <a:pt x="496318" y="109244"/>
                </a:cubicBezTo>
                <a:cubicBezTo>
                  <a:pt x="488950" y="101424"/>
                  <a:pt x="485265" y="90598"/>
                  <a:pt x="485265" y="76766"/>
                </a:cubicBezTo>
                <a:cubicBezTo>
                  <a:pt x="485265" y="62775"/>
                  <a:pt x="488963" y="51882"/>
                  <a:pt x="496357" y="44089"/>
                </a:cubicBezTo>
                <a:cubicBezTo>
                  <a:pt x="503752" y="36295"/>
                  <a:pt x="513753" y="32398"/>
                  <a:pt x="526362" y="32398"/>
                </a:cubicBezTo>
                <a:cubicBezTo>
                  <a:pt x="536682" y="32398"/>
                  <a:pt x="544888" y="34619"/>
                  <a:pt x="550979" y="39061"/>
                </a:cubicBezTo>
                <a:cubicBezTo>
                  <a:pt x="557071" y="43503"/>
                  <a:pt x="561446" y="50273"/>
                  <a:pt x="564106" y="59370"/>
                </a:cubicBezTo>
                <a:close/>
                <a:moveTo>
                  <a:pt x="597869" y="60487"/>
                </a:moveTo>
                <a:lnTo>
                  <a:pt x="577520" y="56816"/>
                </a:lnTo>
                <a:cubicBezTo>
                  <a:pt x="579808" y="48516"/>
                  <a:pt x="583744" y="42371"/>
                  <a:pt x="589330" y="38383"/>
                </a:cubicBezTo>
                <a:cubicBezTo>
                  <a:pt x="594916" y="34393"/>
                  <a:pt x="603215" y="32398"/>
                  <a:pt x="614227" y="32398"/>
                </a:cubicBezTo>
                <a:cubicBezTo>
                  <a:pt x="624229" y="32398"/>
                  <a:pt x="631676" y="33582"/>
                  <a:pt x="636571" y="35949"/>
                </a:cubicBezTo>
                <a:cubicBezTo>
                  <a:pt x="641465" y="38316"/>
                  <a:pt x="644910" y="41322"/>
                  <a:pt x="646905" y="44966"/>
                </a:cubicBezTo>
                <a:cubicBezTo>
                  <a:pt x="648900" y="48610"/>
                  <a:pt x="649897" y="55300"/>
                  <a:pt x="649897" y="65036"/>
                </a:cubicBezTo>
                <a:lnTo>
                  <a:pt x="649658" y="91209"/>
                </a:lnTo>
                <a:cubicBezTo>
                  <a:pt x="649658" y="98657"/>
                  <a:pt x="650017" y="104150"/>
                  <a:pt x="650735" y="107688"/>
                </a:cubicBezTo>
                <a:cubicBezTo>
                  <a:pt x="651453" y="111225"/>
                  <a:pt x="652796" y="115016"/>
                  <a:pt x="654765" y="119059"/>
                </a:cubicBezTo>
                <a:lnTo>
                  <a:pt x="632581" y="119059"/>
                </a:lnTo>
                <a:cubicBezTo>
                  <a:pt x="631996" y="117569"/>
                  <a:pt x="631277" y="115362"/>
                  <a:pt x="630426" y="112436"/>
                </a:cubicBezTo>
                <a:cubicBezTo>
                  <a:pt x="630054" y="111106"/>
                  <a:pt x="629788" y="110228"/>
                  <a:pt x="629628" y="109802"/>
                </a:cubicBezTo>
                <a:cubicBezTo>
                  <a:pt x="625798" y="113526"/>
                  <a:pt x="621702" y="116319"/>
                  <a:pt x="617339" y="118181"/>
                </a:cubicBezTo>
                <a:cubicBezTo>
                  <a:pt x="612977" y="120043"/>
                  <a:pt x="608322" y="120974"/>
                  <a:pt x="603375" y="120974"/>
                </a:cubicBezTo>
                <a:cubicBezTo>
                  <a:pt x="594650" y="120974"/>
                  <a:pt x="587774" y="118617"/>
                  <a:pt x="582747" y="113902"/>
                </a:cubicBezTo>
                <a:cubicBezTo>
                  <a:pt x="577719" y="109187"/>
                  <a:pt x="575206" y="103227"/>
                  <a:pt x="575206" y="96022"/>
                </a:cubicBezTo>
                <a:cubicBezTo>
                  <a:pt x="575206" y="91254"/>
                  <a:pt x="576350" y="87003"/>
                  <a:pt x="578637" y="83269"/>
                </a:cubicBezTo>
                <a:cubicBezTo>
                  <a:pt x="580925" y="79534"/>
                  <a:pt x="584130" y="76673"/>
                  <a:pt x="588253" y="74686"/>
                </a:cubicBezTo>
                <a:cubicBezTo>
                  <a:pt x="592376" y="72700"/>
                  <a:pt x="598321" y="70965"/>
                  <a:pt x="606088" y="69482"/>
                </a:cubicBezTo>
                <a:cubicBezTo>
                  <a:pt x="616568" y="67522"/>
                  <a:pt x="623830" y="65694"/>
                  <a:pt x="627873" y="63998"/>
                </a:cubicBezTo>
                <a:lnTo>
                  <a:pt x="627873" y="61739"/>
                </a:lnTo>
                <a:cubicBezTo>
                  <a:pt x="627873" y="57382"/>
                  <a:pt x="626809" y="54275"/>
                  <a:pt x="624681" y="52420"/>
                </a:cubicBezTo>
                <a:cubicBezTo>
                  <a:pt x="622553" y="50563"/>
                  <a:pt x="618536" y="49635"/>
                  <a:pt x="612631" y="49635"/>
                </a:cubicBezTo>
                <a:cubicBezTo>
                  <a:pt x="608641" y="49635"/>
                  <a:pt x="605529" y="50437"/>
                  <a:pt x="603295" y="52043"/>
                </a:cubicBezTo>
                <a:cubicBezTo>
                  <a:pt x="601060" y="53648"/>
                  <a:pt x="599252" y="56462"/>
                  <a:pt x="597869" y="60487"/>
                </a:cubicBezTo>
                <a:moveTo>
                  <a:pt x="627873" y="78681"/>
                </a:moveTo>
                <a:cubicBezTo>
                  <a:pt x="625000" y="79627"/>
                  <a:pt x="620451" y="80758"/>
                  <a:pt x="614227" y="82073"/>
                </a:cubicBezTo>
                <a:cubicBezTo>
                  <a:pt x="608003" y="83386"/>
                  <a:pt x="603933" y="84673"/>
                  <a:pt x="602018" y="85935"/>
                </a:cubicBezTo>
                <a:cubicBezTo>
                  <a:pt x="599092" y="87985"/>
                  <a:pt x="597629" y="90587"/>
                  <a:pt x="597629" y="93741"/>
                </a:cubicBezTo>
                <a:cubicBezTo>
                  <a:pt x="597629" y="96843"/>
                  <a:pt x="598800" y="99524"/>
                  <a:pt x="601140" y="101785"/>
                </a:cubicBezTo>
                <a:cubicBezTo>
                  <a:pt x="603481" y="104044"/>
                  <a:pt x="606460" y="105174"/>
                  <a:pt x="610078" y="105174"/>
                </a:cubicBezTo>
                <a:cubicBezTo>
                  <a:pt x="614121" y="105174"/>
                  <a:pt x="617978" y="103860"/>
                  <a:pt x="621648" y="101232"/>
                </a:cubicBezTo>
                <a:cubicBezTo>
                  <a:pt x="624362" y="99235"/>
                  <a:pt x="626144" y="96790"/>
                  <a:pt x="626995" y="93898"/>
                </a:cubicBezTo>
                <a:cubicBezTo>
                  <a:pt x="627580" y="92006"/>
                  <a:pt x="627873" y="88406"/>
                  <a:pt x="627873" y="83097"/>
                </a:cubicBezTo>
                <a:lnTo>
                  <a:pt x="627873" y="78681"/>
                </a:lnTo>
                <a:close/>
                <a:moveTo>
                  <a:pt x="710871" y="34313"/>
                </a:moveTo>
                <a:lnTo>
                  <a:pt x="710871" y="52188"/>
                </a:lnTo>
                <a:lnTo>
                  <a:pt x="695549" y="52188"/>
                </a:lnTo>
                <a:lnTo>
                  <a:pt x="695549" y="86287"/>
                </a:lnTo>
                <a:cubicBezTo>
                  <a:pt x="695549" y="93193"/>
                  <a:pt x="695696" y="97217"/>
                  <a:pt x="695988" y="98359"/>
                </a:cubicBezTo>
                <a:cubicBezTo>
                  <a:pt x="696281" y="99499"/>
                  <a:pt x="696946" y="100442"/>
                  <a:pt x="697983" y="101187"/>
                </a:cubicBezTo>
                <a:cubicBezTo>
                  <a:pt x="699021" y="101930"/>
                  <a:pt x="700284" y="102301"/>
                  <a:pt x="701774" y="102301"/>
                </a:cubicBezTo>
                <a:cubicBezTo>
                  <a:pt x="703848" y="102301"/>
                  <a:pt x="706854" y="101583"/>
                  <a:pt x="710791" y="100147"/>
                </a:cubicBezTo>
                <a:lnTo>
                  <a:pt x="712706" y="117608"/>
                </a:lnTo>
                <a:cubicBezTo>
                  <a:pt x="707492" y="119852"/>
                  <a:pt x="701587" y="120974"/>
                  <a:pt x="694991" y="120974"/>
                </a:cubicBezTo>
                <a:cubicBezTo>
                  <a:pt x="690948" y="120974"/>
                  <a:pt x="687304" y="120296"/>
                  <a:pt x="684058" y="118939"/>
                </a:cubicBezTo>
                <a:cubicBezTo>
                  <a:pt x="680813" y="117583"/>
                  <a:pt x="678433" y="115827"/>
                  <a:pt x="676916" y="113673"/>
                </a:cubicBezTo>
                <a:cubicBezTo>
                  <a:pt x="675400" y="111518"/>
                  <a:pt x="674350" y="108605"/>
                  <a:pt x="673764" y="104935"/>
                </a:cubicBezTo>
                <a:cubicBezTo>
                  <a:pt x="673286" y="102328"/>
                  <a:pt x="673046" y="97061"/>
                  <a:pt x="673046" y="89135"/>
                </a:cubicBezTo>
                <a:lnTo>
                  <a:pt x="673046" y="52188"/>
                </a:lnTo>
                <a:lnTo>
                  <a:pt x="662752" y="52188"/>
                </a:lnTo>
                <a:lnTo>
                  <a:pt x="662752" y="34313"/>
                </a:lnTo>
                <a:lnTo>
                  <a:pt x="673046" y="34313"/>
                </a:lnTo>
                <a:lnTo>
                  <a:pt x="673046" y="17396"/>
                </a:lnTo>
                <a:lnTo>
                  <a:pt x="695549" y="4150"/>
                </a:lnTo>
                <a:lnTo>
                  <a:pt x="695549" y="34313"/>
                </a:lnTo>
                <a:lnTo>
                  <a:pt x="710871" y="34313"/>
                </a:lnTo>
                <a:close/>
                <a:moveTo>
                  <a:pt x="726447" y="22822"/>
                </a:moveTo>
                <a:lnTo>
                  <a:pt x="726447" y="2075"/>
                </a:lnTo>
                <a:lnTo>
                  <a:pt x="748870" y="2075"/>
                </a:lnTo>
                <a:lnTo>
                  <a:pt x="748870" y="22822"/>
                </a:lnTo>
                <a:lnTo>
                  <a:pt x="726447" y="22822"/>
                </a:lnTo>
                <a:moveTo>
                  <a:pt x="726447" y="119059"/>
                </a:moveTo>
                <a:lnTo>
                  <a:pt x="726447" y="34313"/>
                </a:lnTo>
                <a:lnTo>
                  <a:pt x="748870" y="34313"/>
                </a:lnTo>
                <a:lnTo>
                  <a:pt x="748870" y="119059"/>
                </a:lnTo>
                <a:lnTo>
                  <a:pt x="726447" y="119059"/>
                </a:lnTo>
                <a:close/>
                <a:moveTo>
                  <a:pt x="766660" y="75489"/>
                </a:moveTo>
                <a:cubicBezTo>
                  <a:pt x="766660" y="68041"/>
                  <a:pt x="768495" y="60833"/>
                  <a:pt x="772166" y="53864"/>
                </a:cubicBezTo>
                <a:cubicBezTo>
                  <a:pt x="775836" y="46895"/>
                  <a:pt x="781037" y="41575"/>
                  <a:pt x="787766" y="37904"/>
                </a:cubicBezTo>
                <a:cubicBezTo>
                  <a:pt x="794496" y="34233"/>
                  <a:pt x="802010" y="32398"/>
                  <a:pt x="810309" y="32398"/>
                </a:cubicBezTo>
                <a:cubicBezTo>
                  <a:pt x="823130" y="32398"/>
                  <a:pt x="833637" y="36561"/>
                  <a:pt x="841830" y="44887"/>
                </a:cubicBezTo>
                <a:cubicBezTo>
                  <a:pt x="850022" y="53212"/>
                  <a:pt x="854118" y="63732"/>
                  <a:pt x="854118" y="76447"/>
                </a:cubicBezTo>
                <a:cubicBezTo>
                  <a:pt x="854118" y="89268"/>
                  <a:pt x="849982" y="99894"/>
                  <a:pt x="841710" y="108326"/>
                </a:cubicBezTo>
                <a:cubicBezTo>
                  <a:pt x="833437" y="116758"/>
                  <a:pt x="823024" y="120974"/>
                  <a:pt x="810469" y="120974"/>
                </a:cubicBezTo>
                <a:cubicBezTo>
                  <a:pt x="802702" y="120974"/>
                  <a:pt x="795294" y="119219"/>
                  <a:pt x="788245" y="115707"/>
                </a:cubicBezTo>
                <a:cubicBezTo>
                  <a:pt x="781196" y="112196"/>
                  <a:pt x="775836" y="107049"/>
                  <a:pt x="772166" y="100267"/>
                </a:cubicBezTo>
                <a:cubicBezTo>
                  <a:pt x="768495" y="93484"/>
                  <a:pt x="766660" y="85225"/>
                  <a:pt x="766660" y="75489"/>
                </a:cubicBezTo>
                <a:moveTo>
                  <a:pt x="789641" y="76686"/>
                </a:moveTo>
                <a:cubicBezTo>
                  <a:pt x="789641" y="85065"/>
                  <a:pt x="791636" y="91482"/>
                  <a:pt x="795626" y="95937"/>
                </a:cubicBezTo>
                <a:cubicBezTo>
                  <a:pt x="799616" y="100393"/>
                  <a:pt x="804537" y="102621"/>
                  <a:pt x="810389" y="102621"/>
                </a:cubicBezTo>
                <a:cubicBezTo>
                  <a:pt x="816241" y="102621"/>
                  <a:pt x="821148" y="100393"/>
                  <a:pt x="825112" y="95937"/>
                </a:cubicBezTo>
                <a:cubicBezTo>
                  <a:pt x="829075" y="91482"/>
                  <a:pt x="831057" y="85012"/>
                  <a:pt x="831057" y="76527"/>
                </a:cubicBezTo>
                <a:cubicBezTo>
                  <a:pt x="831057" y="68254"/>
                  <a:pt x="829075" y="61890"/>
                  <a:pt x="825112" y="57435"/>
                </a:cubicBezTo>
                <a:cubicBezTo>
                  <a:pt x="821148" y="52979"/>
                  <a:pt x="816241" y="50752"/>
                  <a:pt x="810389" y="50752"/>
                </a:cubicBezTo>
                <a:cubicBezTo>
                  <a:pt x="804537" y="50752"/>
                  <a:pt x="799616" y="52979"/>
                  <a:pt x="795626" y="57435"/>
                </a:cubicBezTo>
                <a:cubicBezTo>
                  <a:pt x="791636" y="61890"/>
                  <a:pt x="789641" y="68307"/>
                  <a:pt x="789641" y="76686"/>
                </a:cubicBezTo>
                <a:close/>
                <a:moveTo>
                  <a:pt x="948753" y="119059"/>
                </a:moveTo>
                <a:lnTo>
                  <a:pt x="926329" y="119059"/>
                </a:lnTo>
                <a:lnTo>
                  <a:pt x="926329" y="75858"/>
                </a:lnTo>
                <a:cubicBezTo>
                  <a:pt x="926329" y="66718"/>
                  <a:pt x="925851" y="60806"/>
                  <a:pt x="924893" y="58123"/>
                </a:cubicBezTo>
                <a:cubicBezTo>
                  <a:pt x="923935" y="55440"/>
                  <a:pt x="922379" y="53354"/>
                  <a:pt x="920225" y="51866"/>
                </a:cubicBezTo>
                <a:cubicBezTo>
                  <a:pt x="918070" y="50378"/>
                  <a:pt x="915477" y="49635"/>
                  <a:pt x="912444" y="49635"/>
                </a:cubicBezTo>
                <a:cubicBezTo>
                  <a:pt x="908561" y="49635"/>
                  <a:pt x="905076" y="50698"/>
                  <a:pt x="901991" y="52824"/>
                </a:cubicBezTo>
                <a:cubicBezTo>
                  <a:pt x="898905" y="54949"/>
                  <a:pt x="896791" y="57765"/>
                  <a:pt x="895647" y="61273"/>
                </a:cubicBezTo>
                <a:cubicBezTo>
                  <a:pt x="894503" y="64779"/>
                  <a:pt x="893931" y="71262"/>
                  <a:pt x="893931" y="80721"/>
                </a:cubicBezTo>
                <a:lnTo>
                  <a:pt x="893931" y="119059"/>
                </a:lnTo>
                <a:lnTo>
                  <a:pt x="871508" y="119059"/>
                </a:lnTo>
                <a:lnTo>
                  <a:pt x="871508" y="34313"/>
                </a:lnTo>
                <a:lnTo>
                  <a:pt x="892335" y="34313"/>
                </a:lnTo>
                <a:lnTo>
                  <a:pt x="892335" y="46762"/>
                </a:lnTo>
                <a:cubicBezTo>
                  <a:pt x="899730" y="37186"/>
                  <a:pt x="909040" y="32398"/>
                  <a:pt x="920265" y="32398"/>
                </a:cubicBezTo>
                <a:cubicBezTo>
                  <a:pt x="925212" y="32398"/>
                  <a:pt x="929734" y="33289"/>
                  <a:pt x="933830" y="35071"/>
                </a:cubicBezTo>
                <a:cubicBezTo>
                  <a:pt x="937927" y="36853"/>
                  <a:pt x="941026" y="39128"/>
                  <a:pt x="943127" y="41894"/>
                </a:cubicBezTo>
                <a:cubicBezTo>
                  <a:pt x="945228" y="44660"/>
                  <a:pt x="946691" y="47799"/>
                  <a:pt x="947516" y="51310"/>
                </a:cubicBezTo>
                <a:cubicBezTo>
                  <a:pt x="948340" y="54821"/>
                  <a:pt x="948753" y="59849"/>
                  <a:pt x="948753" y="66392"/>
                </a:cubicBezTo>
                <a:lnTo>
                  <a:pt x="948753" y="119059"/>
                </a:lnTo>
                <a:close/>
                <a:moveTo>
                  <a:pt x="963589" y="94960"/>
                </a:moveTo>
                <a:lnTo>
                  <a:pt x="986092" y="91449"/>
                </a:lnTo>
                <a:cubicBezTo>
                  <a:pt x="987050" y="95785"/>
                  <a:pt x="988991" y="99076"/>
                  <a:pt x="991917" y="101324"/>
                </a:cubicBezTo>
                <a:cubicBezTo>
                  <a:pt x="994843" y="103571"/>
                  <a:pt x="998939" y="104695"/>
                  <a:pt x="1004206" y="104695"/>
                </a:cubicBezTo>
                <a:cubicBezTo>
                  <a:pt x="1010005" y="104695"/>
                  <a:pt x="1014367" y="103633"/>
                  <a:pt x="1017293" y="101508"/>
                </a:cubicBezTo>
                <a:cubicBezTo>
                  <a:pt x="1019261" y="100020"/>
                  <a:pt x="1020246" y="98028"/>
                  <a:pt x="1020246" y="95531"/>
                </a:cubicBezTo>
                <a:cubicBezTo>
                  <a:pt x="1020246" y="93830"/>
                  <a:pt x="1019714" y="92422"/>
                  <a:pt x="1018650" y="91307"/>
                </a:cubicBezTo>
                <a:cubicBezTo>
                  <a:pt x="1017532" y="90244"/>
                  <a:pt x="1015032" y="89262"/>
                  <a:pt x="1011149" y="88359"/>
                </a:cubicBezTo>
                <a:cubicBezTo>
                  <a:pt x="993061" y="84376"/>
                  <a:pt x="981597" y="80737"/>
                  <a:pt x="976756" y="77442"/>
                </a:cubicBezTo>
                <a:cubicBezTo>
                  <a:pt x="970052" y="72870"/>
                  <a:pt x="966701" y="66518"/>
                  <a:pt x="966701" y="58387"/>
                </a:cubicBezTo>
                <a:cubicBezTo>
                  <a:pt x="966701" y="51053"/>
                  <a:pt x="969600" y="44887"/>
                  <a:pt x="975399" y="39892"/>
                </a:cubicBezTo>
                <a:cubicBezTo>
                  <a:pt x="981198" y="34896"/>
                  <a:pt x="990188" y="32398"/>
                  <a:pt x="1002371" y="32398"/>
                </a:cubicBezTo>
                <a:cubicBezTo>
                  <a:pt x="1013968" y="32398"/>
                  <a:pt x="1022586" y="34280"/>
                  <a:pt x="1028225" y="38044"/>
                </a:cubicBezTo>
                <a:cubicBezTo>
                  <a:pt x="1033864" y="41808"/>
                  <a:pt x="1037748" y="47374"/>
                  <a:pt x="1039876" y="54742"/>
                </a:cubicBezTo>
                <a:lnTo>
                  <a:pt x="1018729" y="58732"/>
                </a:lnTo>
                <a:cubicBezTo>
                  <a:pt x="1017825" y="55433"/>
                  <a:pt x="1016109" y="52906"/>
                  <a:pt x="1013582" y="51151"/>
                </a:cubicBezTo>
                <a:cubicBezTo>
                  <a:pt x="1011055" y="49395"/>
                  <a:pt x="1007451" y="48517"/>
                  <a:pt x="1002770" y="48517"/>
                </a:cubicBezTo>
                <a:cubicBezTo>
                  <a:pt x="996865" y="48517"/>
                  <a:pt x="992635" y="49341"/>
                  <a:pt x="990082" y="50989"/>
                </a:cubicBezTo>
                <a:cubicBezTo>
                  <a:pt x="988379" y="52156"/>
                  <a:pt x="987528" y="53669"/>
                  <a:pt x="987528" y="55530"/>
                </a:cubicBezTo>
                <a:cubicBezTo>
                  <a:pt x="987528" y="57122"/>
                  <a:pt x="988273" y="58476"/>
                  <a:pt x="989763" y="59592"/>
                </a:cubicBezTo>
                <a:cubicBezTo>
                  <a:pt x="991784" y="61080"/>
                  <a:pt x="998767" y="63179"/>
                  <a:pt x="1010710" y="65888"/>
                </a:cubicBezTo>
                <a:cubicBezTo>
                  <a:pt x="1022653" y="68598"/>
                  <a:pt x="1030992" y="71922"/>
                  <a:pt x="1035726" y="75861"/>
                </a:cubicBezTo>
                <a:cubicBezTo>
                  <a:pt x="1040408" y="79854"/>
                  <a:pt x="1042749" y="85417"/>
                  <a:pt x="1042749" y="92549"/>
                </a:cubicBezTo>
                <a:cubicBezTo>
                  <a:pt x="1042749" y="100321"/>
                  <a:pt x="1039504" y="107001"/>
                  <a:pt x="1033013" y="112590"/>
                </a:cubicBezTo>
                <a:cubicBezTo>
                  <a:pt x="1026523" y="118180"/>
                  <a:pt x="1016921" y="120974"/>
                  <a:pt x="1004206" y="120974"/>
                </a:cubicBezTo>
                <a:cubicBezTo>
                  <a:pt x="992662" y="120974"/>
                  <a:pt x="983525" y="118641"/>
                  <a:pt x="976795" y="113974"/>
                </a:cubicBezTo>
                <a:cubicBezTo>
                  <a:pt x="970066" y="109306"/>
                  <a:pt x="965664" y="102968"/>
                  <a:pt x="963589" y="94960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�">
            <a:extLst xmlns:a="http://schemas.openxmlformats.org/drawingml/2006/main">
              <a:ext uri="{FF2B5EF4-FFF2-40B4-BE49-F238E27FC236}">
                <a16:creationId xmlns:a16="http://schemas.microsoft.com/office/drawing/2014/main" id="{25B1422E-30CB-4956-A38C-74D8BED4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484" y="2266035"/>
            <a:ext cx="190128" cy="190128"/>
          </a:xfrm>
          <a:custGeom xmlns:a="http://schemas.openxmlformats.org/drawingml/2006/main">
            <a:pathLst>
              <a:path w="190128" h="190128">
                <a:moveTo>
                  <a:pt x="65357" y="8912"/>
                </a:moveTo>
                <a:cubicBezTo>
                  <a:pt x="65357" y="4085"/>
                  <a:pt x="61272" y="0"/>
                  <a:pt x="56444" y="0"/>
                </a:cubicBezTo>
                <a:cubicBezTo>
                  <a:pt x="51617" y="0"/>
                  <a:pt x="47532" y="4085"/>
                  <a:pt x="47532" y="8912"/>
                </a:cubicBezTo>
                <a:lnTo>
                  <a:pt x="47532" y="23766"/>
                </a:lnTo>
                <a:cubicBezTo>
                  <a:pt x="34535" y="23766"/>
                  <a:pt x="23766" y="34535"/>
                  <a:pt x="23766" y="47532"/>
                </a:cubicBezTo>
                <a:lnTo>
                  <a:pt x="8912" y="47532"/>
                </a:lnTo>
                <a:cubicBezTo>
                  <a:pt x="4085" y="47532"/>
                  <a:pt x="0" y="51617"/>
                  <a:pt x="0" y="56444"/>
                </a:cubicBezTo>
                <a:cubicBezTo>
                  <a:pt x="0" y="61272"/>
                  <a:pt x="4085" y="65357"/>
                  <a:pt x="8912" y="65357"/>
                </a:cubicBezTo>
                <a:lnTo>
                  <a:pt x="23766" y="65357"/>
                </a:lnTo>
                <a:lnTo>
                  <a:pt x="23766" y="86152"/>
                </a:lnTo>
                <a:lnTo>
                  <a:pt x="8912" y="86152"/>
                </a:lnTo>
                <a:cubicBezTo>
                  <a:pt x="4085" y="86152"/>
                  <a:pt x="0" y="90237"/>
                  <a:pt x="0" y="95064"/>
                </a:cubicBezTo>
                <a:cubicBezTo>
                  <a:pt x="0" y="99892"/>
                  <a:pt x="4085" y="103976"/>
                  <a:pt x="8912" y="103976"/>
                </a:cubicBezTo>
                <a:lnTo>
                  <a:pt x="23766" y="103976"/>
                </a:lnTo>
                <a:lnTo>
                  <a:pt x="23766" y="124772"/>
                </a:lnTo>
                <a:lnTo>
                  <a:pt x="8912" y="124772"/>
                </a:lnTo>
                <a:cubicBezTo>
                  <a:pt x="4085" y="124772"/>
                  <a:pt x="0" y="128857"/>
                  <a:pt x="0" y="133684"/>
                </a:cubicBezTo>
                <a:cubicBezTo>
                  <a:pt x="0" y="138512"/>
                  <a:pt x="4085" y="142596"/>
                  <a:pt x="8912" y="142596"/>
                </a:cubicBezTo>
                <a:lnTo>
                  <a:pt x="23766" y="142596"/>
                </a:lnTo>
                <a:cubicBezTo>
                  <a:pt x="23766" y="155593"/>
                  <a:pt x="34535" y="166362"/>
                  <a:pt x="47532" y="166362"/>
                </a:cubicBezTo>
                <a:lnTo>
                  <a:pt x="47532" y="181216"/>
                </a:lnTo>
                <a:cubicBezTo>
                  <a:pt x="47532" y="186044"/>
                  <a:pt x="51617" y="190128"/>
                  <a:pt x="56444" y="190128"/>
                </a:cubicBezTo>
                <a:cubicBezTo>
                  <a:pt x="61272" y="190128"/>
                  <a:pt x="65357" y="186044"/>
                  <a:pt x="65357" y="181216"/>
                </a:cubicBezTo>
                <a:lnTo>
                  <a:pt x="65357" y="166362"/>
                </a:lnTo>
                <a:lnTo>
                  <a:pt x="86152" y="166362"/>
                </a:lnTo>
                <a:lnTo>
                  <a:pt x="86152" y="181216"/>
                </a:lnTo>
                <a:cubicBezTo>
                  <a:pt x="86152" y="186044"/>
                  <a:pt x="90237" y="190128"/>
                  <a:pt x="95064" y="190128"/>
                </a:cubicBezTo>
                <a:cubicBezTo>
                  <a:pt x="99892" y="190128"/>
                  <a:pt x="103976" y="186044"/>
                  <a:pt x="103976" y="181216"/>
                </a:cubicBezTo>
                <a:lnTo>
                  <a:pt x="103976" y="166362"/>
                </a:lnTo>
                <a:lnTo>
                  <a:pt x="124772" y="166362"/>
                </a:lnTo>
                <a:lnTo>
                  <a:pt x="124772" y="181216"/>
                </a:lnTo>
                <a:cubicBezTo>
                  <a:pt x="124772" y="186044"/>
                  <a:pt x="128857" y="190128"/>
                  <a:pt x="133684" y="190128"/>
                </a:cubicBezTo>
                <a:cubicBezTo>
                  <a:pt x="138511" y="190128"/>
                  <a:pt x="142596" y="186044"/>
                  <a:pt x="142596" y="181216"/>
                </a:cubicBezTo>
                <a:lnTo>
                  <a:pt x="142596" y="166362"/>
                </a:lnTo>
                <a:cubicBezTo>
                  <a:pt x="155593" y="166362"/>
                  <a:pt x="166362" y="155593"/>
                  <a:pt x="166362" y="142596"/>
                </a:cubicBezTo>
                <a:lnTo>
                  <a:pt x="181216" y="142596"/>
                </a:lnTo>
                <a:cubicBezTo>
                  <a:pt x="186044" y="142596"/>
                  <a:pt x="190128" y="138512"/>
                  <a:pt x="190128" y="133684"/>
                </a:cubicBezTo>
                <a:cubicBezTo>
                  <a:pt x="190128" y="128857"/>
                  <a:pt x="186044" y="124772"/>
                  <a:pt x="181216" y="124772"/>
                </a:cubicBezTo>
                <a:lnTo>
                  <a:pt x="166362" y="124772"/>
                </a:lnTo>
                <a:lnTo>
                  <a:pt x="166362" y="103976"/>
                </a:lnTo>
                <a:lnTo>
                  <a:pt x="181216" y="103976"/>
                </a:lnTo>
                <a:cubicBezTo>
                  <a:pt x="186044" y="103976"/>
                  <a:pt x="190128" y="99892"/>
                  <a:pt x="190128" y="95064"/>
                </a:cubicBezTo>
                <a:cubicBezTo>
                  <a:pt x="190128" y="90237"/>
                  <a:pt x="186044" y="86152"/>
                  <a:pt x="181216" y="86152"/>
                </a:cubicBezTo>
                <a:lnTo>
                  <a:pt x="166362" y="86152"/>
                </a:lnTo>
                <a:lnTo>
                  <a:pt x="166362" y="65357"/>
                </a:lnTo>
                <a:lnTo>
                  <a:pt x="181216" y="65357"/>
                </a:lnTo>
                <a:cubicBezTo>
                  <a:pt x="186044" y="65357"/>
                  <a:pt x="190128" y="61272"/>
                  <a:pt x="190128" y="56444"/>
                </a:cubicBezTo>
                <a:cubicBezTo>
                  <a:pt x="190128" y="51617"/>
                  <a:pt x="186044" y="47532"/>
                  <a:pt x="181216" y="47532"/>
                </a:cubicBezTo>
                <a:lnTo>
                  <a:pt x="166362" y="47532"/>
                </a:lnTo>
                <a:cubicBezTo>
                  <a:pt x="166362" y="34535"/>
                  <a:pt x="155593" y="23766"/>
                  <a:pt x="142596" y="23766"/>
                </a:cubicBezTo>
                <a:lnTo>
                  <a:pt x="142596" y="8912"/>
                </a:lnTo>
                <a:cubicBezTo>
                  <a:pt x="142596" y="4085"/>
                  <a:pt x="138511" y="0"/>
                  <a:pt x="133684" y="0"/>
                </a:cubicBezTo>
                <a:cubicBezTo>
                  <a:pt x="128857" y="0"/>
                  <a:pt x="124772" y="4085"/>
                  <a:pt x="124772" y="8912"/>
                </a:cubicBezTo>
                <a:lnTo>
                  <a:pt x="124772" y="23766"/>
                </a:lnTo>
                <a:lnTo>
                  <a:pt x="103976" y="23766"/>
                </a:lnTo>
                <a:lnTo>
                  <a:pt x="103976" y="8912"/>
                </a:lnTo>
                <a:cubicBezTo>
                  <a:pt x="103976" y="4085"/>
                  <a:pt x="99892" y="0"/>
                  <a:pt x="95064" y="0"/>
                </a:cubicBezTo>
                <a:cubicBezTo>
                  <a:pt x="90237" y="0"/>
                  <a:pt x="86152" y="4085"/>
                  <a:pt x="86152" y="8912"/>
                </a:cubicBezTo>
                <a:lnTo>
                  <a:pt x="86152" y="23766"/>
                </a:lnTo>
                <a:lnTo>
                  <a:pt x="65357" y="23766"/>
                </a:lnTo>
                <a:lnTo>
                  <a:pt x="65357" y="8912"/>
                </a:lnTo>
                <a:moveTo>
                  <a:pt x="59415" y="47532"/>
                </a:moveTo>
                <a:lnTo>
                  <a:pt x="130713" y="47532"/>
                </a:lnTo>
                <a:cubicBezTo>
                  <a:pt x="137397" y="47532"/>
                  <a:pt x="142596" y="52731"/>
                  <a:pt x="142596" y="59415"/>
                </a:cubicBezTo>
                <a:lnTo>
                  <a:pt x="142596" y="130713"/>
                </a:lnTo>
                <a:cubicBezTo>
                  <a:pt x="142596" y="137397"/>
                  <a:pt x="137397" y="142596"/>
                  <a:pt x="130713" y="142596"/>
                </a:cubicBezTo>
                <a:lnTo>
                  <a:pt x="59415" y="142596"/>
                </a:lnTo>
                <a:cubicBezTo>
                  <a:pt x="52731" y="142596"/>
                  <a:pt x="47532" y="137397"/>
                  <a:pt x="47532" y="130713"/>
                </a:cubicBezTo>
                <a:lnTo>
                  <a:pt x="47532" y="59415"/>
                </a:lnTo>
                <a:cubicBezTo>
                  <a:pt x="47532" y="52731"/>
                  <a:pt x="52731" y="47532"/>
                  <a:pt x="59415" y="47532"/>
                </a:cubicBezTo>
                <a:moveTo>
                  <a:pt x="65357" y="65357"/>
                </a:moveTo>
                <a:lnTo>
                  <a:pt x="65357" y="124772"/>
                </a:lnTo>
                <a:lnTo>
                  <a:pt x="124772" y="124772"/>
                </a:lnTo>
                <a:lnTo>
                  <a:pt x="124772" y="65357"/>
                </a:lnTo>
                <a:lnTo>
                  <a:pt x="65357" y="65357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⚖">
            <a:extLst xmlns:a="http://schemas.openxmlformats.org/drawingml/2006/main">
              <a:ext uri="{FF2B5EF4-FFF2-40B4-BE49-F238E27FC236}">
                <a16:creationId xmlns:a16="http://schemas.microsoft.com/office/drawing/2014/main" id="{4288D703-6EAA-43E6-AAD3-FFEF5311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889" y="2662752"/>
            <a:ext cx="191306" cy="152331"/>
          </a:xfrm>
          <a:custGeom xmlns:a="http://schemas.openxmlformats.org/drawingml/2006/main">
            <a:pathLst>
              <a:path w="191306" h="152331">
                <a:moveTo>
                  <a:pt x="114843" y="9521"/>
                </a:moveTo>
                <a:lnTo>
                  <a:pt x="152926" y="9521"/>
                </a:lnTo>
                <a:cubicBezTo>
                  <a:pt x="158281" y="9521"/>
                  <a:pt x="162446" y="13686"/>
                  <a:pt x="162446" y="19041"/>
                </a:cubicBezTo>
                <a:cubicBezTo>
                  <a:pt x="162446" y="24397"/>
                  <a:pt x="158281" y="28562"/>
                  <a:pt x="152926" y="28562"/>
                </a:cubicBezTo>
                <a:lnTo>
                  <a:pt x="119008" y="28562"/>
                </a:lnTo>
                <a:cubicBezTo>
                  <a:pt x="117521" y="36298"/>
                  <a:pt x="112463" y="42545"/>
                  <a:pt x="105322" y="45521"/>
                </a:cubicBezTo>
                <a:lnTo>
                  <a:pt x="105322" y="133289"/>
                </a:lnTo>
                <a:lnTo>
                  <a:pt x="152926" y="133289"/>
                </a:lnTo>
                <a:cubicBezTo>
                  <a:pt x="158281" y="133289"/>
                  <a:pt x="162446" y="137455"/>
                  <a:pt x="162446" y="142810"/>
                </a:cubicBezTo>
                <a:cubicBezTo>
                  <a:pt x="162446" y="148165"/>
                  <a:pt x="158281" y="152331"/>
                  <a:pt x="152926" y="152331"/>
                </a:cubicBezTo>
                <a:lnTo>
                  <a:pt x="38678" y="152331"/>
                </a:lnTo>
                <a:cubicBezTo>
                  <a:pt x="33322" y="152331"/>
                  <a:pt x="29157" y="148165"/>
                  <a:pt x="29157" y="142810"/>
                </a:cubicBezTo>
                <a:cubicBezTo>
                  <a:pt x="29157" y="137455"/>
                  <a:pt x="33322" y="133289"/>
                  <a:pt x="38678" y="133289"/>
                </a:cubicBezTo>
                <a:lnTo>
                  <a:pt x="86281" y="133289"/>
                </a:lnTo>
                <a:lnTo>
                  <a:pt x="86281" y="45521"/>
                </a:lnTo>
                <a:cubicBezTo>
                  <a:pt x="79438" y="42545"/>
                  <a:pt x="74083" y="36298"/>
                  <a:pt x="72595" y="28562"/>
                </a:cubicBezTo>
                <a:lnTo>
                  <a:pt x="38678" y="28562"/>
                </a:lnTo>
                <a:cubicBezTo>
                  <a:pt x="33322" y="28562"/>
                  <a:pt x="29157" y="24397"/>
                  <a:pt x="29157" y="19041"/>
                </a:cubicBezTo>
                <a:cubicBezTo>
                  <a:pt x="29157" y="13686"/>
                  <a:pt x="33322" y="9521"/>
                  <a:pt x="38678" y="9521"/>
                </a:cubicBezTo>
                <a:lnTo>
                  <a:pt x="76760" y="9521"/>
                </a:lnTo>
                <a:cubicBezTo>
                  <a:pt x="81223" y="3868"/>
                  <a:pt x="88066" y="0"/>
                  <a:pt x="95802" y="0"/>
                </a:cubicBezTo>
                <a:cubicBezTo>
                  <a:pt x="103537" y="0"/>
                  <a:pt x="110380" y="3868"/>
                  <a:pt x="114843" y="9521"/>
                </a:cubicBezTo>
                <a:moveTo>
                  <a:pt x="131504" y="95207"/>
                </a:moveTo>
                <a:lnTo>
                  <a:pt x="174347" y="95207"/>
                </a:lnTo>
                <a:lnTo>
                  <a:pt x="152926" y="58314"/>
                </a:lnTo>
                <a:lnTo>
                  <a:pt x="131504" y="95207"/>
                </a:lnTo>
                <a:moveTo>
                  <a:pt x="152926" y="123769"/>
                </a:moveTo>
                <a:cubicBezTo>
                  <a:pt x="134182" y="123769"/>
                  <a:pt x="118711" y="113653"/>
                  <a:pt x="115438" y="100265"/>
                </a:cubicBezTo>
                <a:cubicBezTo>
                  <a:pt x="114546" y="96992"/>
                  <a:pt x="115736" y="93719"/>
                  <a:pt x="117521" y="90744"/>
                </a:cubicBezTo>
                <a:lnTo>
                  <a:pt x="145785" y="42248"/>
                </a:lnTo>
                <a:cubicBezTo>
                  <a:pt x="147273" y="39570"/>
                  <a:pt x="149950" y="38083"/>
                  <a:pt x="152926" y="38083"/>
                </a:cubicBezTo>
                <a:cubicBezTo>
                  <a:pt x="155901" y="38083"/>
                  <a:pt x="158579" y="39570"/>
                  <a:pt x="160066" y="42248"/>
                </a:cubicBezTo>
                <a:lnTo>
                  <a:pt x="188331" y="90744"/>
                </a:lnTo>
                <a:cubicBezTo>
                  <a:pt x="190116" y="93719"/>
                  <a:pt x="191306" y="96992"/>
                  <a:pt x="190413" y="100265"/>
                </a:cubicBezTo>
                <a:cubicBezTo>
                  <a:pt x="187141" y="113653"/>
                  <a:pt x="171670" y="123769"/>
                  <a:pt x="152926" y="123769"/>
                </a:cubicBezTo>
                <a:moveTo>
                  <a:pt x="38380" y="58314"/>
                </a:moveTo>
                <a:lnTo>
                  <a:pt x="16661" y="95207"/>
                </a:lnTo>
                <a:lnTo>
                  <a:pt x="59802" y="95207"/>
                </a:lnTo>
                <a:lnTo>
                  <a:pt x="38380" y="58314"/>
                </a:lnTo>
                <a:moveTo>
                  <a:pt x="893" y="100265"/>
                </a:moveTo>
                <a:cubicBezTo>
                  <a:pt x="0" y="96992"/>
                  <a:pt x="1190" y="93719"/>
                  <a:pt x="2975" y="90744"/>
                </a:cubicBezTo>
                <a:lnTo>
                  <a:pt x="31240" y="42248"/>
                </a:lnTo>
                <a:cubicBezTo>
                  <a:pt x="32727" y="39570"/>
                  <a:pt x="35405" y="38083"/>
                  <a:pt x="38380" y="38083"/>
                </a:cubicBezTo>
                <a:cubicBezTo>
                  <a:pt x="41355" y="38083"/>
                  <a:pt x="44033" y="39570"/>
                  <a:pt x="45521" y="42248"/>
                </a:cubicBezTo>
                <a:lnTo>
                  <a:pt x="73785" y="90744"/>
                </a:lnTo>
                <a:cubicBezTo>
                  <a:pt x="75570" y="93719"/>
                  <a:pt x="76760" y="96992"/>
                  <a:pt x="75868" y="100265"/>
                </a:cubicBezTo>
                <a:cubicBezTo>
                  <a:pt x="72595" y="113653"/>
                  <a:pt x="57124" y="123769"/>
                  <a:pt x="38380" y="123769"/>
                </a:cubicBezTo>
                <a:cubicBezTo>
                  <a:pt x="19636" y="123769"/>
                  <a:pt x="4165" y="113653"/>
                  <a:pt x="893" y="100265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�">
            <a:extLst xmlns:a="http://schemas.openxmlformats.org/drawingml/2006/main">
              <a:ext uri="{FF2B5EF4-FFF2-40B4-BE49-F238E27FC236}">
                <a16:creationId xmlns:a16="http://schemas.microsoft.com/office/drawing/2014/main" id="{2045BD97-0AB4-440C-B1A5-97BE4225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484" y="2888321"/>
            <a:ext cx="190128" cy="190128"/>
          </a:xfrm>
          <a:custGeom xmlns:a="http://schemas.openxmlformats.org/drawingml/2006/main">
            <a:pathLst>
              <a:path w="190128" h="190128">
                <a:moveTo>
                  <a:pt x="95064" y="17825"/>
                </a:moveTo>
                <a:cubicBezTo>
                  <a:pt x="137769" y="17825"/>
                  <a:pt x="172304" y="52360"/>
                  <a:pt x="172304" y="95064"/>
                </a:cubicBezTo>
                <a:cubicBezTo>
                  <a:pt x="172304" y="103234"/>
                  <a:pt x="171190" y="111032"/>
                  <a:pt x="168590" y="118459"/>
                </a:cubicBezTo>
                <a:cubicBezTo>
                  <a:pt x="167848" y="118830"/>
                  <a:pt x="167105" y="118830"/>
                  <a:pt x="166362" y="118830"/>
                </a:cubicBezTo>
                <a:lnTo>
                  <a:pt x="165248" y="118830"/>
                </a:lnTo>
                <a:cubicBezTo>
                  <a:pt x="162278" y="118830"/>
                  <a:pt x="159307" y="117716"/>
                  <a:pt x="157079" y="115488"/>
                </a:cubicBezTo>
                <a:lnTo>
                  <a:pt x="145938" y="104348"/>
                </a:lnTo>
                <a:cubicBezTo>
                  <a:pt x="143710" y="102120"/>
                  <a:pt x="142596" y="99149"/>
                  <a:pt x="142596" y="96178"/>
                </a:cubicBezTo>
                <a:lnTo>
                  <a:pt x="142596" y="77240"/>
                </a:lnTo>
                <a:cubicBezTo>
                  <a:pt x="142596" y="73898"/>
                  <a:pt x="145196" y="71298"/>
                  <a:pt x="148538" y="71298"/>
                </a:cubicBezTo>
                <a:cubicBezTo>
                  <a:pt x="151880" y="71298"/>
                  <a:pt x="154479" y="68699"/>
                  <a:pt x="154479" y="65357"/>
                </a:cubicBezTo>
                <a:cubicBezTo>
                  <a:pt x="154479" y="62015"/>
                  <a:pt x="151880" y="59415"/>
                  <a:pt x="148538" y="59415"/>
                </a:cubicBezTo>
                <a:lnTo>
                  <a:pt x="139626" y="59415"/>
                </a:lnTo>
                <a:cubicBezTo>
                  <a:pt x="134798" y="59415"/>
                  <a:pt x="130713" y="63500"/>
                  <a:pt x="130713" y="68327"/>
                </a:cubicBezTo>
                <a:cubicBezTo>
                  <a:pt x="130713" y="73155"/>
                  <a:pt x="126628" y="77240"/>
                  <a:pt x="121801" y="77240"/>
                </a:cubicBezTo>
                <a:lnTo>
                  <a:pt x="101006" y="77240"/>
                </a:lnTo>
                <a:cubicBezTo>
                  <a:pt x="97664" y="77240"/>
                  <a:pt x="95064" y="79839"/>
                  <a:pt x="95064" y="83181"/>
                </a:cubicBezTo>
                <a:cubicBezTo>
                  <a:pt x="95064" y="86523"/>
                  <a:pt x="92465" y="89123"/>
                  <a:pt x="89123" y="89123"/>
                </a:cubicBezTo>
                <a:lnTo>
                  <a:pt x="79839" y="89123"/>
                </a:lnTo>
                <a:cubicBezTo>
                  <a:pt x="75012" y="89123"/>
                  <a:pt x="71298" y="85409"/>
                  <a:pt x="71298" y="80582"/>
                </a:cubicBezTo>
                <a:cubicBezTo>
                  <a:pt x="71298" y="78354"/>
                  <a:pt x="72041" y="76497"/>
                  <a:pt x="73898" y="74640"/>
                </a:cubicBezTo>
                <a:lnTo>
                  <a:pt x="99892" y="48646"/>
                </a:lnTo>
                <a:cubicBezTo>
                  <a:pt x="100634" y="47903"/>
                  <a:pt x="101006" y="46789"/>
                  <a:pt x="101006" y="45675"/>
                </a:cubicBezTo>
                <a:cubicBezTo>
                  <a:pt x="101006" y="43447"/>
                  <a:pt x="99149" y="41591"/>
                  <a:pt x="96921" y="41591"/>
                </a:cubicBezTo>
                <a:lnTo>
                  <a:pt x="91722" y="41591"/>
                </a:lnTo>
                <a:cubicBezTo>
                  <a:pt x="86895" y="41591"/>
                  <a:pt x="83181" y="37877"/>
                  <a:pt x="83181" y="33050"/>
                </a:cubicBezTo>
                <a:cubicBezTo>
                  <a:pt x="83181" y="30822"/>
                  <a:pt x="83924" y="28965"/>
                  <a:pt x="85781" y="27108"/>
                </a:cubicBezTo>
                <a:lnTo>
                  <a:pt x="94322" y="18567"/>
                </a:lnTo>
                <a:cubicBezTo>
                  <a:pt x="94693" y="18567"/>
                  <a:pt x="94693" y="18196"/>
                  <a:pt x="95064" y="17825"/>
                </a:cubicBezTo>
                <a:moveTo>
                  <a:pt x="162649" y="132199"/>
                </a:moveTo>
                <a:cubicBezTo>
                  <a:pt x="150766" y="154479"/>
                  <a:pt x="128114" y="170076"/>
                  <a:pt x="101377" y="171933"/>
                </a:cubicBezTo>
                <a:cubicBezTo>
                  <a:pt x="101377" y="171190"/>
                  <a:pt x="101006" y="170447"/>
                  <a:pt x="101006" y="169333"/>
                </a:cubicBezTo>
                <a:cubicBezTo>
                  <a:pt x="101006" y="164506"/>
                  <a:pt x="96921" y="160421"/>
                  <a:pt x="92093" y="160421"/>
                </a:cubicBezTo>
                <a:lnTo>
                  <a:pt x="82067" y="160421"/>
                </a:lnTo>
                <a:cubicBezTo>
                  <a:pt x="79096" y="160421"/>
                  <a:pt x="76126" y="159307"/>
                  <a:pt x="73898" y="157079"/>
                </a:cubicBezTo>
                <a:lnTo>
                  <a:pt x="63129" y="145938"/>
                </a:lnTo>
                <a:cubicBezTo>
                  <a:pt x="60901" y="143710"/>
                  <a:pt x="59415" y="140740"/>
                  <a:pt x="59415" y="137769"/>
                </a:cubicBezTo>
                <a:lnTo>
                  <a:pt x="59415" y="112889"/>
                </a:lnTo>
                <a:cubicBezTo>
                  <a:pt x="59415" y="106205"/>
                  <a:pt x="64614" y="101006"/>
                  <a:pt x="71298" y="101006"/>
                </a:cubicBezTo>
                <a:lnTo>
                  <a:pt x="108061" y="101006"/>
                </a:lnTo>
                <a:cubicBezTo>
                  <a:pt x="111032" y="101006"/>
                  <a:pt x="114003" y="102120"/>
                  <a:pt x="116231" y="104348"/>
                </a:cubicBezTo>
                <a:lnTo>
                  <a:pt x="127371" y="115488"/>
                </a:lnTo>
                <a:cubicBezTo>
                  <a:pt x="129599" y="117716"/>
                  <a:pt x="132570" y="118830"/>
                  <a:pt x="135541" y="118830"/>
                </a:cubicBezTo>
                <a:lnTo>
                  <a:pt x="137769" y="118830"/>
                </a:lnTo>
                <a:cubicBezTo>
                  <a:pt x="140740" y="118830"/>
                  <a:pt x="143710" y="120316"/>
                  <a:pt x="145938" y="122544"/>
                </a:cubicBezTo>
                <a:lnTo>
                  <a:pt x="151880" y="128485"/>
                </a:lnTo>
                <a:cubicBezTo>
                  <a:pt x="153737" y="129971"/>
                  <a:pt x="155593" y="130713"/>
                  <a:pt x="157821" y="130713"/>
                </a:cubicBezTo>
                <a:cubicBezTo>
                  <a:pt x="159678" y="130713"/>
                  <a:pt x="161535" y="131456"/>
                  <a:pt x="162649" y="132199"/>
                </a:cubicBezTo>
                <a:moveTo>
                  <a:pt x="95064" y="190128"/>
                </a:moveTo>
                <a:lnTo>
                  <a:pt x="104719" y="189757"/>
                </a:lnTo>
                <a:cubicBezTo>
                  <a:pt x="101748" y="190128"/>
                  <a:pt x="98406" y="190128"/>
                  <a:pt x="95064" y="190128"/>
                </a:cubicBezTo>
                <a:moveTo>
                  <a:pt x="104719" y="189757"/>
                </a:moveTo>
                <a:cubicBezTo>
                  <a:pt x="152623" y="184930"/>
                  <a:pt x="190128" y="144453"/>
                  <a:pt x="190128" y="95064"/>
                </a:cubicBezTo>
                <a:cubicBezTo>
                  <a:pt x="190128" y="42705"/>
                  <a:pt x="147424" y="0"/>
                  <a:pt x="95064" y="0"/>
                </a:cubicBezTo>
                <a:cubicBezTo>
                  <a:pt x="42705" y="0"/>
                  <a:pt x="0" y="42705"/>
                  <a:pt x="0" y="95064"/>
                </a:cubicBezTo>
                <a:cubicBezTo>
                  <a:pt x="0" y="142596"/>
                  <a:pt x="34535" y="181587"/>
                  <a:pt x="79839" y="189014"/>
                </a:cubicBezTo>
                <a:cubicBezTo>
                  <a:pt x="85038" y="189757"/>
                  <a:pt x="89865" y="190128"/>
                  <a:pt x="95064" y="190128"/>
                </a:cubicBezTo>
                <a:lnTo>
                  <a:pt x="104719" y="189757"/>
                </a:lnTo>
                <a:moveTo>
                  <a:pt x="69441" y="45675"/>
                </a:moveTo>
                <a:lnTo>
                  <a:pt x="57558" y="57558"/>
                </a:lnTo>
                <a:cubicBezTo>
                  <a:pt x="55330" y="60158"/>
                  <a:pt x="51617" y="60158"/>
                  <a:pt x="49389" y="57558"/>
                </a:cubicBezTo>
                <a:cubicBezTo>
                  <a:pt x="47161" y="55330"/>
                  <a:pt x="47161" y="51617"/>
                  <a:pt x="49389" y="49389"/>
                </a:cubicBezTo>
                <a:lnTo>
                  <a:pt x="61272" y="37506"/>
                </a:lnTo>
                <a:cubicBezTo>
                  <a:pt x="63500" y="35278"/>
                  <a:pt x="67213" y="35278"/>
                  <a:pt x="69441" y="37506"/>
                </a:cubicBezTo>
                <a:cubicBezTo>
                  <a:pt x="72041" y="39734"/>
                  <a:pt x="72041" y="43447"/>
                  <a:pt x="69441" y="45675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B8F78-6FE9-4B72-B767-FCA2257C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894" y="1517583"/>
            <a:ext cx="2854489" cy="491750"/>
          </a:xfrm>
          <a:custGeom xmlns:a="http://schemas.openxmlformats.org/drawingml/2006/main">
            <a:pathLst>
              <a:path w="2854489" h="491750">
                <a:moveTo>
                  <a:pt x="2854489" y="104633"/>
                </a:moveTo>
                <a:lnTo>
                  <a:pt x="2854489" y="387117"/>
                </a:lnTo>
                <a:cubicBezTo>
                  <a:pt x="2854489" y="444873"/>
                  <a:pt x="2807612" y="491750"/>
                  <a:pt x="2749856" y="491750"/>
                </a:cubicBezTo>
                <a:lnTo>
                  <a:pt x="104633" y="491750"/>
                </a:lnTo>
                <a:cubicBezTo>
                  <a:pt x="46877" y="491750"/>
                  <a:pt x="0" y="444873"/>
                  <a:pt x="0" y="387117"/>
                </a:cubicBezTo>
                <a:lnTo>
                  <a:pt x="0" y="104633"/>
                </a:lnTo>
                <a:cubicBezTo>
                  <a:pt x="0" y="46877"/>
                  <a:pt x="46877" y="0"/>
                  <a:pt x="104633" y="0"/>
                </a:cubicBezTo>
                <a:lnTo>
                  <a:pt x="2749856" y="0"/>
                </a:lnTo>
                <a:cubicBezTo>
                  <a:pt x="2807612" y="0"/>
                  <a:pt x="2854489" y="46877"/>
                  <a:pt x="2854489" y="104633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Avg.claimlength">
            <a:extLst xmlns:a="http://schemas.openxmlformats.org/drawingml/2006/main">
              <a:ext uri="{FF2B5EF4-FFF2-40B4-BE49-F238E27FC236}">
                <a16:creationId xmlns:a16="http://schemas.microsoft.com/office/drawing/2014/main" id="{0ABA302F-0CA0-45DB-88F7-A8866986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380" y="1614393"/>
            <a:ext cx="1025606" cy="126214"/>
          </a:xfrm>
          <a:custGeom xmlns:a="http://schemas.openxmlformats.org/drawingml/2006/main">
            <a:pathLst>
              <a:path w="1025606" h="126214">
                <a:moveTo>
                  <a:pt x="0" y="97487"/>
                </a:moveTo>
                <a:lnTo>
                  <a:pt x="37439" y="0"/>
                </a:lnTo>
                <a:lnTo>
                  <a:pt x="51337" y="0"/>
                </a:lnTo>
                <a:lnTo>
                  <a:pt x="91236" y="97487"/>
                </a:lnTo>
                <a:lnTo>
                  <a:pt x="76540" y="97487"/>
                </a:lnTo>
                <a:lnTo>
                  <a:pt x="65169" y="68095"/>
                </a:lnTo>
                <a:lnTo>
                  <a:pt x="24405" y="68095"/>
                </a:lnTo>
                <a:lnTo>
                  <a:pt x="13699" y="97487"/>
                </a:lnTo>
                <a:lnTo>
                  <a:pt x="0" y="97487"/>
                </a:lnTo>
                <a:moveTo>
                  <a:pt x="28129" y="57455"/>
                </a:moveTo>
                <a:lnTo>
                  <a:pt x="61179" y="57455"/>
                </a:lnTo>
                <a:lnTo>
                  <a:pt x="51004" y="30456"/>
                </a:lnTo>
                <a:cubicBezTo>
                  <a:pt x="47901" y="22255"/>
                  <a:pt x="45596" y="15516"/>
                  <a:pt x="44089" y="10241"/>
                </a:cubicBezTo>
                <a:cubicBezTo>
                  <a:pt x="42847" y="16492"/>
                  <a:pt x="41096" y="22698"/>
                  <a:pt x="38835" y="28860"/>
                </a:cubicBezTo>
                <a:lnTo>
                  <a:pt x="28129" y="57455"/>
                </a:lnTo>
                <a:close/>
                <a:moveTo>
                  <a:pt x="117167" y="97487"/>
                </a:moveTo>
                <a:lnTo>
                  <a:pt x="90301" y="26865"/>
                </a:lnTo>
                <a:lnTo>
                  <a:pt x="102936" y="26865"/>
                </a:lnTo>
                <a:lnTo>
                  <a:pt x="118098" y="69159"/>
                </a:lnTo>
                <a:cubicBezTo>
                  <a:pt x="119738" y="73725"/>
                  <a:pt x="121245" y="78468"/>
                  <a:pt x="122620" y="83389"/>
                </a:cubicBezTo>
                <a:cubicBezTo>
                  <a:pt x="123684" y="79665"/>
                  <a:pt x="125169" y="75188"/>
                  <a:pt x="127075" y="69957"/>
                </a:cubicBezTo>
                <a:lnTo>
                  <a:pt x="142769" y="26865"/>
                </a:lnTo>
                <a:lnTo>
                  <a:pt x="155071" y="26865"/>
                </a:lnTo>
                <a:lnTo>
                  <a:pt x="128338" y="97487"/>
                </a:lnTo>
                <a:lnTo>
                  <a:pt x="117167" y="97487"/>
                </a:lnTo>
                <a:close/>
                <a:moveTo>
                  <a:pt x="163464" y="103339"/>
                </a:moveTo>
                <a:lnTo>
                  <a:pt x="175101" y="105068"/>
                </a:lnTo>
                <a:cubicBezTo>
                  <a:pt x="175589" y="108659"/>
                  <a:pt x="176941" y="111274"/>
                  <a:pt x="179157" y="112915"/>
                </a:cubicBezTo>
                <a:cubicBezTo>
                  <a:pt x="182128" y="115131"/>
                  <a:pt x="186184" y="116240"/>
                  <a:pt x="191327" y="116240"/>
                </a:cubicBezTo>
                <a:cubicBezTo>
                  <a:pt x="196868" y="116240"/>
                  <a:pt x="201146" y="115128"/>
                  <a:pt x="204161" y="112906"/>
                </a:cubicBezTo>
                <a:cubicBezTo>
                  <a:pt x="207175" y="110686"/>
                  <a:pt x="209215" y="107575"/>
                  <a:pt x="210279" y="103576"/>
                </a:cubicBezTo>
                <a:cubicBezTo>
                  <a:pt x="210899" y="101133"/>
                  <a:pt x="211187" y="96002"/>
                  <a:pt x="211143" y="88181"/>
                </a:cubicBezTo>
                <a:cubicBezTo>
                  <a:pt x="205912" y="94385"/>
                  <a:pt x="199395" y="97487"/>
                  <a:pt x="191593" y="97487"/>
                </a:cubicBezTo>
                <a:cubicBezTo>
                  <a:pt x="181884" y="97487"/>
                  <a:pt x="174369" y="93985"/>
                  <a:pt x="169050" y="86980"/>
                </a:cubicBezTo>
                <a:cubicBezTo>
                  <a:pt x="163730" y="79976"/>
                  <a:pt x="161070" y="71575"/>
                  <a:pt x="161070" y="61777"/>
                </a:cubicBezTo>
                <a:cubicBezTo>
                  <a:pt x="161070" y="55039"/>
                  <a:pt x="162289" y="48821"/>
                  <a:pt x="164727" y="43124"/>
                </a:cubicBezTo>
                <a:cubicBezTo>
                  <a:pt x="167165" y="37428"/>
                  <a:pt x="170701" y="33028"/>
                  <a:pt x="175334" y="29924"/>
                </a:cubicBezTo>
                <a:cubicBezTo>
                  <a:pt x="179966" y="26821"/>
                  <a:pt x="185408" y="25269"/>
                  <a:pt x="191659" y="25269"/>
                </a:cubicBezTo>
                <a:cubicBezTo>
                  <a:pt x="199994" y="25269"/>
                  <a:pt x="206865" y="28661"/>
                  <a:pt x="212274" y="35444"/>
                </a:cubicBezTo>
                <a:lnTo>
                  <a:pt x="212274" y="26865"/>
                </a:lnTo>
                <a:lnTo>
                  <a:pt x="223312" y="26865"/>
                </a:lnTo>
                <a:lnTo>
                  <a:pt x="223312" y="87953"/>
                </a:lnTo>
                <a:cubicBezTo>
                  <a:pt x="223312" y="98954"/>
                  <a:pt x="222193" y="106750"/>
                  <a:pt x="219954" y="111342"/>
                </a:cubicBezTo>
                <a:cubicBezTo>
                  <a:pt x="217715" y="115933"/>
                  <a:pt x="214169" y="119559"/>
                  <a:pt x="209314" y="122220"/>
                </a:cubicBezTo>
                <a:cubicBezTo>
                  <a:pt x="204460" y="124883"/>
                  <a:pt x="198486" y="126214"/>
                  <a:pt x="191393" y="126214"/>
                </a:cubicBezTo>
                <a:cubicBezTo>
                  <a:pt x="182970" y="126214"/>
                  <a:pt x="176165" y="124314"/>
                  <a:pt x="170978" y="120512"/>
                </a:cubicBezTo>
                <a:cubicBezTo>
                  <a:pt x="165791" y="116711"/>
                  <a:pt x="163286" y="110986"/>
                  <a:pt x="163464" y="103339"/>
                </a:cubicBezTo>
                <a:moveTo>
                  <a:pt x="173372" y="60915"/>
                </a:moveTo>
                <a:cubicBezTo>
                  <a:pt x="173372" y="70157"/>
                  <a:pt x="175212" y="76900"/>
                  <a:pt x="178891" y="81145"/>
                </a:cubicBezTo>
                <a:cubicBezTo>
                  <a:pt x="182571" y="85390"/>
                  <a:pt x="187181" y="87512"/>
                  <a:pt x="192723" y="87512"/>
                </a:cubicBezTo>
                <a:cubicBezTo>
                  <a:pt x="198220" y="87512"/>
                  <a:pt x="202831" y="85401"/>
                  <a:pt x="206555" y="81178"/>
                </a:cubicBezTo>
                <a:cubicBezTo>
                  <a:pt x="210279" y="76956"/>
                  <a:pt x="212141" y="70333"/>
                  <a:pt x="212141" y="61312"/>
                </a:cubicBezTo>
                <a:cubicBezTo>
                  <a:pt x="212141" y="52689"/>
                  <a:pt x="210223" y="46189"/>
                  <a:pt x="206388" y="41811"/>
                </a:cubicBezTo>
                <a:cubicBezTo>
                  <a:pt x="202554" y="37433"/>
                  <a:pt x="197932" y="35244"/>
                  <a:pt x="192524" y="35244"/>
                </a:cubicBezTo>
                <a:cubicBezTo>
                  <a:pt x="187204" y="35244"/>
                  <a:pt x="182682" y="37400"/>
                  <a:pt x="178958" y="41711"/>
                </a:cubicBezTo>
                <a:cubicBezTo>
                  <a:pt x="175234" y="46023"/>
                  <a:pt x="173372" y="52424"/>
                  <a:pt x="173372" y="60915"/>
                </a:cubicBezTo>
                <a:close/>
                <a:moveTo>
                  <a:pt x="244798" y="97487"/>
                </a:moveTo>
                <a:lnTo>
                  <a:pt x="244798" y="83788"/>
                </a:lnTo>
                <a:lnTo>
                  <a:pt x="258430" y="83788"/>
                </a:lnTo>
                <a:lnTo>
                  <a:pt x="258430" y="97487"/>
                </a:lnTo>
                <a:lnTo>
                  <a:pt x="244798" y="97487"/>
                </a:lnTo>
                <a:close/>
                <a:moveTo>
                  <a:pt x="363157" y="71553"/>
                </a:moveTo>
                <a:lnTo>
                  <a:pt x="374927" y="73082"/>
                </a:lnTo>
                <a:cubicBezTo>
                  <a:pt x="373641" y="81216"/>
                  <a:pt x="370349" y="87583"/>
                  <a:pt x="365052" y="92184"/>
                </a:cubicBezTo>
                <a:cubicBezTo>
                  <a:pt x="359754" y="96783"/>
                  <a:pt x="353248" y="99083"/>
                  <a:pt x="345534" y="99083"/>
                </a:cubicBezTo>
                <a:cubicBezTo>
                  <a:pt x="335870" y="99083"/>
                  <a:pt x="328101" y="95924"/>
                  <a:pt x="322227" y="89607"/>
                </a:cubicBezTo>
                <a:cubicBezTo>
                  <a:pt x="316353" y="83290"/>
                  <a:pt x="313416" y="74235"/>
                  <a:pt x="313416" y="62442"/>
                </a:cubicBezTo>
                <a:cubicBezTo>
                  <a:pt x="313416" y="54817"/>
                  <a:pt x="314679" y="48145"/>
                  <a:pt x="317206" y="42426"/>
                </a:cubicBezTo>
                <a:cubicBezTo>
                  <a:pt x="319733" y="36707"/>
                  <a:pt x="323579" y="32418"/>
                  <a:pt x="328744" y="29559"/>
                </a:cubicBezTo>
                <a:cubicBezTo>
                  <a:pt x="333908" y="26699"/>
                  <a:pt x="339527" y="25269"/>
                  <a:pt x="345601" y="25269"/>
                </a:cubicBezTo>
                <a:cubicBezTo>
                  <a:pt x="353270" y="25269"/>
                  <a:pt x="359543" y="27215"/>
                  <a:pt x="364420" y="31107"/>
                </a:cubicBezTo>
                <a:cubicBezTo>
                  <a:pt x="369297" y="34997"/>
                  <a:pt x="372422" y="40521"/>
                  <a:pt x="373796" y="47680"/>
                </a:cubicBezTo>
                <a:lnTo>
                  <a:pt x="362159" y="49475"/>
                </a:lnTo>
                <a:cubicBezTo>
                  <a:pt x="361051" y="44754"/>
                  <a:pt x="359089" y="41201"/>
                  <a:pt x="356274" y="38819"/>
                </a:cubicBezTo>
                <a:cubicBezTo>
                  <a:pt x="353459" y="36436"/>
                  <a:pt x="350056" y="35244"/>
                  <a:pt x="346066" y="35244"/>
                </a:cubicBezTo>
                <a:cubicBezTo>
                  <a:pt x="340037" y="35244"/>
                  <a:pt x="335138" y="37395"/>
                  <a:pt x="331370" y="41697"/>
                </a:cubicBezTo>
                <a:cubicBezTo>
                  <a:pt x="327602" y="45997"/>
                  <a:pt x="325718" y="52801"/>
                  <a:pt x="325718" y="62110"/>
                </a:cubicBezTo>
                <a:cubicBezTo>
                  <a:pt x="325718" y="71551"/>
                  <a:pt x="327535" y="78412"/>
                  <a:pt x="331171" y="82691"/>
                </a:cubicBezTo>
                <a:cubicBezTo>
                  <a:pt x="334806" y="86969"/>
                  <a:pt x="339550" y="89108"/>
                  <a:pt x="345401" y="89108"/>
                </a:cubicBezTo>
                <a:cubicBezTo>
                  <a:pt x="350101" y="89108"/>
                  <a:pt x="354024" y="87673"/>
                  <a:pt x="357172" y="84802"/>
                </a:cubicBezTo>
                <a:cubicBezTo>
                  <a:pt x="360319" y="81932"/>
                  <a:pt x="362314" y="77515"/>
                  <a:pt x="363157" y="71553"/>
                </a:cubicBezTo>
                <a:close/>
                <a:moveTo>
                  <a:pt x="384916" y="97487"/>
                </a:moveTo>
                <a:lnTo>
                  <a:pt x="384916" y="0"/>
                </a:lnTo>
                <a:lnTo>
                  <a:pt x="396885" y="0"/>
                </a:lnTo>
                <a:lnTo>
                  <a:pt x="396885" y="97487"/>
                </a:lnTo>
                <a:lnTo>
                  <a:pt x="384916" y="97487"/>
                </a:lnTo>
                <a:close/>
                <a:moveTo>
                  <a:pt x="461526" y="88767"/>
                </a:moveTo>
                <a:cubicBezTo>
                  <a:pt x="457093" y="92538"/>
                  <a:pt x="452826" y="95200"/>
                  <a:pt x="448725" y="96753"/>
                </a:cubicBezTo>
                <a:cubicBezTo>
                  <a:pt x="444625" y="98306"/>
                  <a:pt x="440225" y="99083"/>
                  <a:pt x="435525" y="99083"/>
                </a:cubicBezTo>
                <a:cubicBezTo>
                  <a:pt x="427767" y="99083"/>
                  <a:pt x="421804" y="97186"/>
                  <a:pt x="417637" y="93393"/>
                </a:cubicBezTo>
                <a:cubicBezTo>
                  <a:pt x="413470" y="89600"/>
                  <a:pt x="411386" y="84753"/>
                  <a:pt x="411386" y="78853"/>
                </a:cubicBezTo>
                <a:cubicBezTo>
                  <a:pt x="411386" y="75393"/>
                  <a:pt x="412173" y="72233"/>
                  <a:pt x="413747" y="69373"/>
                </a:cubicBezTo>
                <a:cubicBezTo>
                  <a:pt x="415321" y="66510"/>
                  <a:pt x="417382" y="64214"/>
                  <a:pt x="419931" y="62484"/>
                </a:cubicBezTo>
                <a:cubicBezTo>
                  <a:pt x="422480" y="60753"/>
                  <a:pt x="425351" y="59445"/>
                  <a:pt x="428543" y="58558"/>
                </a:cubicBezTo>
                <a:cubicBezTo>
                  <a:pt x="430893" y="57936"/>
                  <a:pt x="434439" y="57337"/>
                  <a:pt x="439183" y="56761"/>
                </a:cubicBezTo>
                <a:cubicBezTo>
                  <a:pt x="448847" y="55616"/>
                  <a:pt x="455963" y="54252"/>
                  <a:pt x="460529" y="52667"/>
                </a:cubicBezTo>
                <a:cubicBezTo>
                  <a:pt x="460573" y="51034"/>
                  <a:pt x="460595" y="49996"/>
                  <a:pt x="460595" y="49554"/>
                </a:cubicBezTo>
                <a:cubicBezTo>
                  <a:pt x="460595" y="44695"/>
                  <a:pt x="459465" y="41273"/>
                  <a:pt x="457204" y="39286"/>
                </a:cubicBezTo>
                <a:cubicBezTo>
                  <a:pt x="454145" y="36592"/>
                  <a:pt x="449601" y="35244"/>
                  <a:pt x="443572" y="35244"/>
                </a:cubicBezTo>
                <a:cubicBezTo>
                  <a:pt x="437941" y="35244"/>
                  <a:pt x="433785" y="36231"/>
                  <a:pt x="431103" y="38203"/>
                </a:cubicBezTo>
                <a:cubicBezTo>
                  <a:pt x="428421" y="40176"/>
                  <a:pt x="426437" y="43667"/>
                  <a:pt x="425152" y="48677"/>
                </a:cubicBezTo>
                <a:lnTo>
                  <a:pt x="413448" y="47081"/>
                </a:lnTo>
                <a:cubicBezTo>
                  <a:pt x="414512" y="42056"/>
                  <a:pt x="416263" y="37998"/>
                  <a:pt x="418701" y="34908"/>
                </a:cubicBezTo>
                <a:cubicBezTo>
                  <a:pt x="421139" y="31817"/>
                  <a:pt x="424664" y="29438"/>
                  <a:pt x="429274" y="27771"/>
                </a:cubicBezTo>
                <a:cubicBezTo>
                  <a:pt x="433885" y="26103"/>
                  <a:pt x="439227" y="25269"/>
                  <a:pt x="445301" y="25269"/>
                </a:cubicBezTo>
                <a:cubicBezTo>
                  <a:pt x="451330" y="25269"/>
                  <a:pt x="456229" y="25979"/>
                  <a:pt x="459997" y="27397"/>
                </a:cubicBezTo>
                <a:cubicBezTo>
                  <a:pt x="463765" y="28816"/>
                  <a:pt x="466536" y="30600"/>
                  <a:pt x="468309" y="32751"/>
                </a:cubicBezTo>
                <a:cubicBezTo>
                  <a:pt x="470082" y="34901"/>
                  <a:pt x="471324" y="37616"/>
                  <a:pt x="472033" y="40897"/>
                </a:cubicBezTo>
                <a:cubicBezTo>
                  <a:pt x="472432" y="42936"/>
                  <a:pt x="472632" y="46616"/>
                  <a:pt x="472632" y="51935"/>
                </a:cubicBezTo>
                <a:lnTo>
                  <a:pt x="472632" y="67895"/>
                </a:lnTo>
                <a:cubicBezTo>
                  <a:pt x="472632" y="79023"/>
                  <a:pt x="472886" y="86060"/>
                  <a:pt x="473396" y="89008"/>
                </a:cubicBezTo>
                <a:cubicBezTo>
                  <a:pt x="473906" y="91956"/>
                  <a:pt x="474915" y="94783"/>
                  <a:pt x="476422" y="97487"/>
                </a:cubicBezTo>
                <a:lnTo>
                  <a:pt x="463920" y="97487"/>
                </a:lnTo>
                <a:cubicBezTo>
                  <a:pt x="462679" y="95002"/>
                  <a:pt x="461881" y="92095"/>
                  <a:pt x="461526" y="88767"/>
                </a:cubicBezTo>
                <a:moveTo>
                  <a:pt x="460529" y="61977"/>
                </a:moveTo>
                <a:cubicBezTo>
                  <a:pt x="456184" y="63765"/>
                  <a:pt x="449667" y="65285"/>
                  <a:pt x="440978" y="66536"/>
                </a:cubicBezTo>
                <a:cubicBezTo>
                  <a:pt x="436057" y="67248"/>
                  <a:pt x="432577" y="68050"/>
                  <a:pt x="430538" y="68940"/>
                </a:cubicBezTo>
                <a:cubicBezTo>
                  <a:pt x="428499" y="69830"/>
                  <a:pt x="426925" y="71132"/>
                  <a:pt x="425817" y="72847"/>
                </a:cubicBezTo>
                <a:cubicBezTo>
                  <a:pt x="424708" y="74561"/>
                  <a:pt x="424154" y="76464"/>
                  <a:pt x="424154" y="78556"/>
                </a:cubicBezTo>
                <a:cubicBezTo>
                  <a:pt x="424154" y="81760"/>
                  <a:pt x="425362" y="84431"/>
                  <a:pt x="427778" y="86569"/>
                </a:cubicBezTo>
                <a:cubicBezTo>
                  <a:pt x="430194" y="88705"/>
                  <a:pt x="433730" y="89773"/>
                  <a:pt x="438385" y="89773"/>
                </a:cubicBezTo>
                <a:cubicBezTo>
                  <a:pt x="442995" y="89773"/>
                  <a:pt x="447096" y="88760"/>
                  <a:pt x="450687" y="86733"/>
                </a:cubicBezTo>
                <a:cubicBezTo>
                  <a:pt x="454278" y="84706"/>
                  <a:pt x="456916" y="81933"/>
                  <a:pt x="458600" y="78414"/>
                </a:cubicBezTo>
                <a:cubicBezTo>
                  <a:pt x="459886" y="75696"/>
                  <a:pt x="460529" y="71687"/>
                  <a:pt x="460529" y="66386"/>
                </a:cubicBezTo>
                <a:lnTo>
                  <a:pt x="460529" y="61977"/>
                </a:lnTo>
                <a:close/>
                <a:moveTo>
                  <a:pt x="491258" y="13832"/>
                </a:moveTo>
                <a:lnTo>
                  <a:pt x="491258" y="0"/>
                </a:lnTo>
                <a:lnTo>
                  <a:pt x="503227" y="0"/>
                </a:lnTo>
                <a:lnTo>
                  <a:pt x="503227" y="13832"/>
                </a:lnTo>
                <a:lnTo>
                  <a:pt x="491258" y="13832"/>
                </a:lnTo>
                <a:moveTo>
                  <a:pt x="491258" y="97487"/>
                </a:moveTo>
                <a:lnTo>
                  <a:pt x="491258" y="26865"/>
                </a:lnTo>
                <a:lnTo>
                  <a:pt x="503227" y="26865"/>
                </a:lnTo>
                <a:lnTo>
                  <a:pt x="503227" y="97487"/>
                </a:lnTo>
                <a:lnTo>
                  <a:pt x="491258" y="97487"/>
                </a:lnTo>
                <a:close/>
                <a:moveTo>
                  <a:pt x="521452" y="97487"/>
                </a:moveTo>
                <a:lnTo>
                  <a:pt x="521452" y="26865"/>
                </a:lnTo>
                <a:lnTo>
                  <a:pt x="532159" y="26865"/>
                </a:lnTo>
                <a:lnTo>
                  <a:pt x="532159" y="36707"/>
                </a:lnTo>
                <a:cubicBezTo>
                  <a:pt x="534375" y="33269"/>
                  <a:pt x="537323" y="30503"/>
                  <a:pt x="541003" y="28409"/>
                </a:cubicBezTo>
                <a:cubicBezTo>
                  <a:pt x="544682" y="26316"/>
                  <a:pt x="548872" y="25269"/>
                  <a:pt x="553571" y="25269"/>
                </a:cubicBezTo>
                <a:cubicBezTo>
                  <a:pt x="558802" y="25269"/>
                  <a:pt x="563091" y="26350"/>
                  <a:pt x="566439" y="28511"/>
                </a:cubicBezTo>
                <a:cubicBezTo>
                  <a:pt x="569786" y="30671"/>
                  <a:pt x="572146" y="33691"/>
                  <a:pt x="573521" y="37572"/>
                </a:cubicBezTo>
                <a:cubicBezTo>
                  <a:pt x="579107" y="29370"/>
                  <a:pt x="586377" y="25269"/>
                  <a:pt x="595332" y="25269"/>
                </a:cubicBezTo>
                <a:cubicBezTo>
                  <a:pt x="602337" y="25269"/>
                  <a:pt x="607723" y="27209"/>
                  <a:pt x="611491" y="31088"/>
                </a:cubicBezTo>
                <a:cubicBezTo>
                  <a:pt x="615260" y="34967"/>
                  <a:pt x="617144" y="40941"/>
                  <a:pt x="617144" y="49009"/>
                </a:cubicBezTo>
                <a:lnTo>
                  <a:pt x="617144" y="97487"/>
                </a:lnTo>
                <a:lnTo>
                  <a:pt x="605241" y="97487"/>
                </a:lnTo>
                <a:lnTo>
                  <a:pt x="605241" y="52952"/>
                </a:lnTo>
                <a:cubicBezTo>
                  <a:pt x="605241" y="48158"/>
                  <a:pt x="604853" y="44708"/>
                  <a:pt x="604077" y="42601"/>
                </a:cubicBezTo>
                <a:cubicBezTo>
                  <a:pt x="603301" y="40492"/>
                  <a:pt x="601893" y="38794"/>
                  <a:pt x="599854" y="37507"/>
                </a:cubicBezTo>
                <a:cubicBezTo>
                  <a:pt x="597815" y="36220"/>
                  <a:pt x="595421" y="35577"/>
                  <a:pt x="592672" y="35577"/>
                </a:cubicBezTo>
                <a:cubicBezTo>
                  <a:pt x="587707" y="35577"/>
                  <a:pt x="583584" y="37230"/>
                  <a:pt x="580304" y="40537"/>
                </a:cubicBezTo>
                <a:cubicBezTo>
                  <a:pt x="577023" y="43843"/>
                  <a:pt x="575383" y="49135"/>
                  <a:pt x="575383" y="56414"/>
                </a:cubicBezTo>
                <a:lnTo>
                  <a:pt x="575383" y="97487"/>
                </a:lnTo>
                <a:lnTo>
                  <a:pt x="563413" y="97487"/>
                </a:lnTo>
                <a:lnTo>
                  <a:pt x="563413" y="51553"/>
                </a:lnTo>
                <a:cubicBezTo>
                  <a:pt x="563413" y="46228"/>
                  <a:pt x="562438" y="42234"/>
                  <a:pt x="560487" y="39571"/>
                </a:cubicBezTo>
                <a:cubicBezTo>
                  <a:pt x="558536" y="36908"/>
                  <a:pt x="555344" y="35577"/>
                  <a:pt x="550911" y="35577"/>
                </a:cubicBezTo>
                <a:cubicBezTo>
                  <a:pt x="547542" y="35577"/>
                  <a:pt x="544428" y="36465"/>
                  <a:pt x="541568" y="38241"/>
                </a:cubicBezTo>
                <a:cubicBezTo>
                  <a:pt x="538709" y="40016"/>
                  <a:pt x="536636" y="42612"/>
                  <a:pt x="535350" y="46030"/>
                </a:cubicBezTo>
                <a:cubicBezTo>
                  <a:pt x="534065" y="49446"/>
                  <a:pt x="533422" y="54372"/>
                  <a:pt x="533422" y="60807"/>
                </a:cubicBezTo>
                <a:lnTo>
                  <a:pt x="533422" y="97487"/>
                </a:lnTo>
                <a:lnTo>
                  <a:pt x="521452" y="97487"/>
                </a:lnTo>
                <a:close/>
                <a:moveTo>
                  <a:pt x="672479" y="97487"/>
                </a:moveTo>
                <a:lnTo>
                  <a:pt x="672479" y="0"/>
                </a:lnTo>
                <a:lnTo>
                  <a:pt x="684449" y="0"/>
                </a:lnTo>
                <a:lnTo>
                  <a:pt x="684449" y="97487"/>
                </a:lnTo>
                <a:lnTo>
                  <a:pt x="672479" y="97487"/>
                </a:lnTo>
                <a:close/>
                <a:moveTo>
                  <a:pt x="751351" y="74744"/>
                </a:moveTo>
                <a:lnTo>
                  <a:pt x="763719" y="76274"/>
                </a:lnTo>
                <a:cubicBezTo>
                  <a:pt x="761769" y="83500"/>
                  <a:pt x="758156" y="89108"/>
                  <a:pt x="752880" y="93098"/>
                </a:cubicBezTo>
                <a:cubicBezTo>
                  <a:pt x="747605" y="97088"/>
                  <a:pt x="740866" y="99083"/>
                  <a:pt x="732664" y="99083"/>
                </a:cubicBezTo>
                <a:cubicBezTo>
                  <a:pt x="722335" y="99083"/>
                  <a:pt x="714145" y="95902"/>
                  <a:pt x="708093" y="89540"/>
                </a:cubicBezTo>
                <a:cubicBezTo>
                  <a:pt x="702042" y="83179"/>
                  <a:pt x="699016" y="74257"/>
                  <a:pt x="699016" y="62775"/>
                </a:cubicBezTo>
                <a:cubicBezTo>
                  <a:pt x="699016" y="50894"/>
                  <a:pt x="702075" y="41672"/>
                  <a:pt x="708193" y="35111"/>
                </a:cubicBezTo>
                <a:cubicBezTo>
                  <a:pt x="714311" y="28550"/>
                  <a:pt x="722246" y="25269"/>
                  <a:pt x="731999" y="25269"/>
                </a:cubicBezTo>
                <a:cubicBezTo>
                  <a:pt x="741442" y="25269"/>
                  <a:pt x="749156" y="28479"/>
                  <a:pt x="755141" y="34897"/>
                </a:cubicBezTo>
                <a:cubicBezTo>
                  <a:pt x="761126" y="41314"/>
                  <a:pt x="764118" y="50343"/>
                  <a:pt x="764118" y="61983"/>
                </a:cubicBezTo>
                <a:cubicBezTo>
                  <a:pt x="764118" y="62691"/>
                  <a:pt x="764096" y="63753"/>
                  <a:pt x="764052" y="65169"/>
                </a:cubicBezTo>
                <a:lnTo>
                  <a:pt x="711385" y="65169"/>
                </a:lnTo>
                <a:cubicBezTo>
                  <a:pt x="711828" y="72905"/>
                  <a:pt x="714023" y="78829"/>
                  <a:pt x="717968" y="82940"/>
                </a:cubicBezTo>
                <a:cubicBezTo>
                  <a:pt x="721914" y="87052"/>
                  <a:pt x="726835" y="89108"/>
                  <a:pt x="732731" y="89108"/>
                </a:cubicBezTo>
                <a:cubicBezTo>
                  <a:pt x="737120" y="89108"/>
                  <a:pt x="740866" y="87967"/>
                  <a:pt x="743969" y="85683"/>
                </a:cubicBezTo>
                <a:cubicBezTo>
                  <a:pt x="747073" y="83399"/>
                  <a:pt x="749533" y="79753"/>
                  <a:pt x="751351" y="74744"/>
                </a:cubicBezTo>
                <a:moveTo>
                  <a:pt x="712050" y="55194"/>
                </a:moveTo>
                <a:lnTo>
                  <a:pt x="751484" y="55194"/>
                </a:lnTo>
                <a:cubicBezTo>
                  <a:pt x="750952" y="49350"/>
                  <a:pt x="749444" y="44968"/>
                  <a:pt x="746962" y="42046"/>
                </a:cubicBezTo>
                <a:cubicBezTo>
                  <a:pt x="743149" y="37511"/>
                  <a:pt x="738206" y="35244"/>
                  <a:pt x="732132" y="35244"/>
                </a:cubicBezTo>
                <a:cubicBezTo>
                  <a:pt x="726635" y="35244"/>
                  <a:pt x="722014" y="37054"/>
                  <a:pt x="718268" y="40674"/>
                </a:cubicBezTo>
                <a:cubicBezTo>
                  <a:pt x="714521" y="44293"/>
                  <a:pt x="712449" y="49133"/>
                  <a:pt x="712050" y="55194"/>
                </a:cubicBezTo>
                <a:close/>
                <a:moveTo>
                  <a:pt x="778754" y="97487"/>
                </a:moveTo>
                <a:lnTo>
                  <a:pt x="778754" y="26865"/>
                </a:lnTo>
                <a:lnTo>
                  <a:pt x="789527" y="26865"/>
                </a:lnTo>
                <a:lnTo>
                  <a:pt x="789527" y="36840"/>
                </a:lnTo>
                <a:cubicBezTo>
                  <a:pt x="794714" y="29126"/>
                  <a:pt x="802206" y="25269"/>
                  <a:pt x="812004" y="25269"/>
                </a:cubicBezTo>
                <a:cubicBezTo>
                  <a:pt x="816260" y="25269"/>
                  <a:pt x="820172" y="26034"/>
                  <a:pt x="823741" y="27564"/>
                </a:cubicBezTo>
                <a:cubicBezTo>
                  <a:pt x="827309" y="29093"/>
                  <a:pt x="829981" y="31099"/>
                  <a:pt x="831754" y="33582"/>
                </a:cubicBezTo>
                <a:cubicBezTo>
                  <a:pt x="833527" y="36064"/>
                  <a:pt x="834768" y="39013"/>
                  <a:pt x="835478" y="42426"/>
                </a:cubicBezTo>
                <a:cubicBezTo>
                  <a:pt x="835921" y="44643"/>
                  <a:pt x="836143" y="48522"/>
                  <a:pt x="836143" y="54063"/>
                </a:cubicBezTo>
                <a:lnTo>
                  <a:pt x="836143" y="97487"/>
                </a:lnTo>
                <a:lnTo>
                  <a:pt x="824173" y="97487"/>
                </a:lnTo>
                <a:lnTo>
                  <a:pt x="824173" y="54483"/>
                </a:lnTo>
                <a:cubicBezTo>
                  <a:pt x="824173" y="49601"/>
                  <a:pt x="823707" y="45951"/>
                  <a:pt x="822777" y="43532"/>
                </a:cubicBezTo>
                <a:cubicBezTo>
                  <a:pt x="821846" y="41113"/>
                  <a:pt x="820194" y="39182"/>
                  <a:pt x="817822" y="37740"/>
                </a:cubicBezTo>
                <a:cubicBezTo>
                  <a:pt x="815451" y="36298"/>
                  <a:pt x="812669" y="35577"/>
                  <a:pt x="809477" y="35577"/>
                </a:cubicBezTo>
                <a:cubicBezTo>
                  <a:pt x="804379" y="35577"/>
                  <a:pt x="799979" y="37197"/>
                  <a:pt x="796277" y="40437"/>
                </a:cubicBezTo>
                <a:cubicBezTo>
                  <a:pt x="792575" y="43676"/>
                  <a:pt x="790724" y="49823"/>
                  <a:pt x="790724" y="58876"/>
                </a:cubicBezTo>
                <a:lnTo>
                  <a:pt x="790724" y="97487"/>
                </a:lnTo>
                <a:lnTo>
                  <a:pt x="778754" y="97487"/>
                </a:lnTo>
                <a:close/>
                <a:moveTo>
                  <a:pt x="852309" y="103339"/>
                </a:moveTo>
                <a:lnTo>
                  <a:pt x="863946" y="105068"/>
                </a:lnTo>
                <a:cubicBezTo>
                  <a:pt x="864433" y="108659"/>
                  <a:pt x="865786" y="111274"/>
                  <a:pt x="868002" y="112915"/>
                </a:cubicBezTo>
                <a:cubicBezTo>
                  <a:pt x="870973" y="115131"/>
                  <a:pt x="875029" y="116240"/>
                  <a:pt x="880171" y="116240"/>
                </a:cubicBezTo>
                <a:cubicBezTo>
                  <a:pt x="885713" y="116240"/>
                  <a:pt x="889991" y="115128"/>
                  <a:pt x="893006" y="112906"/>
                </a:cubicBezTo>
                <a:cubicBezTo>
                  <a:pt x="896020" y="110686"/>
                  <a:pt x="898060" y="107575"/>
                  <a:pt x="899124" y="103576"/>
                </a:cubicBezTo>
                <a:cubicBezTo>
                  <a:pt x="899744" y="101133"/>
                  <a:pt x="900032" y="96002"/>
                  <a:pt x="899988" y="88181"/>
                </a:cubicBezTo>
                <a:cubicBezTo>
                  <a:pt x="894757" y="94385"/>
                  <a:pt x="888240" y="97487"/>
                  <a:pt x="880437" y="97487"/>
                </a:cubicBezTo>
                <a:cubicBezTo>
                  <a:pt x="870729" y="97487"/>
                  <a:pt x="863214" y="93985"/>
                  <a:pt x="857894" y="86980"/>
                </a:cubicBezTo>
                <a:cubicBezTo>
                  <a:pt x="852575" y="79976"/>
                  <a:pt x="849915" y="71575"/>
                  <a:pt x="849915" y="61777"/>
                </a:cubicBezTo>
                <a:cubicBezTo>
                  <a:pt x="849915" y="55039"/>
                  <a:pt x="851134" y="48821"/>
                  <a:pt x="853572" y="43124"/>
                </a:cubicBezTo>
                <a:cubicBezTo>
                  <a:pt x="856010" y="37428"/>
                  <a:pt x="859546" y="33028"/>
                  <a:pt x="864179" y="29924"/>
                </a:cubicBezTo>
                <a:cubicBezTo>
                  <a:pt x="868811" y="26821"/>
                  <a:pt x="874253" y="25269"/>
                  <a:pt x="880504" y="25269"/>
                </a:cubicBezTo>
                <a:cubicBezTo>
                  <a:pt x="888838" y="25269"/>
                  <a:pt x="895710" y="28661"/>
                  <a:pt x="901119" y="35444"/>
                </a:cubicBezTo>
                <a:lnTo>
                  <a:pt x="901119" y="26865"/>
                </a:lnTo>
                <a:lnTo>
                  <a:pt x="912157" y="26865"/>
                </a:lnTo>
                <a:lnTo>
                  <a:pt x="912157" y="87953"/>
                </a:lnTo>
                <a:cubicBezTo>
                  <a:pt x="912157" y="98954"/>
                  <a:pt x="911038" y="106750"/>
                  <a:pt x="908799" y="111342"/>
                </a:cubicBezTo>
                <a:cubicBezTo>
                  <a:pt x="906560" y="115933"/>
                  <a:pt x="903014" y="119559"/>
                  <a:pt x="898159" y="122220"/>
                </a:cubicBezTo>
                <a:cubicBezTo>
                  <a:pt x="893305" y="124883"/>
                  <a:pt x="887331" y="126214"/>
                  <a:pt x="880238" y="126214"/>
                </a:cubicBezTo>
                <a:cubicBezTo>
                  <a:pt x="871815" y="126214"/>
                  <a:pt x="865010" y="124314"/>
                  <a:pt x="859823" y="120512"/>
                </a:cubicBezTo>
                <a:cubicBezTo>
                  <a:pt x="854636" y="116711"/>
                  <a:pt x="852131" y="110986"/>
                  <a:pt x="852309" y="103339"/>
                </a:cubicBezTo>
                <a:moveTo>
                  <a:pt x="862217" y="60915"/>
                </a:moveTo>
                <a:cubicBezTo>
                  <a:pt x="862217" y="70157"/>
                  <a:pt x="864057" y="76900"/>
                  <a:pt x="867736" y="81145"/>
                </a:cubicBezTo>
                <a:cubicBezTo>
                  <a:pt x="871416" y="85390"/>
                  <a:pt x="876026" y="87512"/>
                  <a:pt x="881568" y="87512"/>
                </a:cubicBezTo>
                <a:cubicBezTo>
                  <a:pt x="887065" y="87512"/>
                  <a:pt x="891676" y="85401"/>
                  <a:pt x="895400" y="81178"/>
                </a:cubicBezTo>
                <a:cubicBezTo>
                  <a:pt x="899124" y="76956"/>
                  <a:pt x="900986" y="70333"/>
                  <a:pt x="900986" y="61312"/>
                </a:cubicBezTo>
                <a:cubicBezTo>
                  <a:pt x="900986" y="52689"/>
                  <a:pt x="899068" y="46189"/>
                  <a:pt x="895233" y="41811"/>
                </a:cubicBezTo>
                <a:cubicBezTo>
                  <a:pt x="891399" y="37433"/>
                  <a:pt x="886777" y="35244"/>
                  <a:pt x="881368" y="35244"/>
                </a:cubicBezTo>
                <a:cubicBezTo>
                  <a:pt x="876049" y="35244"/>
                  <a:pt x="871527" y="37400"/>
                  <a:pt x="867803" y="41711"/>
                </a:cubicBezTo>
                <a:cubicBezTo>
                  <a:pt x="864079" y="46023"/>
                  <a:pt x="862217" y="52424"/>
                  <a:pt x="862217" y="60915"/>
                </a:cubicBezTo>
                <a:close/>
                <a:moveTo>
                  <a:pt x="956385" y="86914"/>
                </a:moveTo>
                <a:lnTo>
                  <a:pt x="958114" y="97487"/>
                </a:lnTo>
                <a:cubicBezTo>
                  <a:pt x="954745" y="98108"/>
                  <a:pt x="951730" y="98418"/>
                  <a:pt x="949070" y="98418"/>
                </a:cubicBezTo>
                <a:cubicBezTo>
                  <a:pt x="944726" y="98418"/>
                  <a:pt x="941357" y="97731"/>
                  <a:pt x="938963" y="96356"/>
                </a:cubicBezTo>
                <a:cubicBezTo>
                  <a:pt x="936569" y="94982"/>
                  <a:pt x="934884" y="93176"/>
                  <a:pt x="933909" y="90937"/>
                </a:cubicBezTo>
                <a:cubicBezTo>
                  <a:pt x="932933" y="88698"/>
                  <a:pt x="932446" y="83988"/>
                  <a:pt x="932446" y="76806"/>
                </a:cubicBezTo>
                <a:lnTo>
                  <a:pt x="932446" y="36175"/>
                </a:lnTo>
                <a:lnTo>
                  <a:pt x="923668" y="36175"/>
                </a:lnTo>
                <a:lnTo>
                  <a:pt x="923668" y="26865"/>
                </a:lnTo>
                <a:lnTo>
                  <a:pt x="932446" y="26865"/>
                </a:lnTo>
                <a:lnTo>
                  <a:pt x="932446" y="9329"/>
                </a:lnTo>
                <a:lnTo>
                  <a:pt x="944349" y="2128"/>
                </a:lnTo>
                <a:lnTo>
                  <a:pt x="944349" y="26865"/>
                </a:lnTo>
                <a:lnTo>
                  <a:pt x="956385" y="26865"/>
                </a:lnTo>
                <a:lnTo>
                  <a:pt x="956385" y="36175"/>
                </a:lnTo>
                <a:lnTo>
                  <a:pt x="944349" y="36175"/>
                </a:lnTo>
                <a:lnTo>
                  <a:pt x="944349" y="77471"/>
                </a:lnTo>
                <a:cubicBezTo>
                  <a:pt x="944349" y="80884"/>
                  <a:pt x="944560" y="83079"/>
                  <a:pt x="944981" y="84054"/>
                </a:cubicBezTo>
                <a:cubicBezTo>
                  <a:pt x="945402" y="85030"/>
                  <a:pt x="946089" y="85805"/>
                  <a:pt x="947042" y="86382"/>
                </a:cubicBezTo>
                <a:cubicBezTo>
                  <a:pt x="947995" y="86958"/>
                  <a:pt x="949359" y="87246"/>
                  <a:pt x="951132" y="87246"/>
                </a:cubicBezTo>
                <a:cubicBezTo>
                  <a:pt x="952462" y="87246"/>
                  <a:pt x="954213" y="87135"/>
                  <a:pt x="956385" y="86914"/>
                </a:cubicBezTo>
                <a:close/>
                <a:moveTo>
                  <a:pt x="968085" y="97487"/>
                </a:moveTo>
                <a:lnTo>
                  <a:pt x="968085" y="0"/>
                </a:lnTo>
                <a:lnTo>
                  <a:pt x="980054" y="0"/>
                </a:lnTo>
                <a:lnTo>
                  <a:pt x="980054" y="34978"/>
                </a:lnTo>
                <a:cubicBezTo>
                  <a:pt x="985640" y="28506"/>
                  <a:pt x="992689" y="25269"/>
                  <a:pt x="1001201" y="25269"/>
                </a:cubicBezTo>
                <a:cubicBezTo>
                  <a:pt x="1006432" y="25269"/>
                  <a:pt x="1010976" y="26300"/>
                  <a:pt x="1014833" y="28362"/>
                </a:cubicBezTo>
                <a:cubicBezTo>
                  <a:pt x="1018690" y="30423"/>
                  <a:pt x="1021450" y="33271"/>
                  <a:pt x="1023112" y="36907"/>
                </a:cubicBezTo>
                <a:cubicBezTo>
                  <a:pt x="1024775" y="40542"/>
                  <a:pt x="1025606" y="45818"/>
                  <a:pt x="1025606" y="52733"/>
                </a:cubicBezTo>
                <a:lnTo>
                  <a:pt x="1025606" y="97487"/>
                </a:lnTo>
                <a:lnTo>
                  <a:pt x="1013636" y="97487"/>
                </a:lnTo>
                <a:lnTo>
                  <a:pt x="1013636" y="52733"/>
                </a:lnTo>
                <a:cubicBezTo>
                  <a:pt x="1013636" y="46749"/>
                  <a:pt x="1012339" y="42393"/>
                  <a:pt x="1009746" y="39666"/>
                </a:cubicBezTo>
                <a:cubicBezTo>
                  <a:pt x="1007153" y="36940"/>
                  <a:pt x="1003484" y="35577"/>
                  <a:pt x="998741" y="35577"/>
                </a:cubicBezTo>
                <a:cubicBezTo>
                  <a:pt x="995194" y="35577"/>
                  <a:pt x="991858" y="36497"/>
                  <a:pt x="988732" y="38336"/>
                </a:cubicBezTo>
                <a:cubicBezTo>
                  <a:pt x="985607" y="40176"/>
                  <a:pt x="983379" y="42670"/>
                  <a:pt x="982049" y="45818"/>
                </a:cubicBezTo>
                <a:cubicBezTo>
                  <a:pt x="980719" y="48965"/>
                  <a:pt x="980054" y="53310"/>
                  <a:pt x="980054" y="58851"/>
                </a:cubicBezTo>
                <a:lnTo>
                  <a:pt x="980054" y="97487"/>
                </a:lnTo>
                <a:lnTo>
                  <a:pt x="968085" y="97487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17.8±7.8words">
            <a:extLst xmlns:a="http://schemas.openxmlformats.org/drawingml/2006/main">
              <a:ext uri="{FF2B5EF4-FFF2-40B4-BE49-F238E27FC236}">
                <a16:creationId xmlns:a16="http://schemas.microsoft.com/office/drawing/2014/main" id="{4E25C208-6161-486C-9FD2-19603E50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506" y="1784301"/>
            <a:ext cx="1231603" cy="119697"/>
          </a:xfrm>
          <a:custGeom xmlns:a="http://schemas.openxmlformats.org/drawingml/2006/main">
            <a:pathLst>
              <a:path w="1231603" h="119697">
                <a:moveTo>
                  <a:pt x="51390" y="117463"/>
                </a:moveTo>
                <a:lnTo>
                  <a:pt x="28967" y="117463"/>
                </a:lnTo>
                <a:lnTo>
                  <a:pt x="28967" y="33049"/>
                </a:lnTo>
                <a:cubicBezTo>
                  <a:pt x="20774" y="40740"/>
                  <a:pt x="11119" y="46428"/>
                  <a:pt x="0" y="50113"/>
                </a:cubicBezTo>
                <a:lnTo>
                  <a:pt x="0" y="29685"/>
                </a:lnTo>
                <a:cubicBezTo>
                  <a:pt x="5852" y="27765"/>
                  <a:pt x="12209" y="24125"/>
                  <a:pt x="19072" y="18765"/>
                </a:cubicBezTo>
                <a:cubicBezTo>
                  <a:pt x="25934" y="13404"/>
                  <a:pt x="30643" y="7149"/>
                  <a:pt x="33196" y="0"/>
                </a:cubicBezTo>
                <a:lnTo>
                  <a:pt x="51390" y="0"/>
                </a:lnTo>
                <a:lnTo>
                  <a:pt x="51390" y="117463"/>
                </a:lnTo>
                <a:close/>
                <a:moveTo>
                  <a:pt x="84913" y="22822"/>
                </a:moveTo>
                <a:lnTo>
                  <a:pt x="84913" y="1915"/>
                </a:lnTo>
                <a:lnTo>
                  <a:pt x="161599" y="1915"/>
                </a:lnTo>
                <a:lnTo>
                  <a:pt x="161599" y="18194"/>
                </a:lnTo>
                <a:cubicBezTo>
                  <a:pt x="155269" y="24428"/>
                  <a:pt x="148831" y="33381"/>
                  <a:pt x="142288" y="45051"/>
                </a:cubicBezTo>
                <a:cubicBezTo>
                  <a:pt x="135745" y="56720"/>
                  <a:pt x="130757" y="69122"/>
                  <a:pt x="127326" y="82257"/>
                </a:cubicBezTo>
                <a:cubicBezTo>
                  <a:pt x="123895" y="95391"/>
                  <a:pt x="122205" y="107126"/>
                  <a:pt x="122259" y="117463"/>
                </a:cubicBezTo>
                <a:lnTo>
                  <a:pt x="100633" y="117463"/>
                </a:lnTo>
                <a:cubicBezTo>
                  <a:pt x="101006" y="101277"/>
                  <a:pt x="104344" y="84772"/>
                  <a:pt x="110648" y="67948"/>
                </a:cubicBezTo>
                <a:cubicBezTo>
                  <a:pt x="116952" y="51122"/>
                  <a:pt x="125371" y="36080"/>
                  <a:pt x="135904" y="22822"/>
                </a:cubicBezTo>
                <a:lnTo>
                  <a:pt x="84913" y="22822"/>
                </a:lnTo>
                <a:close/>
                <a:moveTo>
                  <a:pt x="180599" y="117463"/>
                </a:moveTo>
                <a:lnTo>
                  <a:pt x="180599" y="94960"/>
                </a:lnTo>
                <a:lnTo>
                  <a:pt x="203022" y="94960"/>
                </a:lnTo>
                <a:lnTo>
                  <a:pt x="203022" y="117463"/>
                </a:lnTo>
                <a:lnTo>
                  <a:pt x="180599" y="117463"/>
                </a:lnTo>
                <a:close/>
                <a:moveTo>
                  <a:pt x="240443" y="54305"/>
                </a:moveTo>
                <a:cubicBezTo>
                  <a:pt x="234644" y="51860"/>
                  <a:pt x="230428" y="48497"/>
                  <a:pt x="227795" y="44218"/>
                </a:cubicBezTo>
                <a:cubicBezTo>
                  <a:pt x="225161" y="39939"/>
                  <a:pt x="223845" y="35248"/>
                  <a:pt x="223845" y="30144"/>
                </a:cubicBezTo>
                <a:cubicBezTo>
                  <a:pt x="223845" y="21424"/>
                  <a:pt x="226890" y="14221"/>
                  <a:pt x="232981" y="8533"/>
                </a:cubicBezTo>
                <a:cubicBezTo>
                  <a:pt x="239073" y="2844"/>
                  <a:pt x="247731" y="0"/>
                  <a:pt x="258956" y="0"/>
                </a:cubicBezTo>
                <a:cubicBezTo>
                  <a:pt x="270074" y="0"/>
                  <a:pt x="278706" y="2844"/>
                  <a:pt x="284850" y="8533"/>
                </a:cubicBezTo>
                <a:cubicBezTo>
                  <a:pt x="290995" y="14221"/>
                  <a:pt x="294067" y="21424"/>
                  <a:pt x="294067" y="30144"/>
                </a:cubicBezTo>
                <a:cubicBezTo>
                  <a:pt x="294067" y="35565"/>
                  <a:pt x="292657" y="40390"/>
                  <a:pt x="289838" y="44617"/>
                </a:cubicBezTo>
                <a:cubicBezTo>
                  <a:pt x="287018" y="48843"/>
                  <a:pt x="283055" y="52073"/>
                  <a:pt x="277948" y="54305"/>
                </a:cubicBezTo>
                <a:cubicBezTo>
                  <a:pt x="284438" y="56920"/>
                  <a:pt x="289372" y="60736"/>
                  <a:pt x="292750" y="65751"/>
                </a:cubicBezTo>
                <a:cubicBezTo>
                  <a:pt x="296129" y="70767"/>
                  <a:pt x="297818" y="76556"/>
                  <a:pt x="297818" y="83120"/>
                </a:cubicBezTo>
                <a:cubicBezTo>
                  <a:pt x="297818" y="93951"/>
                  <a:pt x="294373" y="102755"/>
                  <a:pt x="287484" y="109533"/>
                </a:cubicBezTo>
                <a:cubicBezTo>
                  <a:pt x="280594" y="116309"/>
                  <a:pt x="271431" y="119697"/>
                  <a:pt x="259993" y="119697"/>
                </a:cubicBezTo>
                <a:cubicBezTo>
                  <a:pt x="249353" y="119697"/>
                  <a:pt x="240496" y="116896"/>
                  <a:pt x="233420" y="111294"/>
                </a:cubicBezTo>
                <a:cubicBezTo>
                  <a:pt x="225068" y="104677"/>
                  <a:pt x="220892" y="95606"/>
                  <a:pt x="220892" y="84080"/>
                </a:cubicBezTo>
                <a:cubicBezTo>
                  <a:pt x="220892" y="77729"/>
                  <a:pt x="222461" y="71900"/>
                  <a:pt x="225600" y="66592"/>
                </a:cubicBezTo>
                <a:cubicBezTo>
                  <a:pt x="228739" y="61282"/>
                  <a:pt x="233686" y="57186"/>
                  <a:pt x="240443" y="54305"/>
                </a:cubicBezTo>
                <a:moveTo>
                  <a:pt x="245071" y="31800"/>
                </a:moveTo>
                <a:cubicBezTo>
                  <a:pt x="245071" y="36257"/>
                  <a:pt x="246334" y="39732"/>
                  <a:pt x="248861" y="42226"/>
                </a:cubicBezTo>
                <a:cubicBezTo>
                  <a:pt x="251388" y="44718"/>
                  <a:pt x="254753" y="45964"/>
                  <a:pt x="258956" y="45964"/>
                </a:cubicBezTo>
                <a:cubicBezTo>
                  <a:pt x="263212" y="45964"/>
                  <a:pt x="266616" y="44704"/>
                  <a:pt x="269170" y="42186"/>
                </a:cubicBezTo>
                <a:cubicBezTo>
                  <a:pt x="271724" y="39666"/>
                  <a:pt x="273000" y="36177"/>
                  <a:pt x="273000" y="31720"/>
                </a:cubicBezTo>
                <a:cubicBezTo>
                  <a:pt x="273000" y="27529"/>
                  <a:pt x="271737" y="24174"/>
                  <a:pt x="269210" y="21655"/>
                </a:cubicBezTo>
                <a:cubicBezTo>
                  <a:pt x="266683" y="19135"/>
                  <a:pt x="263345" y="17875"/>
                  <a:pt x="259195" y="17875"/>
                </a:cubicBezTo>
                <a:cubicBezTo>
                  <a:pt x="254886" y="17875"/>
                  <a:pt x="251455" y="19148"/>
                  <a:pt x="248901" y="21695"/>
                </a:cubicBezTo>
                <a:cubicBezTo>
                  <a:pt x="246348" y="24240"/>
                  <a:pt x="245071" y="27609"/>
                  <a:pt x="245071" y="31800"/>
                </a:cubicBezTo>
                <a:moveTo>
                  <a:pt x="242996" y="81908"/>
                </a:moveTo>
                <a:cubicBezTo>
                  <a:pt x="242996" y="88119"/>
                  <a:pt x="244579" y="92964"/>
                  <a:pt x="247744" y="96444"/>
                </a:cubicBezTo>
                <a:cubicBezTo>
                  <a:pt x="250909" y="99923"/>
                  <a:pt x="254860" y="101663"/>
                  <a:pt x="259594" y="101663"/>
                </a:cubicBezTo>
                <a:cubicBezTo>
                  <a:pt x="264223" y="101663"/>
                  <a:pt x="268053" y="99991"/>
                  <a:pt x="271085" y="96646"/>
                </a:cubicBezTo>
                <a:cubicBezTo>
                  <a:pt x="274117" y="93299"/>
                  <a:pt x="275634" y="88466"/>
                  <a:pt x="275634" y="82147"/>
                </a:cubicBezTo>
                <a:cubicBezTo>
                  <a:pt x="275634" y="76633"/>
                  <a:pt x="274091" y="72203"/>
                  <a:pt x="271005" y="68858"/>
                </a:cubicBezTo>
                <a:cubicBezTo>
                  <a:pt x="267920" y="65512"/>
                  <a:pt x="264010" y="63839"/>
                  <a:pt x="259275" y="63839"/>
                </a:cubicBezTo>
                <a:cubicBezTo>
                  <a:pt x="253796" y="63839"/>
                  <a:pt x="249713" y="65740"/>
                  <a:pt x="247026" y="69542"/>
                </a:cubicBezTo>
                <a:cubicBezTo>
                  <a:pt x="244339" y="73342"/>
                  <a:pt x="242996" y="77464"/>
                  <a:pt x="242996" y="81908"/>
                </a:cubicBezTo>
                <a:close/>
                <a:moveTo>
                  <a:pt x="385199" y="88895"/>
                </a:moveTo>
                <a:lnTo>
                  <a:pt x="385199" y="58572"/>
                </a:lnTo>
                <a:lnTo>
                  <a:pt x="354557" y="58572"/>
                </a:lnTo>
                <a:lnTo>
                  <a:pt x="354557" y="37505"/>
                </a:lnTo>
                <a:lnTo>
                  <a:pt x="385199" y="37505"/>
                </a:lnTo>
                <a:lnTo>
                  <a:pt x="385199" y="7182"/>
                </a:lnTo>
                <a:lnTo>
                  <a:pt x="405627" y="7182"/>
                </a:lnTo>
                <a:lnTo>
                  <a:pt x="405627" y="37505"/>
                </a:lnTo>
                <a:lnTo>
                  <a:pt x="436350" y="37505"/>
                </a:lnTo>
                <a:lnTo>
                  <a:pt x="436350" y="58572"/>
                </a:lnTo>
                <a:lnTo>
                  <a:pt x="405627" y="58572"/>
                </a:lnTo>
                <a:lnTo>
                  <a:pt x="405627" y="88895"/>
                </a:lnTo>
                <a:lnTo>
                  <a:pt x="385199" y="88895"/>
                </a:lnTo>
                <a:moveTo>
                  <a:pt x="354557" y="117463"/>
                </a:moveTo>
                <a:lnTo>
                  <a:pt x="354557" y="96396"/>
                </a:lnTo>
                <a:lnTo>
                  <a:pt x="436350" y="96396"/>
                </a:lnTo>
                <a:lnTo>
                  <a:pt x="436350" y="117463"/>
                </a:lnTo>
                <a:lnTo>
                  <a:pt x="354557" y="117463"/>
                </a:lnTo>
                <a:close/>
                <a:moveTo>
                  <a:pt x="492598" y="22822"/>
                </a:moveTo>
                <a:lnTo>
                  <a:pt x="492598" y="1915"/>
                </a:lnTo>
                <a:lnTo>
                  <a:pt x="569284" y="1915"/>
                </a:lnTo>
                <a:lnTo>
                  <a:pt x="569284" y="18194"/>
                </a:lnTo>
                <a:cubicBezTo>
                  <a:pt x="562953" y="24428"/>
                  <a:pt x="556516" y="33381"/>
                  <a:pt x="549973" y="45051"/>
                </a:cubicBezTo>
                <a:cubicBezTo>
                  <a:pt x="543429" y="56720"/>
                  <a:pt x="538442" y="69122"/>
                  <a:pt x="535011" y="82257"/>
                </a:cubicBezTo>
                <a:cubicBezTo>
                  <a:pt x="531579" y="95391"/>
                  <a:pt x="529890" y="107126"/>
                  <a:pt x="529943" y="117463"/>
                </a:cubicBezTo>
                <a:lnTo>
                  <a:pt x="508318" y="117463"/>
                </a:lnTo>
                <a:cubicBezTo>
                  <a:pt x="508690" y="101277"/>
                  <a:pt x="512029" y="84772"/>
                  <a:pt x="518333" y="67948"/>
                </a:cubicBezTo>
                <a:cubicBezTo>
                  <a:pt x="524637" y="51122"/>
                  <a:pt x="533055" y="36080"/>
                  <a:pt x="543589" y="22822"/>
                </a:cubicBezTo>
                <a:lnTo>
                  <a:pt x="492598" y="22822"/>
                </a:lnTo>
                <a:close/>
                <a:moveTo>
                  <a:pt x="588284" y="117463"/>
                </a:moveTo>
                <a:lnTo>
                  <a:pt x="588284" y="94960"/>
                </a:lnTo>
                <a:lnTo>
                  <a:pt x="610707" y="94960"/>
                </a:lnTo>
                <a:lnTo>
                  <a:pt x="610707" y="117463"/>
                </a:lnTo>
                <a:lnTo>
                  <a:pt x="588284" y="117463"/>
                </a:lnTo>
                <a:close/>
                <a:moveTo>
                  <a:pt x="648127" y="54305"/>
                </a:moveTo>
                <a:cubicBezTo>
                  <a:pt x="642329" y="51860"/>
                  <a:pt x="638113" y="48497"/>
                  <a:pt x="635479" y="44218"/>
                </a:cubicBezTo>
                <a:cubicBezTo>
                  <a:pt x="632846" y="39939"/>
                  <a:pt x="631529" y="35248"/>
                  <a:pt x="631529" y="30144"/>
                </a:cubicBezTo>
                <a:cubicBezTo>
                  <a:pt x="631529" y="21424"/>
                  <a:pt x="634575" y="14221"/>
                  <a:pt x="640666" y="8533"/>
                </a:cubicBezTo>
                <a:cubicBezTo>
                  <a:pt x="646757" y="2844"/>
                  <a:pt x="655416" y="0"/>
                  <a:pt x="666640" y="0"/>
                </a:cubicBezTo>
                <a:cubicBezTo>
                  <a:pt x="677759" y="0"/>
                  <a:pt x="686391" y="2844"/>
                  <a:pt x="692535" y="8533"/>
                </a:cubicBezTo>
                <a:cubicBezTo>
                  <a:pt x="698679" y="14221"/>
                  <a:pt x="701752" y="21424"/>
                  <a:pt x="701752" y="30144"/>
                </a:cubicBezTo>
                <a:cubicBezTo>
                  <a:pt x="701752" y="35565"/>
                  <a:pt x="700342" y="40390"/>
                  <a:pt x="697522" y="44617"/>
                </a:cubicBezTo>
                <a:cubicBezTo>
                  <a:pt x="694703" y="48843"/>
                  <a:pt x="690740" y="52073"/>
                  <a:pt x="685632" y="54305"/>
                </a:cubicBezTo>
                <a:cubicBezTo>
                  <a:pt x="692123" y="56920"/>
                  <a:pt x="697057" y="60736"/>
                  <a:pt x="700435" y="65751"/>
                </a:cubicBezTo>
                <a:cubicBezTo>
                  <a:pt x="703813" y="70767"/>
                  <a:pt x="705502" y="76556"/>
                  <a:pt x="705502" y="83120"/>
                </a:cubicBezTo>
                <a:cubicBezTo>
                  <a:pt x="705502" y="93951"/>
                  <a:pt x="702058" y="102755"/>
                  <a:pt x="695168" y="109533"/>
                </a:cubicBezTo>
                <a:cubicBezTo>
                  <a:pt x="688279" y="116309"/>
                  <a:pt x="679116" y="119697"/>
                  <a:pt x="667678" y="119697"/>
                </a:cubicBezTo>
                <a:cubicBezTo>
                  <a:pt x="657038" y="119697"/>
                  <a:pt x="648180" y="116896"/>
                  <a:pt x="641105" y="111294"/>
                </a:cubicBezTo>
                <a:cubicBezTo>
                  <a:pt x="632753" y="104677"/>
                  <a:pt x="628577" y="95606"/>
                  <a:pt x="628577" y="84080"/>
                </a:cubicBezTo>
                <a:cubicBezTo>
                  <a:pt x="628577" y="77729"/>
                  <a:pt x="630146" y="71900"/>
                  <a:pt x="633285" y="66592"/>
                </a:cubicBezTo>
                <a:cubicBezTo>
                  <a:pt x="636424" y="61282"/>
                  <a:pt x="641371" y="57186"/>
                  <a:pt x="648127" y="54305"/>
                </a:cubicBezTo>
                <a:moveTo>
                  <a:pt x="652756" y="31800"/>
                </a:moveTo>
                <a:cubicBezTo>
                  <a:pt x="652756" y="36257"/>
                  <a:pt x="654019" y="39732"/>
                  <a:pt x="656546" y="42226"/>
                </a:cubicBezTo>
                <a:cubicBezTo>
                  <a:pt x="659073" y="44718"/>
                  <a:pt x="662438" y="45964"/>
                  <a:pt x="666640" y="45964"/>
                </a:cubicBezTo>
                <a:cubicBezTo>
                  <a:pt x="670896" y="45964"/>
                  <a:pt x="674301" y="44704"/>
                  <a:pt x="676855" y="42186"/>
                </a:cubicBezTo>
                <a:cubicBezTo>
                  <a:pt x="679408" y="39666"/>
                  <a:pt x="680685" y="36177"/>
                  <a:pt x="680685" y="31720"/>
                </a:cubicBezTo>
                <a:cubicBezTo>
                  <a:pt x="680685" y="27529"/>
                  <a:pt x="679422" y="24174"/>
                  <a:pt x="676895" y="21655"/>
                </a:cubicBezTo>
                <a:cubicBezTo>
                  <a:pt x="674368" y="19135"/>
                  <a:pt x="671029" y="17875"/>
                  <a:pt x="666880" y="17875"/>
                </a:cubicBezTo>
                <a:cubicBezTo>
                  <a:pt x="662571" y="17875"/>
                  <a:pt x="659139" y="19148"/>
                  <a:pt x="656586" y="21695"/>
                </a:cubicBezTo>
                <a:cubicBezTo>
                  <a:pt x="654032" y="24240"/>
                  <a:pt x="652756" y="27609"/>
                  <a:pt x="652756" y="31800"/>
                </a:cubicBezTo>
                <a:moveTo>
                  <a:pt x="650681" y="81908"/>
                </a:moveTo>
                <a:cubicBezTo>
                  <a:pt x="650681" y="88119"/>
                  <a:pt x="652264" y="92964"/>
                  <a:pt x="655429" y="96444"/>
                </a:cubicBezTo>
                <a:cubicBezTo>
                  <a:pt x="658594" y="99923"/>
                  <a:pt x="662544" y="101663"/>
                  <a:pt x="667279" y="101663"/>
                </a:cubicBezTo>
                <a:cubicBezTo>
                  <a:pt x="671907" y="101663"/>
                  <a:pt x="675737" y="99991"/>
                  <a:pt x="678770" y="96646"/>
                </a:cubicBezTo>
                <a:cubicBezTo>
                  <a:pt x="681802" y="93299"/>
                  <a:pt x="683318" y="88466"/>
                  <a:pt x="683318" y="82147"/>
                </a:cubicBezTo>
                <a:cubicBezTo>
                  <a:pt x="683318" y="76633"/>
                  <a:pt x="681776" y="72203"/>
                  <a:pt x="678690" y="68858"/>
                </a:cubicBezTo>
                <a:cubicBezTo>
                  <a:pt x="675604" y="65512"/>
                  <a:pt x="671694" y="63839"/>
                  <a:pt x="666960" y="63839"/>
                </a:cubicBezTo>
                <a:cubicBezTo>
                  <a:pt x="661480" y="63839"/>
                  <a:pt x="657397" y="65740"/>
                  <a:pt x="654711" y="69542"/>
                </a:cubicBezTo>
                <a:cubicBezTo>
                  <a:pt x="652024" y="73342"/>
                  <a:pt x="650681" y="77464"/>
                  <a:pt x="650681" y="81908"/>
                </a:cubicBezTo>
                <a:close/>
                <a:moveTo>
                  <a:pt x="785782" y="117463"/>
                </a:moveTo>
                <a:lnTo>
                  <a:pt x="758970" y="32717"/>
                </a:lnTo>
                <a:lnTo>
                  <a:pt x="780754" y="32717"/>
                </a:lnTo>
                <a:lnTo>
                  <a:pt x="796634" y="88257"/>
                </a:lnTo>
                <a:lnTo>
                  <a:pt x="811237" y="32717"/>
                </a:lnTo>
                <a:lnTo>
                  <a:pt x="832863" y="32717"/>
                </a:lnTo>
                <a:lnTo>
                  <a:pt x="846987" y="88257"/>
                </a:lnTo>
                <a:lnTo>
                  <a:pt x="863186" y="32717"/>
                </a:lnTo>
                <a:lnTo>
                  <a:pt x="885290" y="32717"/>
                </a:lnTo>
                <a:lnTo>
                  <a:pt x="858079" y="117463"/>
                </a:lnTo>
                <a:lnTo>
                  <a:pt x="836533" y="117463"/>
                </a:lnTo>
                <a:lnTo>
                  <a:pt x="821930" y="62961"/>
                </a:lnTo>
                <a:lnTo>
                  <a:pt x="807567" y="117463"/>
                </a:lnTo>
                <a:lnTo>
                  <a:pt x="785782" y="117463"/>
                </a:lnTo>
                <a:close/>
                <a:moveTo>
                  <a:pt x="891908" y="73893"/>
                </a:moveTo>
                <a:cubicBezTo>
                  <a:pt x="891908" y="66445"/>
                  <a:pt x="893743" y="59237"/>
                  <a:pt x="897414" y="52268"/>
                </a:cubicBezTo>
                <a:cubicBezTo>
                  <a:pt x="901085" y="45299"/>
                  <a:pt x="906285" y="39979"/>
                  <a:pt x="913015" y="36308"/>
                </a:cubicBezTo>
                <a:cubicBezTo>
                  <a:pt x="919744" y="32637"/>
                  <a:pt x="927259" y="30802"/>
                  <a:pt x="935558" y="30802"/>
                </a:cubicBezTo>
                <a:cubicBezTo>
                  <a:pt x="948379" y="30802"/>
                  <a:pt x="958885" y="34965"/>
                  <a:pt x="967078" y="43291"/>
                </a:cubicBezTo>
                <a:cubicBezTo>
                  <a:pt x="975271" y="51616"/>
                  <a:pt x="979367" y="62136"/>
                  <a:pt x="979367" y="74851"/>
                </a:cubicBezTo>
                <a:cubicBezTo>
                  <a:pt x="979367" y="87672"/>
                  <a:pt x="975231" y="98298"/>
                  <a:pt x="966958" y="106730"/>
                </a:cubicBezTo>
                <a:cubicBezTo>
                  <a:pt x="958686" y="115162"/>
                  <a:pt x="948272" y="119378"/>
                  <a:pt x="935717" y="119378"/>
                </a:cubicBezTo>
                <a:cubicBezTo>
                  <a:pt x="927950" y="119378"/>
                  <a:pt x="920542" y="117623"/>
                  <a:pt x="913494" y="114112"/>
                </a:cubicBezTo>
                <a:cubicBezTo>
                  <a:pt x="906445" y="110600"/>
                  <a:pt x="901085" y="105453"/>
                  <a:pt x="897414" y="98671"/>
                </a:cubicBezTo>
                <a:cubicBezTo>
                  <a:pt x="893743" y="91888"/>
                  <a:pt x="891908" y="83629"/>
                  <a:pt x="891908" y="73893"/>
                </a:cubicBezTo>
                <a:moveTo>
                  <a:pt x="914890" y="75090"/>
                </a:moveTo>
                <a:cubicBezTo>
                  <a:pt x="914890" y="83469"/>
                  <a:pt x="916885" y="89886"/>
                  <a:pt x="920875" y="94341"/>
                </a:cubicBezTo>
                <a:cubicBezTo>
                  <a:pt x="924865" y="98797"/>
                  <a:pt x="929786" y="101025"/>
                  <a:pt x="935638" y="101025"/>
                </a:cubicBezTo>
                <a:cubicBezTo>
                  <a:pt x="941489" y="101025"/>
                  <a:pt x="946397" y="98797"/>
                  <a:pt x="950360" y="94341"/>
                </a:cubicBezTo>
                <a:cubicBezTo>
                  <a:pt x="954324" y="89886"/>
                  <a:pt x="956305" y="83416"/>
                  <a:pt x="956305" y="74931"/>
                </a:cubicBezTo>
                <a:cubicBezTo>
                  <a:pt x="956305" y="66658"/>
                  <a:pt x="954324" y="60294"/>
                  <a:pt x="950360" y="55839"/>
                </a:cubicBezTo>
                <a:cubicBezTo>
                  <a:pt x="946397" y="51383"/>
                  <a:pt x="941489" y="49156"/>
                  <a:pt x="935638" y="49156"/>
                </a:cubicBezTo>
                <a:cubicBezTo>
                  <a:pt x="929786" y="49156"/>
                  <a:pt x="924865" y="51383"/>
                  <a:pt x="920875" y="55839"/>
                </a:cubicBezTo>
                <a:cubicBezTo>
                  <a:pt x="916885" y="60294"/>
                  <a:pt x="914890" y="66711"/>
                  <a:pt x="914890" y="75090"/>
                </a:cubicBezTo>
                <a:close/>
                <a:moveTo>
                  <a:pt x="1018382" y="117463"/>
                </a:moveTo>
                <a:lnTo>
                  <a:pt x="995958" y="117463"/>
                </a:lnTo>
                <a:lnTo>
                  <a:pt x="995958" y="32717"/>
                </a:lnTo>
                <a:lnTo>
                  <a:pt x="1016786" y="32717"/>
                </a:lnTo>
                <a:lnTo>
                  <a:pt x="1016786" y="44767"/>
                </a:lnTo>
                <a:cubicBezTo>
                  <a:pt x="1020350" y="39075"/>
                  <a:pt x="1023555" y="35324"/>
                  <a:pt x="1026402" y="33515"/>
                </a:cubicBezTo>
                <a:cubicBezTo>
                  <a:pt x="1029248" y="31707"/>
                  <a:pt x="1032479" y="30802"/>
                  <a:pt x="1036097" y="30802"/>
                </a:cubicBezTo>
                <a:cubicBezTo>
                  <a:pt x="1041204" y="30802"/>
                  <a:pt x="1046125" y="32212"/>
                  <a:pt x="1050860" y="35031"/>
                </a:cubicBezTo>
                <a:lnTo>
                  <a:pt x="1043917" y="54582"/>
                </a:lnTo>
                <a:cubicBezTo>
                  <a:pt x="1040140" y="52135"/>
                  <a:pt x="1036629" y="50911"/>
                  <a:pt x="1033384" y="50911"/>
                </a:cubicBezTo>
                <a:cubicBezTo>
                  <a:pt x="1030245" y="50911"/>
                  <a:pt x="1027585" y="51776"/>
                  <a:pt x="1025404" y="53505"/>
                </a:cubicBezTo>
                <a:cubicBezTo>
                  <a:pt x="1023223" y="55234"/>
                  <a:pt x="1021507" y="58359"/>
                  <a:pt x="1020257" y="62881"/>
                </a:cubicBezTo>
                <a:cubicBezTo>
                  <a:pt x="1019007" y="67403"/>
                  <a:pt x="1018382" y="76872"/>
                  <a:pt x="1018382" y="91289"/>
                </a:cubicBezTo>
                <a:lnTo>
                  <a:pt x="1018382" y="117463"/>
                </a:lnTo>
                <a:close/>
                <a:moveTo>
                  <a:pt x="1138246" y="117463"/>
                </a:moveTo>
                <a:lnTo>
                  <a:pt x="1117418" y="117463"/>
                </a:lnTo>
                <a:lnTo>
                  <a:pt x="1117418" y="105015"/>
                </a:lnTo>
                <a:cubicBezTo>
                  <a:pt x="1113960" y="109856"/>
                  <a:pt x="1109877" y="113460"/>
                  <a:pt x="1105169" y="115827"/>
                </a:cubicBezTo>
                <a:cubicBezTo>
                  <a:pt x="1100461" y="118195"/>
                  <a:pt x="1095713" y="119378"/>
                  <a:pt x="1090925" y="119378"/>
                </a:cubicBezTo>
                <a:cubicBezTo>
                  <a:pt x="1081190" y="119378"/>
                  <a:pt x="1072851" y="115455"/>
                  <a:pt x="1065908" y="107608"/>
                </a:cubicBezTo>
                <a:cubicBezTo>
                  <a:pt x="1058966" y="99761"/>
                  <a:pt x="1055495" y="88815"/>
                  <a:pt x="1055495" y="74771"/>
                </a:cubicBezTo>
                <a:cubicBezTo>
                  <a:pt x="1055495" y="60407"/>
                  <a:pt x="1058873" y="49488"/>
                  <a:pt x="1065629" y="42014"/>
                </a:cubicBezTo>
                <a:cubicBezTo>
                  <a:pt x="1072385" y="34539"/>
                  <a:pt x="1080924" y="30802"/>
                  <a:pt x="1091244" y="30802"/>
                </a:cubicBezTo>
                <a:cubicBezTo>
                  <a:pt x="1100714" y="30802"/>
                  <a:pt x="1108906" y="34739"/>
                  <a:pt x="1115822" y="42612"/>
                </a:cubicBezTo>
                <a:lnTo>
                  <a:pt x="1115822" y="479"/>
                </a:lnTo>
                <a:lnTo>
                  <a:pt x="1138246" y="479"/>
                </a:lnTo>
                <a:lnTo>
                  <a:pt x="1138246" y="117463"/>
                </a:lnTo>
                <a:moveTo>
                  <a:pt x="1078397" y="73297"/>
                </a:moveTo>
                <a:cubicBezTo>
                  <a:pt x="1078397" y="82328"/>
                  <a:pt x="1079647" y="88861"/>
                  <a:pt x="1082147" y="92898"/>
                </a:cubicBezTo>
                <a:cubicBezTo>
                  <a:pt x="1085765" y="98741"/>
                  <a:pt x="1090819" y="101663"/>
                  <a:pt x="1097309" y="101663"/>
                </a:cubicBezTo>
                <a:cubicBezTo>
                  <a:pt x="1102469" y="101663"/>
                  <a:pt x="1106858" y="99472"/>
                  <a:pt x="1110476" y="95090"/>
                </a:cubicBezTo>
                <a:cubicBezTo>
                  <a:pt x="1114093" y="90707"/>
                  <a:pt x="1115902" y="84161"/>
                  <a:pt x="1115902" y="75449"/>
                </a:cubicBezTo>
                <a:cubicBezTo>
                  <a:pt x="1115902" y="65727"/>
                  <a:pt x="1114146" y="58728"/>
                  <a:pt x="1110635" y="54452"/>
                </a:cubicBezTo>
                <a:cubicBezTo>
                  <a:pt x="1107124" y="50176"/>
                  <a:pt x="1102629" y="48039"/>
                  <a:pt x="1097149" y="48039"/>
                </a:cubicBezTo>
                <a:cubicBezTo>
                  <a:pt x="1091830" y="48039"/>
                  <a:pt x="1087374" y="50150"/>
                  <a:pt x="1083783" y="54373"/>
                </a:cubicBezTo>
                <a:cubicBezTo>
                  <a:pt x="1080192" y="58595"/>
                  <a:pt x="1078397" y="64903"/>
                  <a:pt x="1078397" y="73297"/>
                </a:cubicBezTo>
                <a:close/>
                <a:moveTo>
                  <a:pt x="1152443" y="93364"/>
                </a:moveTo>
                <a:lnTo>
                  <a:pt x="1174946" y="89853"/>
                </a:lnTo>
                <a:cubicBezTo>
                  <a:pt x="1175904" y="94189"/>
                  <a:pt x="1177845" y="97480"/>
                  <a:pt x="1180771" y="99728"/>
                </a:cubicBezTo>
                <a:cubicBezTo>
                  <a:pt x="1183697" y="101976"/>
                  <a:pt x="1187794" y="103099"/>
                  <a:pt x="1193060" y="103099"/>
                </a:cubicBezTo>
                <a:cubicBezTo>
                  <a:pt x="1198859" y="103099"/>
                  <a:pt x="1203221" y="102037"/>
                  <a:pt x="1206147" y="99912"/>
                </a:cubicBezTo>
                <a:cubicBezTo>
                  <a:pt x="1208116" y="98425"/>
                  <a:pt x="1209100" y="96432"/>
                  <a:pt x="1209100" y="93935"/>
                </a:cubicBezTo>
                <a:cubicBezTo>
                  <a:pt x="1209100" y="92234"/>
                  <a:pt x="1208568" y="90826"/>
                  <a:pt x="1207504" y="89711"/>
                </a:cubicBezTo>
                <a:cubicBezTo>
                  <a:pt x="1206387" y="88648"/>
                  <a:pt x="1203886" y="87666"/>
                  <a:pt x="1200003" y="86763"/>
                </a:cubicBezTo>
                <a:cubicBezTo>
                  <a:pt x="1181915" y="82780"/>
                  <a:pt x="1170451" y="79141"/>
                  <a:pt x="1165610" y="75846"/>
                </a:cubicBezTo>
                <a:cubicBezTo>
                  <a:pt x="1158907" y="71274"/>
                  <a:pt x="1155555" y="64923"/>
                  <a:pt x="1155555" y="56791"/>
                </a:cubicBezTo>
                <a:cubicBezTo>
                  <a:pt x="1155555" y="49457"/>
                  <a:pt x="1158454" y="43291"/>
                  <a:pt x="1164253" y="38296"/>
                </a:cubicBezTo>
                <a:cubicBezTo>
                  <a:pt x="1170052" y="33300"/>
                  <a:pt x="1179042" y="30802"/>
                  <a:pt x="1191225" y="30802"/>
                </a:cubicBezTo>
                <a:cubicBezTo>
                  <a:pt x="1202822" y="30802"/>
                  <a:pt x="1211441" y="32684"/>
                  <a:pt x="1217080" y="36448"/>
                </a:cubicBezTo>
                <a:cubicBezTo>
                  <a:pt x="1222719" y="40212"/>
                  <a:pt x="1226602" y="45778"/>
                  <a:pt x="1228730" y="53146"/>
                </a:cubicBezTo>
                <a:lnTo>
                  <a:pt x="1207584" y="57136"/>
                </a:lnTo>
                <a:cubicBezTo>
                  <a:pt x="1206679" y="53837"/>
                  <a:pt x="1204964" y="51310"/>
                  <a:pt x="1202437" y="49555"/>
                </a:cubicBezTo>
                <a:cubicBezTo>
                  <a:pt x="1199910" y="47799"/>
                  <a:pt x="1196305" y="46921"/>
                  <a:pt x="1191624" y="46921"/>
                </a:cubicBezTo>
                <a:cubicBezTo>
                  <a:pt x="1185719" y="46921"/>
                  <a:pt x="1181490" y="47745"/>
                  <a:pt x="1178936" y="49393"/>
                </a:cubicBezTo>
                <a:cubicBezTo>
                  <a:pt x="1177234" y="50560"/>
                  <a:pt x="1176383" y="52073"/>
                  <a:pt x="1176383" y="53934"/>
                </a:cubicBezTo>
                <a:cubicBezTo>
                  <a:pt x="1176383" y="55526"/>
                  <a:pt x="1177127" y="56880"/>
                  <a:pt x="1178617" y="57996"/>
                </a:cubicBezTo>
                <a:cubicBezTo>
                  <a:pt x="1180638" y="59484"/>
                  <a:pt x="1187621" y="61583"/>
                  <a:pt x="1199564" y="64292"/>
                </a:cubicBezTo>
                <a:cubicBezTo>
                  <a:pt x="1211507" y="67002"/>
                  <a:pt x="1219846" y="70326"/>
                  <a:pt x="1224581" y="74265"/>
                </a:cubicBezTo>
                <a:cubicBezTo>
                  <a:pt x="1229262" y="78258"/>
                  <a:pt x="1231603" y="83821"/>
                  <a:pt x="1231603" y="90953"/>
                </a:cubicBezTo>
                <a:cubicBezTo>
                  <a:pt x="1231603" y="98725"/>
                  <a:pt x="1228358" y="105405"/>
                  <a:pt x="1221868" y="110994"/>
                </a:cubicBezTo>
                <a:cubicBezTo>
                  <a:pt x="1215377" y="116584"/>
                  <a:pt x="1205775" y="119378"/>
                  <a:pt x="1193060" y="119378"/>
                </a:cubicBezTo>
                <a:cubicBezTo>
                  <a:pt x="1181516" y="119378"/>
                  <a:pt x="1172379" y="117045"/>
                  <a:pt x="1165650" y="112378"/>
                </a:cubicBezTo>
                <a:cubicBezTo>
                  <a:pt x="1158920" y="107710"/>
                  <a:pt x="1154518" y="101372"/>
                  <a:pt x="1152443" y="93364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�">
            <a:extLst xmlns:a="http://schemas.openxmlformats.org/drawingml/2006/main">
              <a:ext uri="{FF2B5EF4-FFF2-40B4-BE49-F238E27FC236}">
                <a16:creationId xmlns:a16="http://schemas.microsoft.com/office/drawing/2014/main" id="{3CBE6F18-1C7F-44E3-9D07-4074786C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067" y="1614332"/>
            <a:ext cx="287426" cy="287426"/>
          </a:xfrm>
          <a:custGeom xmlns:a="http://schemas.openxmlformats.org/drawingml/2006/main">
            <a:pathLst>
              <a:path w="287426" h="287426">
                <a:moveTo>
                  <a:pt x="184774" y="20530"/>
                </a:moveTo>
                <a:cubicBezTo>
                  <a:pt x="184774" y="32079"/>
                  <a:pt x="175792" y="41061"/>
                  <a:pt x="164243" y="41061"/>
                </a:cubicBezTo>
                <a:lnTo>
                  <a:pt x="20530" y="41061"/>
                </a:lnTo>
                <a:cubicBezTo>
                  <a:pt x="8982" y="41061"/>
                  <a:pt x="0" y="32079"/>
                  <a:pt x="0" y="20530"/>
                </a:cubicBezTo>
                <a:cubicBezTo>
                  <a:pt x="0" y="8982"/>
                  <a:pt x="8982" y="0"/>
                  <a:pt x="20530" y="0"/>
                </a:cubicBezTo>
                <a:lnTo>
                  <a:pt x="164243" y="0"/>
                </a:lnTo>
                <a:cubicBezTo>
                  <a:pt x="175792" y="0"/>
                  <a:pt x="184774" y="8982"/>
                  <a:pt x="184774" y="20530"/>
                </a:cubicBezTo>
                <a:moveTo>
                  <a:pt x="184774" y="184774"/>
                </a:moveTo>
                <a:cubicBezTo>
                  <a:pt x="184774" y="196322"/>
                  <a:pt x="175792" y="205304"/>
                  <a:pt x="164243" y="205304"/>
                </a:cubicBezTo>
                <a:lnTo>
                  <a:pt x="20530" y="205304"/>
                </a:lnTo>
                <a:cubicBezTo>
                  <a:pt x="8982" y="205304"/>
                  <a:pt x="0" y="196322"/>
                  <a:pt x="0" y="184774"/>
                </a:cubicBezTo>
                <a:cubicBezTo>
                  <a:pt x="0" y="173225"/>
                  <a:pt x="8982" y="164243"/>
                  <a:pt x="20530" y="164243"/>
                </a:cubicBezTo>
                <a:lnTo>
                  <a:pt x="164243" y="164243"/>
                </a:lnTo>
                <a:cubicBezTo>
                  <a:pt x="175792" y="164243"/>
                  <a:pt x="184774" y="173225"/>
                  <a:pt x="184774" y="184774"/>
                </a:cubicBezTo>
                <a:moveTo>
                  <a:pt x="0" y="102652"/>
                </a:moveTo>
                <a:cubicBezTo>
                  <a:pt x="0" y="91104"/>
                  <a:pt x="8982" y="82122"/>
                  <a:pt x="20530" y="82122"/>
                </a:cubicBezTo>
                <a:lnTo>
                  <a:pt x="266895" y="82122"/>
                </a:lnTo>
                <a:cubicBezTo>
                  <a:pt x="278444" y="82122"/>
                  <a:pt x="287426" y="91104"/>
                  <a:pt x="287426" y="102652"/>
                </a:cubicBezTo>
                <a:cubicBezTo>
                  <a:pt x="287426" y="114200"/>
                  <a:pt x="278444" y="123183"/>
                  <a:pt x="266895" y="123183"/>
                </a:cubicBezTo>
                <a:lnTo>
                  <a:pt x="20530" y="123183"/>
                </a:lnTo>
                <a:cubicBezTo>
                  <a:pt x="8982" y="123183"/>
                  <a:pt x="0" y="114200"/>
                  <a:pt x="0" y="102652"/>
                </a:cubicBezTo>
                <a:moveTo>
                  <a:pt x="287426" y="266895"/>
                </a:moveTo>
                <a:cubicBezTo>
                  <a:pt x="287426" y="278444"/>
                  <a:pt x="278444" y="287426"/>
                  <a:pt x="266895" y="287426"/>
                </a:cubicBezTo>
                <a:lnTo>
                  <a:pt x="20530" y="287426"/>
                </a:lnTo>
                <a:cubicBezTo>
                  <a:pt x="8982" y="287426"/>
                  <a:pt x="0" y="278444"/>
                  <a:pt x="0" y="266895"/>
                </a:cubicBezTo>
                <a:cubicBezTo>
                  <a:pt x="0" y="255347"/>
                  <a:pt x="8982" y="246365"/>
                  <a:pt x="20530" y="246365"/>
                </a:cubicBezTo>
                <a:lnTo>
                  <a:pt x="266895" y="246365"/>
                </a:lnTo>
                <a:cubicBezTo>
                  <a:pt x="278444" y="246365"/>
                  <a:pt x="287426" y="255347"/>
                  <a:pt x="287426" y="266895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23FAE-C457-4A3F-B3D7-7737BA93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5" y="2730734"/>
            <a:ext cx="3239348" cy="678080"/>
          </a:xfrm>
          <a:custGeom xmlns:a="http://schemas.openxmlformats.org/drawingml/2006/main">
            <a:pathLst>
              <a:path w="3239348" h="678080">
                <a:moveTo>
                  <a:pt x="3239348" y="144282"/>
                </a:moveTo>
                <a:lnTo>
                  <a:pt x="3239348" y="533798"/>
                </a:lnTo>
                <a:cubicBezTo>
                  <a:pt x="3239348" y="613430"/>
                  <a:pt x="3174702" y="678080"/>
                  <a:pt x="3095068" y="678080"/>
                </a:cubicBezTo>
                <a:lnTo>
                  <a:pt x="144282" y="678080"/>
                </a:lnTo>
                <a:cubicBezTo>
                  <a:pt x="64650" y="678080"/>
                  <a:pt x="0" y="613430"/>
                  <a:pt x="0" y="533798"/>
                </a:cubicBezTo>
                <a:lnTo>
                  <a:pt x="0" y="144282"/>
                </a:lnTo>
                <a:cubicBezTo>
                  <a:pt x="0" y="64650"/>
                  <a:pt x="64650" y="0"/>
                  <a:pt x="144282" y="0"/>
                </a:cubicBezTo>
                <a:lnTo>
                  <a:pt x="3095068" y="0"/>
                </a:lnTo>
                <a:cubicBezTo>
                  <a:pt x="3174702" y="0"/>
                  <a:pt x="3239348" y="64650"/>
                  <a:pt x="3239348" y="144282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Datasetsplits">
            <a:extLst xmlns:a="http://schemas.openxmlformats.org/drawingml/2006/main">
              <a:ext uri="{FF2B5EF4-FFF2-40B4-BE49-F238E27FC236}">
                <a16:creationId xmlns:a16="http://schemas.microsoft.com/office/drawing/2014/main" id="{EF6DD65A-EE6B-4613-A8AB-50FC0E89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14" y="2812212"/>
            <a:ext cx="801756" cy="124618"/>
          </a:xfrm>
          <a:custGeom xmlns:a="http://schemas.openxmlformats.org/drawingml/2006/main">
            <a:pathLst>
              <a:path w="801756" h="124618">
                <a:moveTo>
                  <a:pt x="0" y="97487"/>
                </a:moveTo>
                <a:lnTo>
                  <a:pt x="0" y="0"/>
                </a:lnTo>
                <a:lnTo>
                  <a:pt x="33582" y="0"/>
                </a:lnTo>
                <a:cubicBezTo>
                  <a:pt x="41163" y="0"/>
                  <a:pt x="46948" y="465"/>
                  <a:pt x="50938" y="1396"/>
                </a:cubicBezTo>
                <a:cubicBezTo>
                  <a:pt x="56524" y="2682"/>
                  <a:pt x="61290" y="5010"/>
                  <a:pt x="65235" y="8379"/>
                </a:cubicBezTo>
                <a:cubicBezTo>
                  <a:pt x="70378" y="12723"/>
                  <a:pt x="74224" y="18276"/>
                  <a:pt x="76773" y="25037"/>
                </a:cubicBezTo>
                <a:cubicBezTo>
                  <a:pt x="79322" y="31797"/>
                  <a:pt x="80596" y="39522"/>
                  <a:pt x="80596" y="48211"/>
                </a:cubicBezTo>
                <a:cubicBezTo>
                  <a:pt x="80596" y="55615"/>
                  <a:pt x="79732" y="62176"/>
                  <a:pt x="78003" y="67895"/>
                </a:cubicBezTo>
                <a:cubicBezTo>
                  <a:pt x="76274" y="73614"/>
                  <a:pt x="74057" y="78346"/>
                  <a:pt x="71353" y="82093"/>
                </a:cubicBezTo>
                <a:cubicBezTo>
                  <a:pt x="68649" y="85839"/>
                  <a:pt x="65690" y="88787"/>
                  <a:pt x="62475" y="90937"/>
                </a:cubicBezTo>
                <a:cubicBezTo>
                  <a:pt x="59261" y="93087"/>
                  <a:pt x="55382" y="94716"/>
                  <a:pt x="50838" y="95824"/>
                </a:cubicBezTo>
                <a:cubicBezTo>
                  <a:pt x="46294" y="96933"/>
                  <a:pt x="41074" y="97487"/>
                  <a:pt x="35178" y="97487"/>
                </a:cubicBezTo>
                <a:lnTo>
                  <a:pt x="0" y="97487"/>
                </a:lnTo>
                <a:moveTo>
                  <a:pt x="12901" y="85983"/>
                </a:moveTo>
                <a:lnTo>
                  <a:pt x="33715" y="85983"/>
                </a:lnTo>
                <a:cubicBezTo>
                  <a:pt x="40143" y="85983"/>
                  <a:pt x="45186" y="85384"/>
                  <a:pt x="48843" y="84187"/>
                </a:cubicBezTo>
                <a:cubicBezTo>
                  <a:pt x="52501" y="82990"/>
                  <a:pt x="55416" y="81306"/>
                  <a:pt x="57588" y="79133"/>
                </a:cubicBezTo>
                <a:cubicBezTo>
                  <a:pt x="60647" y="76074"/>
                  <a:pt x="63030" y="71963"/>
                  <a:pt x="64736" y="66798"/>
                </a:cubicBezTo>
                <a:cubicBezTo>
                  <a:pt x="66443" y="61633"/>
                  <a:pt x="67297" y="55371"/>
                  <a:pt x="67297" y="48012"/>
                </a:cubicBezTo>
                <a:cubicBezTo>
                  <a:pt x="67297" y="37816"/>
                  <a:pt x="65623" y="29980"/>
                  <a:pt x="62276" y="24505"/>
                </a:cubicBezTo>
                <a:cubicBezTo>
                  <a:pt x="58929" y="19030"/>
                  <a:pt x="54861" y="15361"/>
                  <a:pt x="50073" y="13499"/>
                </a:cubicBezTo>
                <a:cubicBezTo>
                  <a:pt x="46616" y="12169"/>
                  <a:pt x="41052" y="11504"/>
                  <a:pt x="33382" y="11504"/>
                </a:cubicBezTo>
                <a:lnTo>
                  <a:pt x="12901" y="11504"/>
                </a:lnTo>
                <a:lnTo>
                  <a:pt x="12901" y="85983"/>
                </a:lnTo>
                <a:close/>
                <a:moveTo>
                  <a:pt x="142910" y="88767"/>
                </a:moveTo>
                <a:cubicBezTo>
                  <a:pt x="138477" y="92538"/>
                  <a:pt x="134210" y="95200"/>
                  <a:pt x="130109" y="96753"/>
                </a:cubicBezTo>
                <a:cubicBezTo>
                  <a:pt x="126008" y="98306"/>
                  <a:pt x="121608" y="99083"/>
                  <a:pt x="116909" y="99083"/>
                </a:cubicBezTo>
                <a:cubicBezTo>
                  <a:pt x="109151" y="99083"/>
                  <a:pt x="103188" y="97186"/>
                  <a:pt x="99021" y="93393"/>
                </a:cubicBezTo>
                <a:cubicBezTo>
                  <a:pt x="94854" y="89600"/>
                  <a:pt x="92770" y="84753"/>
                  <a:pt x="92770" y="78853"/>
                </a:cubicBezTo>
                <a:cubicBezTo>
                  <a:pt x="92770" y="75393"/>
                  <a:pt x="93557" y="72233"/>
                  <a:pt x="95131" y="69373"/>
                </a:cubicBezTo>
                <a:cubicBezTo>
                  <a:pt x="96704" y="66510"/>
                  <a:pt x="98766" y="64214"/>
                  <a:pt x="101315" y="62484"/>
                </a:cubicBezTo>
                <a:cubicBezTo>
                  <a:pt x="103864" y="60753"/>
                  <a:pt x="106735" y="59445"/>
                  <a:pt x="109927" y="58558"/>
                </a:cubicBezTo>
                <a:cubicBezTo>
                  <a:pt x="112276" y="57936"/>
                  <a:pt x="115823" y="57337"/>
                  <a:pt x="120566" y="56761"/>
                </a:cubicBezTo>
                <a:cubicBezTo>
                  <a:pt x="130231" y="55616"/>
                  <a:pt x="137346" y="54252"/>
                  <a:pt x="141912" y="52667"/>
                </a:cubicBezTo>
                <a:cubicBezTo>
                  <a:pt x="141957" y="51034"/>
                  <a:pt x="141979" y="49996"/>
                  <a:pt x="141979" y="49554"/>
                </a:cubicBezTo>
                <a:cubicBezTo>
                  <a:pt x="141979" y="44695"/>
                  <a:pt x="140848" y="41273"/>
                  <a:pt x="138588" y="39286"/>
                </a:cubicBezTo>
                <a:cubicBezTo>
                  <a:pt x="135529" y="36592"/>
                  <a:pt x="130985" y="35244"/>
                  <a:pt x="124955" y="35244"/>
                </a:cubicBezTo>
                <a:cubicBezTo>
                  <a:pt x="119325" y="35244"/>
                  <a:pt x="115169" y="36231"/>
                  <a:pt x="112487" y="38203"/>
                </a:cubicBezTo>
                <a:cubicBezTo>
                  <a:pt x="109805" y="40176"/>
                  <a:pt x="107821" y="43667"/>
                  <a:pt x="106535" y="48677"/>
                </a:cubicBezTo>
                <a:lnTo>
                  <a:pt x="94831" y="47081"/>
                </a:lnTo>
                <a:cubicBezTo>
                  <a:pt x="95895" y="42056"/>
                  <a:pt x="97647" y="37998"/>
                  <a:pt x="100085" y="34908"/>
                </a:cubicBezTo>
                <a:cubicBezTo>
                  <a:pt x="102523" y="31817"/>
                  <a:pt x="106048" y="29438"/>
                  <a:pt x="110658" y="27771"/>
                </a:cubicBezTo>
                <a:cubicBezTo>
                  <a:pt x="115269" y="26103"/>
                  <a:pt x="120611" y="25269"/>
                  <a:pt x="126684" y="25269"/>
                </a:cubicBezTo>
                <a:cubicBezTo>
                  <a:pt x="132713" y="25269"/>
                  <a:pt x="137612" y="25979"/>
                  <a:pt x="141380" y="27397"/>
                </a:cubicBezTo>
                <a:cubicBezTo>
                  <a:pt x="145149" y="28816"/>
                  <a:pt x="147919" y="30600"/>
                  <a:pt x="149693" y="32751"/>
                </a:cubicBezTo>
                <a:cubicBezTo>
                  <a:pt x="151466" y="34901"/>
                  <a:pt x="152707" y="37616"/>
                  <a:pt x="153417" y="40897"/>
                </a:cubicBezTo>
                <a:cubicBezTo>
                  <a:pt x="153816" y="42936"/>
                  <a:pt x="154015" y="46616"/>
                  <a:pt x="154015" y="51935"/>
                </a:cubicBezTo>
                <a:lnTo>
                  <a:pt x="154015" y="67895"/>
                </a:lnTo>
                <a:cubicBezTo>
                  <a:pt x="154015" y="79023"/>
                  <a:pt x="154270" y="86060"/>
                  <a:pt x="154780" y="89008"/>
                </a:cubicBezTo>
                <a:cubicBezTo>
                  <a:pt x="155290" y="91956"/>
                  <a:pt x="156298" y="94783"/>
                  <a:pt x="157806" y="97487"/>
                </a:cubicBezTo>
                <a:lnTo>
                  <a:pt x="145304" y="97487"/>
                </a:lnTo>
                <a:cubicBezTo>
                  <a:pt x="144063" y="95002"/>
                  <a:pt x="143265" y="92095"/>
                  <a:pt x="142910" y="88767"/>
                </a:cubicBezTo>
                <a:moveTo>
                  <a:pt x="141912" y="61977"/>
                </a:moveTo>
                <a:cubicBezTo>
                  <a:pt x="137568" y="63765"/>
                  <a:pt x="131051" y="65285"/>
                  <a:pt x="122362" y="66536"/>
                </a:cubicBezTo>
                <a:cubicBezTo>
                  <a:pt x="117441" y="67248"/>
                  <a:pt x="113961" y="68050"/>
                  <a:pt x="111922" y="68940"/>
                </a:cubicBezTo>
                <a:cubicBezTo>
                  <a:pt x="109882" y="69830"/>
                  <a:pt x="108308" y="71132"/>
                  <a:pt x="107200" y="72847"/>
                </a:cubicBezTo>
                <a:cubicBezTo>
                  <a:pt x="106092" y="74561"/>
                  <a:pt x="105538" y="76464"/>
                  <a:pt x="105538" y="78556"/>
                </a:cubicBezTo>
                <a:cubicBezTo>
                  <a:pt x="105538" y="81760"/>
                  <a:pt x="106746" y="84431"/>
                  <a:pt x="109162" y="86569"/>
                </a:cubicBezTo>
                <a:cubicBezTo>
                  <a:pt x="111578" y="88705"/>
                  <a:pt x="115114" y="89773"/>
                  <a:pt x="119768" y="89773"/>
                </a:cubicBezTo>
                <a:cubicBezTo>
                  <a:pt x="124379" y="89773"/>
                  <a:pt x="128480" y="88760"/>
                  <a:pt x="132071" y="86733"/>
                </a:cubicBezTo>
                <a:cubicBezTo>
                  <a:pt x="135662" y="84706"/>
                  <a:pt x="138299" y="81933"/>
                  <a:pt x="139984" y="78414"/>
                </a:cubicBezTo>
                <a:cubicBezTo>
                  <a:pt x="141270" y="75696"/>
                  <a:pt x="141912" y="71687"/>
                  <a:pt x="141912" y="66386"/>
                </a:cubicBezTo>
                <a:lnTo>
                  <a:pt x="141912" y="61977"/>
                </a:lnTo>
                <a:close/>
                <a:moveTo>
                  <a:pt x="198709" y="86914"/>
                </a:moveTo>
                <a:lnTo>
                  <a:pt x="200438" y="97487"/>
                </a:lnTo>
                <a:cubicBezTo>
                  <a:pt x="197068" y="98108"/>
                  <a:pt x="194054" y="98418"/>
                  <a:pt x="191394" y="98418"/>
                </a:cubicBezTo>
                <a:cubicBezTo>
                  <a:pt x="187049" y="98418"/>
                  <a:pt x="183680" y="97731"/>
                  <a:pt x="181286" y="96356"/>
                </a:cubicBezTo>
                <a:cubicBezTo>
                  <a:pt x="178892" y="94982"/>
                  <a:pt x="177207" y="93176"/>
                  <a:pt x="176232" y="90937"/>
                </a:cubicBezTo>
                <a:cubicBezTo>
                  <a:pt x="175257" y="88698"/>
                  <a:pt x="174769" y="83988"/>
                  <a:pt x="174769" y="76806"/>
                </a:cubicBezTo>
                <a:lnTo>
                  <a:pt x="174769" y="36175"/>
                </a:lnTo>
                <a:lnTo>
                  <a:pt x="165991" y="36175"/>
                </a:lnTo>
                <a:lnTo>
                  <a:pt x="165991" y="26865"/>
                </a:lnTo>
                <a:lnTo>
                  <a:pt x="174769" y="26865"/>
                </a:lnTo>
                <a:lnTo>
                  <a:pt x="174769" y="9329"/>
                </a:lnTo>
                <a:lnTo>
                  <a:pt x="186672" y="2128"/>
                </a:lnTo>
                <a:lnTo>
                  <a:pt x="186672" y="26865"/>
                </a:lnTo>
                <a:lnTo>
                  <a:pt x="198709" y="26865"/>
                </a:lnTo>
                <a:lnTo>
                  <a:pt x="198709" y="36175"/>
                </a:lnTo>
                <a:lnTo>
                  <a:pt x="186672" y="36175"/>
                </a:lnTo>
                <a:lnTo>
                  <a:pt x="186672" y="77471"/>
                </a:lnTo>
                <a:cubicBezTo>
                  <a:pt x="186672" y="80884"/>
                  <a:pt x="186883" y="83079"/>
                  <a:pt x="187304" y="84054"/>
                </a:cubicBezTo>
                <a:cubicBezTo>
                  <a:pt x="187725" y="85030"/>
                  <a:pt x="188413" y="85805"/>
                  <a:pt x="189366" y="86382"/>
                </a:cubicBezTo>
                <a:cubicBezTo>
                  <a:pt x="190319" y="86958"/>
                  <a:pt x="191682" y="87246"/>
                  <a:pt x="193455" y="87246"/>
                </a:cubicBezTo>
                <a:cubicBezTo>
                  <a:pt x="194785" y="87246"/>
                  <a:pt x="196536" y="87135"/>
                  <a:pt x="198709" y="86914"/>
                </a:cubicBezTo>
                <a:close/>
                <a:moveTo>
                  <a:pt x="256492" y="88767"/>
                </a:moveTo>
                <a:cubicBezTo>
                  <a:pt x="252058" y="92538"/>
                  <a:pt x="247791" y="95200"/>
                  <a:pt x="243691" y="96753"/>
                </a:cubicBezTo>
                <a:cubicBezTo>
                  <a:pt x="239590" y="98306"/>
                  <a:pt x="235190" y="99083"/>
                  <a:pt x="230491" y="99083"/>
                </a:cubicBezTo>
                <a:cubicBezTo>
                  <a:pt x="222733" y="99083"/>
                  <a:pt x="216770" y="97186"/>
                  <a:pt x="212603" y="93393"/>
                </a:cubicBezTo>
                <a:cubicBezTo>
                  <a:pt x="208435" y="89600"/>
                  <a:pt x="206352" y="84753"/>
                  <a:pt x="206352" y="78853"/>
                </a:cubicBezTo>
                <a:cubicBezTo>
                  <a:pt x="206352" y="75393"/>
                  <a:pt x="207139" y="72233"/>
                  <a:pt x="208712" y="69373"/>
                </a:cubicBezTo>
                <a:cubicBezTo>
                  <a:pt x="210286" y="66510"/>
                  <a:pt x="212348" y="64214"/>
                  <a:pt x="214897" y="62484"/>
                </a:cubicBezTo>
                <a:cubicBezTo>
                  <a:pt x="217446" y="60753"/>
                  <a:pt x="220316" y="59445"/>
                  <a:pt x="223508" y="58558"/>
                </a:cubicBezTo>
                <a:cubicBezTo>
                  <a:pt x="225858" y="57936"/>
                  <a:pt x="229405" y="57337"/>
                  <a:pt x="234148" y="56761"/>
                </a:cubicBezTo>
                <a:cubicBezTo>
                  <a:pt x="243813" y="55616"/>
                  <a:pt x="250928" y="54252"/>
                  <a:pt x="255494" y="52667"/>
                </a:cubicBezTo>
                <a:cubicBezTo>
                  <a:pt x="255539" y="51034"/>
                  <a:pt x="255561" y="49996"/>
                  <a:pt x="255561" y="49554"/>
                </a:cubicBezTo>
                <a:cubicBezTo>
                  <a:pt x="255561" y="44695"/>
                  <a:pt x="254430" y="41273"/>
                  <a:pt x="252169" y="39286"/>
                </a:cubicBezTo>
                <a:cubicBezTo>
                  <a:pt x="249110" y="36592"/>
                  <a:pt x="244566" y="35244"/>
                  <a:pt x="238537" y="35244"/>
                </a:cubicBezTo>
                <a:cubicBezTo>
                  <a:pt x="232907" y="35244"/>
                  <a:pt x="228751" y="36231"/>
                  <a:pt x="226069" y="38203"/>
                </a:cubicBezTo>
                <a:cubicBezTo>
                  <a:pt x="223386" y="40176"/>
                  <a:pt x="221403" y="43667"/>
                  <a:pt x="220117" y="48677"/>
                </a:cubicBezTo>
                <a:lnTo>
                  <a:pt x="208413" y="47081"/>
                </a:lnTo>
                <a:cubicBezTo>
                  <a:pt x="209477" y="42056"/>
                  <a:pt x="211228" y="37998"/>
                  <a:pt x="213667" y="34908"/>
                </a:cubicBezTo>
                <a:cubicBezTo>
                  <a:pt x="216105" y="31817"/>
                  <a:pt x="219629" y="29438"/>
                  <a:pt x="224240" y="27771"/>
                </a:cubicBezTo>
                <a:cubicBezTo>
                  <a:pt x="228850" y="26103"/>
                  <a:pt x="234192" y="25269"/>
                  <a:pt x="240266" y="25269"/>
                </a:cubicBezTo>
                <a:cubicBezTo>
                  <a:pt x="246295" y="25269"/>
                  <a:pt x="251194" y="25979"/>
                  <a:pt x="254962" y="27397"/>
                </a:cubicBezTo>
                <a:cubicBezTo>
                  <a:pt x="258730" y="28816"/>
                  <a:pt x="261501" y="30600"/>
                  <a:pt x="263275" y="32751"/>
                </a:cubicBezTo>
                <a:cubicBezTo>
                  <a:pt x="265048" y="34901"/>
                  <a:pt x="266289" y="37616"/>
                  <a:pt x="266998" y="40897"/>
                </a:cubicBezTo>
                <a:cubicBezTo>
                  <a:pt x="267397" y="42936"/>
                  <a:pt x="267597" y="46616"/>
                  <a:pt x="267597" y="51935"/>
                </a:cubicBezTo>
                <a:lnTo>
                  <a:pt x="267597" y="67895"/>
                </a:lnTo>
                <a:cubicBezTo>
                  <a:pt x="267597" y="79023"/>
                  <a:pt x="267852" y="86060"/>
                  <a:pt x="268362" y="89008"/>
                </a:cubicBezTo>
                <a:cubicBezTo>
                  <a:pt x="268872" y="91956"/>
                  <a:pt x="269880" y="94783"/>
                  <a:pt x="271387" y="97487"/>
                </a:cubicBezTo>
                <a:lnTo>
                  <a:pt x="258886" y="97487"/>
                </a:lnTo>
                <a:cubicBezTo>
                  <a:pt x="257644" y="95002"/>
                  <a:pt x="256846" y="92095"/>
                  <a:pt x="256492" y="88767"/>
                </a:cubicBezTo>
                <a:moveTo>
                  <a:pt x="255494" y="61977"/>
                </a:moveTo>
                <a:cubicBezTo>
                  <a:pt x="251150" y="63765"/>
                  <a:pt x="244633" y="65285"/>
                  <a:pt x="235944" y="66536"/>
                </a:cubicBezTo>
                <a:cubicBezTo>
                  <a:pt x="231023" y="67248"/>
                  <a:pt x="227543" y="68050"/>
                  <a:pt x="225503" y="68940"/>
                </a:cubicBezTo>
                <a:cubicBezTo>
                  <a:pt x="223464" y="69830"/>
                  <a:pt x="221890" y="71132"/>
                  <a:pt x="220782" y="72847"/>
                </a:cubicBezTo>
                <a:cubicBezTo>
                  <a:pt x="219674" y="74561"/>
                  <a:pt x="219119" y="76464"/>
                  <a:pt x="219119" y="78556"/>
                </a:cubicBezTo>
                <a:cubicBezTo>
                  <a:pt x="219119" y="81760"/>
                  <a:pt x="220328" y="84431"/>
                  <a:pt x="222744" y="86569"/>
                </a:cubicBezTo>
                <a:cubicBezTo>
                  <a:pt x="225160" y="88705"/>
                  <a:pt x="228695" y="89773"/>
                  <a:pt x="233350" y="89773"/>
                </a:cubicBezTo>
                <a:cubicBezTo>
                  <a:pt x="237961" y="89773"/>
                  <a:pt x="242061" y="88760"/>
                  <a:pt x="245652" y="86733"/>
                </a:cubicBezTo>
                <a:cubicBezTo>
                  <a:pt x="249243" y="84706"/>
                  <a:pt x="251881" y="81933"/>
                  <a:pt x="253566" y="78414"/>
                </a:cubicBezTo>
                <a:cubicBezTo>
                  <a:pt x="254851" y="75696"/>
                  <a:pt x="255494" y="71687"/>
                  <a:pt x="255494" y="66386"/>
                </a:cubicBezTo>
                <a:lnTo>
                  <a:pt x="255494" y="61977"/>
                </a:lnTo>
                <a:close/>
                <a:moveTo>
                  <a:pt x="281369" y="76340"/>
                </a:moveTo>
                <a:lnTo>
                  <a:pt x="293205" y="74478"/>
                </a:lnTo>
                <a:cubicBezTo>
                  <a:pt x="293870" y="79201"/>
                  <a:pt x="295721" y="82821"/>
                  <a:pt x="298758" y="85336"/>
                </a:cubicBezTo>
                <a:cubicBezTo>
                  <a:pt x="301795" y="87851"/>
                  <a:pt x="306040" y="89108"/>
                  <a:pt x="311493" y="89108"/>
                </a:cubicBezTo>
                <a:cubicBezTo>
                  <a:pt x="316990" y="89108"/>
                  <a:pt x="321068" y="87998"/>
                  <a:pt x="323728" y="85777"/>
                </a:cubicBezTo>
                <a:cubicBezTo>
                  <a:pt x="326388" y="83555"/>
                  <a:pt x="327718" y="80949"/>
                  <a:pt x="327718" y="77959"/>
                </a:cubicBezTo>
                <a:cubicBezTo>
                  <a:pt x="327718" y="75276"/>
                  <a:pt x="326543" y="73164"/>
                  <a:pt x="324194" y="71625"/>
                </a:cubicBezTo>
                <a:cubicBezTo>
                  <a:pt x="322553" y="70570"/>
                  <a:pt x="318475" y="69228"/>
                  <a:pt x="311958" y="67600"/>
                </a:cubicBezTo>
                <a:cubicBezTo>
                  <a:pt x="303180" y="65382"/>
                  <a:pt x="297096" y="63463"/>
                  <a:pt x="293704" y="61844"/>
                </a:cubicBezTo>
                <a:cubicBezTo>
                  <a:pt x="290313" y="60224"/>
                  <a:pt x="287741" y="57983"/>
                  <a:pt x="285990" y="55121"/>
                </a:cubicBezTo>
                <a:cubicBezTo>
                  <a:pt x="284239" y="52259"/>
                  <a:pt x="283364" y="49097"/>
                  <a:pt x="283364" y="45637"/>
                </a:cubicBezTo>
                <a:cubicBezTo>
                  <a:pt x="283364" y="42486"/>
                  <a:pt x="284084" y="39569"/>
                  <a:pt x="285525" y="36884"/>
                </a:cubicBezTo>
                <a:cubicBezTo>
                  <a:pt x="286966" y="34199"/>
                  <a:pt x="288927" y="31969"/>
                  <a:pt x="291410" y="30195"/>
                </a:cubicBezTo>
                <a:cubicBezTo>
                  <a:pt x="293272" y="28819"/>
                  <a:pt x="295810" y="27654"/>
                  <a:pt x="299024" y="26701"/>
                </a:cubicBezTo>
                <a:cubicBezTo>
                  <a:pt x="302238" y="25747"/>
                  <a:pt x="305685" y="25269"/>
                  <a:pt x="309365" y="25269"/>
                </a:cubicBezTo>
                <a:cubicBezTo>
                  <a:pt x="314906" y="25269"/>
                  <a:pt x="319772" y="26073"/>
                  <a:pt x="323961" y="27680"/>
                </a:cubicBezTo>
                <a:cubicBezTo>
                  <a:pt x="328150" y="29286"/>
                  <a:pt x="331243" y="31461"/>
                  <a:pt x="333238" y="34207"/>
                </a:cubicBezTo>
                <a:cubicBezTo>
                  <a:pt x="335233" y="36952"/>
                  <a:pt x="336607" y="40622"/>
                  <a:pt x="337361" y="45219"/>
                </a:cubicBezTo>
                <a:lnTo>
                  <a:pt x="325657" y="46815"/>
                </a:lnTo>
                <a:cubicBezTo>
                  <a:pt x="325125" y="43180"/>
                  <a:pt x="323584" y="40342"/>
                  <a:pt x="321035" y="38303"/>
                </a:cubicBezTo>
                <a:cubicBezTo>
                  <a:pt x="318486" y="36264"/>
                  <a:pt x="314884" y="35244"/>
                  <a:pt x="310229" y="35244"/>
                </a:cubicBezTo>
                <a:cubicBezTo>
                  <a:pt x="304732" y="35244"/>
                  <a:pt x="300808" y="36149"/>
                  <a:pt x="298459" y="37958"/>
                </a:cubicBezTo>
                <a:cubicBezTo>
                  <a:pt x="296109" y="39766"/>
                  <a:pt x="294934" y="41884"/>
                  <a:pt x="294934" y="44311"/>
                </a:cubicBezTo>
                <a:cubicBezTo>
                  <a:pt x="294934" y="45854"/>
                  <a:pt x="295422" y="47244"/>
                  <a:pt x="296397" y="48480"/>
                </a:cubicBezTo>
                <a:cubicBezTo>
                  <a:pt x="297373" y="49758"/>
                  <a:pt x="298902" y="50817"/>
                  <a:pt x="300986" y="51655"/>
                </a:cubicBezTo>
                <a:cubicBezTo>
                  <a:pt x="302183" y="52097"/>
                  <a:pt x="305707" y="53112"/>
                  <a:pt x="311559" y="54699"/>
                </a:cubicBezTo>
                <a:cubicBezTo>
                  <a:pt x="320027" y="56959"/>
                  <a:pt x="325934" y="58808"/>
                  <a:pt x="329281" y="60248"/>
                </a:cubicBezTo>
                <a:cubicBezTo>
                  <a:pt x="332628" y="61687"/>
                  <a:pt x="335255" y="63780"/>
                  <a:pt x="337161" y="66528"/>
                </a:cubicBezTo>
                <a:cubicBezTo>
                  <a:pt x="339067" y="69274"/>
                  <a:pt x="340020" y="72684"/>
                  <a:pt x="340020" y="76758"/>
                </a:cubicBezTo>
                <a:cubicBezTo>
                  <a:pt x="340020" y="80745"/>
                  <a:pt x="338857" y="84500"/>
                  <a:pt x="336529" y="88021"/>
                </a:cubicBezTo>
                <a:cubicBezTo>
                  <a:pt x="334202" y="91542"/>
                  <a:pt x="330844" y="94265"/>
                  <a:pt x="326455" y="96192"/>
                </a:cubicBezTo>
                <a:cubicBezTo>
                  <a:pt x="322066" y="98119"/>
                  <a:pt x="317101" y="99083"/>
                  <a:pt x="311559" y="99083"/>
                </a:cubicBezTo>
                <a:cubicBezTo>
                  <a:pt x="302382" y="99083"/>
                  <a:pt x="295389" y="97171"/>
                  <a:pt x="290579" y="93347"/>
                </a:cubicBezTo>
                <a:cubicBezTo>
                  <a:pt x="285769" y="89524"/>
                  <a:pt x="282699" y="83855"/>
                  <a:pt x="281369" y="76340"/>
                </a:cubicBezTo>
                <a:close/>
                <a:moveTo>
                  <a:pt x="402609" y="74744"/>
                </a:moveTo>
                <a:lnTo>
                  <a:pt x="414978" y="76274"/>
                </a:lnTo>
                <a:cubicBezTo>
                  <a:pt x="413027" y="83500"/>
                  <a:pt x="409414" y="89108"/>
                  <a:pt x="404139" y="93098"/>
                </a:cubicBezTo>
                <a:cubicBezTo>
                  <a:pt x="398863" y="97088"/>
                  <a:pt x="392125" y="99083"/>
                  <a:pt x="383923" y="99083"/>
                </a:cubicBezTo>
                <a:cubicBezTo>
                  <a:pt x="373594" y="99083"/>
                  <a:pt x="365403" y="95902"/>
                  <a:pt x="359352" y="89540"/>
                </a:cubicBezTo>
                <a:cubicBezTo>
                  <a:pt x="353301" y="83179"/>
                  <a:pt x="350275" y="74257"/>
                  <a:pt x="350275" y="62775"/>
                </a:cubicBezTo>
                <a:cubicBezTo>
                  <a:pt x="350275" y="50894"/>
                  <a:pt x="353334" y="41672"/>
                  <a:pt x="359452" y="35111"/>
                </a:cubicBezTo>
                <a:cubicBezTo>
                  <a:pt x="365570" y="28550"/>
                  <a:pt x="373505" y="25269"/>
                  <a:pt x="383258" y="25269"/>
                </a:cubicBezTo>
                <a:cubicBezTo>
                  <a:pt x="392701" y="25269"/>
                  <a:pt x="400415" y="28479"/>
                  <a:pt x="406400" y="34897"/>
                </a:cubicBezTo>
                <a:cubicBezTo>
                  <a:pt x="412385" y="41314"/>
                  <a:pt x="415377" y="50343"/>
                  <a:pt x="415377" y="61983"/>
                </a:cubicBezTo>
                <a:cubicBezTo>
                  <a:pt x="415377" y="62691"/>
                  <a:pt x="415355" y="63753"/>
                  <a:pt x="415311" y="65169"/>
                </a:cubicBezTo>
                <a:lnTo>
                  <a:pt x="362644" y="65169"/>
                </a:lnTo>
                <a:cubicBezTo>
                  <a:pt x="363087" y="72905"/>
                  <a:pt x="365281" y="78829"/>
                  <a:pt x="369227" y="82940"/>
                </a:cubicBezTo>
                <a:cubicBezTo>
                  <a:pt x="373173" y="87052"/>
                  <a:pt x="378093" y="89108"/>
                  <a:pt x="383990" y="89108"/>
                </a:cubicBezTo>
                <a:cubicBezTo>
                  <a:pt x="388379" y="89108"/>
                  <a:pt x="392125" y="87967"/>
                  <a:pt x="395228" y="85683"/>
                </a:cubicBezTo>
                <a:cubicBezTo>
                  <a:pt x="398331" y="83399"/>
                  <a:pt x="400792" y="79753"/>
                  <a:pt x="402609" y="74744"/>
                </a:cubicBezTo>
                <a:moveTo>
                  <a:pt x="363309" y="55194"/>
                </a:moveTo>
                <a:lnTo>
                  <a:pt x="402742" y="55194"/>
                </a:lnTo>
                <a:cubicBezTo>
                  <a:pt x="402210" y="49350"/>
                  <a:pt x="400703" y="44968"/>
                  <a:pt x="398220" y="42046"/>
                </a:cubicBezTo>
                <a:cubicBezTo>
                  <a:pt x="394408" y="37511"/>
                  <a:pt x="389465" y="35244"/>
                  <a:pt x="383391" y="35244"/>
                </a:cubicBezTo>
                <a:cubicBezTo>
                  <a:pt x="377894" y="35244"/>
                  <a:pt x="373272" y="37054"/>
                  <a:pt x="369526" y="40674"/>
                </a:cubicBezTo>
                <a:cubicBezTo>
                  <a:pt x="365780" y="44293"/>
                  <a:pt x="363708" y="49133"/>
                  <a:pt x="363309" y="55194"/>
                </a:cubicBezTo>
                <a:close/>
                <a:moveTo>
                  <a:pt x="456147" y="86914"/>
                </a:moveTo>
                <a:lnTo>
                  <a:pt x="457876" y="97487"/>
                </a:lnTo>
                <a:cubicBezTo>
                  <a:pt x="454507" y="98108"/>
                  <a:pt x="451492" y="98418"/>
                  <a:pt x="448832" y="98418"/>
                </a:cubicBezTo>
                <a:cubicBezTo>
                  <a:pt x="444488" y="98418"/>
                  <a:pt x="441118" y="97731"/>
                  <a:pt x="438724" y="96356"/>
                </a:cubicBezTo>
                <a:cubicBezTo>
                  <a:pt x="436330" y="94982"/>
                  <a:pt x="434646" y="93176"/>
                  <a:pt x="433671" y="90937"/>
                </a:cubicBezTo>
                <a:cubicBezTo>
                  <a:pt x="432695" y="88698"/>
                  <a:pt x="432208" y="83988"/>
                  <a:pt x="432208" y="76806"/>
                </a:cubicBezTo>
                <a:lnTo>
                  <a:pt x="432208" y="36175"/>
                </a:lnTo>
                <a:lnTo>
                  <a:pt x="423430" y="36175"/>
                </a:lnTo>
                <a:lnTo>
                  <a:pt x="423430" y="26865"/>
                </a:lnTo>
                <a:lnTo>
                  <a:pt x="432208" y="26865"/>
                </a:lnTo>
                <a:lnTo>
                  <a:pt x="432208" y="9329"/>
                </a:lnTo>
                <a:lnTo>
                  <a:pt x="444111" y="2128"/>
                </a:lnTo>
                <a:lnTo>
                  <a:pt x="444111" y="26865"/>
                </a:lnTo>
                <a:lnTo>
                  <a:pt x="456147" y="26865"/>
                </a:lnTo>
                <a:lnTo>
                  <a:pt x="456147" y="36175"/>
                </a:lnTo>
                <a:lnTo>
                  <a:pt x="444111" y="36175"/>
                </a:lnTo>
                <a:lnTo>
                  <a:pt x="444111" y="77471"/>
                </a:lnTo>
                <a:cubicBezTo>
                  <a:pt x="444111" y="80884"/>
                  <a:pt x="444321" y="83079"/>
                  <a:pt x="444743" y="84054"/>
                </a:cubicBezTo>
                <a:cubicBezTo>
                  <a:pt x="445164" y="85030"/>
                  <a:pt x="445851" y="85805"/>
                  <a:pt x="446804" y="86382"/>
                </a:cubicBezTo>
                <a:cubicBezTo>
                  <a:pt x="447757" y="86958"/>
                  <a:pt x="449120" y="87246"/>
                  <a:pt x="450894" y="87246"/>
                </a:cubicBezTo>
                <a:cubicBezTo>
                  <a:pt x="452224" y="87246"/>
                  <a:pt x="453975" y="87135"/>
                  <a:pt x="456147" y="86914"/>
                </a:cubicBezTo>
                <a:close/>
                <a:moveTo>
                  <a:pt x="500892" y="76340"/>
                </a:moveTo>
                <a:lnTo>
                  <a:pt x="512729" y="74478"/>
                </a:lnTo>
                <a:cubicBezTo>
                  <a:pt x="513394" y="79201"/>
                  <a:pt x="515245" y="82821"/>
                  <a:pt x="518281" y="85336"/>
                </a:cubicBezTo>
                <a:cubicBezTo>
                  <a:pt x="521318" y="87851"/>
                  <a:pt x="525563" y="89108"/>
                  <a:pt x="531016" y="89108"/>
                </a:cubicBezTo>
                <a:cubicBezTo>
                  <a:pt x="536513" y="89108"/>
                  <a:pt x="540592" y="87998"/>
                  <a:pt x="543252" y="85777"/>
                </a:cubicBezTo>
                <a:cubicBezTo>
                  <a:pt x="545912" y="83555"/>
                  <a:pt x="547242" y="80949"/>
                  <a:pt x="547242" y="77959"/>
                </a:cubicBezTo>
                <a:cubicBezTo>
                  <a:pt x="547242" y="75276"/>
                  <a:pt x="546067" y="73164"/>
                  <a:pt x="543717" y="71625"/>
                </a:cubicBezTo>
                <a:cubicBezTo>
                  <a:pt x="542077" y="70570"/>
                  <a:pt x="537998" y="69228"/>
                  <a:pt x="531481" y="67600"/>
                </a:cubicBezTo>
                <a:cubicBezTo>
                  <a:pt x="522704" y="65382"/>
                  <a:pt x="516619" y="63463"/>
                  <a:pt x="513228" y="61844"/>
                </a:cubicBezTo>
                <a:cubicBezTo>
                  <a:pt x="509836" y="60224"/>
                  <a:pt x="507265" y="57983"/>
                  <a:pt x="505514" y="55121"/>
                </a:cubicBezTo>
                <a:cubicBezTo>
                  <a:pt x="503763" y="52259"/>
                  <a:pt x="502887" y="49097"/>
                  <a:pt x="502887" y="45637"/>
                </a:cubicBezTo>
                <a:cubicBezTo>
                  <a:pt x="502887" y="42486"/>
                  <a:pt x="503607" y="39569"/>
                  <a:pt x="505048" y="36884"/>
                </a:cubicBezTo>
                <a:cubicBezTo>
                  <a:pt x="506489" y="34199"/>
                  <a:pt x="508451" y="31969"/>
                  <a:pt x="510933" y="30195"/>
                </a:cubicBezTo>
                <a:cubicBezTo>
                  <a:pt x="512795" y="28819"/>
                  <a:pt x="515333" y="27654"/>
                  <a:pt x="518547" y="26701"/>
                </a:cubicBezTo>
                <a:cubicBezTo>
                  <a:pt x="521762" y="25747"/>
                  <a:pt x="525208" y="25269"/>
                  <a:pt x="528888" y="25269"/>
                </a:cubicBezTo>
                <a:cubicBezTo>
                  <a:pt x="534430" y="25269"/>
                  <a:pt x="539295" y="26073"/>
                  <a:pt x="543484" y="27680"/>
                </a:cubicBezTo>
                <a:cubicBezTo>
                  <a:pt x="547674" y="29286"/>
                  <a:pt x="550766" y="31461"/>
                  <a:pt x="552761" y="34207"/>
                </a:cubicBezTo>
                <a:cubicBezTo>
                  <a:pt x="554756" y="36952"/>
                  <a:pt x="556130" y="40622"/>
                  <a:pt x="556884" y="45219"/>
                </a:cubicBezTo>
                <a:lnTo>
                  <a:pt x="545180" y="46815"/>
                </a:lnTo>
                <a:cubicBezTo>
                  <a:pt x="544648" y="43180"/>
                  <a:pt x="543108" y="40342"/>
                  <a:pt x="540559" y="38303"/>
                </a:cubicBezTo>
                <a:cubicBezTo>
                  <a:pt x="538009" y="36264"/>
                  <a:pt x="534407" y="35244"/>
                  <a:pt x="529752" y="35244"/>
                </a:cubicBezTo>
                <a:cubicBezTo>
                  <a:pt x="524255" y="35244"/>
                  <a:pt x="520332" y="36149"/>
                  <a:pt x="517982" y="37958"/>
                </a:cubicBezTo>
                <a:cubicBezTo>
                  <a:pt x="515633" y="39766"/>
                  <a:pt x="514458" y="41884"/>
                  <a:pt x="514458" y="44311"/>
                </a:cubicBezTo>
                <a:cubicBezTo>
                  <a:pt x="514458" y="45854"/>
                  <a:pt x="514945" y="47244"/>
                  <a:pt x="515921" y="48480"/>
                </a:cubicBezTo>
                <a:cubicBezTo>
                  <a:pt x="516896" y="49758"/>
                  <a:pt x="518426" y="50817"/>
                  <a:pt x="520509" y="51655"/>
                </a:cubicBezTo>
                <a:cubicBezTo>
                  <a:pt x="521706" y="52097"/>
                  <a:pt x="525231" y="53112"/>
                  <a:pt x="531082" y="54699"/>
                </a:cubicBezTo>
                <a:cubicBezTo>
                  <a:pt x="539550" y="56959"/>
                  <a:pt x="545457" y="58808"/>
                  <a:pt x="548804" y="60248"/>
                </a:cubicBezTo>
                <a:cubicBezTo>
                  <a:pt x="552151" y="61687"/>
                  <a:pt x="554778" y="63780"/>
                  <a:pt x="556684" y="66528"/>
                </a:cubicBezTo>
                <a:cubicBezTo>
                  <a:pt x="558591" y="69274"/>
                  <a:pt x="559544" y="72684"/>
                  <a:pt x="559544" y="76758"/>
                </a:cubicBezTo>
                <a:cubicBezTo>
                  <a:pt x="559544" y="80745"/>
                  <a:pt x="558380" y="84500"/>
                  <a:pt x="556053" y="88021"/>
                </a:cubicBezTo>
                <a:cubicBezTo>
                  <a:pt x="553725" y="91542"/>
                  <a:pt x="550367" y="94265"/>
                  <a:pt x="545978" y="96192"/>
                </a:cubicBezTo>
                <a:cubicBezTo>
                  <a:pt x="541589" y="98119"/>
                  <a:pt x="536624" y="99083"/>
                  <a:pt x="531082" y="99083"/>
                </a:cubicBezTo>
                <a:cubicBezTo>
                  <a:pt x="521906" y="99083"/>
                  <a:pt x="514912" y="97171"/>
                  <a:pt x="510102" y="93347"/>
                </a:cubicBezTo>
                <a:cubicBezTo>
                  <a:pt x="505292" y="89524"/>
                  <a:pt x="502222" y="83855"/>
                  <a:pt x="500892" y="76340"/>
                </a:cubicBezTo>
                <a:close/>
                <a:moveTo>
                  <a:pt x="573788" y="124618"/>
                </a:moveTo>
                <a:lnTo>
                  <a:pt x="573788" y="26865"/>
                </a:lnTo>
                <a:lnTo>
                  <a:pt x="584694" y="26865"/>
                </a:lnTo>
                <a:lnTo>
                  <a:pt x="584694" y="35976"/>
                </a:lnTo>
                <a:cubicBezTo>
                  <a:pt x="587265" y="32407"/>
                  <a:pt x="590169" y="29730"/>
                  <a:pt x="593405" y="27946"/>
                </a:cubicBezTo>
                <a:cubicBezTo>
                  <a:pt x="596641" y="26162"/>
                  <a:pt x="600565" y="25269"/>
                  <a:pt x="605175" y="25269"/>
                </a:cubicBezTo>
                <a:cubicBezTo>
                  <a:pt x="611205" y="25269"/>
                  <a:pt x="616524" y="26821"/>
                  <a:pt x="621135" y="29924"/>
                </a:cubicBezTo>
                <a:cubicBezTo>
                  <a:pt x="625746" y="33028"/>
                  <a:pt x="629226" y="37405"/>
                  <a:pt x="631575" y="43058"/>
                </a:cubicBezTo>
                <a:cubicBezTo>
                  <a:pt x="633925" y="48710"/>
                  <a:pt x="635100" y="54906"/>
                  <a:pt x="635100" y="61644"/>
                </a:cubicBezTo>
                <a:cubicBezTo>
                  <a:pt x="635100" y="68870"/>
                  <a:pt x="633803" y="75376"/>
                  <a:pt x="631210" y="81162"/>
                </a:cubicBezTo>
                <a:cubicBezTo>
                  <a:pt x="628616" y="86947"/>
                  <a:pt x="624848" y="91380"/>
                  <a:pt x="619905" y="94461"/>
                </a:cubicBezTo>
                <a:cubicBezTo>
                  <a:pt x="614962" y="97542"/>
                  <a:pt x="609764" y="99083"/>
                  <a:pt x="604311" y="99083"/>
                </a:cubicBezTo>
                <a:cubicBezTo>
                  <a:pt x="600321" y="99083"/>
                  <a:pt x="596741" y="98230"/>
                  <a:pt x="593571" y="96523"/>
                </a:cubicBezTo>
                <a:cubicBezTo>
                  <a:pt x="590402" y="94815"/>
                  <a:pt x="587797" y="92658"/>
                  <a:pt x="585758" y="90052"/>
                </a:cubicBezTo>
                <a:lnTo>
                  <a:pt x="585758" y="124618"/>
                </a:lnTo>
                <a:lnTo>
                  <a:pt x="573788" y="124618"/>
                </a:lnTo>
                <a:moveTo>
                  <a:pt x="584627" y="62475"/>
                </a:moveTo>
                <a:cubicBezTo>
                  <a:pt x="584627" y="71553"/>
                  <a:pt x="586467" y="78261"/>
                  <a:pt x="590147" y="82600"/>
                </a:cubicBezTo>
                <a:cubicBezTo>
                  <a:pt x="593826" y="86939"/>
                  <a:pt x="598282" y="89108"/>
                  <a:pt x="603513" y="89108"/>
                </a:cubicBezTo>
                <a:cubicBezTo>
                  <a:pt x="608833" y="89108"/>
                  <a:pt x="613388" y="86861"/>
                  <a:pt x="617178" y="82367"/>
                </a:cubicBezTo>
                <a:cubicBezTo>
                  <a:pt x="620969" y="77873"/>
                  <a:pt x="622864" y="70910"/>
                  <a:pt x="622864" y="61478"/>
                </a:cubicBezTo>
                <a:cubicBezTo>
                  <a:pt x="622864" y="52490"/>
                  <a:pt x="621013" y="45759"/>
                  <a:pt x="617311" y="41287"/>
                </a:cubicBezTo>
                <a:cubicBezTo>
                  <a:pt x="613610" y="36815"/>
                  <a:pt x="609187" y="34579"/>
                  <a:pt x="604045" y="34579"/>
                </a:cubicBezTo>
                <a:cubicBezTo>
                  <a:pt x="598947" y="34579"/>
                  <a:pt x="594436" y="36959"/>
                  <a:pt x="590512" y="41720"/>
                </a:cubicBezTo>
                <a:cubicBezTo>
                  <a:pt x="586589" y="46480"/>
                  <a:pt x="584627" y="53398"/>
                  <a:pt x="584627" y="62475"/>
                </a:cubicBezTo>
                <a:close/>
                <a:moveTo>
                  <a:pt x="649270" y="97487"/>
                </a:moveTo>
                <a:lnTo>
                  <a:pt x="649270" y="0"/>
                </a:lnTo>
                <a:lnTo>
                  <a:pt x="661240" y="0"/>
                </a:lnTo>
                <a:lnTo>
                  <a:pt x="661240" y="97487"/>
                </a:lnTo>
                <a:lnTo>
                  <a:pt x="649270" y="97487"/>
                </a:lnTo>
                <a:close/>
                <a:moveTo>
                  <a:pt x="679864" y="13832"/>
                </a:moveTo>
                <a:lnTo>
                  <a:pt x="679864" y="0"/>
                </a:lnTo>
                <a:lnTo>
                  <a:pt x="691834" y="0"/>
                </a:lnTo>
                <a:lnTo>
                  <a:pt x="691834" y="13832"/>
                </a:lnTo>
                <a:lnTo>
                  <a:pt x="679864" y="13832"/>
                </a:lnTo>
                <a:moveTo>
                  <a:pt x="679864" y="97487"/>
                </a:moveTo>
                <a:lnTo>
                  <a:pt x="679864" y="26865"/>
                </a:lnTo>
                <a:lnTo>
                  <a:pt x="691834" y="26865"/>
                </a:lnTo>
                <a:lnTo>
                  <a:pt x="691834" y="97487"/>
                </a:lnTo>
                <a:lnTo>
                  <a:pt x="679864" y="97487"/>
                </a:lnTo>
                <a:close/>
                <a:moveTo>
                  <a:pt x="736193" y="86914"/>
                </a:moveTo>
                <a:lnTo>
                  <a:pt x="737922" y="97487"/>
                </a:lnTo>
                <a:cubicBezTo>
                  <a:pt x="734553" y="98108"/>
                  <a:pt x="731538" y="98418"/>
                  <a:pt x="728878" y="98418"/>
                </a:cubicBezTo>
                <a:cubicBezTo>
                  <a:pt x="724533" y="98418"/>
                  <a:pt x="721164" y="97731"/>
                  <a:pt x="718770" y="96356"/>
                </a:cubicBezTo>
                <a:cubicBezTo>
                  <a:pt x="716376" y="94982"/>
                  <a:pt x="714692" y="93176"/>
                  <a:pt x="713716" y="90937"/>
                </a:cubicBezTo>
                <a:cubicBezTo>
                  <a:pt x="712741" y="88698"/>
                  <a:pt x="712253" y="83988"/>
                  <a:pt x="712253" y="76806"/>
                </a:cubicBezTo>
                <a:lnTo>
                  <a:pt x="712253" y="36175"/>
                </a:lnTo>
                <a:lnTo>
                  <a:pt x="703476" y="36175"/>
                </a:lnTo>
                <a:lnTo>
                  <a:pt x="703476" y="26865"/>
                </a:lnTo>
                <a:lnTo>
                  <a:pt x="712253" y="26865"/>
                </a:lnTo>
                <a:lnTo>
                  <a:pt x="712253" y="9329"/>
                </a:lnTo>
                <a:lnTo>
                  <a:pt x="724157" y="2128"/>
                </a:lnTo>
                <a:lnTo>
                  <a:pt x="724157" y="26865"/>
                </a:lnTo>
                <a:lnTo>
                  <a:pt x="736193" y="26865"/>
                </a:lnTo>
                <a:lnTo>
                  <a:pt x="736193" y="36175"/>
                </a:lnTo>
                <a:lnTo>
                  <a:pt x="724157" y="36175"/>
                </a:lnTo>
                <a:lnTo>
                  <a:pt x="724157" y="77471"/>
                </a:lnTo>
                <a:cubicBezTo>
                  <a:pt x="724157" y="80884"/>
                  <a:pt x="724367" y="83079"/>
                  <a:pt x="724788" y="84054"/>
                </a:cubicBezTo>
                <a:cubicBezTo>
                  <a:pt x="725210" y="85030"/>
                  <a:pt x="725897" y="85805"/>
                  <a:pt x="726850" y="86382"/>
                </a:cubicBezTo>
                <a:cubicBezTo>
                  <a:pt x="727803" y="86958"/>
                  <a:pt x="729166" y="87246"/>
                  <a:pt x="730940" y="87246"/>
                </a:cubicBezTo>
                <a:cubicBezTo>
                  <a:pt x="732269" y="87246"/>
                  <a:pt x="734021" y="87135"/>
                  <a:pt x="736193" y="86914"/>
                </a:cubicBezTo>
                <a:close/>
                <a:moveTo>
                  <a:pt x="743104" y="76340"/>
                </a:moveTo>
                <a:lnTo>
                  <a:pt x="754941" y="74478"/>
                </a:lnTo>
                <a:cubicBezTo>
                  <a:pt x="755606" y="79201"/>
                  <a:pt x="757457" y="82821"/>
                  <a:pt x="760494" y="85336"/>
                </a:cubicBezTo>
                <a:cubicBezTo>
                  <a:pt x="763531" y="87851"/>
                  <a:pt x="767775" y="89108"/>
                  <a:pt x="773228" y="89108"/>
                </a:cubicBezTo>
                <a:cubicBezTo>
                  <a:pt x="778725" y="89108"/>
                  <a:pt x="782804" y="87998"/>
                  <a:pt x="785464" y="85777"/>
                </a:cubicBezTo>
                <a:cubicBezTo>
                  <a:pt x="788124" y="83555"/>
                  <a:pt x="789454" y="80949"/>
                  <a:pt x="789454" y="77959"/>
                </a:cubicBezTo>
                <a:cubicBezTo>
                  <a:pt x="789454" y="75276"/>
                  <a:pt x="788279" y="73164"/>
                  <a:pt x="785929" y="71625"/>
                </a:cubicBezTo>
                <a:cubicBezTo>
                  <a:pt x="784289" y="70570"/>
                  <a:pt x="780211" y="69228"/>
                  <a:pt x="773694" y="67600"/>
                </a:cubicBezTo>
                <a:cubicBezTo>
                  <a:pt x="764916" y="65382"/>
                  <a:pt x="758831" y="63463"/>
                  <a:pt x="755440" y="61844"/>
                </a:cubicBezTo>
                <a:cubicBezTo>
                  <a:pt x="752048" y="60224"/>
                  <a:pt x="749477" y="57983"/>
                  <a:pt x="747726" y="55121"/>
                </a:cubicBezTo>
                <a:cubicBezTo>
                  <a:pt x="745975" y="52259"/>
                  <a:pt x="745099" y="49097"/>
                  <a:pt x="745099" y="45637"/>
                </a:cubicBezTo>
                <a:cubicBezTo>
                  <a:pt x="745099" y="42486"/>
                  <a:pt x="745820" y="39569"/>
                  <a:pt x="747261" y="36884"/>
                </a:cubicBezTo>
                <a:cubicBezTo>
                  <a:pt x="748701" y="34199"/>
                  <a:pt x="750663" y="31969"/>
                  <a:pt x="753146" y="30195"/>
                </a:cubicBezTo>
                <a:cubicBezTo>
                  <a:pt x="755008" y="28819"/>
                  <a:pt x="757546" y="27654"/>
                  <a:pt x="760760" y="26701"/>
                </a:cubicBezTo>
                <a:cubicBezTo>
                  <a:pt x="763974" y="25747"/>
                  <a:pt x="767421" y="25269"/>
                  <a:pt x="771100" y="25269"/>
                </a:cubicBezTo>
                <a:cubicBezTo>
                  <a:pt x="776642" y="25269"/>
                  <a:pt x="781507" y="26073"/>
                  <a:pt x="785697" y="27680"/>
                </a:cubicBezTo>
                <a:cubicBezTo>
                  <a:pt x="789886" y="29286"/>
                  <a:pt x="792978" y="31461"/>
                  <a:pt x="794973" y="34207"/>
                </a:cubicBezTo>
                <a:cubicBezTo>
                  <a:pt x="796968" y="36952"/>
                  <a:pt x="798343" y="40622"/>
                  <a:pt x="799096" y="45219"/>
                </a:cubicBezTo>
                <a:lnTo>
                  <a:pt x="787392" y="46815"/>
                </a:lnTo>
                <a:cubicBezTo>
                  <a:pt x="786860" y="43180"/>
                  <a:pt x="785320" y="40342"/>
                  <a:pt x="782771" y="38303"/>
                </a:cubicBezTo>
                <a:cubicBezTo>
                  <a:pt x="780222" y="36264"/>
                  <a:pt x="776620" y="35244"/>
                  <a:pt x="771965" y="35244"/>
                </a:cubicBezTo>
                <a:cubicBezTo>
                  <a:pt x="766468" y="35244"/>
                  <a:pt x="762544" y="36149"/>
                  <a:pt x="760195" y="37958"/>
                </a:cubicBezTo>
                <a:cubicBezTo>
                  <a:pt x="757845" y="39766"/>
                  <a:pt x="756670" y="41884"/>
                  <a:pt x="756670" y="44311"/>
                </a:cubicBezTo>
                <a:cubicBezTo>
                  <a:pt x="756670" y="45854"/>
                  <a:pt x="757158" y="47244"/>
                  <a:pt x="758133" y="48480"/>
                </a:cubicBezTo>
                <a:cubicBezTo>
                  <a:pt x="759108" y="49758"/>
                  <a:pt x="760638" y="50817"/>
                  <a:pt x="762721" y="51655"/>
                </a:cubicBezTo>
                <a:cubicBezTo>
                  <a:pt x="763918" y="52097"/>
                  <a:pt x="767443" y="53112"/>
                  <a:pt x="773295" y="54699"/>
                </a:cubicBezTo>
                <a:cubicBezTo>
                  <a:pt x="781762" y="56959"/>
                  <a:pt x="787670" y="58808"/>
                  <a:pt x="791017" y="60248"/>
                </a:cubicBezTo>
                <a:cubicBezTo>
                  <a:pt x="794364" y="61687"/>
                  <a:pt x="796990" y="63780"/>
                  <a:pt x="798897" y="66528"/>
                </a:cubicBezTo>
                <a:cubicBezTo>
                  <a:pt x="800803" y="69274"/>
                  <a:pt x="801756" y="72684"/>
                  <a:pt x="801756" y="76758"/>
                </a:cubicBezTo>
                <a:cubicBezTo>
                  <a:pt x="801756" y="80745"/>
                  <a:pt x="800592" y="84500"/>
                  <a:pt x="798265" y="88021"/>
                </a:cubicBezTo>
                <a:cubicBezTo>
                  <a:pt x="795938" y="91542"/>
                  <a:pt x="792579" y="94265"/>
                  <a:pt x="788190" y="96192"/>
                </a:cubicBezTo>
                <a:cubicBezTo>
                  <a:pt x="783802" y="98119"/>
                  <a:pt x="778836" y="99083"/>
                  <a:pt x="773295" y="99083"/>
                </a:cubicBezTo>
                <a:cubicBezTo>
                  <a:pt x="764118" y="99083"/>
                  <a:pt x="757125" y="97171"/>
                  <a:pt x="752314" y="93347"/>
                </a:cubicBezTo>
                <a:cubicBezTo>
                  <a:pt x="747504" y="89524"/>
                  <a:pt x="744434" y="83855"/>
                  <a:pt x="743104" y="76340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25×quarterà1,000claims">
            <a:extLst xmlns:a="http://schemas.openxmlformats.org/drawingml/2006/main">
              <a:ext uri="{FF2B5EF4-FFF2-40B4-BE49-F238E27FC236}">
                <a16:creationId xmlns:a16="http://schemas.microsoft.com/office/drawing/2014/main" id="{0C7D9126-1191-4910-BE8C-EE62FF26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77" y="2981946"/>
            <a:ext cx="1974484" cy="149861"/>
          </a:xfrm>
          <a:custGeom xmlns:a="http://schemas.openxmlformats.org/drawingml/2006/main">
            <a:pathLst>
              <a:path w="1974484" h="149861">
                <a:moveTo>
                  <a:pt x="78601" y="96715"/>
                </a:moveTo>
                <a:lnTo>
                  <a:pt x="78601" y="117623"/>
                </a:lnTo>
                <a:lnTo>
                  <a:pt x="0" y="117623"/>
                </a:lnTo>
                <a:cubicBezTo>
                  <a:pt x="851" y="109756"/>
                  <a:pt x="3405" y="102301"/>
                  <a:pt x="7661" y="95259"/>
                </a:cubicBezTo>
                <a:cubicBezTo>
                  <a:pt x="11917" y="88215"/>
                  <a:pt x="20322" y="78872"/>
                  <a:pt x="32877" y="67230"/>
                </a:cubicBezTo>
                <a:cubicBezTo>
                  <a:pt x="42985" y="57822"/>
                  <a:pt x="49182" y="51444"/>
                  <a:pt x="51470" y="48096"/>
                </a:cubicBezTo>
                <a:cubicBezTo>
                  <a:pt x="54555" y="43471"/>
                  <a:pt x="56098" y="38899"/>
                  <a:pt x="56098" y="34381"/>
                </a:cubicBezTo>
                <a:cubicBezTo>
                  <a:pt x="56098" y="29383"/>
                  <a:pt x="54755" y="25543"/>
                  <a:pt x="52068" y="22860"/>
                </a:cubicBezTo>
                <a:cubicBezTo>
                  <a:pt x="49382" y="20175"/>
                  <a:pt x="45671" y="18832"/>
                  <a:pt x="40937" y="18832"/>
                </a:cubicBezTo>
                <a:cubicBezTo>
                  <a:pt x="36255" y="18832"/>
                  <a:pt x="32531" y="20249"/>
                  <a:pt x="29765" y="23082"/>
                </a:cubicBezTo>
                <a:cubicBezTo>
                  <a:pt x="26998" y="25913"/>
                  <a:pt x="25402" y="30614"/>
                  <a:pt x="24977" y="37186"/>
                </a:cubicBezTo>
                <a:lnTo>
                  <a:pt x="2633" y="34942"/>
                </a:lnTo>
                <a:cubicBezTo>
                  <a:pt x="3963" y="22546"/>
                  <a:pt x="8139" y="13650"/>
                  <a:pt x="15162" y="8254"/>
                </a:cubicBezTo>
                <a:cubicBezTo>
                  <a:pt x="22184" y="2858"/>
                  <a:pt x="30962" y="160"/>
                  <a:pt x="41495" y="160"/>
                </a:cubicBezTo>
                <a:cubicBezTo>
                  <a:pt x="53039" y="160"/>
                  <a:pt x="62110" y="3269"/>
                  <a:pt x="68706" y="9489"/>
                </a:cubicBezTo>
                <a:cubicBezTo>
                  <a:pt x="75303" y="15708"/>
                  <a:pt x="78601" y="23442"/>
                  <a:pt x="78601" y="32690"/>
                </a:cubicBezTo>
                <a:cubicBezTo>
                  <a:pt x="78601" y="37953"/>
                  <a:pt x="77657" y="42964"/>
                  <a:pt x="75768" y="47722"/>
                </a:cubicBezTo>
                <a:cubicBezTo>
                  <a:pt x="73880" y="52478"/>
                  <a:pt x="70887" y="57461"/>
                  <a:pt x="66791" y="62669"/>
                </a:cubicBezTo>
                <a:cubicBezTo>
                  <a:pt x="64078" y="66125"/>
                  <a:pt x="59184" y="71096"/>
                  <a:pt x="52108" y="77581"/>
                </a:cubicBezTo>
                <a:cubicBezTo>
                  <a:pt x="45033" y="84065"/>
                  <a:pt x="40551" y="88370"/>
                  <a:pt x="38662" y="90496"/>
                </a:cubicBezTo>
                <a:cubicBezTo>
                  <a:pt x="36774" y="92623"/>
                  <a:pt x="35244" y="94696"/>
                  <a:pt x="34074" y="96715"/>
                </a:cubicBezTo>
                <a:lnTo>
                  <a:pt x="78601" y="96715"/>
                </a:lnTo>
                <a:close/>
                <a:moveTo>
                  <a:pt x="94090" y="87539"/>
                </a:moveTo>
                <a:lnTo>
                  <a:pt x="116433" y="85225"/>
                </a:lnTo>
                <a:cubicBezTo>
                  <a:pt x="117072" y="90278"/>
                  <a:pt x="118960" y="94282"/>
                  <a:pt x="122099" y="97234"/>
                </a:cubicBezTo>
                <a:cubicBezTo>
                  <a:pt x="125238" y="100187"/>
                  <a:pt x="128855" y="101663"/>
                  <a:pt x="132952" y="101663"/>
                </a:cubicBezTo>
                <a:cubicBezTo>
                  <a:pt x="137633" y="101663"/>
                  <a:pt x="141596" y="99758"/>
                  <a:pt x="144842" y="95947"/>
                </a:cubicBezTo>
                <a:cubicBezTo>
                  <a:pt x="148087" y="92137"/>
                  <a:pt x="149709" y="86395"/>
                  <a:pt x="149709" y="78721"/>
                </a:cubicBezTo>
                <a:cubicBezTo>
                  <a:pt x="149709" y="71526"/>
                  <a:pt x="148100" y="66129"/>
                  <a:pt x="144882" y="62532"/>
                </a:cubicBezTo>
                <a:cubicBezTo>
                  <a:pt x="141663" y="58934"/>
                  <a:pt x="137474" y="57136"/>
                  <a:pt x="132313" y="57136"/>
                </a:cubicBezTo>
                <a:cubicBezTo>
                  <a:pt x="125876" y="57136"/>
                  <a:pt x="120104" y="60008"/>
                  <a:pt x="114997" y="65754"/>
                </a:cubicBezTo>
                <a:lnTo>
                  <a:pt x="96803" y="63095"/>
                </a:lnTo>
                <a:lnTo>
                  <a:pt x="108294" y="2075"/>
                </a:lnTo>
                <a:lnTo>
                  <a:pt x="167584" y="2075"/>
                </a:lnTo>
                <a:lnTo>
                  <a:pt x="167584" y="23142"/>
                </a:lnTo>
                <a:lnTo>
                  <a:pt x="125291" y="23142"/>
                </a:lnTo>
                <a:lnTo>
                  <a:pt x="121780" y="42999"/>
                </a:lnTo>
                <a:cubicBezTo>
                  <a:pt x="126781" y="40507"/>
                  <a:pt x="131888" y="39261"/>
                  <a:pt x="137101" y="39261"/>
                </a:cubicBezTo>
                <a:cubicBezTo>
                  <a:pt x="147049" y="39261"/>
                  <a:pt x="155481" y="42886"/>
                  <a:pt x="162397" y="50136"/>
                </a:cubicBezTo>
                <a:cubicBezTo>
                  <a:pt x="169313" y="57384"/>
                  <a:pt x="172771" y="66792"/>
                  <a:pt x="172771" y="78359"/>
                </a:cubicBezTo>
                <a:cubicBezTo>
                  <a:pt x="172771" y="88008"/>
                  <a:pt x="169978" y="96617"/>
                  <a:pt x="164392" y="104187"/>
                </a:cubicBezTo>
                <a:cubicBezTo>
                  <a:pt x="156785" y="114527"/>
                  <a:pt x="146225" y="119697"/>
                  <a:pt x="132712" y="119697"/>
                </a:cubicBezTo>
                <a:cubicBezTo>
                  <a:pt x="121913" y="119697"/>
                  <a:pt x="113109" y="116791"/>
                  <a:pt x="106299" y="110979"/>
                </a:cubicBezTo>
                <a:cubicBezTo>
                  <a:pt x="99490" y="105166"/>
                  <a:pt x="95420" y="97352"/>
                  <a:pt x="94090" y="87539"/>
                </a:cubicBezTo>
                <a:close/>
                <a:moveTo>
                  <a:pt x="186584" y="83968"/>
                </a:moveTo>
                <a:lnTo>
                  <a:pt x="210653" y="59879"/>
                </a:lnTo>
                <a:lnTo>
                  <a:pt x="186424" y="35590"/>
                </a:lnTo>
                <a:lnTo>
                  <a:pt x="201267" y="20960"/>
                </a:lnTo>
                <a:lnTo>
                  <a:pt x="225418" y="45101"/>
                </a:lnTo>
                <a:lnTo>
                  <a:pt x="249625" y="20877"/>
                </a:lnTo>
                <a:lnTo>
                  <a:pt x="264068" y="35351"/>
                </a:lnTo>
                <a:lnTo>
                  <a:pt x="239887" y="59562"/>
                </a:lnTo>
                <a:lnTo>
                  <a:pt x="264307" y="83973"/>
                </a:lnTo>
                <a:lnTo>
                  <a:pt x="249465" y="98790"/>
                </a:lnTo>
                <a:lnTo>
                  <a:pt x="225102" y="74367"/>
                </a:lnTo>
                <a:lnTo>
                  <a:pt x="201027" y="98471"/>
                </a:lnTo>
                <a:lnTo>
                  <a:pt x="186584" y="83968"/>
                </a:lnTo>
                <a:close/>
                <a:moveTo>
                  <a:pt x="385662" y="149861"/>
                </a:moveTo>
                <a:lnTo>
                  <a:pt x="385662" y="107249"/>
                </a:lnTo>
                <a:cubicBezTo>
                  <a:pt x="382736" y="111026"/>
                  <a:pt x="379092" y="114018"/>
                  <a:pt x="374729" y="116226"/>
                </a:cubicBezTo>
                <a:cubicBezTo>
                  <a:pt x="370367" y="118434"/>
                  <a:pt x="365659" y="119538"/>
                  <a:pt x="360605" y="119538"/>
                </a:cubicBezTo>
                <a:cubicBezTo>
                  <a:pt x="350976" y="119538"/>
                  <a:pt x="343049" y="115920"/>
                  <a:pt x="336825" y="108685"/>
                </a:cubicBezTo>
                <a:cubicBezTo>
                  <a:pt x="329484" y="100227"/>
                  <a:pt x="325813" y="88762"/>
                  <a:pt x="325813" y="74292"/>
                </a:cubicBezTo>
                <a:cubicBezTo>
                  <a:pt x="325813" y="60673"/>
                  <a:pt x="329258" y="50047"/>
                  <a:pt x="336147" y="42413"/>
                </a:cubicBezTo>
                <a:cubicBezTo>
                  <a:pt x="343036" y="34779"/>
                  <a:pt x="351588" y="30962"/>
                  <a:pt x="361802" y="30962"/>
                </a:cubicBezTo>
                <a:cubicBezTo>
                  <a:pt x="367441" y="30962"/>
                  <a:pt x="372322" y="32159"/>
                  <a:pt x="376445" y="34553"/>
                </a:cubicBezTo>
                <a:cubicBezTo>
                  <a:pt x="380568" y="36947"/>
                  <a:pt x="384225" y="40564"/>
                  <a:pt x="387417" y="45405"/>
                </a:cubicBezTo>
                <a:lnTo>
                  <a:pt x="387417" y="32877"/>
                </a:lnTo>
                <a:lnTo>
                  <a:pt x="408085" y="32877"/>
                </a:lnTo>
                <a:lnTo>
                  <a:pt x="408085" y="149861"/>
                </a:lnTo>
                <a:lnTo>
                  <a:pt x="385662" y="149861"/>
                </a:lnTo>
                <a:moveTo>
                  <a:pt x="386380" y="74212"/>
                </a:moveTo>
                <a:cubicBezTo>
                  <a:pt x="386380" y="65541"/>
                  <a:pt x="384611" y="59091"/>
                  <a:pt x="381073" y="54861"/>
                </a:cubicBezTo>
                <a:cubicBezTo>
                  <a:pt x="377535" y="50632"/>
                  <a:pt x="373107" y="48517"/>
                  <a:pt x="367787" y="48517"/>
                </a:cubicBezTo>
                <a:cubicBezTo>
                  <a:pt x="362361" y="48517"/>
                  <a:pt x="357825" y="50672"/>
                  <a:pt x="354181" y="54981"/>
                </a:cubicBezTo>
                <a:cubicBezTo>
                  <a:pt x="350537" y="59290"/>
                  <a:pt x="348715" y="66126"/>
                  <a:pt x="348715" y="75489"/>
                </a:cubicBezTo>
                <a:cubicBezTo>
                  <a:pt x="348715" y="84799"/>
                  <a:pt x="350471" y="91515"/>
                  <a:pt x="353982" y="95638"/>
                </a:cubicBezTo>
                <a:cubicBezTo>
                  <a:pt x="357493" y="99761"/>
                  <a:pt x="361829" y="101823"/>
                  <a:pt x="366989" y="101823"/>
                </a:cubicBezTo>
                <a:cubicBezTo>
                  <a:pt x="372149" y="101823"/>
                  <a:pt x="376671" y="99508"/>
                  <a:pt x="380555" y="94880"/>
                </a:cubicBezTo>
                <a:cubicBezTo>
                  <a:pt x="384438" y="90252"/>
                  <a:pt x="386380" y="83363"/>
                  <a:pt x="386380" y="74212"/>
                </a:cubicBezTo>
                <a:close/>
                <a:moveTo>
                  <a:pt x="485882" y="117623"/>
                </a:moveTo>
                <a:lnTo>
                  <a:pt x="485882" y="104935"/>
                </a:lnTo>
                <a:cubicBezTo>
                  <a:pt x="482796" y="109457"/>
                  <a:pt x="478740" y="113021"/>
                  <a:pt x="473712" y="115628"/>
                </a:cubicBezTo>
                <a:cubicBezTo>
                  <a:pt x="468685" y="118234"/>
                  <a:pt x="463379" y="119538"/>
                  <a:pt x="457793" y="119538"/>
                </a:cubicBezTo>
                <a:cubicBezTo>
                  <a:pt x="452100" y="119538"/>
                  <a:pt x="446993" y="118288"/>
                  <a:pt x="442471" y="115787"/>
                </a:cubicBezTo>
                <a:cubicBezTo>
                  <a:pt x="437949" y="113287"/>
                  <a:pt x="434678" y="109776"/>
                  <a:pt x="432656" y="105254"/>
                </a:cubicBezTo>
                <a:cubicBezTo>
                  <a:pt x="430635" y="100732"/>
                  <a:pt x="429624" y="94481"/>
                  <a:pt x="429624" y="86501"/>
                </a:cubicBezTo>
                <a:lnTo>
                  <a:pt x="429624" y="32877"/>
                </a:lnTo>
                <a:lnTo>
                  <a:pt x="452047" y="32877"/>
                </a:lnTo>
                <a:lnTo>
                  <a:pt x="452047" y="71729"/>
                </a:lnTo>
                <a:cubicBezTo>
                  <a:pt x="452047" y="83619"/>
                  <a:pt x="452459" y="90904"/>
                  <a:pt x="453284" y="93583"/>
                </a:cubicBezTo>
                <a:cubicBezTo>
                  <a:pt x="454109" y="96263"/>
                  <a:pt x="455612" y="98386"/>
                  <a:pt x="457793" y="99952"/>
                </a:cubicBezTo>
                <a:cubicBezTo>
                  <a:pt x="459974" y="101518"/>
                  <a:pt x="462740" y="102301"/>
                  <a:pt x="466092" y="102301"/>
                </a:cubicBezTo>
                <a:cubicBezTo>
                  <a:pt x="469922" y="102301"/>
                  <a:pt x="473353" y="101253"/>
                  <a:pt x="476386" y="99157"/>
                </a:cubicBezTo>
                <a:cubicBezTo>
                  <a:pt x="479418" y="97060"/>
                  <a:pt x="481493" y="94460"/>
                  <a:pt x="482610" y="91354"/>
                </a:cubicBezTo>
                <a:cubicBezTo>
                  <a:pt x="483727" y="88249"/>
                  <a:pt x="484286" y="80645"/>
                  <a:pt x="484286" y="68544"/>
                </a:cubicBezTo>
                <a:lnTo>
                  <a:pt x="484286" y="32877"/>
                </a:lnTo>
                <a:lnTo>
                  <a:pt x="506709" y="32877"/>
                </a:lnTo>
                <a:lnTo>
                  <a:pt x="506709" y="117623"/>
                </a:lnTo>
                <a:lnTo>
                  <a:pt x="485882" y="117623"/>
                </a:lnTo>
                <a:close/>
                <a:moveTo>
                  <a:pt x="546681" y="59051"/>
                </a:moveTo>
                <a:lnTo>
                  <a:pt x="526333" y="55380"/>
                </a:lnTo>
                <a:cubicBezTo>
                  <a:pt x="528620" y="47079"/>
                  <a:pt x="532557" y="40935"/>
                  <a:pt x="538143" y="36947"/>
                </a:cubicBezTo>
                <a:cubicBezTo>
                  <a:pt x="543729" y="32957"/>
                  <a:pt x="552028" y="30962"/>
                  <a:pt x="563040" y="30962"/>
                </a:cubicBezTo>
                <a:cubicBezTo>
                  <a:pt x="573041" y="30962"/>
                  <a:pt x="580489" y="32145"/>
                  <a:pt x="585383" y="34513"/>
                </a:cubicBezTo>
                <a:cubicBezTo>
                  <a:pt x="590278" y="36880"/>
                  <a:pt x="593722" y="39886"/>
                  <a:pt x="595717" y="43530"/>
                </a:cubicBezTo>
                <a:cubicBezTo>
                  <a:pt x="597712" y="47174"/>
                  <a:pt x="598710" y="53864"/>
                  <a:pt x="598710" y="63599"/>
                </a:cubicBezTo>
                <a:lnTo>
                  <a:pt x="598470" y="89773"/>
                </a:lnTo>
                <a:cubicBezTo>
                  <a:pt x="598470" y="97221"/>
                  <a:pt x="598830" y="102714"/>
                  <a:pt x="599548" y="106251"/>
                </a:cubicBezTo>
                <a:cubicBezTo>
                  <a:pt x="600266" y="109789"/>
                  <a:pt x="601609" y="113580"/>
                  <a:pt x="603578" y="117623"/>
                </a:cubicBezTo>
                <a:lnTo>
                  <a:pt x="581394" y="117623"/>
                </a:lnTo>
                <a:cubicBezTo>
                  <a:pt x="580808" y="116133"/>
                  <a:pt x="580090" y="113925"/>
                  <a:pt x="579239" y="110999"/>
                </a:cubicBezTo>
                <a:cubicBezTo>
                  <a:pt x="578867" y="109669"/>
                  <a:pt x="578601" y="108792"/>
                  <a:pt x="578441" y="108366"/>
                </a:cubicBezTo>
                <a:cubicBezTo>
                  <a:pt x="574611" y="112090"/>
                  <a:pt x="570514" y="114883"/>
                  <a:pt x="566152" y="116745"/>
                </a:cubicBezTo>
                <a:cubicBezTo>
                  <a:pt x="561790" y="118607"/>
                  <a:pt x="557135" y="119538"/>
                  <a:pt x="552187" y="119538"/>
                </a:cubicBezTo>
                <a:cubicBezTo>
                  <a:pt x="543463" y="119538"/>
                  <a:pt x="536587" y="117180"/>
                  <a:pt x="531560" y="112466"/>
                </a:cubicBezTo>
                <a:cubicBezTo>
                  <a:pt x="526532" y="107751"/>
                  <a:pt x="524019" y="101791"/>
                  <a:pt x="524019" y="94586"/>
                </a:cubicBezTo>
                <a:cubicBezTo>
                  <a:pt x="524019" y="89818"/>
                  <a:pt x="525162" y="85567"/>
                  <a:pt x="527450" y="81833"/>
                </a:cubicBezTo>
                <a:cubicBezTo>
                  <a:pt x="529738" y="78098"/>
                  <a:pt x="532943" y="75236"/>
                  <a:pt x="537066" y="73250"/>
                </a:cubicBezTo>
                <a:cubicBezTo>
                  <a:pt x="541189" y="71263"/>
                  <a:pt x="547134" y="69528"/>
                  <a:pt x="554901" y="68045"/>
                </a:cubicBezTo>
                <a:cubicBezTo>
                  <a:pt x="565381" y="66085"/>
                  <a:pt x="572642" y="64258"/>
                  <a:pt x="576685" y="62562"/>
                </a:cubicBezTo>
                <a:lnTo>
                  <a:pt x="576685" y="60303"/>
                </a:lnTo>
                <a:cubicBezTo>
                  <a:pt x="576685" y="55945"/>
                  <a:pt x="575622" y="52839"/>
                  <a:pt x="573494" y="50984"/>
                </a:cubicBezTo>
                <a:cubicBezTo>
                  <a:pt x="571366" y="49127"/>
                  <a:pt x="567349" y="48198"/>
                  <a:pt x="561444" y="48198"/>
                </a:cubicBezTo>
                <a:cubicBezTo>
                  <a:pt x="557454" y="48198"/>
                  <a:pt x="554342" y="49001"/>
                  <a:pt x="552108" y="50607"/>
                </a:cubicBezTo>
                <a:cubicBezTo>
                  <a:pt x="549873" y="52211"/>
                  <a:pt x="548065" y="55026"/>
                  <a:pt x="546681" y="59051"/>
                </a:cubicBezTo>
                <a:moveTo>
                  <a:pt x="576685" y="77245"/>
                </a:moveTo>
                <a:cubicBezTo>
                  <a:pt x="573813" y="78191"/>
                  <a:pt x="569264" y="79321"/>
                  <a:pt x="563040" y="80636"/>
                </a:cubicBezTo>
                <a:cubicBezTo>
                  <a:pt x="556816" y="81949"/>
                  <a:pt x="552746" y="83237"/>
                  <a:pt x="550831" y="84499"/>
                </a:cubicBezTo>
                <a:cubicBezTo>
                  <a:pt x="547905" y="86549"/>
                  <a:pt x="546442" y="89150"/>
                  <a:pt x="546442" y="92304"/>
                </a:cubicBezTo>
                <a:cubicBezTo>
                  <a:pt x="546442" y="95406"/>
                  <a:pt x="547612" y="98088"/>
                  <a:pt x="549953" y="100349"/>
                </a:cubicBezTo>
                <a:cubicBezTo>
                  <a:pt x="552294" y="102608"/>
                  <a:pt x="555273" y="103738"/>
                  <a:pt x="558890" y="103738"/>
                </a:cubicBezTo>
                <a:cubicBezTo>
                  <a:pt x="562934" y="103738"/>
                  <a:pt x="566791" y="102424"/>
                  <a:pt x="570461" y="99795"/>
                </a:cubicBezTo>
                <a:cubicBezTo>
                  <a:pt x="573174" y="97799"/>
                  <a:pt x="574957" y="95354"/>
                  <a:pt x="575808" y="92461"/>
                </a:cubicBezTo>
                <a:cubicBezTo>
                  <a:pt x="576393" y="90569"/>
                  <a:pt x="576685" y="86969"/>
                  <a:pt x="576685" y="81661"/>
                </a:cubicBezTo>
                <a:lnTo>
                  <a:pt x="576685" y="77245"/>
                </a:lnTo>
                <a:close/>
                <a:moveTo>
                  <a:pt x="642288" y="117623"/>
                </a:moveTo>
                <a:lnTo>
                  <a:pt x="619864" y="117623"/>
                </a:lnTo>
                <a:lnTo>
                  <a:pt x="619864" y="32877"/>
                </a:lnTo>
                <a:lnTo>
                  <a:pt x="640692" y="32877"/>
                </a:lnTo>
                <a:lnTo>
                  <a:pt x="640692" y="44926"/>
                </a:lnTo>
                <a:cubicBezTo>
                  <a:pt x="644256" y="39234"/>
                  <a:pt x="647461" y="35484"/>
                  <a:pt x="650307" y="33675"/>
                </a:cubicBezTo>
                <a:cubicBezTo>
                  <a:pt x="653153" y="31866"/>
                  <a:pt x="656385" y="30962"/>
                  <a:pt x="660003" y="30962"/>
                </a:cubicBezTo>
                <a:cubicBezTo>
                  <a:pt x="665110" y="30962"/>
                  <a:pt x="670031" y="32371"/>
                  <a:pt x="674765" y="35191"/>
                </a:cubicBezTo>
                <a:lnTo>
                  <a:pt x="667823" y="54742"/>
                </a:lnTo>
                <a:cubicBezTo>
                  <a:pt x="664046" y="52294"/>
                  <a:pt x="660535" y="51071"/>
                  <a:pt x="657290" y="51071"/>
                </a:cubicBezTo>
                <a:cubicBezTo>
                  <a:pt x="654151" y="51071"/>
                  <a:pt x="651491" y="51935"/>
                  <a:pt x="649310" y="53664"/>
                </a:cubicBezTo>
                <a:cubicBezTo>
                  <a:pt x="647129" y="55393"/>
                  <a:pt x="645413" y="58519"/>
                  <a:pt x="644163" y="63041"/>
                </a:cubicBezTo>
                <a:cubicBezTo>
                  <a:pt x="642913" y="67563"/>
                  <a:pt x="642288" y="77032"/>
                  <a:pt x="642288" y="91449"/>
                </a:cubicBezTo>
                <a:lnTo>
                  <a:pt x="642288" y="117623"/>
                </a:lnTo>
                <a:close/>
                <a:moveTo>
                  <a:pt x="723289" y="32877"/>
                </a:moveTo>
                <a:lnTo>
                  <a:pt x="723289" y="50752"/>
                </a:lnTo>
                <a:lnTo>
                  <a:pt x="707968" y="50752"/>
                </a:lnTo>
                <a:lnTo>
                  <a:pt x="707968" y="84850"/>
                </a:lnTo>
                <a:cubicBezTo>
                  <a:pt x="707968" y="91756"/>
                  <a:pt x="708114" y="95780"/>
                  <a:pt x="708407" y="96922"/>
                </a:cubicBezTo>
                <a:cubicBezTo>
                  <a:pt x="708700" y="98063"/>
                  <a:pt x="709364" y="99006"/>
                  <a:pt x="710402" y="99750"/>
                </a:cubicBezTo>
                <a:cubicBezTo>
                  <a:pt x="711439" y="100493"/>
                  <a:pt x="712703" y="100865"/>
                  <a:pt x="714192" y="100865"/>
                </a:cubicBezTo>
                <a:cubicBezTo>
                  <a:pt x="716267" y="100865"/>
                  <a:pt x="719273" y="100147"/>
                  <a:pt x="723209" y="98710"/>
                </a:cubicBezTo>
                <a:lnTo>
                  <a:pt x="725125" y="116171"/>
                </a:lnTo>
                <a:cubicBezTo>
                  <a:pt x="719911" y="118416"/>
                  <a:pt x="714006" y="119538"/>
                  <a:pt x="707409" y="119538"/>
                </a:cubicBezTo>
                <a:cubicBezTo>
                  <a:pt x="703366" y="119538"/>
                  <a:pt x="699722" y="118860"/>
                  <a:pt x="696477" y="117503"/>
                </a:cubicBezTo>
                <a:cubicBezTo>
                  <a:pt x="693232" y="116146"/>
                  <a:pt x="690851" y="114391"/>
                  <a:pt x="689335" y="112236"/>
                </a:cubicBezTo>
                <a:cubicBezTo>
                  <a:pt x="687819" y="110082"/>
                  <a:pt x="686768" y="107169"/>
                  <a:pt x="686183" y="103498"/>
                </a:cubicBezTo>
                <a:cubicBezTo>
                  <a:pt x="685704" y="100892"/>
                  <a:pt x="685465" y="95625"/>
                  <a:pt x="685465" y="87698"/>
                </a:cubicBezTo>
                <a:lnTo>
                  <a:pt x="685465" y="50752"/>
                </a:lnTo>
                <a:lnTo>
                  <a:pt x="675171" y="50752"/>
                </a:lnTo>
                <a:lnTo>
                  <a:pt x="675171" y="32877"/>
                </a:lnTo>
                <a:lnTo>
                  <a:pt x="685465" y="32877"/>
                </a:lnTo>
                <a:lnTo>
                  <a:pt x="685465" y="15960"/>
                </a:lnTo>
                <a:lnTo>
                  <a:pt x="707968" y="2713"/>
                </a:lnTo>
                <a:lnTo>
                  <a:pt x="707968" y="32877"/>
                </a:lnTo>
                <a:lnTo>
                  <a:pt x="723289" y="32877"/>
                </a:lnTo>
                <a:close/>
                <a:moveTo>
                  <a:pt x="787941" y="90651"/>
                </a:moveTo>
                <a:lnTo>
                  <a:pt x="810284" y="94481"/>
                </a:lnTo>
                <a:cubicBezTo>
                  <a:pt x="807412" y="102647"/>
                  <a:pt x="802876" y="108865"/>
                  <a:pt x="796679" y="113134"/>
                </a:cubicBezTo>
                <a:cubicBezTo>
                  <a:pt x="790481" y="117403"/>
                  <a:pt x="782727" y="119538"/>
                  <a:pt x="773418" y="119538"/>
                </a:cubicBezTo>
                <a:cubicBezTo>
                  <a:pt x="758682" y="119538"/>
                  <a:pt x="747776" y="114723"/>
                  <a:pt x="740700" y="105094"/>
                </a:cubicBezTo>
                <a:cubicBezTo>
                  <a:pt x="735114" y="97380"/>
                  <a:pt x="732322" y="87645"/>
                  <a:pt x="732322" y="75888"/>
                </a:cubicBezTo>
                <a:cubicBezTo>
                  <a:pt x="732322" y="61844"/>
                  <a:pt x="735992" y="50845"/>
                  <a:pt x="743334" y="42892"/>
                </a:cubicBezTo>
                <a:cubicBezTo>
                  <a:pt x="750675" y="34938"/>
                  <a:pt x="759958" y="30962"/>
                  <a:pt x="771183" y="30962"/>
                </a:cubicBezTo>
                <a:cubicBezTo>
                  <a:pt x="783791" y="30962"/>
                  <a:pt x="793740" y="35125"/>
                  <a:pt x="801028" y="43450"/>
                </a:cubicBezTo>
                <a:cubicBezTo>
                  <a:pt x="808316" y="51776"/>
                  <a:pt x="811801" y="64530"/>
                  <a:pt x="811481" y="81713"/>
                </a:cubicBezTo>
                <a:lnTo>
                  <a:pt x="755303" y="81713"/>
                </a:lnTo>
                <a:cubicBezTo>
                  <a:pt x="755463" y="88363"/>
                  <a:pt x="757272" y="93537"/>
                  <a:pt x="760730" y="97234"/>
                </a:cubicBezTo>
                <a:cubicBezTo>
                  <a:pt x="764188" y="100932"/>
                  <a:pt x="768497" y="102780"/>
                  <a:pt x="773657" y="102780"/>
                </a:cubicBezTo>
                <a:cubicBezTo>
                  <a:pt x="777168" y="102780"/>
                  <a:pt x="780121" y="101823"/>
                  <a:pt x="782515" y="99907"/>
                </a:cubicBezTo>
                <a:cubicBezTo>
                  <a:pt x="784909" y="97992"/>
                  <a:pt x="786717" y="94907"/>
                  <a:pt x="787941" y="90651"/>
                </a:cubicBezTo>
                <a:moveTo>
                  <a:pt x="789218" y="67988"/>
                </a:moveTo>
                <a:cubicBezTo>
                  <a:pt x="789058" y="61524"/>
                  <a:pt x="787382" y="56610"/>
                  <a:pt x="784190" y="53245"/>
                </a:cubicBezTo>
                <a:cubicBezTo>
                  <a:pt x="780998" y="49881"/>
                  <a:pt x="777115" y="48198"/>
                  <a:pt x="772540" y="48198"/>
                </a:cubicBezTo>
                <a:cubicBezTo>
                  <a:pt x="767646" y="48198"/>
                  <a:pt x="763602" y="49973"/>
                  <a:pt x="760410" y="53522"/>
                </a:cubicBezTo>
                <a:cubicBezTo>
                  <a:pt x="757219" y="57073"/>
                  <a:pt x="755649" y="61895"/>
                  <a:pt x="755702" y="67988"/>
                </a:cubicBezTo>
                <a:lnTo>
                  <a:pt x="789218" y="67988"/>
                </a:lnTo>
                <a:close/>
                <a:moveTo>
                  <a:pt x="851229" y="117623"/>
                </a:moveTo>
                <a:lnTo>
                  <a:pt x="828805" y="117623"/>
                </a:lnTo>
                <a:lnTo>
                  <a:pt x="828805" y="32877"/>
                </a:lnTo>
                <a:lnTo>
                  <a:pt x="849633" y="32877"/>
                </a:lnTo>
                <a:lnTo>
                  <a:pt x="849633" y="44926"/>
                </a:lnTo>
                <a:cubicBezTo>
                  <a:pt x="853197" y="39234"/>
                  <a:pt x="856402" y="35484"/>
                  <a:pt x="859248" y="33675"/>
                </a:cubicBezTo>
                <a:cubicBezTo>
                  <a:pt x="862095" y="31866"/>
                  <a:pt x="865326" y="30962"/>
                  <a:pt x="868944" y="30962"/>
                </a:cubicBezTo>
                <a:cubicBezTo>
                  <a:pt x="874051" y="30962"/>
                  <a:pt x="878972" y="32371"/>
                  <a:pt x="883707" y="35191"/>
                </a:cubicBezTo>
                <a:lnTo>
                  <a:pt x="876764" y="54742"/>
                </a:lnTo>
                <a:cubicBezTo>
                  <a:pt x="872987" y="52294"/>
                  <a:pt x="869476" y="51071"/>
                  <a:pt x="866231" y="51071"/>
                </a:cubicBezTo>
                <a:cubicBezTo>
                  <a:pt x="863092" y="51071"/>
                  <a:pt x="860432" y="51935"/>
                  <a:pt x="858251" y="53664"/>
                </a:cubicBezTo>
                <a:cubicBezTo>
                  <a:pt x="856070" y="55393"/>
                  <a:pt x="854354" y="58519"/>
                  <a:pt x="853104" y="63041"/>
                </a:cubicBezTo>
                <a:cubicBezTo>
                  <a:pt x="851854" y="67563"/>
                  <a:pt x="851229" y="77032"/>
                  <a:pt x="851229" y="91449"/>
                </a:cubicBezTo>
                <a:lnTo>
                  <a:pt x="851229" y="117623"/>
                </a:lnTo>
                <a:close/>
                <a:moveTo>
                  <a:pt x="993085" y="107159"/>
                </a:moveTo>
                <a:cubicBezTo>
                  <a:pt x="987765" y="111684"/>
                  <a:pt x="982644" y="114879"/>
                  <a:pt x="977723" y="116742"/>
                </a:cubicBezTo>
                <a:cubicBezTo>
                  <a:pt x="972802" y="118606"/>
                  <a:pt x="967522" y="119538"/>
                  <a:pt x="961883" y="119538"/>
                </a:cubicBezTo>
                <a:cubicBezTo>
                  <a:pt x="952574" y="119538"/>
                  <a:pt x="945418" y="117262"/>
                  <a:pt x="940418" y="112710"/>
                </a:cubicBezTo>
                <a:cubicBezTo>
                  <a:pt x="935417" y="108158"/>
                  <a:pt x="932917" y="102342"/>
                  <a:pt x="932917" y="95262"/>
                </a:cubicBezTo>
                <a:cubicBezTo>
                  <a:pt x="932917" y="91111"/>
                  <a:pt x="933861" y="87318"/>
                  <a:pt x="935749" y="83885"/>
                </a:cubicBezTo>
                <a:cubicBezTo>
                  <a:pt x="937638" y="80451"/>
                  <a:pt x="940112" y="77695"/>
                  <a:pt x="943171" y="75619"/>
                </a:cubicBezTo>
                <a:cubicBezTo>
                  <a:pt x="946230" y="73542"/>
                  <a:pt x="949674" y="71972"/>
                  <a:pt x="953505" y="70908"/>
                </a:cubicBezTo>
                <a:cubicBezTo>
                  <a:pt x="956324" y="70162"/>
                  <a:pt x="960580" y="69443"/>
                  <a:pt x="966272" y="68751"/>
                </a:cubicBezTo>
                <a:cubicBezTo>
                  <a:pt x="977870" y="67378"/>
                  <a:pt x="986408" y="65740"/>
                  <a:pt x="991888" y="63839"/>
                </a:cubicBezTo>
                <a:cubicBezTo>
                  <a:pt x="991941" y="61879"/>
                  <a:pt x="991967" y="60633"/>
                  <a:pt x="991967" y="60103"/>
                </a:cubicBezTo>
                <a:cubicBezTo>
                  <a:pt x="991967" y="54273"/>
                  <a:pt x="990611" y="50166"/>
                  <a:pt x="987898" y="47782"/>
                </a:cubicBezTo>
                <a:cubicBezTo>
                  <a:pt x="984227" y="44548"/>
                  <a:pt x="978774" y="42931"/>
                  <a:pt x="971539" y="42931"/>
                </a:cubicBezTo>
                <a:cubicBezTo>
                  <a:pt x="964783" y="42931"/>
                  <a:pt x="959795" y="44115"/>
                  <a:pt x="956577" y="46482"/>
                </a:cubicBezTo>
                <a:cubicBezTo>
                  <a:pt x="953358" y="48850"/>
                  <a:pt x="950978" y="53039"/>
                  <a:pt x="949435" y="59051"/>
                </a:cubicBezTo>
                <a:lnTo>
                  <a:pt x="935390" y="57136"/>
                </a:lnTo>
                <a:cubicBezTo>
                  <a:pt x="936667" y="51106"/>
                  <a:pt x="938769" y="46236"/>
                  <a:pt x="941694" y="42527"/>
                </a:cubicBezTo>
                <a:cubicBezTo>
                  <a:pt x="944620" y="38819"/>
                  <a:pt x="948850" y="35964"/>
                  <a:pt x="954382" y="33964"/>
                </a:cubicBezTo>
                <a:cubicBezTo>
                  <a:pt x="959915" y="31963"/>
                  <a:pt x="966326" y="30962"/>
                  <a:pt x="973614" y="30962"/>
                </a:cubicBezTo>
                <a:cubicBezTo>
                  <a:pt x="980849" y="30962"/>
                  <a:pt x="986727" y="31813"/>
                  <a:pt x="991249" y="33515"/>
                </a:cubicBezTo>
                <a:cubicBezTo>
                  <a:pt x="995771" y="35218"/>
                  <a:pt x="999096" y="37359"/>
                  <a:pt x="1001224" y="39939"/>
                </a:cubicBezTo>
                <a:cubicBezTo>
                  <a:pt x="1003352" y="42519"/>
                  <a:pt x="1004841" y="45778"/>
                  <a:pt x="1005693" y="49714"/>
                </a:cubicBezTo>
                <a:cubicBezTo>
                  <a:pt x="1006171" y="52161"/>
                  <a:pt x="1006411" y="56577"/>
                  <a:pt x="1006411" y="62961"/>
                </a:cubicBezTo>
                <a:lnTo>
                  <a:pt x="1006411" y="82112"/>
                </a:lnTo>
                <a:cubicBezTo>
                  <a:pt x="1006411" y="95465"/>
                  <a:pt x="1006717" y="103911"/>
                  <a:pt x="1007329" y="107448"/>
                </a:cubicBezTo>
                <a:cubicBezTo>
                  <a:pt x="1007940" y="110986"/>
                  <a:pt x="1009151" y="114378"/>
                  <a:pt x="1010959" y="117623"/>
                </a:cubicBezTo>
                <a:lnTo>
                  <a:pt x="995957" y="117623"/>
                </a:lnTo>
                <a:cubicBezTo>
                  <a:pt x="994468" y="114640"/>
                  <a:pt x="993510" y="111152"/>
                  <a:pt x="993085" y="107159"/>
                </a:cubicBezTo>
                <a:moveTo>
                  <a:pt x="991888" y="75010"/>
                </a:moveTo>
                <a:cubicBezTo>
                  <a:pt x="986674" y="77157"/>
                  <a:pt x="978854" y="78980"/>
                  <a:pt x="968427" y="80482"/>
                </a:cubicBezTo>
                <a:cubicBezTo>
                  <a:pt x="962522" y="81336"/>
                  <a:pt x="958346" y="82298"/>
                  <a:pt x="955899" y="83367"/>
                </a:cubicBezTo>
                <a:cubicBezTo>
                  <a:pt x="953451" y="84434"/>
                  <a:pt x="951563" y="85997"/>
                  <a:pt x="950233" y="88055"/>
                </a:cubicBezTo>
                <a:cubicBezTo>
                  <a:pt x="948903" y="90111"/>
                  <a:pt x="948238" y="92395"/>
                  <a:pt x="948238" y="94905"/>
                </a:cubicBezTo>
                <a:cubicBezTo>
                  <a:pt x="948238" y="98750"/>
                  <a:pt x="949688" y="101956"/>
                  <a:pt x="952587" y="104521"/>
                </a:cubicBezTo>
                <a:cubicBezTo>
                  <a:pt x="955486" y="107084"/>
                  <a:pt x="959729" y="108366"/>
                  <a:pt x="965315" y="108366"/>
                </a:cubicBezTo>
                <a:cubicBezTo>
                  <a:pt x="970847" y="108366"/>
                  <a:pt x="975768" y="107150"/>
                  <a:pt x="980077" y="104718"/>
                </a:cubicBezTo>
                <a:cubicBezTo>
                  <a:pt x="984387" y="102286"/>
                  <a:pt x="987552" y="98958"/>
                  <a:pt x="989573" y="94736"/>
                </a:cubicBezTo>
                <a:cubicBezTo>
                  <a:pt x="991116" y="91474"/>
                  <a:pt x="991888" y="86663"/>
                  <a:pt x="991888" y="80302"/>
                </a:cubicBezTo>
                <a:lnTo>
                  <a:pt x="991888" y="75010"/>
                </a:lnTo>
                <a:moveTo>
                  <a:pt x="984067" y="22344"/>
                </a:moveTo>
                <a:lnTo>
                  <a:pt x="972497" y="22344"/>
                </a:lnTo>
                <a:lnTo>
                  <a:pt x="954063" y="0"/>
                </a:lnTo>
                <a:lnTo>
                  <a:pt x="973295" y="0"/>
                </a:lnTo>
                <a:lnTo>
                  <a:pt x="984067" y="22344"/>
                </a:lnTo>
                <a:close/>
                <a:moveTo>
                  <a:pt x="1124196" y="117623"/>
                </a:moveTo>
                <a:lnTo>
                  <a:pt x="1109832" y="117623"/>
                </a:lnTo>
                <a:lnTo>
                  <a:pt x="1109832" y="26094"/>
                </a:lnTo>
                <a:cubicBezTo>
                  <a:pt x="1106374" y="29392"/>
                  <a:pt x="1101839" y="32691"/>
                  <a:pt x="1096226" y="35989"/>
                </a:cubicBezTo>
                <a:cubicBezTo>
                  <a:pt x="1090614" y="39287"/>
                  <a:pt x="1085573" y="41761"/>
                  <a:pt x="1081105" y="43410"/>
                </a:cubicBezTo>
                <a:lnTo>
                  <a:pt x="1081105" y="29525"/>
                </a:lnTo>
                <a:cubicBezTo>
                  <a:pt x="1089138" y="25748"/>
                  <a:pt x="1096160" y="21173"/>
                  <a:pt x="1102171" y="15800"/>
                </a:cubicBezTo>
                <a:cubicBezTo>
                  <a:pt x="1108183" y="10427"/>
                  <a:pt x="1112439" y="5213"/>
                  <a:pt x="1114939" y="160"/>
                </a:cubicBezTo>
                <a:lnTo>
                  <a:pt x="1124196" y="160"/>
                </a:lnTo>
                <a:lnTo>
                  <a:pt x="1124196" y="117623"/>
                </a:lnTo>
                <a:close/>
                <a:moveTo>
                  <a:pt x="1168731" y="117623"/>
                </a:moveTo>
                <a:lnTo>
                  <a:pt x="1168731" y="101184"/>
                </a:lnTo>
                <a:lnTo>
                  <a:pt x="1185089" y="101184"/>
                </a:lnTo>
                <a:lnTo>
                  <a:pt x="1185089" y="117575"/>
                </a:lnTo>
                <a:cubicBezTo>
                  <a:pt x="1185089" y="123600"/>
                  <a:pt x="1184025" y="128464"/>
                  <a:pt x="1181897" y="132168"/>
                </a:cubicBezTo>
                <a:cubicBezTo>
                  <a:pt x="1179769" y="135874"/>
                  <a:pt x="1176391" y="138739"/>
                  <a:pt x="1171763" y="140764"/>
                </a:cubicBezTo>
                <a:lnTo>
                  <a:pt x="1167773" y="134540"/>
                </a:lnTo>
                <a:cubicBezTo>
                  <a:pt x="1170805" y="133217"/>
                  <a:pt x="1173040" y="131271"/>
                  <a:pt x="1174476" y="128702"/>
                </a:cubicBezTo>
                <a:cubicBezTo>
                  <a:pt x="1175913" y="126134"/>
                  <a:pt x="1176711" y="122440"/>
                  <a:pt x="1176870" y="117623"/>
                </a:cubicBezTo>
                <a:lnTo>
                  <a:pt x="1168731" y="117623"/>
                </a:lnTo>
                <a:close/>
                <a:moveTo>
                  <a:pt x="1206391" y="59889"/>
                </a:moveTo>
                <a:cubicBezTo>
                  <a:pt x="1206391" y="46067"/>
                  <a:pt x="1207814" y="34942"/>
                  <a:pt x="1210660" y="26515"/>
                </a:cubicBezTo>
                <a:cubicBezTo>
                  <a:pt x="1213506" y="18088"/>
                  <a:pt x="1217735" y="11589"/>
                  <a:pt x="1223348" y="7017"/>
                </a:cubicBezTo>
                <a:cubicBezTo>
                  <a:pt x="1228960" y="2445"/>
                  <a:pt x="1236022" y="160"/>
                  <a:pt x="1244534" y="160"/>
                </a:cubicBezTo>
                <a:cubicBezTo>
                  <a:pt x="1250812" y="160"/>
                  <a:pt x="1256318" y="1422"/>
                  <a:pt x="1261052" y="3948"/>
                </a:cubicBezTo>
                <a:cubicBezTo>
                  <a:pt x="1265787" y="6473"/>
                  <a:pt x="1269697" y="10114"/>
                  <a:pt x="1272783" y="14872"/>
                </a:cubicBezTo>
                <a:cubicBezTo>
                  <a:pt x="1275868" y="19630"/>
                  <a:pt x="1278289" y="25426"/>
                  <a:pt x="1280044" y="32258"/>
                </a:cubicBezTo>
                <a:cubicBezTo>
                  <a:pt x="1281800" y="39090"/>
                  <a:pt x="1282678" y="48300"/>
                  <a:pt x="1282678" y="59889"/>
                </a:cubicBezTo>
                <a:cubicBezTo>
                  <a:pt x="1282678" y="73604"/>
                  <a:pt x="1281268" y="84675"/>
                  <a:pt x="1278448" y="93102"/>
                </a:cubicBezTo>
                <a:cubicBezTo>
                  <a:pt x="1275629" y="101529"/>
                  <a:pt x="1271413" y="108042"/>
                  <a:pt x="1265800" y="112640"/>
                </a:cubicBezTo>
                <a:cubicBezTo>
                  <a:pt x="1260188" y="117239"/>
                  <a:pt x="1253099" y="119538"/>
                  <a:pt x="1244534" y="119538"/>
                </a:cubicBezTo>
                <a:cubicBezTo>
                  <a:pt x="1233256" y="119538"/>
                  <a:pt x="1224398" y="115497"/>
                  <a:pt x="1217961" y="107416"/>
                </a:cubicBezTo>
                <a:cubicBezTo>
                  <a:pt x="1210247" y="97687"/>
                  <a:pt x="1206391" y="81845"/>
                  <a:pt x="1206391" y="59889"/>
                </a:cubicBezTo>
                <a:moveTo>
                  <a:pt x="1221153" y="59849"/>
                </a:moveTo>
                <a:cubicBezTo>
                  <a:pt x="1221153" y="78989"/>
                  <a:pt x="1223401" y="91727"/>
                  <a:pt x="1227896" y="98065"/>
                </a:cubicBezTo>
                <a:cubicBezTo>
                  <a:pt x="1232391" y="104400"/>
                  <a:pt x="1237937" y="107568"/>
                  <a:pt x="1244534" y="107568"/>
                </a:cubicBezTo>
                <a:cubicBezTo>
                  <a:pt x="1251131" y="107568"/>
                  <a:pt x="1256677" y="104387"/>
                  <a:pt x="1261172" y="98025"/>
                </a:cubicBezTo>
                <a:cubicBezTo>
                  <a:pt x="1265667" y="91662"/>
                  <a:pt x="1267915" y="78937"/>
                  <a:pt x="1267915" y="59849"/>
                </a:cubicBezTo>
                <a:cubicBezTo>
                  <a:pt x="1267915" y="40656"/>
                  <a:pt x="1265667" y="27904"/>
                  <a:pt x="1261172" y="21595"/>
                </a:cubicBezTo>
                <a:cubicBezTo>
                  <a:pt x="1256677" y="15285"/>
                  <a:pt x="1251078" y="12129"/>
                  <a:pt x="1244374" y="12129"/>
                </a:cubicBezTo>
                <a:cubicBezTo>
                  <a:pt x="1237778" y="12129"/>
                  <a:pt x="1232511" y="14913"/>
                  <a:pt x="1228574" y="20481"/>
                </a:cubicBezTo>
                <a:cubicBezTo>
                  <a:pt x="1223627" y="27586"/>
                  <a:pt x="1221153" y="40709"/>
                  <a:pt x="1221153" y="59849"/>
                </a:cubicBezTo>
                <a:close/>
                <a:moveTo>
                  <a:pt x="1297288" y="59889"/>
                </a:moveTo>
                <a:cubicBezTo>
                  <a:pt x="1297288" y="46067"/>
                  <a:pt x="1298712" y="34942"/>
                  <a:pt x="1301558" y="26515"/>
                </a:cubicBezTo>
                <a:cubicBezTo>
                  <a:pt x="1304404" y="18088"/>
                  <a:pt x="1308633" y="11589"/>
                  <a:pt x="1314246" y="7017"/>
                </a:cubicBezTo>
                <a:cubicBezTo>
                  <a:pt x="1319858" y="2445"/>
                  <a:pt x="1326920" y="160"/>
                  <a:pt x="1335432" y="160"/>
                </a:cubicBezTo>
                <a:cubicBezTo>
                  <a:pt x="1341709" y="160"/>
                  <a:pt x="1347216" y="1422"/>
                  <a:pt x="1351950" y="3948"/>
                </a:cubicBezTo>
                <a:cubicBezTo>
                  <a:pt x="1356685" y="6473"/>
                  <a:pt x="1360595" y="10114"/>
                  <a:pt x="1363681" y="14872"/>
                </a:cubicBezTo>
                <a:cubicBezTo>
                  <a:pt x="1366766" y="19630"/>
                  <a:pt x="1369187" y="25426"/>
                  <a:pt x="1370942" y="32258"/>
                </a:cubicBezTo>
                <a:cubicBezTo>
                  <a:pt x="1372698" y="39090"/>
                  <a:pt x="1373576" y="48300"/>
                  <a:pt x="1373576" y="59889"/>
                </a:cubicBezTo>
                <a:cubicBezTo>
                  <a:pt x="1373576" y="73604"/>
                  <a:pt x="1372166" y="84675"/>
                  <a:pt x="1369346" y="93102"/>
                </a:cubicBezTo>
                <a:cubicBezTo>
                  <a:pt x="1366527" y="101529"/>
                  <a:pt x="1362311" y="108042"/>
                  <a:pt x="1356698" y="112640"/>
                </a:cubicBezTo>
                <a:cubicBezTo>
                  <a:pt x="1351086" y="117239"/>
                  <a:pt x="1343997" y="119538"/>
                  <a:pt x="1335432" y="119538"/>
                </a:cubicBezTo>
                <a:cubicBezTo>
                  <a:pt x="1324154" y="119538"/>
                  <a:pt x="1315296" y="115497"/>
                  <a:pt x="1308859" y="107416"/>
                </a:cubicBezTo>
                <a:cubicBezTo>
                  <a:pt x="1301145" y="97687"/>
                  <a:pt x="1297288" y="81845"/>
                  <a:pt x="1297288" y="59889"/>
                </a:cubicBezTo>
                <a:moveTo>
                  <a:pt x="1312051" y="59849"/>
                </a:moveTo>
                <a:cubicBezTo>
                  <a:pt x="1312051" y="78989"/>
                  <a:pt x="1314299" y="91727"/>
                  <a:pt x="1318794" y="98065"/>
                </a:cubicBezTo>
                <a:cubicBezTo>
                  <a:pt x="1323289" y="104400"/>
                  <a:pt x="1328835" y="107568"/>
                  <a:pt x="1335432" y="107568"/>
                </a:cubicBezTo>
                <a:cubicBezTo>
                  <a:pt x="1342029" y="107568"/>
                  <a:pt x="1347575" y="104387"/>
                  <a:pt x="1352070" y="98025"/>
                </a:cubicBezTo>
                <a:cubicBezTo>
                  <a:pt x="1356565" y="91662"/>
                  <a:pt x="1358813" y="78937"/>
                  <a:pt x="1358813" y="59849"/>
                </a:cubicBezTo>
                <a:cubicBezTo>
                  <a:pt x="1358813" y="40656"/>
                  <a:pt x="1356565" y="27904"/>
                  <a:pt x="1352070" y="21595"/>
                </a:cubicBezTo>
                <a:cubicBezTo>
                  <a:pt x="1347575" y="15285"/>
                  <a:pt x="1341975" y="12129"/>
                  <a:pt x="1335272" y="12129"/>
                </a:cubicBezTo>
                <a:cubicBezTo>
                  <a:pt x="1328676" y="12129"/>
                  <a:pt x="1323409" y="14913"/>
                  <a:pt x="1319472" y="20481"/>
                </a:cubicBezTo>
                <a:cubicBezTo>
                  <a:pt x="1314525" y="27586"/>
                  <a:pt x="1312051" y="40709"/>
                  <a:pt x="1312051" y="59849"/>
                </a:cubicBezTo>
                <a:close/>
                <a:moveTo>
                  <a:pt x="1388186" y="59889"/>
                </a:moveTo>
                <a:cubicBezTo>
                  <a:pt x="1388186" y="46067"/>
                  <a:pt x="1389609" y="34942"/>
                  <a:pt x="1392456" y="26515"/>
                </a:cubicBezTo>
                <a:cubicBezTo>
                  <a:pt x="1395302" y="18088"/>
                  <a:pt x="1399531" y="11589"/>
                  <a:pt x="1405144" y="7017"/>
                </a:cubicBezTo>
                <a:cubicBezTo>
                  <a:pt x="1410756" y="2445"/>
                  <a:pt x="1417818" y="160"/>
                  <a:pt x="1426330" y="160"/>
                </a:cubicBezTo>
                <a:cubicBezTo>
                  <a:pt x="1432607" y="160"/>
                  <a:pt x="1438114" y="1422"/>
                  <a:pt x="1442848" y="3948"/>
                </a:cubicBezTo>
                <a:cubicBezTo>
                  <a:pt x="1447583" y="6473"/>
                  <a:pt x="1451493" y="10114"/>
                  <a:pt x="1454579" y="14872"/>
                </a:cubicBezTo>
                <a:cubicBezTo>
                  <a:pt x="1457664" y="19630"/>
                  <a:pt x="1460085" y="25426"/>
                  <a:pt x="1461840" y="32258"/>
                </a:cubicBezTo>
                <a:cubicBezTo>
                  <a:pt x="1463596" y="39090"/>
                  <a:pt x="1464474" y="48300"/>
                  <a:pt x="1464474" y="59889"/>
                </a:cubicBezTo>
                <a:cubicBezTo>
                  <a:pt x="1464474" y="73604"/>
                  <a:pt x="1463064" y="84675"/>
                  <a:pt x="1460244" y="93102"/>
                </a:cubicBezTo>
                <a:cubicBezTo>
                  <a:pt x="1457425" y="101529"/>
                  <a:pt x="1453209" y="108042"/>
                  <a:pt x="1447596" y="112640"/>
                </a:cubicBezTo>
                <a:cubicBezTo>
                  <a:pt x="1441984" y="117239"/>
                  <a:pt x="1434895" y="119538"/>
                  <a:pt x="1426330" y="119538"/>
                </a:cubicBezTo>
                <a:cubicBezTo>
                  <a:pt x="1415052" y="119538"/>
                  <a:pt x="1406194" y="115497"/>
                  <a:pt x="1399757" y="107416"/>
                </a:cubicBezTo>
                <a:cubicBezTo>
                  <a:pt x="1392043" y="97687"/>
                  <a:pt x="1388186" y="81845"/>
                  <a:pt x="1388186" y="59889"/>
                </a:cubicBezTo>
                <a:moveTo>
                  <a:pt x="1402949" y="59849"/>
                </a:moveTo>
                <a:cubicBezTo>
                  <a:pt x="1402949" y="78989"/>
                  <a:pt x="1405197" y="91727"/>
                  <a:pt x="1409692" y="98065"/>
                </a:cubicBezTo>
                <a:cubicBezTo>
                  <a:pt x="1414187" y="104400"/>
                  <a:pt x="1419733" y="107568"/>
                  <a:pt x="1426330" y="107568"/>
                </a:cubicBezTo>
                <a:cubicBezTo>
                  <a:pt x="1432927" y="107568"/>
                  <a:pt x="1438473" y="104387"/>
                  <a:pt x="1442968" y="98025"/>
                </a:cubicBezTo>
                <a:cubicBezTo>
                  <a:pt x="1447463" y="91662"/>
                  <a:pt x="1449711" y="78937"/>
                  <a:pt x="1449711" y="59849"/>
                </a:cubicBezTo>
                <a:cubicBezTo>
                  <a:pt x="1449711" y="40656"/>
                  <a:pt x="1447463" y="27904"/>
                  <a:pt x="1442968" y="21595"/>
                </a:cubicBezTo>
                <a:cubicBezTo>
                  <a:pt x="1438473" y="15285"/>
                  <a:pt x="1432873" y="12129"/>
                  <a:pt x="1426170" y="12129"/>
                </a:cubicBezTo>
                <a:cubicBezTo>
                  <a:pt x="1419574" y="12129"/>
                  <a:pt x="1414307" y="14913"/>
                  <a:pt x="1410370" y="20481"/>
                </a:cubicBezTo>
                <a:cubicBezTo>
                  <a:pt x="1405423" y="27586"/>
                  <a:pt x="1402949" y="40709"/>
                  <a:pt x="1402949" y="59849"/>
                </a:cubicBezTo>
                <a:close/>
                <a:moveTo>
                  <a:pt x="1583774" y="86501"/>
                </a:moveTo>
                <a:lnTo>
                  <a:pt x="1597899" y="88337"/>
                </a:lnTo>
                <a:cubicBezTo>
                  <a:pt x="1596356" y="98097"/>
                  <a:pt x="1592406" y="105738"/>
                  <a:pt x="1586049" y="111259"/>
                </a:cubicBezTo>
                <a:cubicBezTo>
                  <a:pt x="1579691" y="116778"/>
                  <a:pt x="1571884" y="119538"/>
                  <a:pt x="1562628" y="119538"/>
                </a:cubicBezTo>
                <a:cubicBezTo>
                  <a:pt x="1551031" y="119538"/>
                  <a:pt x="1541707" y="115747"/>
                  <a:pt x="1534659" y="108167"/>
                </a:cubicBezTo>
                <a:cubicBezTo>
                  <a:pt x="1527610" y="100586"/>
                  <a:pt x="1524085" y="89720"/>
                  <a:pt x="1524085" y="75569"/>
                </a:cubicBezTo>
                <a:cubicBezTo>
                  <a:pt x="1524085" y="66419"/>
                  <a:pt x="1525601" y="58412"/>
                  <a:pt x="1528634" y="51550"/>
                </a:cubicBezTo>
                <a:cubicBezTo>
                  <a:pt x="1531666" y="44687"/>
                  <a:pt x="1536281" y="39540"/>
                  <a:pt x="1542479" y="36109"/>
                </a:cubicBezTo>
                <a:cubicBezTo>
                  <a:pt x="1548676" y="32677"/>
                  <a:pt x="1555419" y="30962"/>
                  <a:pt x="1562708" y="30962"/>
                </a:cubicBezTo>
                <a:cubicBezTo>
                  <a:pt x="1571911" y="30962"/>
                  <a:pt x="1579439" y="33297"/>
                  <a:pt x="1585291" y="37967"/>
                </a:cubicBezTo>
                <a:cubicBezTo>
                  <a:pt x="1591142" y="42635"/>
                  <a:pt x="1594893" y="49264"/>
                  <a:pt x="1596542" y="57854"/>
                </a:cubicBezTo>
                <a:lnTo>
                  <a:pt x="1582577" y="60008"/>
                </a:lnTo>
                <a:cubicBezTo>
                  <a:pt x="1581247" y="54343"/>
                  <a:pt x="1578893" y="50080"/>
                  <a:pt x="1575515" y="47221"/>
                </a:cubicBezTo>
                <a:cubicBezTo>
                  <a:pt x="1572137" y="44361"/>
                  <a:pt x="1568054" y="42931"/>
                  <a:pt x="1563266" y="42931"/>
                </a:cubicBezTo>
                <a:cubicBezTo>
                  <a:pt x="1556031" y="42931"/>
                  <a:pt x="1550153" y="45512"/>
                  <a:pt x="1545631" y="50674"/>
                </a:cubicBezTo>
                <a:cubicBezTo>
                  <a:pt x="1541109" y="55835"/>
                  <a:pt x="1538848" y="64000"/>
                  <a:pt x="1538848" y="75170"/>
                </a:cubicBezTo>
                <a:cubicBezTo>
                  <a:pt x="1538848" y="86500"/>
                  <a:pt x="1541029" y="94732"/>
                  <a:pt x="1545391" y="99868"/>
                </a:cubicBezTo>
                <a:cubicBezTo>
                  <a:pt x="1549754" y="105001"/>
                  <a:pt x="1555446" y="107568"/>
                  <a:pt x="1562468" y="107568"/>
                </a:cubicBezTo>
                <a:cubicBezTo>
                  <a:pt x="1568107" y="107568"/>
                  <a:pt x="1572815" y="105846"/>
                  <a:pt x="1576593" y="102401"/>
                </a:cubicBezTo>
                <a:cubicBezTo>
                  <a:pt x="1580370" y="98956"/>
                  <a:pt x="1582764" y="93657"/>
                  <a:pt x="1583774" y="86501"/>
                </a:cubicBezTo>
                <a:close/>
                <a:moveTo>
                  <a:pt x="1609852" y="117623"/>
                </a:moveTo>
                <a:lnTo>
                  <a:pt x="1609852" y="638"/>
                </a:lnTo>
                <a:lnTo>
                  <a:pt x="1624216" y="638"/>
                </a:lnTo>
                <a:lnTo>
                  <a:pt x="1624216" y="117623"/>
                </a:lnTo>
                <a:lnTo>
                  <a:pt x="1609852" y="117623"/>
                </a:lnTo>
                <a:close/>
                <a:moveTo>
                  <a:pt x="1701785" y="107159"/>
                </a:moveTo>
                <a:cubicBezTo>
                  <a:pt x="1696465" y="111684"/>
                  <a:pt x="1691345" y="114879"/>
                  <a:pt x="1686424" y="116742"/>
                </a:cubicBezTo>
                <a:cubicBezTo>
                  <a:pt x="1681503" y="118606"/>
                  <a:pt x="1676223" y="119538"/>
                  <a:pt x="1670584" y="119538"/>
                </a:cubicBezTo>
                <a:cubicBezTo>
                  <a:pt x="1661274" y="119538"/>
                  <a:pt x="1654119" y="117262"/>
                  <a:pt x="1649118" y="112710"/>
                </a:cubicBezTo>
                <a:cubicBezTo>
                  <a:pt x="1644118" y="108158"/>
                  <a:pt x="1641617" y="102342"/>
                  <a:pt x="1641617" y="95262"/>
                </a:cubicBezTo>
                <a:cubicBezTo>
                  <a:pt x="1641617" y="91111"/>
                  <a:pt x="1642562" y="87318"/>
                  <a:pt x="1644450" y="83885"/>
                </a:cubicBezTo>
                <a:cubicBezTo>
                  <a:pt x="1646339" y="80451"/>
                  <a:pt x="1648812" y="77695"/>
                  <a:pt x="1651871" y="75619"/>
                </a:cubicBezTo>
                <a:cubicBezTo>
                  <a:pt x="1654930" y="73542"/>
                  <a:pt x="1658375" y="71972"/>
                  <a:pt x="1662205" y="70908"/>
                </a:cubicBezTo>
                <a:cubicBezTo>
                  <a:pt x="1665025" y="70162"/>
                  <a:pt x="1669281" y="69443"/>
                  <a:pt x="1674973" y="68751"/>
                </a:cubicBezTo>
                <a:cubicBezTo>
                  <a:pt x="1686570" y="67378"/>
                  <a:pt x="1695109" y="65740"/>
                  <a:pt x="1700588" y="63839"/>
                </a:cubicBezTo>
                <a:cubicBezTo>
                  <a:pt x="1700641" y="61879"/>
                  <a:pt x="1700668" y="60633"/>
                  <a:pt x="1700668" y="60103"/>
                </a:cubicBezTo>
                <a:cubicBezTo>
                  <a:pt x="1700668" y="54273"/>
                  <a:pt x="1699311" y="50166"/>
                  <a:pt x="1696598" y="47782"/>
                </a:cubicBezTo>
                <a:cubicBezTo>
                  <a:pt x="1692928" y="44548"/>
                  <a:pt x="1687475" y="42931"/>
                  <a:pt x="1680240" y="42931"/>
                </a:cubicBezTo>
                <a:cubicBezTo>
                  <a:pt x="1673483" y="42931"/>
                  <a:pt x="1668496" y="44115"/>
                  <a:pt x="1665277" y="46482"/>
                </a:cubicBezTo>
                <a:cubicBezTo>
                  <a:pt x="1662059" y="48850"/>
                  <a:pt x="1659678" y="53039"/>
                  <a:pt x="1658135" y="59051"/>
                </a:cubicBezTo>
                <a:lnTo>
                  <a:pt x="1644091" y="57136"/>
                </a:lnTo>
                <a:cubicBezTo>
                  <a:pt x="1645368" y="51106"/>
                  <a:pt x="1647469" y="46236"/>
                  <a:pt x="1650395" y="42527"/>
                </a:cubicBezTo>
                <a:cubicBezTo>
                  <a:pt x="1653321" y="38819"/>
                  <a:pt x="1657550" y="35964"/>
                  <a:pt x="1663083" y="33964"/>
                </a:cubicBezTo>
                <a:cubicBezTo>
                  <a:pt x="1668616" y="31963"/>
                  <a:pt x="1675026" y="30962"/>
                  <a:pt x="1682314" y="30962"/>
                </a:cubicBezTo>
                <a:cubicBezTo>
                  <a:pt x="1689549" y="30962"/>
                  <a:pt x="1695428" y="31813"/>
                  <a:pt x="1699950" y="33515"/>
                </a:cubicBezTo>
                <a:cubicBezTo>
                  <a:pt x="1704472" y="35218"/>
                  <a:pt x="1707797" y="37359"/>
                  <a:pt x="1709925" y="39939"/>
                </a:cubicBezTo>
                <a:cubicBezTo>
                  <a:pt x="1712052" y="42519"/>
                  <a:pt x="1713542" y="45778"/>
                  <a:pt x="1714393" y="49714"/>
                </a:cubicBezTo>
                <a:cubicBezTo>
                  <a:pt x="1714872" y="52161"/>
                  <a:pt x="1715111" y="56577"/>
                  <a:pt x="1715111" y="62961"/>
                </a:cubicBezTo>
                <a:lnTo>
                  <a:pt x="1715111" y="82112"/>
                </a:lnTo>
                <a:cubicBezTo>
                  <a:pt x="1715111" y="95465"/>
                  <a:pt x="1715417" y="103911"/>
                  <a:pt x="1716029" y="107448"/>
                </a:cubicBezTo>
                <a:cubicBezTo>
                  <a:pt x="1716641" y="110986"/>
                  <a:pt x="1717851" y="114378"/>
                  <a:pt x="1719660" y="117623"/>
                </a:cubicBezTo>
                <a:lnTo>
                  <a:pt x="1704658" y="117623"/>
                </a:lnTo>
                <a:cubicBezTo>
                  <a:pt x="1703168" y="114640"/>
                  <a:pt x="1702211" y="111152"/>
                  <a:pt x="1701785" y="107159"/>
                </a:cubicBezTo>
                <a:moveTo>
                  <a:pt x="1700588" y="75010"/>
                </a:moveTo>
                <a:cubicBezTo>
                  <a:pt x="1695375" y="77157"/>
                  <a:pt x="1687554" y="78980"/>
                  <a:pt x="1677127" y="80482"/>
                </a:cubicBezTo>
                <a:cubicBezTo>
                  <a:pt x="1671222" y="81336"/>
                  <a:pt x="1667046" y="82298"/>
                  <a:pt x="1664599" y="83367"/>
                </a:cubicBezTo>
                <a:cubicBezTo>
                  <a:pt x="1662152" y="84434"/>
                  <a:pt x="1660263" y="85997"/>
                  <a:pt x="1658933" y="88055"/>
                </a:cubicBezTo>
                <a:cubicBezTo>
                  <a:pt x="1657603" y="90111"/>
                  <a:pt x="1656938" y="92395"/>
                  <a:pt x="1656938" y="94905"/>
                </a:cubicBezTo>
                <a:cubicBezTo>
                  <a:pt x="1656938" y="98750"/>
                  <a:pt x="1658388" y="101956"/>
                  <a:pt x="1661287" y="104521"/>
                </a:cubicBezTo>
                <a:cubicBezTo>
                  <a:pt x="1664187" y="107084"/>
                  <a:pt x="1668429" y="108366"/>
                  <a:pt x="1674015" y="108366"/>
                </a:cubicBezTo>
                <a:cubicBezTo>
                  <a:pt x="1679548" y="108366"/>
                  <a:pt x="1684469" y="107150"/>
                  <a:pt x="1688778" y="104718"/>
                </a:cubicBezTo>
                <a:cubicBezTo>
                  <a:pt x="1693087" y="102286"/>
                  <a:pt x="1696252" y="98958"/>
                  <a:pt x="1698274" y="94736"/>
                </a:cubicBezTo>
                <a:cubicBezTo>
                  <a:pt x="1699817" y="91474"/>
                  <a:pt x="1700588" y="86663"/>
                  <a:pt x="1700588" y="80302"/>
                </a:cubicBezTo>
                <a:lnTo>
                  <a:pt x="1700588" y="75010"/>
                </a:lnTo>
                <a:close/>
                <a:moveTo>
                  <a:pt x="1737463" y="17236"/>
                </a:moveTo>
                <a:lnTo>
                  <a:pt x="1737463" y="638"/>
                </a:lnTo>
                <a:lnTo>
                  <a:pt x="1751826" y="638"/>
                </a:lnTo>
                <a:lnTo>
                  <a:pt x="1751826" y="17236"/>
                </a:lnTo>
                <a:lnTo>
                  <a:pt x="1737463" y="17236"/>
                </a:lnTo>
                <a:moveTo>
                  <a:pt x="1737463" y="117623"/>
                </a:moveTo>
                <a:lnTo>
                  <a:pt x="1737463" y="32877"/>
                </a:lnTo>
                <a:lnTo>
                  <a:pt x="1751826" y="32877"/>
                </a:lnTo>
                <a:lnTo>
                  <a:pt x="1751826" y="117623"/>
                </a:lnTo>
                <a:lnTo>
                  <a:pt x="1737463" y="117623"/>
                </a:lnTo>
                <a:close/>
                <a:moveTo>
                  <a:pt x="1773696" y="117623"/>
                </a:moveTo>
                <a:lnTo>
                  <a:pt x="1773696" y="32877"/>
                </a:lnTo>
                <a:lnTo>
                  <a:pt x="1786544" y="32877"/>
                </a:lnTo>
                <a:lnTo>
                  <a:pt x="1786544" y="44687"/>
                </a:lnTo>
                <a:cubicBezTo>
                  <a:pt x="1789204" y="40561"/>
                  <a:pt x="1792741" y="37242"/>
                  <a:pt x="1797157" y="34730"/>
                </a:cubicBezTo>
                <a:cubicBezTo>
                  <a:pt x="1801572" y="32218"/>
                  <a:pt x="1806600" y="30962"/>
                  <a:pt x="1812239" y="30962"/>
                </a:cubicBezTo>
                <a:cubicBezTo>
                  <a:pt x="1818516" y="30962"/>
                  <a:pt x="1823663" y="32258"/>
                  <a:pt x="1827680" y="34852"/>
                </a:cubicBezTo>
                <a:cubicBezTo>
                  <a:pt x="1831696" y="37444"/>
                  <a:pt x="1834529" y="41068"/>
                  <a:pt x="1836178" y="45724"/>
                </a:cubicBezTo>
                <a:cubicBezTo>
                  <a:pt x="1842881" y="35883"/>
                  <a:pt x="1851606" y="30962"/>
                  <a:pt x="1862352" y="30962"/>
                </a:cubicBezTo>
                <a:cubicBezTo>
                  <a:pt x="1870758" y="30962"/>
                  <a:pt x="1877221" y="33289"/>
                  <a:pt x="1881743" y="37944"/>
                </a:cubicBezTo>
                <a:cubicBezTo>
                  <a:pt x="1886265" y="42599"/>
                  <a:pt x="1888526" y="49768"/>
                  <a:pt x="1888526" y="59450"/>
                </a:cubicBezTo>
                <a:lnTo>
                  <a:pt x="1888526" y="117623"/>
                </a:lnTo>
                <a:lnTo>
                  <a:pt x="1874242" y="117623"/>
                </a:lnTo>
                <a:lnTo>
                  <a:pt x="1874242" y="64180"/>
                </a:lnTo>
                <a:cubicBezTo>
                  <a:pt x="1874242" y="58428"/>
                  <a:pt x="1873777" y="54288"/>
                  <a:pt x="1872846" y="51759"/>
                </a:cubicBezTo>
                <a:cubicBezTo>
                  <a:pt x="1871915" y="49229"/>
                  <a:pt x="1870226" y="47192"/>
                  <a:pt x="1867778" y="45647"/>
                </a:cubicBezTo>
                <a:cubicBezTo>
                  <a:pt x="1865331" y="44103"/>
                  <a:pt x="1862459" y="43330"/>
                  <a:pt x="1859160" y="43330"/>
                </a:cubicBezTo>
                <a:cubicBezTo>
                  <a:pt x="1853202" y="43330"/>
                  <a:pt x="1848254" y="45315"/>
                  <a:pt x="1844318" y="49283"/>
                </a:cubicBezTo>
                <a:cubicBezTo>
                  <a:pt x="1840381" y="53250"/>
                  <a:pt x="1838413" y="59600"/>
                  <a:pt x="1838413" y="68335"/>
                </a:cubicBezTo>
                <a:lnTo>
                  <a:pt x="1838413" y="117623"/>
                </a:lnTo>
                <a:lnTo>
                  <a:pt x="1824049" y="117623"/>
                </a:lnTo>
                <a:lnTo>
                  <a:pt x="1824049" y="62502"/>
                </a:lnTo>
                <a:cubicBezTo>
                  <a:pt x="1824049" y="56111"/>
                  <a:pt x="1822879" y="51319"/>
                  <a:pt x="1820538" y="48123"/>
                </a:cubicBezTo>
                <a:cubicBezTo>
                  <a:pt x="1818197" y="44928"/>
                  <a:pt x="1814367" y="43330"/>
                  <a:pt x="1809047" y="43330"/>
                </a:cubicBezTo>
                <a:cubicBezTo>
                  <a:pt x="1805004" y="43330"/>
                  <a:pt x="1801267" y="44396"/>
                  <a:pt x="1797835" y="46527"/>
                </a:cubicBezTo>
                <a:cubicBezTo>
                  <a:pt x="1794404" y="48657"/>
                  <a:pt x="1791917" y="51772"/>
                  <a:pt x="1790374" y="55874"/>
                </a:cubicBezTo>
                <a:cubicBezTo>
                  <a:pt x="1788831" y="59973"/>
                  <a:pt x="1788060" y="65884"/>
                  <a:pt x="1788060" y="73606"/>
                </a:cubicBezTo>
                <a:lnTo>
                  <a:pt x="1788060" y="117623"/>
                </a:lnTo>
                <a:lnTo>
                  <a:pt x="1773696" y="117623"/>
                </a:lnTo>
                <a:close/>
                <a:moveTo>
                  <a:pt x="1904102" y="92247"/>
                </a:moveTo>
                <a:lnTo>
                  <a:pt x="1918306" y="90012"/>
                </a:lnTo>
                <a:cubicBezTo>
                  <a:pt x="1919104" y="95680"/>
                  <a:pt x="1921325" y="100023"/>
                  <a:pt x="1924969" y="103042"/>
                </a:cubicBezTo>
                <a:cubicBezTo>
                  <a:pt x="1928613" y="106059"/>
                  <a:pt x="1933707" y="107568"/>
                  <a:pt x="1940250" y="107568"/>
                </a:cubicBezTo>
                <a:cubicBezTo>
                  <a:pt x="1946847" y="107568"/>
                  <a:pt x="1951741" y="106236"/>
                  <a:pt x="1954933" y="103571"/>
                </a:cubicBezTo>
                <a:cubicBezTo>
                  <a:pt x="1958125" y="100904"/>
                  <a:pt x="1959721" y="97777"/>
                  <a:pt x="1959721" y="94189"/>
                </a:cubicBezTo>
                <a:cubicBezTo>
                  <a:pt x="1959721" y="90969"/>
                  <a:pt x="1958311" y="88436"/>
                  <a:pt x="1955492" y="86589"/>
                </a:cubicBezTo>
                <a:cubicBezTo>
                  <a:pt x="1953524" y="85322"/>
                  <a:pt x="1948629" y="83712"/>
                  <a:pt x="1940809" y="81758"/>
                </a:cubicBezTo>
                <a:cubicBezTo>
                  <a:pt x="1930276" y="79097"/>
                  <a:pt x="1922974" y="76794"/>
                  <a:pt x="1918904" y="74851"/>
                </a:cubicBezTo>
                <a:cubicBezTo>
                  <a:pt x="1914835" y="72907"/>
                  <a:pt x="1911749" y="70218"/>
                  <a:pt x="1909648" y="66784"/>
                </a:cubicBezTo>
                <a:cubicBezTo>
                  <a:pt x="1907546" y="63349"/>
                  <a:pt x="1906496" y="59555"/>
                  <a:pt x="1906496" y="55402"/>
                </a:cubicBezTo>
                <a:cubicBezTo>
                  <a:pt x="1906496" y="51622"/>
                  <a:pt x="1907360" y="48121"/>
                  <a:pt x="1909089" y="44899"/>
                </a:cubicBezTo>
                <a:cubicBezTo>
                  <a:pt x="1910818" y="41677"/>
                  <a:pt x="1913172" y="39001"/>
                  <a:pt x="1916151" y="36872"/>
                </a:cubicBezTo>
                <a:cubicBezTo>
                  <a:pt x="1918386" y="35221"/>
                  <a:pt x="1921431" y="33824"/>
                  <a:pt x="1925288" y="32680"/>
                </a:cubicBezTo>
                <a:cubicBezTo>
                  <a:pt x="1929145" y="31534"/>
                  <a:pt x="1933281" y="30962"/>
                  <a:pt x="1937697" y="30962"/>
                </a:cubicBezTo>
                <a:cubicBezTo>
                  <a:pt x="1944347" y="30962"/>
                  <a:pt x="1950185" y="31926"/>
                  <a:pt x="1955213" y="33854"/>
                </a:cubicBezTo>
                <a:cubicBezTo>
                  <a:pt x="1960240" y="35781"/>
                  <a:pt x="1963950" y="38392"/>
                  <a:pt x="1966344" y="41687"/>
                </a:cubicBezTo>
                <a:cubicBezTo>
                  <a:pt x="1968738" y="44980"/>
                  <a:pt x="1970388" y="49385"/>
                  <a:pt x="1971292" y="54901"/>
                </a:cubicBezTo>
                <a:lnTo>
                  <a:pt x="1957247" y="56816"/>
                </a:lnTo>
                <a:cubicBezTo>
                  <a:pt x="1956609" y="52454"/>
                  <a:pt x="1954760" y="49049"/>
                  <a:pt x="1951701" y="46602"/>
                </a:cubicBezTo>
                <a:cubicBezTo>
                  <a:pt x="1948643" y="44155"/>
                  <a:pt x="1944320" y="42931"/>
                  <a:pt x="1938734" y="42931"/>
                </a:cubicBezTo>
                <a:cubicBezTo>
                  <a:pt x="1932138" y="42931"/>
                  <a:pt x="1927429" y="44017"/>
                  <a:pt x="1924610" y="46188"/>
                </a:cubicBezTo>
                <a:cubicBezTo>
                  <a:pt x="1921790" y="48358"/>
                  <a:pt x="1920381" y="50899"/>
                  <a:pt x="1920381" y="53811"/>
                </a:cubicBezTo>
                <a:cubicBezTo>
                  <a:pt x="1920381" y="55663"/>
                  <a:pt x="1920966" y="57331"/>
                  <a:pt x="1922136" y="58814"/>
                </a:cubicBezTo>
                <a:cubicBezTo>
                  <a:pt x="1923307" y="60348"/>
                  <a:pt x="1925142" y="61618"/>
                  <a:pt x="1927642" y="62624"/>
                </a:cubicBezTo>
                <a:cubicBezTo>
                  <a:pt x="1929079" y="63155"/>
                  <a:pt x="1933308" y="64372"/>
                  <a:pt x="1940330" y="66277"/>
                </a:cubicBezTo>
                <a:cubicBezTo>
                  <a:pt x="1950491" y="68989"/>
                  <a:pt x="1957580" y="71208"/>
                  <a:pt x="1961596" y="72936"/>
                </a:cubicBezTo>
                <a:cubicBezTo>
                  <a:pt x="1965613" y="74663"/>
                  <a:pt x="1968765" y="77175"/>
                  <a:pt x="1971053" y="80472"/>
                </a:cubicBezTo>
                <a:cubicBezTo>
                  <a:pt x="1973340" y="83767"/>
                  <a:pt x="1974484" y="87859"/>
                  <a:pt x="1974484" y="92748"/>
                </a:cubicBezTo>
                <a:cubicBezTo>
                  <a:pt x="1974484" y="97533"/>
                  <a:pt x="1973087" y="102038"/>
                  <a:pt x="1970294" y="106264"/>
                </a:cubicBezTo>
                <a:cubicBezTo>
                  <a:pt x="1967502" y="110488"/>
                  <a:pt x="1963472" y="113757"/>
                  <a:pt x="1958205" y="116069"/>
                </a:cubicBezTo>
                <a:cubicBezTo>
                  <a:pt x="1952938" y="118382"/>
                  <a:pt x="1946980" y="119538"/>
                  <a:pt x="1940330" y="119538"/>
                </a:cubicBezTo>
                <a:cubicBezTo>
                  <a:pt x="1929318" y="119538"/>
                  <a:pt x="1920926" y="117244"/>
                  <a:pt x="1915154" y="112655"/>
                </a:cubicBezTo>
                <a:cubicBezTo>
                  <a:pt x="1909382" y="108067"/>
                  <a:pt x="1905698" y="101264"/>
                  <a:pt x="1904102" y="92247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1×longitudinal(2.5Kclaims)">
            <a:extLst xmlns:a="http://schemas.openxmlformats.org/drawingml/2006/main">
              <a:ext uri="{FF2B5EF4-FFF2-40B4-BE49-F238E27FC236}">
                <a16:creationId xmlns:a16="http://schemas.microsoft.com/office/drawing/2014/main" id="{B7565C40-4FD8-41B1-B1A6-7D3CC6CE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35" y="3170540"/>
            <a:ext cx="2137715" cy="153372"/>
          </a:xfrm>
          <a:custGeom xmlns:a="http://schemas.openxmlformats.org/drawingml/2006/main">
            <a:pathLst>
              <a:path w="2137715" h="153372">
                <a:moveTo>
                  <a:pt x="51390" y="118899"/>
                </a:moveTo>
                <a:lnTo>
                  <a:pt x="28967" y="118899"/>
                </a:lnTo>
                <a:lnTo>
                  <a:pt x="28967" y="34485"/>
                </a:lnTo>
                <a:cubicBezTo>
                  <a:pt x="20774" y="42176"/>
                  <a:pt x="11119" y="47864"/>
                  <a:pt x="0" y="51550"/>
                </a:cubicBezTo>
                <a:lnTo>
                  <a:pt x="0" y="31121"/>
                </a:lnTo>
                <a:cubicBezTo>
                  <a:pt x="5852" y="29201"/>
                  <a:pt x="12209" y="25561"/>
                  <a:pt x="19072" y="20201"/>
                </a:cubicBezTo>
                <a:cubicBezTo>
                  <a:pt x="25934" y="14840"/>
                  <a:pt x="30643" y="8585"/>
                  <a:pt x="33196" y="1436"/>
                </a:cubicBezTo>
                <a:lnTo>
                  <a:pt x="51390" y="1436"/>
                </a:lnTo>
                <a:lnTo>
                  <a:pt x="51390" y="118899"/>
                </a:lnTo>
                <a:close/>
                <a:moveTo>
                  <a:pt x="86828" y="85244"/>
                </a:moveTo>
                <a:lnTo>
                  <a:pt x="110897" y="61155"/>
                </a:lnTo>
                <a:lnTo>
                  <a:pt x="86669" y="36867"/>
                </a:lnTo>
                <a:lnTo>
                  <a:pt x="101511" y="22236"/>
                </a:lnTo>
                <a:lnTo>
                  <a:pt x="125663" y="46378"/>
                </a:lnTo>
                <a:lnTo>
                  <a:pt x="149869" y="22154"/>
                </a:lnTo>
                <a:lnTo>
                  <a:pt x="164312" y="36627"/>
                </a:lnTo>
                <a:lnTo>
                  <a:pt x="140131" y="60839"/>
                </a:lnTo>
                <a:lnTo>
                  <a:pt x="164552" y="85249"/>
                </a:lnTo>
                <a:lnTo>
                  <a:pt x="149709" y="100067"/>
                </a:lnTo>
                <a:lnTo>
                  <a:pt x="125346" y="75644"/>
                </a:lnTo>
                <a:lnTo>
                  <a:pt x="101272" y="99748"/>
                </a:lnTo>
                <a:lnTo>
                  <a:pt x="86828" y="85244"/>
                </a:lnTo>
                <a:close/>
                <a:moveTo>
                  <a:pt x="230526" y="118899"/>
                </a:moveTo>
                <a:lnTo>
                  <a:pt x="230526" y="1915"/>
                </a:lnTo>
                <a:lnTo>
                  <a:pt x="252949" y="1915"/>
                </a:lnTo>
                <a:lnTo>
                  <a:pt x="252949" y="118899"/>
                </a:lnTo>
                <a:lnTo>
                  <a:pt x="230526" y="118899"/>
                </a:lnTo>
                <a:close/>
                <a:moveTo>
                  <a:pt x="270739" y="75330"/>
                </a:moveTo>
                <a:cubicBezTo>
                  <a:pt x="270739" y="67882"/>
                  <a:pt x="272574" y="60673"/>
                  <a:pt x="276245" y="53704"/>
                </a:cubicBezTo>
                <a:cubicBezTo>
                  <a:pt x="279916" y="46735"/>
                  <a:pt x="285116" y="41415"/>
                  <a:pt x="291846" y="37745"/>
                </a:cubicBezTo>
                <a:cubicBezTo>
                  <a:pt x="298575" y="34074"/>
                  <a:pt x="306090" y="32238"/>
                  <a:pt x="314389" y="32238"/>
                </a:cubicBezTo>
                <a:cubicBezTo>
                  <a:pt x="327210" y="32238"/>
                  <a:pt x="337716" y="36401"/>
                  <a:pt x="345909" y="44727"/>
                </a:cubicBezTo>
                <a:cubicBezTo>
                  <a:pt x="354102" y="53053"/>
                  <a:pt x="358198" y="63573"/>
                  <a:pt x="358198" y="76287"/>
                </a:cubicBezTo>
                <a:cubicBezTo>
                  <a:pt x="358198" y="89108"/>
                  <a:pt x="354062" y="99735"/>
                  <a:pt x="345789" y="108167"/>
                </a:cubicBezTo>
                <a:cubicBezTo>
                  <a:pt x="337517" y="116599"/>
                  <a:pt x="327103" y="120815"/>
                  <a:pt x="314548" y="120815"/>
                </a:cubicBezTo>
                <a:cubicBezTo>
                  <a:pt x="306781" y="120815"/>
                  <a:pt x="299373" y="119059"/>
                  <a:pt x="292325" y="115548"/>
                </a:cubicBezTo>
                <a:cubicBezTo>
                  <a:pt x="285276" y="112037"/>
                  <a:pt x="279916" y="106890"/>
                  <a:pt x="276245" y="100107"/>
                </a:cubicBezTo>
                <a:cubicBezTo>
                  <a:pt x="272574" y="93324"/>
                  <a:pt x="270739" y="85065"/>
                  <a:pt x="270739" y="75330"/>
                </a:cubicBezTo>
                <a:moveTo>
                  <a:pt x="293721" y="76527"/>
                </a:moveTo>
                <a:cubicBezTo>
                  <a:pt x="293721" y="84905"/>
                  <a:pt x="295716" y="91322"/>
                  <a:pt x="299706" y="95778"/>
                </a:cubicBezTo>
                <a:cubicBezTo>
                  <a:pt x="303696" y="100233"/>
                  <a:pt x="308617" y="102461"/>
                  <a:pt x="314469" y="102461"/>
                </a:cubicBezTo>
                <a:cubicBezTo>
                  <a:pt x="320320" y="102461"/>
                  <a:pt x="325228" y="100233"/>
                  <a:pt x="329191" y="95778"/>
                </a:cubicBezTo>
                <a:cubicBezTo>
                  <a:pt x="333155" y="91322"/>
                  <a:pt x="335136" y="84852"/>
                  <a:pt x="335136" y="76367"/>
                </a:cubicBezTo>
                <a:cubicBezTo>
                  <a:pt x="335136" y="68095"/>
                  <a:pt x="333155" y="61731"/>
                  <a:pt x="329191" y="57275"/>
                </a:cubicBezTo>
                <a:cubicBezTo>
                  <a:pt x="325228" y="52820"/>
                  <a:pt x="320320" y="50592"/>
                  <a:pt x="314469" y="50592"/>
                </a:cubicBezTo>
                <a:cubicBezTo>
                  <a:pt x="308617" y="50592"/>
                  <a:pt x="303696" y="52820"/>
                  <a:pt x="299706" y="57275"/>
                </a:cubicBezTo>
                <a:cubicBezTo>
                  <a:pt x="295716" y="61731"/>
                  <a:pt x="293721" y="68148"/>
                  <a:pt x="293721" y="76527"/>
                </a:cubicBezTo>
                <a:close/>
                <a:moveTo>
                  <a:pt x="452832" y="118899"/>
                </a:moveTo>
                <a:lnTo>
                  <a:pt x="430409" y="118899"/>
                </a:lnTo>
                <a:lnTo>
                  <a:pt x="430409" y="75699"/>
                </a:lnTo>
                <a:cubicBezTo>
                  <a:pt x="430409" y="66558"/>
                  <a:pt x="429930" y="60647"/>
                  <a:pt x="428972" y="57963"/>
                </a:cubicBezTo>
                <a:cubicBezTo>
                  <a:pt x="428015" y="55280"/>
                  <a:pt x="426459" y="53195"/>
                  <a:pt x="424304" y="51707"/>
                </a:cubicBezTo>
                <a:cubicBezTo>
                  <a:pt x="422150" y="50219"/>
                  <a:pt x="419556" y="49475"/>
                  <a:pt x="416524" y="49475"/>
                </a:cubicBezTo>
                <a:cubicBezTo>
                  <a:pt x="412640" y="49475"/>
                  <a:pt x="409156" y="50538"/>
                  <a:pt x="406070" y="52664"/>
                </a:cubicBezTo>
                <a:cubicBezTo>
                  <a:pt x="402985" y="54789"/>
                  <a:pt x="400870" y="57605"/>
                  <a:pt x="399726" y="61113"/>
                </a:cubicBezTo>
                <a:cubicBezTo>
                  <a:pt x="398583" y="64619"/>
                  <a:pt x="398011" y="71102"/>
                  <a:pt x="398011" y="80561"/>
                </a:cubicBezTo>
                <a:lnTo>
                  <a:pt x="398011" y="118899"/>
                </a:lnTo>
                <a:lnTo>
                  <a:pt x="375587" y="118899"/>
                </a:lnTo>
                <a:lnTo>
                  <a:pt x="375587" y="34154"/>
                </a:lnTo>
                <a:lnTo>
                  <a:pt x="396415" y="34154"/>
                </a:lnTo>
                <a:lnTo>
                  <a:pt x="396415" y="46602"/>
                </a:lnTo>
                <a:cubicBezTo>
                  <a:pt x="403809" y="37026"/>
                  <a:pt x="413119" y="32238"/>
                  <a:pt x="424344" y="32238"/>
                </a:cubicBezTo>
                <a:cubicBezTo>
                  <a:pt x="429292" y="32238"/>
                  <a:pt x="433814" y="33130"/>
                  <a:pt x="437910" y="34912"/>
                </a:cubicBezTo>
                <a:cubicBezTo>
                  <a:pt x="442006" y="36694"/>
                  <a:pt x="445105" y="38968"/>
                  <a:pt x="447206" y="41734"/>
                </a:cubicBezTo>
                <a:cubicBezTo>
                  <a:pt x="449308" y="44501"/>
                  <a:pt x="450771" y="47640"/>
                  <a:pt x="451595" y="51151"/>
                </a:cubicBezTo>
                <a:cubicBezTo>
                  <a:pt x="452420" y="54662"/>
                  <a:pt x="452832" y="59689"/>
                  <a:pt x="452832" y="66233"/>
                </a:cubicBezTo>
                <a:lnTo>
                  <a:pt x="452832" y="118899"/>
                </a:lnTo>
                <a:close/>
                <a:moveTo>
                  <a:pt x="473493" y="124326"/>
                </a:moveTo>
                <a:lnTo>
                  <a:pt x="499109" y="127518"/>
                </a:lnTo>
                <a:cubicBezTo>
                  <a:pt x="499534" y="130525"/>
                  <a:pt x="500518" y="132592"/>
                  <a:pt x="502061" y="133719"/>
                </a:cubicBezTo>
                <a:cubicBezTo>
                  <a:pt x="504189" y="135330"/>
                  <a:pt x="507541" y="136136"/>
                  <a:pt x="512116" y="136136"/>
                </a:cubicBezTo>
                <a:cubicBezTo>
                  <a:pt x="517968" y="136136"/>
                  <a:pt x="522357" y="135251"/>
                  <a:pt x="525283" y="133483"/>
                </a:cubicBezTo>
                <a:cubicBezTo>
                  <a:pt x="527251" y="132304"/>
                  <a:pt x="528740" y="130402"/>
                  <a:pt x="529751" y="127777"/>
                </a:cubicBezTo>
                <a:cubicBezTo>
                  <a:pt x="530443" y="125902"/>
                  <a:pt x="530789" y="122446"/>
                  <a:pt x="530789" y="117411"/>
                </a:cubicBezTo>
                <a:lnTo>
                  <a:pt x="530789" y="104952"/>
                </a:lnTo>
                <a:cubicBezTo>
                  <a:pt x="524086" y="114250"/>
                  <a:pt x="515627" y="118899"/>
                  <a:pt x="505413" y="118899"/>
                </a:cubicBezTo>
                <a:cubicBezTo>
                  <a:pt x="494028" y="118899"/>
                  <a:pt x="485011" y="114085"/>
                  <a:pt x="478361" y="104456"/>
                </a:cubicBezTo>
                <a:cubicBezTo>
                  <a:pt x="473148" y="96848"/>
                  <a:pt x="470541" y="87379"/>
                  <a:pt x="470541" y="76048"/>
                </a:cubicBezTo>
                <a:cubicBezTo>
                  <a:pt x="470541" y="61844"/>
                  <a:pt x="473959" y="50991"/>
                  <a:pt x="480795" y="43490"/>
                </a:cubicBezTo>
                <a:cubicBezTo>
                  <a:pt x="487631" y="35989"/>
                  <a:pt x="496130" y="32238"/>
                  <a:pt x="506291" y="32238"/>
                </a:cubicBezTo>
                <a:cubicBezTo>
                  <a:pt x="516771" y="32238"/>
                  <a:pt x="525416" y="36862"/>
                  <a:pt x="532225" y="46108"/>
                </a:cubicBezTo>
                <a:lnTo>
                  <a:pt x="532225" y="34154"/>
                </a:lnTo>
                <a:lnTo>
                  <a:pt x="553212" y="34154"/>
                </a:lnTo>
                <a:lnTo>
                  <a:pt x="553212" y="110251"/>
                </a:lnTo>
                <a:cubicBezTo>
                  <a:pt x="553212" y="120259"/>
                  <a:pt x="552387" y="127739"/>
                  <a:pt x="550738" y="132690"/>
                </a:cubicBezTo>
                <a:cubicBezTo>
                  <a:pt x="549089" y="137640"/>
                  <a:pt x="546775" y="141526"/>
                  <a:pt x="543796" y="144348"/>
                </a:cubicBezTo>
                <a:cubicBezTo>
                  <a:pt x="540817" y="147170"/>
                  <a:pt x="536840" y="149380"/>
                  <a:pt x="531866" y="150976"/>
                </a:cubicBezTo>
                <a:cubicBezTo>
                  <a:pt x="526892" y="152573"/>
                  <a:pt x="520601" y="153372"/>
                  <a:pt x="512994" y="153372"/>
                </a:cubicBezTo>
                <a:cubicBezTo>
                  <a:pt x="498630" y="153372"/>
                  <a:pt x="488442" y="150891"/>
                  <a:pt x="482431" y="145929"/>
                </a:cubicBezTo>
                <a:cubicBezTo>
                  <a:pt x="476419" y="140968"/>
                  <a:pt x="473414" y="134679"/>
                  <a:pt x="473414" y="127061"/>
                </a:cubicBezTo>
                <a:cubicBezTo>
                  <a:pt x="473414" y="126310"/>
                  <a:pt x="473440" y="125398"/>
                  <a:pt x="473493" y="124326"/>
                </a:cubicBezTo>
                <a:moveTo>
                  <a:pt x="493523" y="74771"/>
                </a:moveTo>
                <a:cubicBezTo>
                  <a:pt x="493523" y="83735"/>
                  <a:pt x="495265" y="90298"/>
                  <a:pt x="498750" y="94461"/>
                </a:cubicBezTo>
                <a:cubicBezTo>
                  <a:pt x="502234" y="98624"/>
                  <a:pt x="506530" y="100705"/>
                  <a:pt x="511637" y="100705"/>
                </a:cubicBezTo>
                <a:cubicBezTo>
                  <a:pt x="517117" y="100705"/>
                  <a:pt x="521745" y="98571"/>
                  <a:pt x="525522" y="94302"/>
                </a:cubicBezTo>
                <a:cubicBezTo>
                  <a:pt x="529299" y="90032"/>
                  <a:pt x="531188" y="83708"/>
                  <a:pt x="531188" y="75330"/>
                </a:cubicBezTo>
                <a:cubicBezTo>
                  <a:pt x="531188" y="66578"/>
                  <a:pt x="529379" y="60081"/>
                  <a:pt x="525761" y="55839"/>
                </a:cubicBezTo>
                <a:cubicBezTo>
                  <a:pt x="522144" y="51596"/>
                  <a:pt x="517569" y="49475"/>
                  <a:pt x="512036" y="49475"/>
                </a:cubicBezTo>
                <a:cubicBezTo>
                  <a:pt x="506663" y="49475"/>
                  <a:pt x="502234" y="51556"/>
                  <a:pt x="498750" y="55719"/>
                </a:cubicBezTo>
                <a:cubicBezTo>
                  <a:pt x="495265" y="59882"/>
                  <a:pt x="493523" y="66233"/>
                  <a:pt x="493523" y="74771"/>
                </a:cubicBezTo>
                <a:close/>
                <a:moveTo>
                  <a:pt x="575389" y="22663"/>
                </a:moveTo>
                <a:lnTo>
                  <a:pt x="575389" y="1915"/>
                </a:lnTo>
                <a:lnTo>
                  <a:pt x="597813" y="1915"/>
                </a:lnTo>
                <a:lnTo>
                  <a:pt x="597813" y="22663"/>
                </a:lnTo>
                <a:lnTo>
                  <a:pt x="575389" y="22663"/>
                </a:lnTo>
                <a:moveTo>
                  <a:pt x="575389" y="118899"/>
                </a:moveTo>
                <a:lnTo>
                  <a:pt x="575389" y="34154"/>
                </a:lnTo>
                <a:lnTo>
                  <a:pt x="597813" y="34154"/>
                </a:lnTo>
                <a:lnTo>
                  <a:pt x="597813" y="118899"/>
                </a:lnTo>
                <a:lnTo>
                  <a:pt x="575389" y="118899"/>
                </a:lnTo>
                <a:close/>
                <a:moveTo>
                  <a:pt x="659651" y="34154"/>
                </a:moveTo>
                <a:lnTo>
                  <a:pt x="659651" y="52028"/>
                </a:lnTo>
                <a:lnTo>
                  <a:pt x="644330" y="52028"/>
                </a:lnTo>
                <a:lnTo>
                  <a:pt x="644330" y="86127"/>
                </a:lnTo>
                <a:cubicBezTo>
                  <a:pt x="644330" y="93033"/>
                  <a:pt x="644476" y="97057"/>
                  <a:pt x="644769" y="98199"/>
                </a:cubicBezTo>
                <a:cubicBezTo>
                  <a:pt x="645061" y="99340"/>
                  <a:pt x="645726" y="100282"/>
                  <a:pt x="646764" y="101027"/>
                </a:cubicBezTo>
                <a:cubicBezTo>
                  <a:pt x="647801" y="101770"/>
                  <a:pt x="649064" y="102142"/>
                  <a:pt x="650554" y="102142"/>
                </a:cubicBezTo>
                <a:cubicBezTo>
                  <a:pt x="652629" y="102142"/>
                  <a:pt x="655634" y="101424"/>
                  <a:pt x="659571" y="99987"/>
                </a:cubicBezTo>
                <a:lnTo>
                  <a:pt x="661486" y="117448"/>
                </a:lnTo>
                <a:cubicBezTo>
                  <a:pt x="656273" y="119692"/>
                  <a:pt x="650368" y="120815"/>
                  <a:pt x="643771" y="120815"/>
                </a:cubicBezTo>
                <a:cubicBezTo>
                  <a:pt x="639728" y="120815"/>
                  <a:pt x="636084" y="120136"/>
                  <a:pt x="632839" y="118780"/>
                </a:cubicBezTo>
                <a:cubicBezTo>
                  <a:pt x="629594" y="117423"/>
                  <a:pt x="627213" y="115668"/>
                  <a:pt x="625697" y="113513"/>
                </a:cubicBezTo>
                <a:cubicBezTo>
                  <a:pt x="624181" y="111358"/>
                  <a:pt x="623130" y="108446"/>
                  <a:pt x="622545" y="104775"/>
                </a:cubicBezTo>
                <a:cubicBezTo>
                  <a:pt x="622066" y="102168"/>
                  <a:pt x="621827" y="96902"/>
                  <a:pt x="621827" y="88975"/>
                </a:cubicBezTo>
                <a:lnTo>
                  <a:pt x="621827" y="52028"/>
                </a:lnTo>
                <a:lnTo>
                  <a:pt x="611533" y="52028"/>
                </a:lnTo>
                <a:lnTo>
                  <a:pt x="611533" y="34154"/>
                </a:lnTo>
                <a:lnTo>
                  <a:pt x="621827" y="34154"/>
                </a:lnTo>
                <a:lnTo>
                  <a:pt x="621827" y="17236"/>
                </a:lnTo>
                <a:lnTo>
                  <a:pt x="644330" y="3990"/>
                </a:lnTo>
                <a:lnTo>
                  <a:pt x="644330" y="34154"/>
                </a:lnTo>
                <a:lnTo>
                  <a:pt x="659651" y="34154"/>
                </a:lnTo>
                <a:close/>
                <a:moveTo>
                  <a:pt x="731006" y="118899"/>
                </a:moveTo>
                <a:lnTo>
                  <a:pt x="731006" y="106211"/>
                </a:lnTo>
                <a:cubicBezTo>
                  <a:pt x="727920" y="110733"/>
                  <a:pt x="723864" y="114298"/>
                  <a:pt x="718837" y="116904"/>
                </a:cubicBezTo>
                <a:cubicBezTo>
                  <a:pt x="713809" y="119511"/>
                  <a:pt x="708503" y="120815"/>
                  <a:pt x="702917" y="120815"/>
                </a:cubicBezTo>
                <a:cubicBezTo>
                  <a:pt x="697224" y="120815"/>
                  <a:pt x="692117" y="119564"/>
                  <a:pt x="687596" y="117064"/>
                </a:cubicBezTo>
                <a:cubicBezTo>
                  <a:pt x="683074" y="114564"/>
                  <a:pt x="679802" y="111053"/>
                  <a:pt x="677780" y="106531"/>
                </a:cubicBezTo>
                <a:cubicBezTo>
                  <a:pt x="675759" y="102009"/>
                  <a:pt x="674748" y="95758"/>
                  <a:pt x="674748" y="87778"/>
                </a:cubicBezTo>
                <a:lnTo>
                  <a:pt x="674748" y="34154"/>
                </a:lnTo>
                <a:lnTo>
                  <a:pt x="697171" y="34154"/>
                </a:lnTo>
                <a:lnTo>
                  <a:pt x="697171" y="73005"/>
                </a:lnTo>
                <a:cubicBezTo>
                  <a:pt x="697171" y="84895"/>
                  <a:pt x="697584" y="92180"/>
                  <a:pt x="698408" y="94860"/>
                </a:cubicBezTo>
                <a:cubicBezTo>
                  <a:pt x="699233" y="97540"/>
                  <a:pt x="700736" y="99663"/>
                  <a:pt x="702917" y="101229"/>
                </a:cubicBezTo>
                <a:cubicBezTo>
                  <a:pt x="705098" y="102795"/>
                  <a:pt x="707864" y="103578"/>
                  <a:pt x="711216" y="103578"/>
                </a:cubicBezTo>
                <a:cubicBezTo>
                  <a:pt x="715046" y="103578"/>
                  <a:pt x="718477" y="102530"/>
                  <a:pt x="721510" y="100434"/>
                </a:cubicBezTo>
                <a:cubicBezTo>
                  <a:pt x="724542" y="98337"/>
                  <a:pt x="726617" y="95736"/>
                  <a:pt x="727734" y="92631"/>
                </a:cubicBezTo>
                <a:cubicBezTo>
                  <a:pt x="728851" y="89525"/>
                  <a:pt x="729410" y="81922"/>
                  <a:pt x="729410" y="69821"/>
                </a:cubicBezTo>
                <a:lnTo>
                  <a:pt x="729410" y="34154"/>
                </a:lnTo>
                <a:lnTo>
                  <a:pt x="751833" y="34154"/>
                </a:lnTo>
                <a:lnTo>
                  <a:pt x="751833" y="118899"/>
                </a:lnTo>
                <a:lnTo>
                  <a:pt x="731006" y="118899"/>
                </a:lnTo>
                <a:close/>
                <a:moveTo>
                  <a:pt x="852771" y="118899"/>
                </a:moveTo>
                <a:lnTo>
                  <a:pt x="831944" y="118899"/>
                </a:lnTo>
                <a:lnTo>
                  <a:pt x="831944" y="106451"/>
                </a:lnTo>
                <a:cubicBezTo>
                  <a:pt x="828486" y="111292"/>
                  <a:pt x="824403" y="114896"/>
                  <a:pt x="819695" y="117264"/>
                </a:cubicBezTo>
                <a:cubicBezTo>
                  <a:pt x="814987" y="119631"/>
                  <a:pt x="810239" y="120815"/>
                  <a:pt x="805451" y="120815"/>
                </a:cubicBezTo>
                <a:cubicBezTo>
                  <a:pt x="795716" y="120815"/>
                  <a:pt x="787377" y="116891"/>
                  <a:pt x="780434" y="109044"/>
                </a:cubicBezTo>
                <a:cubicBezTo>
                  <a:pt x="773492" y="101198"/>
                  <a:pt x="770021" y="90252"/>
                  <a:pt x="770021" y="76207"/>
                </a:cubicBezTo>
                <a:cubicBezTo>
                  <a:pt x="770021" y="61844"/>
                  <a:pt x="773399" y="50925"/>
                  <a:pt x="780155" y="43450"/>
                </a:cubicBezTo>
                <a:cubicBezTo>
                  <a:pt x="786911" y="35976"/>
                  <a:pt x="795450" y="32238"/>
                  <a:pt x="805770" y="32238"/>
                </a:cubicBezTo>
                <a:cubicBezTo>
                  <a:pt x="815240" y="32238"/>
                  <a:pt x="823432" y="36175"/>
                  <a:pt x="830348" y="44049"/>
                </a:cubicBezTo>
                <a:lnTo>
                  <a:pt x="830348" y="1915"/>
                </a:lnTo>
                <a:lnTo>
                  <a:pt x="852771" y="1915"/>
                </a:lnTo>
                <a:lnTo>
                  <a:pt x="852771" y="118899"/>
                </a:lnTo>
                <a:moveTo>
                  <a:pt x="792923" y="74734"/>
                </a:moveTo>
                <a:cubicBezTo>
                  <a:pt x="792923" y="83764"/>
                  <a:pt x="794173" y="90298"/>
                  <a:pt x="796673" y="94334"/>
                </a:cubicBezTo>
                <a:cubicBezTo>
                  <a:pt x="800291" y="100178"/>
                  <a:pt x="805345" y="103099"/>
                  <a:pt x="811835" y="103099"/>
                </a:cubicBezTo>
                <a:cubicBezTo>
                  <a:pt x="816995" y="103099"/>
                  <a:pt x="821384" y="100908"/>
                  <a:pt x="825002" y="96526"/>
                </a:cubicBezTo>
                <a:cubicBezTo>
                  <a:pt x="828619" y="92144"/>
                  <a:pt x="830428" y="85597"/>
                  <a:pt x="830428" y="76886"/>
                </a:cubicBezTo>
                <a:cubicBezTo>
                  <a:pt x="830428" y="67164"/>
                  <a:pt x="828672" y="60165"/>
                  <a:pt x="825161" y="55889"/>
                </a:cubicBezTo>
                <a:cubicBezTo>
                  <a:pt x="821650" y="51613"/>
                  <a:pt x="817155" y="49475"/>
                  <a:pt x="811675" y="49475"/>
                </a:cubicBezTo>
                <a:cubicBezTo>
                  <a:pt x="806355" y="49475"/>
                  <a:pt x="801900" y="51586"/>
                  <a:pt x="798309" y="55809"/>
                </a:cubicBezTo>
                <a:cubicBezTo>
                  <a:pt x="794718" y="60032"/>
                  <a:pt x="792923" y="66340"/>
                  <a:pt x="792923" y="74734"/>
                </a:cubicBezTo>
                <a:close/>
                <a:moveTo>
                  <a:pt x="874869" y="22663"/>
                </a:moveTo>
                <a:lnTo>
                  <a:pt x="874869" y="1915"/>
                </a:lnTo>
                <a:lnTo>
                  <a:pt x="897292" y="1915"/>
                </a:lnTo>
                <a:lnTo>
                  <a:pt x="897292" y="22663"/>
                </a:lnTo>
                <a:lnTo>
                  <a:pt x="874869" y="22663"/>
                </a:lnTo>
                <a:moveTo>
                  <a:pt x="874869" y="118899"/>
                </a:moveTo>
                <a:lnTo>
                  <a:pt x="874869" y="34154"/>
                </a:lnTo>
                <a:lnTo>
                  <a:pt x="897292" y="34154"/>
                </a:lnTo>
                <a:lnTo>
                  <a:pt x="897292" y="118899"/>
                </a:lnTo>
                <a:lnTo>
                  <a:pt x="874869" y="118899"/>
                </a:lnTo>
                <a:close/>
                <a:moveTo>
                  <a:pt x="997354" y="118899"/>
                </a:moveTo>
                <a:lnTo>
                  <a:pt x="974931" y="118899"/>
                </a:lnTo>
                <a:lnTo>
                  <a:pt x="974931" y="75699"/>
                </a:lnTo>
                <a:cubicBezTo>
                  <a:pt x="974931" y="66558"/>
                  <a:pt x="974452" y="60647"/>
                  <a:pt x="973494" y="57963"/>
                </a:cubicBezTo>
                <a:cubicBezTo>
                  <a:pt x="972537" y="55280"/>
                  <a:pt x="970981" y="53195"/>
                  <a:pt x="968826" y="51707"/>
                </a:cubicBezTo>
                <a:cubicBezTo>
                  <a:pt x="966672" y="50219"/>
                  <a:pt x="964078" y="49475"/>
                  <a:pt x="961046" y="49475"/>
                </a:cubicBezTo>
                <a:cubicBezTo>
                  <a:pt x="957162" y="49475"/>
                  <a:pt x="953678" y="50538"/>
                  <a:pt x="950592" y="52664"/>
                </a:cubicBezTo>
                <a:cubicBezTo>
                  <a:pt x="947507" y="54789"/>
                  <a:pt x="945392" y="57605"/>
                  <a:pt x="944248" y="61113"/>
                </a:cubicBezTo>
                <a:cubicBezTo>
                  <a:pt x="943105" y="64619"/>
                  <a:pt x="942533" y="71102"/>
                  <a:pt x="942533" y="80561"/>
                </a:cubicBezTo>
                <a:lnTo>
                  <a:pt x="942533" y="118899"/>
                </a:lnTo>
                <a:lnTo>
                  <a:pt x="920109" y="118899"/>
                </a:lnTo>
                <a:lnTo>
                  <a:pt x="920109" y="34154"/>
                </a:lnTo>
                <a:lnTo>
                  <a:pt x="940937" y="34154"/>
                </a:lnTo>
                <a:lnTo>
                  <a:pt x="940937" y="46602"/>
                </a:lnTo>
                <a:cubicBezTo>
                  <a:pt x="948331" y="37026"/>
                  <a:pt x="957641" y="32238"/>
                  <a:pt x="968866" y="32238"/>
                </a:cubicBezTo>
                <a:cubicBezTo>
                  <a:pt x="973814" y="32238"/>
                  <a:pt x="978336" y="33130"/>
                  <a:pt x="982432" y="34912"/>
                </a:cubicBezTo>
                <a:cubicBezTo>
                  <a:pt x="986528" y="36694"/>
                  <a:pt x="989627" y="38968"/>
                  <a:pt x="991728" y="41734"/>
                </a:cubicBezTo>
                <a:cubicBezTo>
                  <a:pt x="993830" y="44501"/>
                  <a:pt x="995293" y="47640"/>
                  <a:pt x="996117" y="51151"/>
                </a:cubicBezTo>
                <a:cubicBezTo>
                  <a:pt x="996942" y="54662"/>
                  <a:pt x="997354" y="59689"/>
                  <a:pt x="997354" y="66233"/>
                </a:cubicBezTo>
                <a:lnTo>
                  <a:pt x="997354" y="118899"/>
                </a:lnTo>
                <a:close/>
                <a:moveTo>
                  <a:pt x="1036848" y="60327"/>
                </a:moveTo>
                <a:lnTo>
                  <a:pt x="1016499" y="56657"/>
                </a:lnTo>
                <a:cubicBezTo>
                  <a:pt x="1018787" y="48356"/>
                  <a:pt x="1022723" y="42212"/>
                  <a:pt x="1028309" y="38223"/>
                </a:cubicBezTo>
                <a:cubicBezTo>
                  <a:pt x="1033895" y="34233"/>
                  <a:pt x="1042194" y="32238"/>
                  <a:pt x="1053206" y="32238"/>
                </a:cubicBezTo>
                <a:cubicBezTo>
                  <a:pt x="1063208" y="32238"/>
                  <a:pt x="1070656" y="33422"/>
                  <a:pt x="1075550" y="35790"/>
                </a:cubicBezTo>
                <a:cubicBezTo>
                  <a:pt x="1080444" y="38157"/>
                  <a:pt x="1083889" y="41163"/>
                  <a:pt x="1085884" y="44807"/>
                </a:cubicBezTo>
                <a:cubicBezTo>
                  <a:pt x="1087879" y="48451"/>
                  <a:pt x="1088876" y="55141"/>
                  <a:pt x="1088876" y="64876"/>
                </a:cubicBezTo>
                <a:lnTo>
                  <a:pt x="1088637" y="91050"/>
                </a:lnTo>
                <a:cubicBezTo>
                  <a:pt x="1088637" y="98498"/>
                  <a:pt x="1088996" y="103990"/>
                  <a:pt x="1089714" y="107528"/>
                </a:cubicBezTo>
                <a:cubicBezTo>
                  <a:pt x="1090432" y="111066"/>
                  <a:pt x="1091776" y="114856"/>
                  <a:pt x="1093744" y="118899"/>
                </a:cubicBezTo>
                <a:lnTo>
                  <a:pt x="1071560" y="118899"/>
                </a:lnTo>
                <a:cubicBezTo>
                  <a:pt x="1070975" y="117410"/>
                  <a:pt x="1070257" y="115202"/>
                  <a:pt x="1069405" y="112276"/>
                </a:cubicBezTo>
                <a:cubicBezTo>
                  <a:pt x="1069033" y="110946"/>
                  <a:pt x="1068767" y="110068"/>
                  <a:pt x="1068607" y="109643"/>
                </a:cubicBezTo>
                <a:cubicBezTo>
                  <a:pt x="1064777" y="113367"/>
                  <a:pt x="1060681" y="116160"/>
                  <a:pt x="1056318" y="118022"/>
                </a:cubicBezTo>
                <a:cubicBezTo>
                  <a:pt x="1051956" y="119884"/>
                  <a:pt x="1047301" y="120815"/>
                  <a:pt x="1042354" y="120815"/>
                </a:cubicBezTo>
                <a:cubicBezTo>
                  <a:pt x="1033629" y="120815"/>
                  <a:pt x="1026753" y="118457"/>
                  <a:pt x="1021726" y="113742"/>
                </a:cubicBezTo>
                <a:cubicBezTo>
                  <a:pt x="1016699" y="109028"/>
                  <a:pt x="1014185" y="103068"/>
                  <a:pt x="1014185" y="95863"/>
                </a:cubicBezTo>
                <a:cubicBezTo>
                  <a:pt x="1014185" y="91095"/>
                  <a:pt x="1015329" y="86844"/>
                  <a:pt x="1017616" y="83110"/>
                </a:cubicBezTo>
                <a:cubicBezTo>
                  <a:pt x="1019904" y="79374"/>
                  <a:pt x="1023109" y="76513"/>
                  <a:pt x="1027232" y="74527"/>
                </a:cubicBezTo>
                <a:cubicBezTo>
                  <a:pt x="1031355" y="72540"/>
                  <a:pt x="1037300" y="70805"/>
                  <a:pt x="1045067" y="69322"/>
                </a:cubicBezTo>
                <a:cubicBezTo>
                  <a:pt x="1055547" y="67362"/>
                  <a:pt x="1062809" y="65534"/>
                  <a:pt x="1066852" y="63839"/>
                </a:cubicBezTo>
                <a:lnTo>
                  <a:pt x="1066852" y="61579"/>
                </a:lnTo>
                <a:cubicBezTo>
                  <a:pt x="1066852" y="57222"/>
                  <a:pt x="1065788" y="54116"/>
                  <a:pt x="1063660" y="52260"/>
                </a:cubicBezTo>
                <a:cubicBezTo>
                  <a:pt x="1061532" y="50403"/>
                  <a:pt x="1057515" y="49475"/>
                  <a:pt x="1051610" y="49475"/>
                </a:cubicBezTo>
                <a:cubicBezTo>
                  <a:pt x="1047620" y="49475"/>
                  <a:pt x="1044508" y="50278"/>
                  <a:pt x="1042274" y="51884"/>
                </a:cubicBezTo>
                <a:cubicBezTo>
                  <a:pt x="1040040" y="53488"/>
                  <a:pt x="1038231" y="56303"/>
                  <a:pt x="1036848" y="60327"/>
                </a:cubicBezTo>
                <a:moveTo>
                  <a:pt x="1066852" y="78521"/>
                </a:moveTo>
                <a:cubicBezTo>
                  <a:pt x="1063979" y="79467"/>
                  <a:pt x="1059431" y="80598"/>
                  <a:pt x="1053206" y="81913"/>
                </a:cubicBezTo>
                <a:cubicBezTo>
                  <a:pt x="1046982" y="83226"/>
                  <a:pt x="1042912" y="84514"/>
                  <a:pt x="1040997" y="85776"/>
                </a:cubicBezTo>
                <a:cubicBezTo>
                  <a:pt x="1038071" y="87825"/>
                  <a:pt x="1036608" y="90427"/>
                  <a:pt x="1036608" y="93581"/>
                </a:cubicBezTo>
                <a:cubicBezTo>
                  <a:pt x="1036608" y="96683"/>
                  <a:pt x="1037779" y="99365"/>
                  <a:pt x="1040119" y="101626"/>
                </a:cubicBezTo>
                <a:cubicBezTo>
                  <a:pt x="1042460" y="103885"/>
                  <a:pt x="1045439" y="105015"/>
                  <a:pt x="1049057" y="105015"/>
                </a:cubicBezTo>
                <a:cubicBezTo>
                  <a:pt x="1053100" y="105015"/>
                  <a:pt x="1056957" y="103700"/>
                  <a:pt x="1060628" y="101072"/>
                </a:cubicBezTo>
                <a:cubicBezTo>
                  <a:pt x="1063341" y="99075"/>
                  <a:pt x="1065123" y="96631"/>
                  <a:pt x="1065974" y="93738"/>
                </a:cubicBezTo>
                <a:cubicBezTo>
                  <a:pt x="1066559" y="91846"/>
                  <a:pt x="1066852" y="88246"/>
                  <a:pt x="1066852" y="82938"/>
                </a:cubicBezTo>
                <a:lnTo>
                  <a:pt x="1066852" y="78521"/>
                </a:lnTo>
                <a:close/>
                <a:moveTo>
                  <a:pt x="1110988" y="118899"/>
                </a:moveTo>
                <a:lnTo>
                  <a:pt x="1110988" y="1915"/>
                </a:lnTo>
                <a:lnTo>
                  <a:pt x="1133411" y="1915"/>
                </a:lnTo>
                <a:lnTo>
                  <a:pt x="1133411" y="118899"/>
                </a:lnTo>
                <a:lnTo>
                  <a:pt x="1110988" y="118899"/>
                </a:lnTo>
                <a:close/>
                <a:moveTo>
                  <a:pt x="1228328" y="153372"/>
                </a:moveTo>
                <a:cubicBezTo>
                  <a:pt x="1220401" y="143371"/>
                  <a:pt x="1213698" y="131667"/>
                  <a:pt x="1208219" y="118261"/>
                </a:cubicBezTo>
                <a:cubicBezTo>
                  <a:pt x="1202739" y="104855"/>
                  <a:pt x="1200000" y="90970"/>
                  <a:pt x="1200000" y="76606"/>
                </a:cubicBezTo>
                <a:cubicBezTo>
                  <a:pt x="1200000" y="63945"/>
                  <a:pt x="1202048" y="51816"/>
                  <a:pt x="1206144" y="40218"/>
                </a:cubicBezTo>
                <a:cubicBezTo>
                  <a:pt x="1210932" y="26759"/>
                  <a:pt x="1218327" y="13353"/>
                  <a:pt x="1228328" y="0"/>
                </a:cubicBezTo>
                <a:lnTo>
                  <a:pt x="1238622" y="0"/>
                </a:lnTo>
                <a:cubicBezTo>
                  <a:pt x="1232185" y="11065"/>
                  <a:pt x="1227929" y="18965"/>
                  <a:pt x="1225854" y="23700"/>
                </a:cubicBezTo>
                <a:cubicBezTo>
                  <a:pt x="1222609" y="31042"/>
                  <a:pt x="1220056" y="38702"/>
                  <a:pt x="1218194" y="46682"/>
                </a:cubicBezTo>
                <a:cubicBezTo>
                  <a:pt x="1215906" y="56630"/>
                  <a:pt x="1214762" y="66632"/>
                  <a:pt x="1214762" y="76686"/>
                </a:cubicBezTo>
                <a:cubicBezTo>
                  <a:pt x="1214762" y="102275"/>
                  <a:pt x="1222715" y="127837"/>
                  <a:pt x="1238622" y="153372"/>
                </a:cubicBezTo>
                <a:lnTo>
                  <a:pt x="1228328" y="153372"/>
                </a:lnTo>
                <a:close/>
                <a:moveTo>
                  <a:pt x="1326814" y="105094"/>
                </a:moveTo>
                <a:lnTo>
                  <a:pt x="1326814" y="118899"/>
                </a:lnTo>
                <a:lnTo>
                  <a:pt x="1249490" y="118899"/>
                </a:lnTo>
                <a:cubicBezTo>
                  <a:pt x="1249383" y="115443"/>
                  <a:pt x="1249942" y="112120"/>
                  <a:pt x="1251165" y="108930"/>
                </a:cubicBezTo>
                <a:cubicBezTo>
                  <a:pt x="1253134" y="103666"/>
                  <a:pt x="1256286" y="98483"/>
                  <a:pt x="1260622" y="93379"/>
                </a:cubicBezTo>
                <a:cubicBezTo>
                  <a:pt x="1264957" y="88275"/>
                  <a:pt x="1271221" y="82373"/>
                  <a:pt x="1279414" y="75674"/>
                </a:cubicBezTo>
                <a:cubicBezTo>
                  <a:pt x="1292129" y="65257"/>
                  <a:pt x="1300720" y="57005"/>
                  <a:pt x="1305189" y="50919"/>
                </a:cubicBezTo>
                <a:cubicBezTo>
                  <a:pt x="1309658" y="44832"/>
                  <a:pt x="1311892" y="39079"/>
                  <a:pt x="1311892" y="33657"/>
                </a:cubicBezTo>
                <a:cubicBezTo>
                  <a:pt x="1311892" y="27970"/>
                  <a:pt x="1309857" y="23173"/>
                  <a:pt x="1305787" y="19266"/>
                </a:cubicBezTo>
                <a:cubicBezTo>
                  <a:pt x="1301718" y="15360"/>
                  <a:pt x="1296411" y="13406"/>
                  <a:pt x="1289868" y="13406"/>
                </a:cubicBezTo>
                <a:cubicBezTo>
                  <a:pt x="1282952" y="13406"/>
                  <a:pt x="1277419" y="15481"/>
                  <a:pt x="1273270" y="19630"/>
                </a:cubicBezTo>
                <a:cubicBezTo>
                  <a:pt x="1269120" y="23780"/>
                  <a:pt x="1267019" y="29525"/>
                  <a:pt x="1266966" y="36867"/>
                </a:cubicBezTo>
                <a:lnTo>
                  <a:pt x="1252203" y="35348"/>
                </a:lnTo>
                <a:cubicBezTo>
                  <a:pt x="1253214" y="24311"/>
                  <a:pt x="1257017" y="15900"/>
                  <a:pt x="1263614" y="10114"/>
                </a:cubicBezTo>
                <a:cubicBezTo>
                  <a:pt x="1270211" y="4329"/>
                  <a:pt x="1279068" y="1436"/>
                  <a:pt x="1290187" y="1436"/>
                </a:cubicBezTo>
                <a:cubicBezTo>
                  <a:pt x="1301412" y="1436"/>
                  <a:pt x="1310296" y="4549"/>
                  <a:pt x="1316839" y="10775"/>
                </a:cubicBezTo>
                <a:cubicBezTo>
                  <a:pt x="1323383" y="17001"/>
                  <a:pt x="1326655" y="24718"/>
                  <a:pt x="1326655" y="33924"/>
                </a:cubicBezTo>
                <a:cubicBezTo>
                  <a:pt x="1326655" y="38607"/>
                  <a:pt x="1325697" y="43211"/>
                  <a:pt x="1323782" y="47734"/>
                </a:cubicBezTo>
                <a:cubicBezTo>
                  <a:pt x="1321867" y="52258"/>
                  <a:pt x="1318688" y="57021"/>
                  <a:pt x="1314246" y="62023"/>
                </a:cubicBezTo>
                <a:cubicBezTo>
                  <a:pt x="1309804" y="67024"/>
                  <a:pt x="1302423" y="73888"/>
                  <a:pt x="1292102" y="82616"/>
                </a:cubicBezTo>
                <a:cubicBezTo>
                  <a:pt x="1283484" y="89843"/>
                  <a:pt x="1277951" y="94745"/>
                  <a:pt x="1275504" y="97324"/>
                </a:cubicBezTo>
                <a:cubicBezTo>
                  <a:pt x="1273057" y="99901"/>
                  <a:pt x="1271035" y="102491"/>
                  <a:pt x="1269439" y="105094"/>
                </a:cubicBezTo>
                <a:lnTo>
                  <a:pt x="1326814" y="105094"/>
                </a:lnTo>
                <a:close/>
                <a:moveTo>
                  <a:pt x="1350283" y="118899"/>
                </a:moveTo>
                <a:lnTo>
                  <a:pt x="1350283" y="102461"/>
                </a:lnTo>
                <a:lnTo>
                  <a:pt x="1366641" y="102461"/>
                </a:lnTo>
                <a:lnTo>
                  <a:pt x="1366641" y="118899"/>
                </a:lnTo>
                <a:lnTo>
                  <a:pt x="1350283" y="118899"/>
                </a:lnTo>
                <a:close/>
                <a:moveTo>
                  <a:pt x="1387623" y="88097"/>
                </a:moveTo>
                <a:lnTo>
                  <a:pt x="1402705" y="86821"/>
                </a:lnTo>
                <a:cubicBezTo>
                  <a:pt x="1403822" y="94137"/>
                  <a:pt x="1406416" y="99637"/>
                  <a:pt x="1410485" y="103321"/>
                </a:cubicBezTo>
                <a:cubicBezTo>
                  <a:pt x="1414555" y="107004"/>
                  <a:pt x="1419463" y="108845"/>
                  <a:pt x="1425208" y="108845"/>
                </a:cubicBezTo>
                <a:cubicBezTo>
                  <a:pt x="1432124" y="108845"/>
                  <a:pt x="1437976" y="106242"/>
                  <a:pt x="1442764" y="101037"/>
                </a:cubicBezTo>
                <a:cubicBezTo>
                  <a:pt x="1447552" y="95830"/>
                  <a:pt x="1449946" y="88924"/>
                  <a:pt x="1449946" y="80319"/>
                </a:cubicBezTo>
                <a:cubicBezTo>
                  <a:pt x="1449946" y="72138"/>
                  <a:pt x="1447645" y="65684"/>
                  <a:pt x="1443043" y="60956"/>
                </a:cubicBezTo>
                <a:cubicBezTo>
                  <a:pt x="1438441" y="56228"/>
                  <a:pt x="1432417" y="53864"/>
                  <a:pt x="1424969" y="53864"/>
                </a:cubicBezTo>
                <a:cubicBezTo>
                  <a:pt x="1420340" y="53864"/>
                  <a:pt x="1416164" y="54907"/>
                  <a:pt x="1412440" y="56993"/>
                </a:cubicBezTo>
                <a:cubicBezTo>
                  <a:pt x="1408717" y="59080"/>
                  <a:pt x="1405791" y="61787"/>
                  <a:pt x="1403663" y="65115"/>
                </a:cubicBezTo>
                <a:lnTo>
                  <a:pt x="1390177" y="63360"/>
                </a:lnTo>
                <a:lnTo>
                  <a:pt x="1401508" y="3352"/>
                </a:lnTo>
                <a:lnTo>
                  <a:pt x="1459681" y="3352"/>
                </a:lnTo>
                <a:lnTo>
                  <a:pt x="1459681" y="16917"/>
                </a:lnTo>
                <a:lnTo>
                  <a:pt x="1412999" y="16917"/>
                </a:lnTo>
                <a:lnTo>
                  <a:pt x="1406695" y="48438"/>
                </a:lnTo>
                <a:cubicBezTo>
                  <a:pt x="1413717" y="43596"/>
                  <a:pt x="1421085" y="41176"/>
                  <a:pt x="1428799" y="41176"/>
                </a:cubicBezTo>
                <a:cubicBezTo>
                  <a:pt x="1439013" y="41176"/>
                  <a:pt x="1447631" y="44718"/>
                  <a:pt x="1454654" y="51802"/>
                </a:cubicBezTo>
                <a:cubicBezTo>
                  <a:pt x="1461676" y="58884"/>
                  <a:pt x="1465187" y="67989"/>
                  <a:pt x="1465187" y="79117"/>
                </a:cubicBezTo>
                <a:cubicBezTo>
                  <a:pt x="1465187" y="89716"/>
                  <a:pt x="1462102" y="98875"/>
                  <a:pt x="1455931" y="106596"/>
                </a:cubicBezTo>
                <a:cubicBezTo>
                  <a:pt x="1448429" y="116075"/>
                  <a:pt x="1438189" y="120815"/>
                  <a:pt x="1425208" y="120815"/>
                </a:cubicBezTo>
                <a:cubicBezTo>
                  <a:pt x="1414568" y="120815"/>
                  <a:pt x="1405884" y="117828"/>
                  <a:pt x="1399154" y="111855"/>
                </a:cubicBezTo>
                <a:cubicBezTo>
                  <a:pt x="1392424" y="105881"/>
                  <a:pt x="1388581" y="97962"/>
                  <a:pt x="1387623" y="88097"/>
                </a:cubicBezTo>
                <a:close/>
                <a:moveTo>
                  <a:pt x="1483708" y="118899"/>
                </a:moveTo>
                <a:lnTo>
                  <a:pt x="1483708" y="1915"/>
                </a:lnTo>
                <a:lnTo>
                  <a:pt x="1499189" y="1915"/>
                </a:lnTo>
                <a:lnTo>
                  <a:pt x="1499189" y="59928"/>
                </a:lnTo>
                <a:lnTo>
                  <a:pt x="1557282" y="1915"/>
                </a:lnTo>
                <a:lnTo>
                  <a:pt x="1578269" y="1915"/>
                </a:lnTo>
                <a:lnTo>
                  <a:pt x="1529193" y="49315"/>
                </a:lnTo>
                <a:lnTo>
                  <a:pt x="1580424" y="118899"/>
                </a:lnTo>
                <a:lnTo>
                  <a:pt x="1559995" y="118899"/>
                </a:lnTo>
                <a:lnTo>
                  <a:pt x="1518340" y="59689"/>
                </a:lnTo>
                <a:lnTo>
                  <a:pt x="1499189" y="78362"/>
                </a:lnTo>
                <a:lnTo>
                  <a:pt x="1499189" y="118899"/>
                </a:lnTo>
                <a:lnTo>
                  <a:pt x="1483708" y="118899"/>
                </a:lnTo>
                <a:close/>
                <a:moveTo>
                  <a:pt x="1692201" y="87778"/>
                </a:moveTo>
                <a:lnTo>
                  <a:pt x="1706325" y="89613"/>
                </a:lnTo>
                <a:cubicBezTo>
                  <a:pt x="1704782" y="99374"/>
                  <a:pt x="1700832" y="107014"/>
                  <a:pt x="1694475" y="112536"/>
                </a:cubicBezTo>
                <a:cubicBezTo>
                  <a:pt x="1688118" y="118055"/>
                  <a:pt x="1680311" y="120815"/>
                  <a:pt x="1671054" y="120815"/>
                </a:cubicBezTo>
                <a:cubicBezTo>
                  <a:pt x="1659457" y="120815"/>
                  <a:pt x="1650134" y="117024"/>
                  <a:pt x="1643085" y="109443"/>
                </a:cubicBezTo>
                <a:cubicBezTo>
                  <a:pt x="1636036" y="101862"/>
                  <a:pt x="1632511" y="90997"/>
                  <a:pt x="1632511" y="76846"/>
                </a:cubicBezTo>
                <a:cubicBezTo>
                  <a:pt x="1632511" y="67696"/>
                  <a:pt x="1634028" y="59689"/>
                  <a:pt x="1637060" y="52826"/>
                </a:cubicBezTo>
                <a:cubicBezTo>
                  <a:pt x="1640092" y="45964"/>
                  <a:pt x="1644707" y="40817"/>
                  <a:pt x="1650905" y="37385"/>
                </a:cubicBezTo>
                <a:cubicBezTo>
                  <a:pt x="1657103" y="33954"/>
                  <a:pt x="1663846" y="32238"/>
                  <a:pt x="1671134" y="32238"/>
                </a:cubicBezTo>
                <a:cubicBezTo>
                  <a:pt x="1680337" y="32238"/>
                  <a:pt x="1687865" y="34573"/>
                  <a:pt x="1693717" y="39243"/>
                </a:cubicBezTo>
                <a:cubicBezTo>
                  <a:pt x="1699569" y="43911"/>
                  <a:pt x="1703319" y="50541"/>
                  <a:pt x="1704968" y="59131"/>
                </a:cubicBezTo>
                <a:lnTo>
                  <a:pt x="1691004" y="61285"/>
                </a:lnTo>
                <a:cubicBezTo>
                  <a:pt x="1689674" y="55619"/>
                  <a:pt x="1687320" y="51357"/>
                  <a:pt x="1683941" y="48497"/>
                </a:cubicBezTo>
                <a:cubicBezTo>
                  <a:pt x="1680563" y="45638"/>
                  <a:pt x="1676480" y="44208"/>
                  <a:pt x="1671692" y="44208"/>
                </a:cubicBezTo>
                <a:cubicBezTo>
                  <a:pt x="1664457" y="44208"/>
                  <a:pt x="1658579" y="46789"/>
                  <a:pt x="1654057" y="51951"/>
                </a:cubicBezTo>
                <a:cubicBezTo>
                  <a:pt x="1649535" y="57111"/>
                  <a:pt x="1647274" y="65277"/>
                  <a:pt x="1647274" y="76447"/>
                </a:cubicBezTo>
                <a:cubicBezTo>
                  <a:pt x="1647274" y="87776"/>
                  <a:pt x="1649455" y="96009"/>
                  <a:pt x="1653818" y="101144"/>
                </a:cubicBezTo>
                <a:cubicBezTo>
                  <a:pt x="1658180" y="106278"/>
                  <a:pt x="1663872" y="108845"/>
                  <a:pt x="1670894" y="108845"/>
                </a:cubicBezTo>
                <a:cubicBezTo>
                  <a:pt x="1676534" y="108845"/>
                  <a:pt x="1681242" y="107123"/>
                  <a:pt x="1685019" y="103678"/>
                </a:cubicBezTo>
                <a:cubicBezTo>
                  <a:pt x="1688796" y="100233"/>
                  <a:pt x="1691190" y="94933"/>
                  <a:pt x="1692201" y="87778"/>
                </a:cubicBezTo>
                <a:close/>
                <a:moveTo>
                  <a:pt x="1718278" y="118899"/>
                </a:moveTo>
                <a:lnTo>
                  <a:pt x="1718278" y="1915"/>
                </a:lnTo>
                <a:lnTo>
                  <a:pt x="1732642" y="1915"/>
                </a:lnTo>
                <a:lnTo>
                  <a:pt x="1732642" y="118899"/>
                </a:lnTo>
                <a:lnTo>
                  <a:pt x="1718278" y="118899"/>
                </a:lnTo>
                <a:close/>
                <a:moveTo>
                  <a:pt x="1810211" y="108436"/>
                </a:moveTo>
                <a:cubicBezTo>
                  <a:pt x="1804891" y="112961"/>
                  <a:pt x="1799771" y="116156"/>
                  <a:pt x="1794850" y="118019"/>
                </a:cubicBezTo>
                <a:cubicBezTo>
                  <a:pt x="1789929" y="119883"/>
                  <a:pt x="1784649" y="120815"/>
                  <a:pt x="1779010" y="120815"/>
                </a:cubicBezTo>
                <a:cubicBezTo>
                  <a:pt x="1769700" y="120815"/>
                  <a:pt x="1762545" y="118539"/>
                  <a:pt x="1757544" y="113987"/>
                </a:cubicBezTo>
                <a:cubicBezTo>
                  <a:pt x="1752544" y="109435"/>
                  <a:pt x="1750043" y="103619"/>
                  <a:pt x="1750043" y="96538"/>
                </a:cubicBezTo>
                <a:cubicBezTo>
                  <a:pt x="1750043" y="92387"/>
                  <a:pt x="1750987" y="88595"/>
                  <a:pt x="1752876" y="85162"/>
                </a:cubicBezTo>
                <a:cubicBezTo>
                  <a:pt x="1754765" y="81728"/>
                  <a:pt x="1757238" y="78972"/>
                  <a:pt x="1760297" y="76896"/>
                </a:cubicBezTo>
                <a:cubicBezTo>
                  <a:pt x="1763356" y="74819"/>
                  <a:pt x="1766801" y="73249"/>
                  <a:pt x="1770631" y="72185"/>
                </a:cubicBezTo>
                <a:cubicBezTo>
                  <a:pt x="1773451" y="71439"/>
                  <a:pt x="1777707" y="70720"/>
                  <a:pt x="1783399" y="70028"/>
                </a:cubicBezTo>
                <a:cubicBezTo>
                  <a:pt x="1794996" y="68655"/>
                  <a:pt x="1803535" y="67017"/>
                  <a:pt x="1809014" y="65115"/>
                </a:cubicBezTo>
                <a:cubicBezTo>
                  <a:pt x="1809067" y="63155"/>
                  <a:pt x="1809094" y="61910"/>
                  <a:pt x="1809094" y="61380"/>
                </a:cubicBezTo>
                <a:cubicBezTo>
                  <a:pt x="1809094" y="55550"/>
                  <a:pt x="1807737" y="51442"/>
                  <a:pt x="1805024" y="49058"/>
                </a:cubicBezTo>
                <a:cubicBezTo>
                  <a:pt x="1801353" y="45825"/>
                  <a:pt x="1795901" y="44208"/>
                  <a:pt x="1788666" y="44208"/>
                </a:cubicBezTo>
                <a:cubicBezTo>
                  <a:pt x="1781909" y="44208"/>
                  <a:pt x="1776922" y="45392"/>
                  <a:pt x="1773703" y="47759"/>
                </a:cubicBezTo>
                <a:cubicBezTo>
                  <a:pt x="1770485" y="50127"/>
                  <a:pt x="1768104" y="54316"/>
                  <a:pt x="1766561" y="60327"/>
                </a:cubicBezTo>
                <a:lnTo>
                  <a:pt x="1752517" y="58412"/>
                </a:lnTo>
                <a:cubicBezTo>
                  <a:pt x="1753794" y="52383"/>
                  <a:pt x="1755895" y="47513"/>
                  <a:pt x="1758821" y="43804"/>
                </a:cubicBezTo>
                <a:cubicBezTo>
                  <a:pt x="1761747" y="40095"/>
                  <a:pt x="1765976" y="37241"/>
                  <a:pt x="1771509" y="35241"/>
                </a:cubicBezTo>
                <a:cubicBezTo>
                  <a:pt x="1777042" y="33239"/>
                  <a:pt x="1783452" y="32238"/>
                  <a:pt x="1790740" y="32238"/>
                </a:cubicBezTo>
                <a:cubicBezTo>
                  <a:pt x="1797975" y="32238"/>
                  <a:pt x="1803854" y="33090"/>
                  <a:pt x="1808376" y="34792"/>
                </a:cubicBezTo>
                <a:cubicBezTo>
                  <a:pt x="1812898" y="36494"/>
                  <a:pt x="1816223" y="38636"/>
                  <a:pt x="1818350" y="41216"/>
                </a:cubicBezTo>
                <a:cubicBezTo>
                  <a:pt x="1820478" y="43796"/>
                  <a:pt x="1821968" y="47054"/>
                  <a:pt x="1822819" y="50991"/>
                </a:cubicBezTo>
                <a:cubicBezTo>
                  <a:pt x="1823298" y="53438"/>
                  <a:pt x="1823537" y="57854"/>
                  <a:pt x="1823537" y="64238"/>
                </a:cubicBezTo>
                <a:lnTo>
                  <a:pt x="1823537" y="83389"/>
                </a:lnTo>
                <a:cubicBezTo>
                  <a:pt x="1823537" y="96742"/>
                  <a:pt x="1823843" y="105187"/>
                  <a:pt x="1824455" y="108725"/>
                </a:cubicBezTo>
                <a:cubicBezTo>
                  <a:pt x="1825067" y="112263"/>
                  <a:pt x="1826277" y="115654"/>
                  <a:pt x="1828086" y="118899"/>
                </a:cubicBezTo>
                <a:lnTo>
                  <a:pt x="1813084" y="118899"/>
                </a:lnTo>
                <a:cubicBezTo>
                  <a:pt x="1811594" y="115917"/>
                  <a:pt x="1810637" y="112429"/>
                  <a:pt x="1810211" y="108436"/>
                </a:cubicBezTo>
                <a:moveTo>
                  <a:pt x="1809014" y="76287"/>
                </a:moveTo>
                <a:cubicBezTo>
                  <a:pt x="1803801" y="78433"/>
                  <a:pt x="1795980" y="80257"/>
                  <a:pt x="1785553" y="81758"/>
                </a:cubicBezTo>
                <a:cubicBezTo>
                  <a:pt x="1779648" y="82613"/>
                  <a:pt x="1775472" y="83575"/>
                  <a:pt x="1773025" y="84644"/>
                </a:cubicBezTo>
                <a:cubicBezTo>
                  <a:pt x="1770578" y="85711"/>
                  <a:pt x="1768689" y="87274"/>
                  <a:pt x="1767359" y="89332"/>
                </a:cubicBezTo>
                <a:cubicBezTo>
                  <a:pt x="1766029" y="91388"/>
                  <a:pt x="1765364" y="93672"/>
                  <a:pt x="1765364" y="96182"/>
                </a:cubicBezTo>
                <a:cubicBezTo>
                  <a:pt x="1765364" y="100027"/>
                  <a:pt x="1766814" y="103232"/>
                  <a:pt x="1769713" y="105798"/>
                </a:cubicBezTo>
                <a:cubicBezTo>
                  <a:pt x="1772613" y="108361"/>
                  <a:pt x="1776855" y="109643"/>
                  <a:pt x="1782441" y="109643"/>
                </a:cubicBezTo>
                <a:cubicBezTo>
                  <a:pt x="1787974" y="109643"/>
                  <a:pt x="1792895" y="108427"/>
                  <a:pt x="1797204" y="105995"/>
                </a:cubicBezTo>
                <a:cubicBezTo>
                  <a:pt x="1801513" y="103562"/>
                  <a:pt x="1804678" y="100235"/>
                  <a:pt x="1806700" y="96012"/>
                </a:cubicBezTo>
                <a:cubicBezTo>
                  <a:pt x="1808243" y="92751"/>
                  <a:pt x="1809014" y="87939"/>
                  <a:pt x="1809014" y="81579"/>
                </a:cubicBezTo>
                <a:lnTo>
                  <a:pt x="1809014" y="76287"/>
                </a:lnTo>
                <a:close/>
                <a:moveTo>
                  <a:pt x="1845889" y="18513"/>
                </a:moveTo>
                <a:lnTo>
                  <a:pt x="1845889" y="1915"/>
                </a:lnTo>
                <a:lnTo>
                  <a:pt x="1860252" y="1915"/>
                </a:lnTo>
                <a:lnTo>
                  <a:pt x="1860252" y="18513"/>
                </a:lnTo>
                <a:lnTo>
                  <a:pt x="1845889" y="18513"/>
                </a:lnTo>
                <a:moveTo>
                  <a:pt x="1845889" y="118899"/>
                </a:moveTo>
                <a:lnTo>
                  <a:pt x="1845889" y="34154"/>
                </a:lnTo>
                <a:lnTo>
                  <a:pt x="1860252" y="34154"/>
                </a:lnTo>
                <a:lnTo>
                  <a:pt x="1860252" y="118899"/>
                </a:lnTo>
                <a:lnTo>
                  <a:pt x="1845889" y="118899"/>
                </a:lnTo>
                <a:close/>
                <a:moveTo>
                  <a:pt x="1882122" y="118899"/>
                </a:moveTo>
                <a:lnTo>
                  <a:pt x="1882122" y="34154"/>
                </a:lnTo>
                <a:lnTo>
                  <a:pt x="1894970" y="34154"/>
                </a:lnTo>
                <a:lnTo>
                  <a:pt x="1894970" y="45964"/>
                </a:lnTo>
                <a:cubicBezTo>
                  <a:pt x="1897630" y="41838"/>
                  <a:pt x="1901168" y="38518"/>
                  <a:pt x="1905583" y="36006"/>
                </a:cubicBezTo>
                <a:cubicBezTo>
                  <a:pt x="1909999" y="33494"/>
                  <a:pt x="1915026" y="32238"/>
                  <a:pt x="1920665" y="32238"/>
                </a:cubicBezTo>
                <a:cubicBezTo>
                  <a:pt x="1926942" y="32238"/>
                  <a:pt x="1932089" y="33535"/>
                  <a:pt x="1936106" y="36129"/>
                </a:cubicBezTo>
                <a:cubicBezTo>
                  <a:pt x="1940122" y="38720"/>
                  <a:pt x="1942955" y="42345"/>
                  <a:pt x="1944604" y="47001"/>
                </a:cubicBezTo>
                <a:cubicBezTo>
                  <a:pt x="1951308" y="37159"/>
                  <a:pt x="1960032" y="32238"/>
                  <a:pt x="1970778" y="32238"/>
                </a:cubicBezTo>
                <a:cubicBezTo>
                  <a:pt x="1979184" y="32238"/>
                  <a:pt x="1985647" y="34566"/>
                  <a:pt x="1990169" y="39221"/>
                </a:cubicBezTo>
                <a:cubicBezTo>
                  <a:pt x="1994691" y="43876"/>
                  <a:pt x="1996952" y="51044"/>
                  <a:pt x="1996952" y="60726"/>
                </a:cubicBezTo>
                <a:lnTo>
                  <a:pt x="1996952" y="118899"/>
                </a:lnTo>
                <a:lnTo>
                  <a:pt x="1982668" y="118899"/>
                </a:lnTo>
                <a:lnTo>
                  <a:pt x="1982668" y="65457"/>
                </a:lnTo>
                <a:cubicBezTo>
                  <a:pt x="1982668" y="59705"/>
                  <a:pt x="1982203" y="55565"/>
                  <a:pt x="1981272" y="53036"/>
                </a:cubicBezTo>
                <a:cubicBezTo>
                  <a:pt x="1980341" y="50506"/>
                  <a:pt x="1978652" y="48468"/>
                  <a:pt x="1976205" y="46924"/>
                </a:cubicBezTo>
                <a:cubicBezTo>
                  <a:pt x="1973757" y="45379"/>
                  <a:pt x="1970885" y="44607"/>
                  <a:pt x="1967586" y="44607"/>
                </a:cubicBezTo>
                <a:cubicBezTo>
                  <a:pt x="1961628" y="44607"/>
                  <a:pt x="1956681" y="46591"/>
                  <a:pt x="1952744" y="50560"/>
                </a:cubicBezTo>
                <a:cubicBezTo>
                  <a:pt x="1948807" y="54526"/>
                  <a:pt x="1946839" y="60877"/>
                  <a:pt x="1946839" y="69612"/>
                </a:cubicBezTo>
                <a:lnTo>
                  <a:pt x="1946839" y="118899"/>
                </a:lnTo>
                <a:lnTo>
                  <a:pt x="1932475" y="118899"/>
                </a:lnTo>
                <a:lnTo>
                  <a:pt x="1932475" y="63779"/>
                </a:lnTo>
                <a:cubicBezTo>
                  <a:pt x="1932475" y="57388"/>
                  <a:pt x="1931305" y="52595"/>
                  <a:pt x="1928964" y="49400"/>
                </a:cubicBezTo>
                <a:cubicBezTo>
                  <a:pt x="1926623" y="46205"/>
                  <a:pt x="1922793" y="44607"/>
                  <a:pt x="1917473" y="44607"/>
                </a:cubicBezTo>
                <a:cubicBezTo>
                  <a:pt x="1913430" y="44607"/>
                  <a:pt x="1909693" y="45673"/>
                  <a:pt x="1906261" y="47804"/>
                </a:cubicBezTo>
                <a:cubicBezTo>
                  <a:pt x="1902830" y="49934"/>
                  <a:pt x="1900343" y="53049"/>
                  <a:pt x="1898800" y="57151"/>
                </a:cubicBezTo>
                <a:cubicBezTo>
                  <a:pt x="1897257" y="61250"/>
                  <a:pt x="1896486" y="67161"/>
                  <a:pt x="1896486" y="74883"/>
                </a:cubicBezTo>
                <a:lnTo>
                  <a:pt x="1896486" y="118899"/>
                </a:lnTo>
                <a:lnTo>
                  <a:pt x="1882122" y="118899"/>
                </a:lnTo>
                <a:close/>
                <a:moveTo>
                  <a:pt x="2012528" y="93524"/>
                </a:moveTo>
                <a:lnTo>
                  <a:pt x="2026732" y="91289"/>
                </a:lnTo>
                <a:cubicBezTo>
                  <a:pt x="2027530" y="96957"/>
                  <a:pt x="2029751" y="101300"/>
                  <a:pt x="2033395" y="104319"/>
                </a:cubicBezTo>
                <a:cubicBezTo>
                  <a:pt x="2037039" y="107336"/>
                  <a:pt x="2042133" y="108845"/>
                  <a:pt x="2048676" y="108845"/>
                </a:cubicBezTo>
                <a:cubicBezTo>
                  <a:pt x="2055273" y="108845"/>
                  <a:pt x="2060167" y="107512"/>
                  <a:pt x="2063359" y="104847"/>
                </a:cubicBezTo>
                <a:cubicBezTo>
                  <a:pt x="2066551" y="102181"/>
                  <a:pt x="2068147" y="99054"/>
                  <a:pt x="2068147" y="95466"/>
                </a:cubicBezTo>
                <a:cubicBezTo>
                  <a:pt x="2068147" y="92246"/>
                  <a:pt x="2066737" y="89712"/>
                  <a:pt x="2063918" y="87865"/>
                </a:cubicBezTo>
                <a:cubicBezTo>
                  <a:pt x="2061949" y="86599"/>
                  <a:pt x="2057055" y="84988"/>
                  <a:pt x="2049235" y="83035"/>
                </a:cubicBezTo>
                <a:cubicBezTo>
                  <a:pt x="2038702" y="80373"/>
                  <a:pt x="2031400" y="78071"/>
                  <a:pt x="2027330" y="76128"/>
                </a:cubicBezTo>
                <a:cubicBezTo>
                  <a:pt x="2023261" y="74184"/>
                  <a:pt x="2020175" y="71495"/>
                  <a:pt x="2018074" y="68060"/>
                </a:cubicBezTo>
                <a:cubicBezTo>
                  <a:pt x="2015972" y="64626"/>
                  <a:pt x="2014922" y="60832"/>
                  <a:pt x="2014922" y="56679"/>
                </a:cubicBezTo>
                <a:cubicBezTo>
                  <a:pt x="2014922" y="52899"/>
                  <a:pt x="2015786" y="49398"/>
                  <a:pt x="2017515" y="46176"/>
                </a:cubicBezTo>
                <a:cubicBezTo>
                  <a:pt x="2019244" y="42954"/>
                  <a:pt x="2021598" y="40278"/>
                  <a:pt x="2024577" y="38149"/>
                </a:cubicBezTo>
                <a:cubicBezTo>
                  <a:pt x="2026812" y="36498"/>
                  <a:pt x="2029857" y="35100"/>
                  <a:pt x="2033714" y="33957"/>
                </a:cubicBezTo>
                <a:cubicBezTo>
                  <a:pt x="2037571" y="32811"/>
                  <a:pt x="2041707" y="32238"/>
                  <a:pt x="2046123" y="32238"/>
                </a:cubicBezTo>
                <a:cubicBezTo>
                  <a:pt x="2052773" y="32238"/>
                  <a:pt x="2058611" y="33203"/>
                  <a:pt x="2063639" y="35131"/>
                </a:cubicBezTo>
                <a:cubicBezTo>
                  <a:pt x="2068666" y="37058"/>
                  <a:pt x="2072376" y="39669"/>
                  <a:pt x="2074770" y="42964"/>
                </a:cubicBezTo>
                <a:cubicBezTo>
                  <a:pt x="2077164" y="46257"/>
                  <a:pt x="2078813" y="50662"/>
                  <a:pt x="2079718" y="56178"/>
                </a:cubicBezTo>
                <a:lnTo>
                  <a:pt x="2065673" y="58093"/>
                </a:lnTo>
                <a:cubicBezTo>
                  <a:pt x="2065035" y="53731"/>
                  <a:pt x="2063186" y="50326"/>
                  <a:pt x="2060127" y="47879"/>
                </a:cubicBezTo>
                <a:cubicBezTo>
                  <a:pt x="2057068" y="45432"/>
                  <a:pt x="2052746" y="44208"/>
                  <a:pt x="2047160" y="44208"/>
                </a:cubicBezTo>
                <a:cubicBezTo>
                  <a:pt x="2040564" y="44208"/>
                  <a:pt x="2035855" y="45294"/>
                  <a:pt x="2033036" y="47465"/>
                </a:cubicBezTo>
                <a:cubicBezTo>
                  <a:pt x="2030216" y="49635"/>
                  <a:pt x="2028807" y="52176"/>
                  <a:pt x="2028807" y="55088"/>
                </a:cubicBezTo>
                <a:cubicBezTo>
                  <a:pt x="2028807" y="56940"/>
                  <a:pt x="2029392" y="58608"/>
                  <a:pt x="2030562" y="60091"/>
                </a:cubicBezTo>
                <a:cubicBezTo>
                  <a:pt x="2031733" y="61625"/>
                  <a:pt x="2033568" y="62895"/>
                  <a:pt x="2036068" y="63901"/>
                </a:cubicBezTo>
                <a:cubicBezTo>
                  <a:pt x="2037505" y="64431"/>
                  <a:pt x="2041734" y="65649"/>
                  <a:pt x="2048756" y="67554"/>
                </a:cubicBezTo>
                <a:cubicBezTo>
                  <a:pt x="2058917" y="70266"/>
                  <a:pt x="2066006" y="72485"/>
                  <a:pt x="2070022" y="74212"/>
                </a:cubicBezTo>
                <a:cubicBezTo>
                  <a:pt x="2074039" y="75940"/>
                  <a:pt x="2077191" y="78452"/>
                  <a:pt x="2079478" y="81748"/>
                </a:cubicBezTo>
                <a:cubicBezTo>
                  <a:pt x="2081766" y="85043"/>
                  <a:pt x="2082910" y="89135"/>
                  <a:pt x="2082910" y="94025"/>
                </a:cubicBezTo>
                <a:cubicBezTo>
                  <a:pt x="2082910" y="98809"/>
                  <a:pt x="2081513" y="103315"/>
                  <a:pt x="2078720" y="107541"/>
                </a:cubicBezTo>
                <a:cubicBezTo>
                  <a:pt x="2075927" y="111765"/>
                  <a:pt x="2071898" y="115033"/>
                  <a:pt x="2066631" y="117346"/>
                </a:cubicBezTo>
                <a:cubicBezTo>
                  <a:pt x="2061364" y="119658"/>
                  <a:pt x="2055406" y="120815"/>
                  <a:pt x="2048756" y="120815"/>
                </a:cubicBezTo>
                <a:cubicBezTo>
                  <a:pt x="2037744" y="120815"/>
                  <a:pt x="2029352" y="118520"/>
                  <a:pt x="2023580" y="113932"/>
                </a:cubicBezTo>
                <a:cubicBezTo>
                  <a:pt x="2017808" y="109344"/>
                  <a:pt x="2014124" y="102541"/>
                  <a:pt x="2012528" y="93524"/>
                </a:cubicBezTo>
                <a:close/>
                <a:moveTo>
                  <a:pt x="2109386" y="153372"/>
                </a:moveTo>
                <a:lnTo>
                  <a:pt x="2099092" y="153372"/>
                </a:lnTo>
                <a:cubicBezTo>
                  <a:pt x="2114999" y="127837"/>
                  <a:pt x="2122952" y="102275"/>
                  <a:pt x="2122952" y="76686"/>
                </a:cubicBezTo>
                <a:cubicBezTo>
                  <a:pt x="2122952" y="66685"/>
                  <a:pt x="2121808" y="56763"/>
                  <a:pt x="2119521" y="46921"/>
                </a:cubicBezTo>
                <a:cubicBezTo>
                  <a:pt x="2117712" y="38942"/>
                  <a:pt x="2115185" y="31281"/>
                  <a:pt x="2111940" y="23939"/>
                </a:cubicBezTo>
                <a:cubicBezTo>
                  <a:pt x="2109865" y="19152"/>
                  <a:pt x="2105583" y="11172"/>
                  <a:pt x="2099092" y="0"/>
                </a:cubicBezTo>
                <a:lnTo>
                  <a:pt x="2109386" y="0"/>
                </a:lnTo>
                <a:cubicBezTo>
                  <a:pt x="2119388" y="13353"/>
                  <a:pt x="2126782" y="26759"/>
                  <a:pt x="2131570" y="40218"/>
                </a:cubicBezTo>
                <a:cubicBezTo>
                  <a:pt x="2135667" y="51816"/>
                  <a:pt x="2137715" y="63945"/>
                  <a:pt x="2137715" y="76606"/>
                </a:cubicBezTo>
                <a:cubicBezTo>
                  <a:pt x="2137715" y="90970"/>
                  <a:pt x="2134962" y="104855"/>
                  <a:pt x="2129456" y="118261"/>
                </a:cubicBezTo>
                <a:cubicBezTo>
                  <a:pt x="2123950" y="131667"/>
                  <a:pt x="2117260" y="143371"/>
                  <a:pt x="2109386" y="153372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�">
            <a:extLst xmlns:a="http://schemas.openxmlformats.org/drawingml/2006/main">
              <a:ext uri="{FF2B5EF4-FFF2-40B4-BE49-F238E27FC236}">
                <a16:creationId xmlns:a16="http://schemas.microsoft.com/office/drawing/2014/main" id="{8B55A3B8-9336-4752-AB86-01222665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88" y="2819834"/>
            <a:ext cx="353381" cy="333207"/>
          </a:xfrm>
          <a:custGeom xmlns:a="http://schemas.openxmlformats.org/drawingml/2006/main">
            <a:pathLst>
              <a:path w="353381" h="333207">
                <a:moveTo>
                  <a:pt x="312381" y="156191"/>
                </a:moveTo>
                <a:lnTo>
                  <a:pt x="197841" y="156191"/>
                </a:lnTo>
                <a:cubicBezTo>
                  <a:pt x="186778" y="156191"/>
                  <a:pt x="177016" y="147080"/>
                  <a:pt x="177016" y="135365"/>
                </a:cubicBezTo>
                <a:lnTo>
                  <a:pt x="177016" y="20825"/>
                </a:lnTo>
                <a:cubicBezTo>
                  <a:pt x="177016" y="9111"/>
                  <a:pt x="186778" y="0"/>
                  <a:pt x="197841" y="1302"/>
                </a:cubicBezTo>
                <a:cubicBezTo>
                  <a:pt x="267476" y="10413"/>
                  <a:pt x="322794" y="65730"/>
                  <a:pt x="331905" y="135365"/>
                </a:cubicBezTo>
                <a:cubicBezTo>
                  <a:pt x="333857" y="147080"/>
                  <a:pt x="324096" y="156191"/>
                  <a:pt x="312381" y="156191"/>
                </a:cubicBezTo>
                <a:moveTo>
                  <a:pt x="124302" y="24079"/>
                </a:moveTo>
                <a:cubicBezTo>
                  <a:pt x="136016" y="21476"/>
                  <a:pt x="145778" y="31238"/>
                  <a:pt x="145778" y="43603"/>
                </a:cubicBezTo>
                <a:lnTo>
                  <a:pt x="145778" y="171810"/>
                </a:lnTo>
                <a:cubicBezTo>
                  <a:pt x="145778" y="175714"/>
                  <a:pt x="147080" y="178968"/>
                  <a:pt x="149683" y="181572"/>
                </a:cubicBezTo>
                <a:lnTo>
                  <a:pt x="235588" y="285699"/>
                </a:lnTo>
                <a:cubicBezTo>
                  <a:pt x="243397" y="294810"/>
                  <a:pt x="241445" y="308477"/>
                  <a:pt x="231032" y="314334"/>
                </a:cubicBezTo>
                <a:cubicBezTo>
                  <a:pt x="208905" y="326048"/>
                  <a:pt x="183524" y="333207"/>
                  <a:pt x="156191" y="333207"/>
                </a:cubicBezTo>
                <a:cubicBezTo>
                  <a:pt x="70286" y="333207"/>
                  <a:pt x="0" y="263572"/>
                  <a:pt x="0" y="177016"/>
                </a:cubicBezTo>
                <a:cubicBezTo>
                  <a:pt x="0" y="102175"/>
                  <a:pt x="53365" y="39048"/>
                  <a:pt x="124302" y="24079"/>
                </a:cubicBezTo>
                <a:moveTo>
                  <a:pt x="290254" y="187429"/>
                </a:moveTo>
                <a:lnTo>
                  <a:pt x="331905" y="187429"/>
                </a:lnTo>
                <a:cubicBezTo>
                  <a:pt x="343619" y="187429"/>
                  <a:pt x="353381" y="197841"/>
                  <a:pt x="350778" y="209556"/>
                </a:cubicBezTo>
                <a:cubicBezTo>
                  <a:pt x="344270" y="240794"/>
                  <a:pt x="328000" y="268778"/>
                  <a:pt x="305873" y="290254"/>
                </a:cubicBezTo>
                <a:cubicBezTo>
                  <a:pt x="297413" y="298064"/>
                  <a:pt x="285048" y="296111"/>
                  <a:pt x="277889" y="287651"/>
                </a:cubicBezTo>
                <a:lnTo>
                  <a:pt x="223222" y="221270"/>
                </a:lnTo>
                <a:cubicBezTo>
                  <a:pt x="212159" y="208254"/>
                  <a:pt x="221921" y="187429"/>
                  <a:pt x="239492" y="187429"/>
                </a:cubicBezTo>
                <a:lnTo>
                  <a:pt x="290254" y="187429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3F71B-0C43-4F72-B80F-CF939873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630" y="3560927"/>
            <a:ext cx="1771753" cy="491764"/>
          </a:xfrm>
          <a:custGeom xmlns:a="http://schemas.openxmlformats.org/drawingml/2006/main">
            <a:pathLst>
              <a:path w="1771753" h="491764">
                <a:moveTo>
                  <a:pt x="1771753" y="104636"/>
                </a:moveTo>
                <a:lnTo>
                  <a:pt x="1771753" y="387126"/>
                </a:lnTo>
                <a:cubicBezTo>
                  <a:pt x="1771753" y="444877"/>
                  <a:pt x="1724876" y="491764"/>
                  <a:pt x="1667120" y="491764"/>
                </a:cubicBezTo>
                <a:lnTo>
                  <a:pt x="104633" y="491764"/>
                </a:lnTo>
                <a:cubicBezTo>
                  <a:pt x="46877" y="491764"/>
                  <a:pt x="0" y="444877"/>
                  <a:pt x="0" y="387126"/>
                </a:cubicBezTo>
                <a:lnTo>
                  <a:pt x="0" y="104636"/>
                </a:lnTo>
                <a:cubicBezTo>
                  <a:pt x="0" y="46887"/>
                  <a:pt x="46877" y="0"/>
                  <a:pt x="104633" y="0"/>
                </a:cubicBezTo>
                <a:lnTo>
                  <a:pt x="1667120" y="0"/>
                </a:lnTo>
                <a:cubicBezTo>
                  <a:pt x="1724876" y="0"/>
                  <a:pt x="1771753" y="46887"/>
                  <a:pt x="1771753" y="104636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Annotation">
            <a:extLst xmlns:a="http://schemas.openxmlformats.org/drawingml/2006/main">
              <a:ext uri="{FF2B5EF4-FFF2-40B4-BE49-F238E27FC236}">
                <a16:creationId xmlns:a16="http://schemas.microsoft.com/office/drawing/2014/main" id="{EF3C59A0-F000-4821-8FC8-E5862E33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891" y="3650388"/>
            <a:ext cx="642059" cy="99083"/>
          </a:xfrm>
          <a:custGeom xmlns:a="http://schemas.openxmlformats.org/drawingml/2006/main">
            <a:pathLst>
              <a:path w="642059" h="99083">
                <a:moveTo>
                  <a:pt x="0" y="97487"/>
                </a:moveTo>
                <a:lnTo>
                  <a:pt x="37439" y="0"/>
                </a:lnTo>
                <a:lnTo>
                  <a:pt x="51337" y="0"/>
                </a:lnTo>
                <a:lnTo>
                  <a:pt x="91236" y="97487"/>
                </a:lnTo>
                <a:lnTo>
                  <a:pt x="76540" y="97487"/>
                </a:lnTo>
                <a:lnTo>
                  <a:pt x="65169" y="68095"/>
                </a:lnTo>
                <a:lnTo>
                  <a:pt x="24405" y="68095"/>
                </a:lnTo>
                <a:lnTo>
                  <a:pt x="13699" y="97487"/>
                </a:lnTo>
                <a:lnTo>
                  <a:pt x="0" y="97487"/>
                </a:lnTo>
                <a:moveTo>
                  <a:pt x="28129" y="57455"/>
                </a:moveTo>
                <a:lnTo>
                  <a:pt x="61179" y="57455"/>
                </a:lnTo>
                <a:lnTo>
                  <a:pt x="51004" y="30456"/>
                </a:lnTo>
                <a:cubicBezTo>
                  <a:pt x="47901" y="22255"/>
                  <a:pt x="45596" y="15516"/>
                  <a:pt x="44089" y="10241"/>
                </a:cubicBezTo>
                <a:cubicBezTo>
                  <a:pt x="42847" y="16492"/>
                  <a:pt x="41096" y="22698"/>
                  <a:pt x="38835" y="28860"/>
                </a:cubicBezTo>
                <a:lnTo>
                  <a:pt x="28129" y="57455"/>
                </a:lnTo>
                <a:close/>
                <a:moveTo>
                  <a:pt x="100001" y="97487"/>
                </a:moveTo>
                <a:lnTo>
                  <a:pt x="100001" y="26865"/>
                </a:lnTo>
                <a:lnTo>
                  <a:pt x="110774" y="26865"/>
                </a:lnTo>
                <a:lnTo>
                  <a:pt x="110774" y="36840"/>
                </a:lnTo>
                <a:cubicBezTo>
                  <a:pt x="115961" y="29126"/>
                  <a:pt x="123453" y="25269"/>
                  <a:pt x="133251" y="25269"/>
                </a:cubicBezTo>
                <a:cubicBezTo>
                  <a:pt x="137507" y="25269"/>
                  <a:pt x="141419" y="26034"/>
                  <a:pt x="144988" y="27564"/>
                </a:cubicBezTo>
                <a:cubicBezTo>
                  <a:pt x="148556" y="29093"/>
                  <a:pt x="151227" y="31099"/>
                  <a:pt x="153001" y="33582"/>
                </a:cubicBezTo>
                <a:cubicBezTo>
                  <a:pt x="154774" y="36064"/>
                  <a:pt x="156015" y="39013"/>
                  <a:pt x="156725" y="42426"/>
                </a:cubicBezTo>
                <a:cubicBezTo>
                  <a:pt x="157168" y="44643"/>
                  <a:pt x="157390" y="48522"/>
                  <a:pt x="157390" y="54063"/>
                </a:cubicBezTo>
                <a:lnTo>
                  <a:pt x="157390" y="97487"/>
                </a:lnTo>
                <a:lnTo>
                  <a:pt x="145420" y="97487"/>
                </a:lnTo>
                <a:lnTo>
                  <a:pt x="145420" y="54483"/>
                </a:lnTo>
                <a:cubicBezTo>
                  <a:pt x="145420" y="49601"/>
                  <a:pt x="144954" y="45951"/>
                  <a:pt x="144023" y="43532"/>
                </a:cubicBezTo>
                <a:cubicBezTo>
                  <a:pt x="143092" y="41113"/>
                  <a:pt x="141441" y="39182"/>
                  <a:pt x="139069" y="37740"/>
                </a:cubicBezTo>
                <a:cubicBezTo>
                  <a:pt x="136697" y="36298"/>
                  <a:pt x="133916" y="35577"/>
                  <a:pt x="130724" y="35577"/>
                </a:cubicBezTo>
                <a:cubicBezTo>
                  <a:pt x="125625" y="35577"/>
                  <a:pt x="121225" y="37197"/>
                  <a:pt x="117524" y="40437"/>
                </a:cubicBezTo>
                <a:cubicBezTo>
                  <a:pt x="113822" y="43676"/>
                  <a:pt x="111971" y="49823"/>
                  <a:pt x="111971" y="58876"/>
                </a:cubicBezTo>
                <a:lnTo>
                  <a:pt x="111971" y="97487"/>
                </a:lnTo>
                <a:lnTo>
                  <a:pt x="100001" y="97487"/>
                </a:lnTo>
                <a:close/>
                <a:moveTo>
                  <a:pt x="175750" y="97487"/>
                </a:moveTo>
                <a:lnTo>
                  <a:pt x="175750" y="26865"/>
                </a:lnTo>
                <a:lnTo>
                  <a:pt x="186523" y="26865"/>
                </a:lnTo>
                <a:lnTo>
                  <a:pt x="186523" y="36840"/>
                </a:lnTo>
                <a:cubicBezTo>
                  <a:pt x="191710" y="29126"/>
                  <a:pt x="199202" y="25269"/>
                  <a:pt x="208999" y="25269"/>
                </a:cubicBezTo>
                <a:cubicBezTo>
                  <a:pt x="213255" y="25269"/>
                  <a:pt x="217167" y="26034"/>
                  <a:pt x="220736" y="27564"/>
                </a:cubicBezTo>
                <a:cubicBezTo>
                  <a:pt x="224305" y="29093"/>
                  <a:pt x="226976" y="31099"/>
                  <a:pt x="228749" y="33582"/>
                </a:cubicBezTo>
                <a:cubicBezTo>
                  <a:pt x="230523" y="36064"/>
                  <a:pt x="231764" y="39013"/>
                  <a:pt x="232473" y="42426"/>
                </a:cubicBezTo>
                <a:cubicBezTo>
                  <a:pt x="232917" y="44643"/>
                  <a:pt x="233138" y="48522"/>
                  <a:pt x="233138" y="54063"/>
                </a:cubicBezTo>
                <a:lnTo>
                  <a:pt x="233138" y="97487"/>
                </a:lnTo>
                <a:lnTo>
                  <a:pt x="221168" y="97487"/>
                </a:lnTo>
                <a:lnTo>
                  <a:pt x="221168" y="54483"/>
                </a:lnTo>
                <a:cubicBezTo>
                  <a:pt x="221168" y="49601"/>
                  <a:pt x="220703" y="45951"/>
                  <a:pt x="219772" y="43532"/>
                </a:cubicBezTo>
                <a:cubicBezTo>
                  <a:pt x="218841" y="41113"/>
                  <a:pt x="217190" y="39182"/>
                  <a:pt x="214818" y="37740"/>
                </a:cubicBezTo>
                <a:cubicBezTo>
                  <a:pt x="212446" y="36298"/>
                  <a:pt x="209664" y="35577"/>
                  <a:pt x="206472" y="35577"/>
                </a:cubicBezTo>
                <a:cubicBezTo>
                  <a:pt x="201374" y="35577"/>
                  <a:pt x="196974" y="37197"/>
                  <a:pt x="193272" y="40437"/>
                </a:cubicBezTo>
                <a:cubicBezTo>
                  <a:pt x="189571" y="43676"/>
                  <a:pt x="187720" y="49823"/>
                  <a:pt x="187720" y="58876"/>
                </a:cubicBezTo>
                <a:lnTo>
                  <a:pt x="187720" y="97487"/>
                </a:lnTo>
                <a:lnTo>
                  <a:pt x="175750" y="97487"/>
                </a:lnTo>
                <a:close/>
                <a:moveTo>
                  <a:pt x="247043" y="62176"/>
                </a:moveTo>
                <a:cubicBezTo>
                  <a:pt x="247043" y="49098"/>
                  <a:pt x="250678" y="39412"/>
                  <a:pt x="257948" y="33116"/>
                </a:cubicBezTo>
                <a:cubicBezTo>
                  <a:pt x="264022" y="27885"/>
                  <a:pt x="271425" y="25269"/>
                  <a:pt x="280159" y="25269"/>
                </a:cubicBezTo>
                <a:cubicBezTo>
                  <a:pt x="289868" y="25269"/>
                  <a:pt x="297803" y="28450"/>
                  <a:pt x="303965" y="34812"/>
                </a:cubicBezTo>
                <a:cubicBezTo>
                  <a:pt x="310128" y="41174"/>
                  <a:pt x="313209" y="49963"/>
                  <a:pt x="313209" y="61179"/>
                </a:cubicBezTo>
                <a:cubicBezTo>
                  <a:pt x="313209" y="70267"/>
                  <a:pt x="311845" y="77415"/>
                  <a:pt x="309119" y="82625"/>
                </a:cubicBezTo>
                <a:cubicBezTo>
                  <a:pt x="306393" y="87834"/>
                  <a:pt x="302425" y="91879"/>
                  <a:pt x="297216" y="94761"/>
                </a:cubicBezTo>
                <a:cubicBezTo>
                  <a:pt x="292007" y="97642"/>
                  <a:pt x="286321" y="99083"/>
                  <a:pt x="280159" y="99083"/>
                </a:cubicBezTo>
                <a:cubicBezTo>
                  <a:pt x="270273" y="99083"/>
                  <a:pt x="262282" y="95913"/>
                  <a:pt x="256186" y="89574"/>
                </a:cubicBezTo>
                <a:cubicBezTo>
                  <a:pt x="250090" y="83234"/>
                  <a:pt x="247043" y="74102"/>
                  <a:pt x="247043" y="62176"/>
                </a:cubicBezTo>
                <a:moveTo>
                  <a:pt x="259345" y="62143"/>
                </a:moveTo>
                <a:cubicBezTo>
                  <a:pt x="259345" y="71154"/>
                  <a:pt x="261318" y="77900"/>
                  <a:pt x="265263" y="82383"/>
                </a:cubicBezTo>
                <a:cubicBezTo>
                  <a:pt x="269209" y="86867"/>
                  <a:pt x="274174" y="89108"/>
                  <a:pt x="280159" y="89108"/>
                </a:cubicBezTo>
                <a:cubicBezTo>
                  <a:pt x="286099" y="89108"/>
                  <a:pt x="291042" y="86855"/>
                  <a:pt x="294988" y="82350"/>
                </a:cubicBezTo>
                <a:cubicBezTo>
                  <a:pt x="298934" y="77845"/>
                  <a:pt x="300906" y="70977"/>
                  <a:pt x="300906" y="61746"/>
                </a:cubicBezTo>
                <a:cubicBezTo>
                  <a:pt x="300906" y="53044"/>
                  <a:pt x="298923" y="46452"/>
                  <a:pt x="294955" y="41969"/>
                </a:cubicBezTo>
                <a:cubicBezTo>
                  <a:pt x="290987" y="37486"/>
                  <a:pt x="286055" y="35244"/>
                  <a:pt x="280159" y="35244"/>
                </a:cubicBezTo>
                <a:cubicBezTo>
                  <a:pt x="274174" y="35244"/>
                  <a:pt x="269209" y="37475"/>
                  <a:pt x="265263" y="41936"/>
                </a:cubicBezTo>
                <a:cubicBezTo>
                  <a:pt x="261318" y="46397"/>
                  <a:pt x="259345" y="53132"/>
                  <a:pt x="259345" y="62143"/>
                </a:cubicBezTo>
                <a:close/>
                <a:moveTo>
                  <a:pt x="353381" y="86914"/>
                </a:moveTo>
                <a:lnTo>
                  <a:pt x="355109" y="97487"/>
                </a:lnTo>
                <a:cubicBezTo>
                  <a:pt x="351740" y="98108"/>
                  <a:pt x="348726" y="98418"/>
                  <a:pt x="346066" y="98418"/>
                </a:cubicBezTo>
                <a:cubicBezTo>
                  <a:pt x="341721" y="98418"/>
                  <a:pt x="338352" y="97731"/>
                  <a:pt x="335958" y="96356"/>
                </a:cubicBezTo>
                <a:cubicBezTo>
                  <a:pt x="333564" y="94982"/>
                  <a:pt x="331879" y="93176"/>
                  <a:pt x="330904" y="90937"/>
                </a:cubicBezTo>
                <a:cubicBezTo>
                  <a:pt x="329929" y="88698"/>
                  <a:pt x="329441" y="83988"/>
                  <a:pt x="329441" y="76806"/>
                </a:cubicBezTo>
                <a:lnTo>
                  <a:pt x="329441" y="36175"/>
                </a:lnTo>
                <a:lnTo>
                  <a:pt x="320663" y="36175"/>
                </a:lnTo>
                <a:lnTo>
                  <a:pt x="320663" y="26865"/>
                </a:lnTo>
                <a:lnTo>
                  <a:pt x="329441" y="26865"/>
                </a:lnTo>
                <a:lnTo>
                  <a:pt x="329441" y="9329"/>
                </a:lnTo>
                <a:lnTo>
                  <a:pt x="341344" y="2128"/>
                </a:lnTo>
                <a:lnTo>
                  <a:pt x="341344" y="26865"/>
                </a:lnTo>
                <a:lnTo>
                  <a:pt x="353381" y="26865"/>
                </a:lnTo>
                <a:lnTo>
                  <a:pt x="353381" y="36175"/>
                </a:lnTo>
                <a:lnTo>
                  <a:pt x="341344" y="36175"/>
                </a:lnTo>
                <a:lnTo>
                  <a:pt x="341344" y="77471"/>
                </a:lnTo>
                <a:cubicBezTo>
                  <a:pt x="341344" y="80884"/>
                  <a:pt x="341555" y="83079"/>
                  <a:pt x="341976" y="84054"/>
                </a:cubicBezTo>
                <a:cubicBezTo>
                  <a:pt x="342397" y="85030"/>
                  <a:pt x="343084" y="85805"/>
                  <a:pt x="344037" y="86382"/>
                </a:cubicBezTo>
                <a:cubicBezTo>
                  <a:pt x="344991" y="86958"/>
                  <a:pt x="346354" y="87246"/>
                  <a:pt x="348127" y="87246"/>
                </a:cubicBezTo>
                <a:cubicBezTo>
                  <a:pt x="349457" y="87246"/>
                  <a:pt x="351208" y="87135"/>
                  <a:pt x="353381" y="86914"/>
                </a:cubicBezTo>
                <a:close/>
                <a:moveTo>
                  <a:pt x="411163" y="88767"/>
                </a:moveTo>
                <a:cubicBezTo>
                  <a:pt x="406730" y="92538"/>
                  <a:pt x="402463" y="95200"/>
                  <a:pt x="398362" y="96753"/>
                </a:cubicBezTo>
                <a:cubicBezTo>
                  <a:pt x="394261" y="98306"/>
                  <a:pt x="389861" y="99083"/>
                  <a:pt x="385162" y="99083"/>
                </a:cubicBezTo>
                <a:cubicBezTo>
                  <a:pt x="377404" y="99083"/>
                  <a:pt x="371441" y="97186"/>
                  <a:pt x="367274" y="93393"/>
                </a:cubicBezTo>
                <a:cubicBezTo>
                  <a:pt x="363107" y="89600"/>
                  <a:pt x="361023" y="84753"/>
                  <a:pt x="361023" y="78853"/>
                </a:cubicBezTo>
                <a:cubicBezTo>
                  <a:pt x="361023" y="75393"/>
                  <a:pt x="361810" y="72233"/>
                  <a:pt x="363384" y="69373"/>
                </a:cubicBezTo>
                <a:cubicBezTo>
                  <a:pt x="364958" y="66510"/>
                  <a:pt x="367019" y="64214"/>
                  <a:pt x="369568" y="62484"/>
                </a:cubicBezTo>
                <a:cubicBezTo>
                  <a:pt x="372117" y="60753"/>
                  <a:pt x="374988" y="59445"/>
                  <a:pt x="378180" y="58558"/>
                </a:cubicBezTo>
                <a:cubicBezTo>
                  <a:pt x="380529" y="57936"/>
                  <a:pt x="384076" y="57337"/>
                  <a:pt x="388820" y="56761"/>
                </a:cubicBezTo>
                <a:cubicBezTo>
                  <a:pt x="398484" y="55616"/>
                  <a:pt x="405599" y="54252"/>
                  <a:pt x="410166" y="52667"/>
                </a:cubicBezTo>
                <a:cubicBezTo>
                  <a:pt x="410210" y="51034"/>
                  <a:pt x="410232" y="49996"/>
                  <a:pt x="410232" y="49554"/>
                </a:cubicBezTo>
                <a:cubicBezTo>
                  <a:pt x="410232" y="44695"/>
                  <a:pt x="409102" y="41273"/>
                  <a:pt x="406841" y="39286"/>
                </a:cubicBezTo>
                <a:cubicBezTo>
                  <a:pt x="403782" y="36592"/>
                  <a:pt x="399238" y="35244"/>
                  <a:pt x="393208" y="35244"/>
                </a:cubicBezTo>
                <a:cubicBezTo>
                  <a:pt x="387578" y="35244"/>
                  <a:pt x="383422" y="36231"/>
                  <a:pt x="380740" y="38203"/>
                </a:cubicBezTo>
                <a:cubicBezTo>
                  <a:pt x="378058" y="40176"/>
                  <a:pt x="376074" y="43667"/>
                  <a:pt x="374788" y="48677"/>
                </a:cubicBezTo>
                <a:lnTo>
                  <a:pt x="363085" y="47081"/>
                </a:lnTo>
                <a:cubicBezTo>
                  <a:pt x="364149" y="42056"/>
                  <a:pt x="365900" y="37998"/>
                  <a:pt x="368338" y="34908"/>
                </a:cubicBezTo>
                <a:cubicBezTo>
                  <a:pt x="370776" y="31817"/>
                  <a:pt x="374301" y="29438"/>
                  <a:pt x="378911" y="27771"/>
                </a:cubicBezTo>
                <a:cubicBezTo>
                  <a:pt x="383522" y="26103"/>
                  <a:pt x="388864" y="25269"/>
                  <a:pt x="394937" y="25269"/>
                </a:cubicBezTo>
                <a:cubicBezTo>
                  <a:pt x="400967" y="25269"/>
                  <a:pt x="405865" y="25979"/>
                  <a:pt x="409634" y="27397"/>
                </a:cubicBezTo>
                <a:cubicBezTo>
                  <a:pt x="413402" y="28816"/>
                  <a:pt x="416173" y="30600"/>
                  <a:pt x="417946" y="32751"/>
                </a:cubicBezTo>
                <a:cubicBezTo>
                  <a:pt x="419719" y="34901"/>
                  <a:pt x="420961" y="37616"/>
                  <a:pt x="421670" y="40897"/>
                </a:cubicBezTo>
                <a:cubicBezTo>
                  <a:pt x="422069" y="42936"/>
                  <a:pt x="422268" y="46616"/>
                  <a:pt x="422268" y="51935"/>
                </a:cubicBezTo>
                <a:lnTo>
                  <a:pt x="422268" y="67895"/>
                </a:lnTo>
                <a:cubicBezTo>
                  <a:pt x="422268" y="79023"/>
                  <a:pt x="422523" y="86060"/>
                  <a:pt x="423033" y="89008"/>
                </a:cubicBezTo>
                <a:cubicBezTo>
                  <a:pt x="423543" y="91956"/>
                  <a:pt x="424552" y="94783"/>
                  <a:pt x="426059" y="97487"/>
                </a:cubicBezTo>
                <a:lnTo>
                  <a:pt x="413557" y="97487"/>
                </a:lnTo>
                <a:cubicBezTo>
                  <a:pt x="412316" y="95002"/>
                  <a:pt x="411518" y="92095"/>
                  <a:pt x="411163" y="88767"/>
                </a:cubicBezTo>
                <a:moveTo>
                  <a:pt x="410166" y="61977"/>
                </a:moveTo>
                <a:cubicBezTo>
                  <a:pt x="405821" y="63765"/>
                  <a:pt x="399304" y="65285"/>
                  <a:pt x="390615" y="66536"/>
                </a:cubicBezTo>
                <a:cubicBezTo>
                  <a:pt x="385694" y="67248"/>
                  <a:pt x="382214" y="68050"/>
                  <a:pt x="380175" y="68940"/>
                </a:cubicBezTo>
                <a:cubicBezTo>
                  <a:pt x="378135" y="69830"/>
                  <a:pt x="376562" y="71132"/>
                  <a:pt x="375453" y="72847"/>
                </a:cubicBezTo>
                <a:cubicBezTo>
                  <a:pt x="374345" y="74561"/>
                  <a:pt x="373791" y="76464"/>
                  <a:pt x="373791" y="78556"/>
                </a:cubicBezTo>
                <a:cubicBezTo>
                  <a:pt x="373791" y="81760"/>
                  <a:pt x="374999" y="84431"/>
                  <a:pt x="377415" y="86569"/>
                </a:cubicBezTo>
                <a:cubicBezTo>
                  <a:pt x="379831" y="88705"/>
                  <a:pt x="383367" y="89773"/>
                  <a:pt x="388022" y="89773"/>
                </a:cubicBezTo>
                <a:cubicBezTo>
                  <a:pt x="392632" y="89773"/>
                  <a:pt x="396733" y="88760"/>
                  <a:pt x="400324" y="86733"/>
                </a:cubicBezTo>
                <a:cubicBezTo>
                  <a:pt x="403915" y="84706"/>
                  <a:pt x="406553" y="81933"/>
                  <a:pt x="408237" y="78414"/>
                </a:cubicBezTo>
                <a:cubicBezTo>
                  <a:pt x="409523" y="75696"/>
                  <a:pt x="410166" y="71687"/>
                  <a:pt x="410166" y="66386"/>
                </a:cubicBezTo>
                <a:lnTo>
                  <a:pt x="410166" y="61977"/>
                </a:lnTo>
                <a:close/>
                <a:moveTo>
                  <a:pt x="466962" y="86914"/>
                </a:moveTo>
                <a:lnTo>
                  <a:pt x="468691" y="97487"/>
                </a:lnTo>
                <a:cubicBezTo>
                  <a:pt x="465322" y="98108"/>
                  <a:pt x="462307" y="98418"/>
                  <a:pt x="459647" y="98418"/>
                </a:cubicBezTo>
                <a:cubicBezTo>
                  <a:pt x="455303" y="98418"/>
                  <a:pt x="451933" y="97731"/>
                  <a:pt x="449540" y="96356"/>
                </a:cubicBezTo>
                <a:cubicBezTo>
                  <a:pt x="447146" y="94982"/>
                  <a:pt x="445461" y="93176"/>
                  <a:pt x="444486" y="90937"/>
                </a:cubicBezTo>
                <a:cubicBezTo>
                  <a:pt x="443510" y="88698"/>
                  <a:pt x="443023" y="83988"/>
                  <a:pt x="443023" y="76806"/>
                </a:cubicBezTo>
                <a:lnTo>
                  <a:pt x="443023" y="36175"/>
                </a:lnTo>
                <a:lnTo>
                  <a:pt x="434245" y="36175"/>
                </a:lnTo>
                <a:lnTo>
                  <a:pt x="434245" y="26865"/>
                </a:lnTo>
                <a:lnTo>
                  <a:pt x="443023" y="26865"/>
                </a:lnTo>
                <a:lnTo>
                  <a:pt x="443023" y="9329"/>
                </a:lnTo>
                <a:lnTo>
                  <a:pt x="454926" y="2128"/>
                </a:lnTo>
                <a:lnTo>
                  <a:pt x="454926" y="26865"/>
                </a:lnTo>
                <a:lnTo>
                  <a:pt x="466962" y="26865"/>
                </a:lnTo>
                <a:lnTo>
                  <a:pt x="466962" y="36175"/>
                </a:lnTo>
                <a:lnTo>
                  <a:pt x="454926" y="36175"/>
                </a:lnTo>
                <a:lnTo>
                  <a:pt x="454926" y="77471"/>
                </a:lnTo>
                <a:cubicBezTo>
                  <a:pt x="454926" y="80884"/>
                  <a:pt x="455136" y="83079"/>
                  <a:pt x="455558" y="84054"/>
                </a:cubicBezTo>
                <a:cubicBezTo>
                  <a:pt x="455979" y="85030"/>
                  <a:pt x="456666" y="85805"/>
                  <a:pt x="457619" y="86382"/>
                </a:cubicBezTo>
                <a:cubicBezTo>
                  <a:pt x="458572" y="86958"/>
                  <a:pt x="459935" y="87246"/>
                  <a:pt x="461709" y="87246"/>
                </a:cubicBezTo>
                <a:cubicBezTo>
                  <a:pt x="463039" y="87246"/>
                  <a:pt x="464790" y="87135"/>
                  <a:pt x="466962" y="86914"/>
                </a:cubicBezTo>
                <a:close/>
                <a:moveTo>
                  <a:pt x="478728" y="13832"/>
                </a:moveTo>
                <a:lnTo>
                  <a:pt x="478728" y="0"/>
                </a:lnTo>
                <a:lnTo>
                  <a:pt x="490698" y="0"/>
                </a:lnTo>
                <a:lnTo>
                  <a:pt x="490698" y="13832"/>
                </a:lnTo>
                <a:lnTo>
                  <a:pt x="478728" y="13832"/>
                </a:lnTo>
                <a:moveTo>
                  <a:pt x="478728" y="97487"/>
                </a:moveTo>
                <a:lnTo>
                  <a:pt x="478728" y="26865"/>
                </a:lnTo>
                <a:lnTo>
                  <a:pt x="490698" y="26865"/>
                </a:lnTo>
                <a:lnTo>
                  <a:pt x="490698" y="97487"/>
                </a:lnTo>
                <a:lnTo>
                  <a:pt x="478728" y="97487"/>
                </a:lnTo>
                <a:close/>
                <a:moveTo>
                  <a:pt x="504468" y="62176"/>
                </a:moveTo>
                <a:cubicBezTo>
                  <a:pt x="504468" y="49098"/>
                  <a:pt x="508103" y="39412"/>
                  <a:pt x="515373" y="33116"/>
                </a:cubicBezTo>
                <a:cubicBezTo>
                  <a:pt x="521447" y="27885"/>
                  <a:pt x="528850" y="25269"/>
                  <a:pt x="537584" y="25269"/>
                </a:cubicBezTo>
                <a:cubicBezTo>
                  <a:pt x="547293" y="25269"/>
                  <a:pt x="555228" y="28450"/>
                  <a:pt x="561390" y="34812"/>
                </a:cubicBezTo>
                <a:cubicBezTo>
                  <a:pt x="567553" y="41174"/>
                  <a:pt x="570634" y="49963"/>
                  <a:pt x="570634" y="61179"/>
                </a:cubicBezTo>
                <a:cubicBezTo>
                  <a:pt x="570634" y="70267"/>
                  <a:pt x="569270" y="77415"/>
                  <a:pt x="566544" y="82625"/>
                </a:cubicBezTo>
                <a:cubicBezTo>
                  <a:pt x="563818" y="87834"/>
                  <a:pt x="559850" y="91879"/>
                  <a:pt x="554641" y="94761"/>
                </a:cubicBezTo>
                <a:cubicBezTo>
                  <a:pt x="549432" y="97642"/>
                  <a:pt x="543746" y="99083"/>
                  <a:pt x="537584" y="99083"/>
                </a:cubicBezTo>
                <a:cubicBezTo>
                  <a:pt x="527698" y="99083"/>
                  <a:pt x="519707" y="95913"/>
                  <a:pt x="513611" y="89574"/>
                </a:cubicBezTo>
                <a:cubicBezTo>
                  <a:pt x="507515" y="83234"/>
                  <a:pt x="504468" y="74102"/>
                  <a:pt x="504468" y="62176"/>
                </a:cubicBezTo>
                <a:moveTo>
                  <a:pt x="516770" y="62143"/>
                </a:moveTo>
                <a:cubicBezTo>
                  <a:pt x="516770" y="71154"/>
                  <a:pt x="518743" y="77900"/>
                  <a:pt x="522688" y="82383"/>
                </a:cubicBezTo>
                <a:cubicBezTo>
                  <a:pt x="526634" y="86867"/>
                  <a:pt x="531599" y="89108"/>
                  <a:pt x="537584" y="89108"/>
                </a:cubicBezTo>
                <a:cubicBezTo>
                  <a:pt x="543524" y="89108"/>
                  <a:pt x="548467" y="86855"/>
                  <a:pt x="552413" y="82350"/>
                </a:cubicBezTo>
                <a:cubicBezTo>
                  <a:pt x="556359" y="77845"/>
                  <a:pt x="558331" y="70977"/>
                  <a:pt x="558331" y="61746"/>
                </a:cubicBezTo>
                <a:cubicBezTo>
                  <a:pt x="558331" y="53044"/>
                  <a:pt x="556348" y="46452"/>
                  <a:pt x="552380" y="41969"/>
                </a:cubicBezTo>
                <a:cubicBezTo>
                  <a:pt x="548412" y="37486"/>
                  <a:pt x="543480" y="35244"/>
                  <a:pt x="537584" y="35244"/>
                </a:cubicBezTo>
                <a:cubicBezTo>
                  <a:pt x="531599" y="35244"/>
                  <a:pt x="526634" y="37475"/>
                  <a:pt x="522688" y="41936"/>
                </a:cubicBezTo>
                <a:cubicBezTo>
                  <a:pt x="518743" y="46397"/>
                  <a:pt x="516770" y="53132"/>
                  <a:pt x="516770" y="62143"/>
                </a:cubicBezTo>
                <a:close/>
                <a:moveTo>
                  <a:pt x="584671" y="97487"/>
                </a:moveTo>
                <a:lnTo>
                  <a:pt x="584671" y="26865"/>
                </a:lnTo>
                <a:lnTo>
                  <a:pt x="595444" y="26865"/>
                </a:lnTo>
                <a:lnTo>
                  <a:pt x="595444" y="36840"/>
                </a:lnTo>
                <a:cubicBezTo>
                  <a:pt x="600631" y="29126"/>
                  <a:pt x="608123" y="25269"/>
                  <a:pt x="617920" y="25269"/>
                </a:cubicBezTo>
                <a:cubicBezTo>
                  <a:pt x="622176" y="25269"/>
                  <a:pt x="626089" y="26034"/>
                  <a:pt x="629657" y="27564"/>
                </a:cubicBezTo>
                <a:cubicBezTo>
                  <a:pt x="633226" y="29093"/>
                  <a:pt x="635897" y="31099"/>
                  <a:pt x="637670" y="33582"/>
                </a:cubicBezTo>
                <a:cubicBezTo>
                  <a:pt x="639444" y="36064"/>
                  <a:pt x="640685" y="39013"/>
                  <a:pt x="641394" y="42426"/>
                </a:cubicBezTo>
                <a:cubicBezTo>
                  <a:pt x="641838" y="44643"/>
                  <a:pt x="642059" y="48522"/>
                  <a:pt x="642059" y="54063"/>
                </a:cubicBezTo>
                <a:lnTo>
                  <a:pt x="642059" y="97487"/>
                </a:lnTo>
                <a:lnTo>
                  <a:pt x="630090" y="97487"/>
                </a:lnTo>
                <a:lnTo>
                  <a:pt x="630090" y="54483"/>
                </a:lnTo>
                <a:cubicBezTo>
                  <a:pt x="630090" y="49601"/>
                  <a:pt x="629624" y="45951"/>
                  <a:pt x="628693" y="43532"/>
                </a:cubicBezTo>
                <a:cubicBezTo>
                  <a:pt x="627762" y="41113"/>
                  <a:pt x="626111" y="39182"/>
                  <a:pt x="623739" y="37740"/>
                </a:cubicBezTo>
                <a:cubicBezTo>
                  <a:pt x="621367" y="36298"/>
                  <a:pt x="618585" y="35577"/>
                  <a:pt x="615393" y="35577"/>
                </a:cubicBezTo>
                <a:cubicBezTo>
                  <a:pt x="610295" y="35577"/>
                  <a:pt x="605895" y="37197"/>
                  <a:pt x="602193" y="40437"/>
                </a:cubicBezTo>
                <a:cubicBezTo>
                  <a:pt x="598492" y="43676"/>
                  <a:pt x="596641" y="49823"/>
                  <a:pt x="596641" y="58876"/>
                </a:cubicBezTo>
                <a:lnTo>
                  <a:pt x="596641" y="97487"/>
                </a:lnTo>
                <a:lnTo>
                  <a:pt x="584671" y="97487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5scores">
            <a:extLst xmlns:a="http://schemas.openxmlformats.org/drawingml/2006/main">
              <a:ext uri="{FF2B5EF4-FFF2-40B4-BE49-F238E27FC236}">
                <a16:creationId xmlns:a16="http://schemas.microsoft.com/office/drawing/2014/main" id="{C2DA1CC8-1DDA-49FE-ABDA-8E3E6BEE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52" y="3822196"/>
            <a:ext cx="648147" cy="117623"/>
          </a:xfrm>
          <a:custGeom xmlns:a="http://schemas.openxmlformats.org/drawingml/2006/main">
            <a:pathLst>
              <a:path w="648147" h="117623">
                <a:moveTo>
                  <a:pt x="0" y="85464"/>
                </a:moveTo>
                <a:lnTo>
                  <a:pt x="22344" y="83150"/>
                </a:lnTo>
                <a:cubicBezTo>
                  <a:pt x="22982" y="88204"/>
                  <a:pt x="24870" y="92207"/>
                  <a:pt x="28009" y="95159"/>
                </a:cubicBezTo>
                <a:cubicBezTo>
                  <a:pt x="31148" y="98112"/>
                  <a:pt x="34765" y="99588"/>
                  <a:pt x="38862" y="99588"/>
                </a:cubicBezTo>
                <a:cubicBezTo>
                  <a:pt x="43543" y="99588"/>
                  <a:pt x="47507" y="97683"/>
                  <a:pt x="50752" y="93873"/>
                </a:cubicBezTo>
                <a:cubicBezTo>
                  <a:pt x="53997" y="90062"/>
                  <a:pt x="55619" y="84320"/>
                  <a:pt x="55619" y="76646"/>
                </a:cubicBezTo>
                <a:cubicBezTo>
                  <a:pt x="55619" y="69451"/>
                  <a:pt x="54010" y="64055"/>
                  <a:pt x="50792" y="60457"/>
                </a:cubicBezTo>
                <a:cubicBezTo>
                  <a:pt x="47573" y="56860"/>
                  <a:pt x="43384" y="55061"/>
                  <a:pt x="38223" y="55061"/>
                </a:cubicBezTo>
                <a:cubicBezTo>
                  <a:pt x="31786" y="55061"/>
                  <a:pt x="26014" y="57934"/>
                  <a:pt x="20907" y="63679"/>
                </a:cubicBezTo>
                <a:lnTo>
                  <a:pt x="2713" y="61021"/>
                </a:lnTo>
                <a:lnTo>
                  <a:pt x="14204" y="0"/>
                </a:lnTo>
                <a:lnTo>
                  <a:pt x="73494" y="0"/>
                </a:lnTo>
                <a:lnTo>
                  <a:pt x="73494" y="21067"/>
                </a:lnTo>
                <a:lnTo>
                  <a:pt x="31201" y="21067"/>
                </a:lnTo>
                <a:lnTo>
                  <a:pt x="27690" y="40924"/>
                </a:lnTo>
                <a:cubicBezTo>
                  <a:pt x="32691" y="38432"/>
                  <a:pt x="37798" y="37186"/>
                  <a:pt x="43011" y="37186"/>
                </a:cubicBezTo>
                <a:cubicBezTo>
                  <a:pt x="52959" y="37186"/>
                  <a:pt x="61391" y="40811"/>
                  <a:pt x="68307" y="48061"/>
                </a:cubicBezTo>
                <a:cubicBezTo>
                  <a:pt x="75223" y="55309"/>
                  <a:pt x="78681" y="64717"/>
                  <a:pt x="78681" y="76285"/>
                </a:cubicBezTo>
                <a:cubicBezTo>
                  <a:pt x="78681" y="85934"/>
                  <a:pt x="75888" y="94543"/>
                  <a:pt x="70302" y="102112"/>
                </a:cubicBezTo>
                <a:cubicBezTo>
                  <a:pt x="62695" y="112452"/>
                  <a:pt x="52135" y="117623"/>
                  <a:pt x="38622" y="117623"/>
                </a:cubicBezTo>
                <a:cubicBezTo>
                  <a:pt x="27823" y="117623"/>
                  <a:pt x="19019" y="114717"/>
                  <a:pt x="12209" y="108905"/>
                </a:cubicBezTo>
                <a:cubicBezTo>
                  <a:pt x="5400" y="103091"/>
                  <a:pt x="1330" y="95277"/>
                  <a:pt x="0" y="85464"/>
                </a:cubicBezTo>
                <a:close/>
                <a:moveTo>
                  <a:pt x="132867" y="91449"/>
                </a:moveTo>
                <a:lnTo>
                  <a:pt x="155370" y="87938"/>
                </a:lnTo>
                <a:cubicBezTo>
                  <a:pt x="156327" y="92273"/>
                  <a:pt x="158269" y="95565"/>
                  <a:pt x="161195" y="97813"/>
                </a:cubicBezTo>
                <a:cubicBezTo>
                  <a:pt x="164121" y="100060"/>
                  <a:pt x="168217" y="101184"/>
                  <a:pt x="173484" y="101184"/>
                </a:cubicBezTo>
                <a:cubicBezTo>
                  <a:pt x="179283" y="101184"/>
                  <a:pt x="183645" y="100122"/>
                  <a:pt x="186571" y="97997"/>
                </a:cubicBezTo>
                <a:cubicBezTo>
                  <a:pt x="188539" y="96509"/>
                  <a:pt x="189523" y="94517"/>
                  <a:pt x="189523" y="92020"/>
                </a:cubicBezTo>
                <a:cubicBezTo>
                  <a:pt x="189523" y="90319"/>
                  <a:pt x="188991" y="88911"/>
                  <a:pt x="187927" y="87796"/>
                </a:cubicBezTo>
                <a:cubicBezTo>
                  <a:pt x="186810" y="86733"/>
                  <a:pt x="184310" y="85751"/>
                  <a:pt x="180426" y="84848"/>
                </a:cubicBezTo>
                <a:cubicBezTo>
                  <a:pt x="162339" y="80865"/>
                  <a:pt x="150874" y="77226"/>
                  <a:pt x="146033" y="73931"/>
                </a:cubicBezTo>
                <a:cubicBezTo>
                  <a:pt x="139330" y="69359"/>
                  <a:pt x="135979" y="63007"/>
                  <a:pt x="135979" y="54876"/>
                </a:cubicBezTo>
                <a:cubicBezTo>
                  <a:pt x="135979" y="47541"/>
                  <a:pt x="138878" y="41376"/>
                  <a:pt x="144677" y="36381"/>
                </a:cubicBezTo>
                <a:cubicBezTo>
                  <a:pt x="150475" y="31385"/>
                  <a:pt x="159466" y="28887"/>
                  <a:pt x="171649" y="28887"/>
                </a:cubicBezTo>
                <a:cubicBezTo>
                  <a:pt x="183246" y="28887"/>
                  <a:pt x="191864" y="30769"/>
                  <a:pt x="197503" y="34533"/>
                </a:cubicBezTo>
                <a:cubicBezTo>
                  <a:pt x="203142" y="38297"/>
                  <a:pt x="207026" y="43862"/>
                  <a:pt x="209154" y="51230"/>
                </a:cubicBezTo>
                <a:lnTo>
                  <a:pt x="188007" y="55220"/>
                </a:lnTo>
                <a:cubicBezTo>
                  <a:pt x="187103" y="51922"/>
                  <a:pt x="185387" y="49395"/>
                  <a:pt x="182860" y="47640"/>
                </a:cubicBezTo>
                <a:cubicBezTo>
                  <a:pt x="180333" y="45884"/>
                  <a:pt x="176729" y="45006"/>
                  <a:pt x="172048" y="45006"/>
                </a:cubicBezTo>
                <a:cubicBezTo>
                  <a:pt x="166142" y="45006"/>
                  <a:pt x="161913" y="45830"/>
                  <a:pt x="159360" y="47477"/>
                </a:cubicBezTo>
                <a:cubicBezTo>
                  <a:pt x="157657" y="48645"/>
                  <a:pt x="156806" y="50158"/>
                  <a:pt x="156806" y="52018"/>
                </a:cubicBezTo>
                <a:cubicBezTo>
                  <a:pt x="156806" y="53611"/>
                  <a:pt x="157551" y="54965"/>
                  <a:pt x="159040" y="56081"/>
                </a:cubicBezTo>
                <a:cubicBezTo>
                  <a:pt x="161062" y="57569"/>
                  <a:pt x="168044" y="59667"/>
                  <a:pt x="179987" y="62377"/>
                </a:cubicBezTo>
                <a:cubicBezTo>
                  <a:pt x="191931" y="65087"/>
                  <a:pt x="200270" y="68411"/>
                  <a:pt x="205004" y="72350"/>
                </a:cubicBezTo>
                <a:cubicBezTo>
                  <a:pt x="209686" y="76343"/>
                  <a:pt x="212026" y="81905"/>
                  <a:pt x="212026" y="89037"/>
                </a:cubicBezTo>
                <a:cubicBezTo>
                  <a:pt x="212026" y="96809"/>
                  <a:pt x="208781" y="103490"/>
                  <a:pt x="202291" y="109079"/>
                </a:cubicBezTo>
                <a:cubicBezTo>
                  <a:pt x="195801" y="114668"/>
                  <a:pt x="186198" y="117463"/>
                  <a:pt x="173484" y="117463"/>
                </a:cubicBezTo>
                <a:cubicBezTo>
                  <a:pt x="161940" y="117463"/>
                  <a:pt x="152803" y="115130"/>
                  <a:pt x="146073" y="110463"/>
                </a:cubicBezTo>
                <a:cubicBezTo>
                  <a:pt x="139344" y="105795"/>
                  <a:pt x="134941" y="99457"/>
                  <a:pt x="132867" y="91449"/>
                </a:cubicBezTo>
                <a:close/>
                <a:moveTo>
                  <a:pt x="305558" y="55859"/>
                </a:moveTo>
                <a:lnTo>
                  <a:pt x="283454" y="59849"/>
                </a:lnTo>
                <a:cubicBezTo>
                  <a:pt x="282709" y="55460"/>
                  <a:pt x="281020" y="52155"/>
                  <a:pt x="278386" y="49934"/>
                </a:cubicBezTo>
                <a:cubicBezTo>
                  <a:pt x="275753" y="47713"/>
                  <a:pt x="272335" y="46602"/>
                  <a:pt x="268132" y="46602"/>
                </a:cubicBezTo>
                <a:cubicBezTo>
                  <a:pt x="262546" y="46602"/>
                  <a:pt x="258091" y="48525"/>
                  <a:pt x="254766" y="52370"/>
                </a:cubicBezTo>
                <a:cubicBezTo>
                  <a:pt x="251441" y="56215"/>
                  <a:pt x="249779" y="62646"/>
                  <a:pt x="249779" y="71661"/>
                </a:cubicBezTo>
                <a:cubicBezTo>
                  <a:pt x="249779" y="81686"/>
                  <a:pt x="251468" y="88767"/>
                  <a:pt x="254846" y="92905"/>
                </a:cubicBezTo>
                <a:cubicBezTo>
                  <a:pt x="258224" y="97041"/>
                  <a:pt x="262759" y="99109"/>
                  <a:pt x="268452" y="99109"/>
                </a:cubicBezTo>
                <a:cubicBezTo>
                  <a:pt x="272707" y="99109"/>
                  <a:pt x="276192" y="97899"/>
                  <a:pt x="278905" y="95479"/>
                </a:cubicBezTo>
                <a:cubicBezTo>
                  <a:pt x="281618" y="93058"/>
                  <a:pt x="283533" y="88895"/>
                  <a:pt x="284651" y="82990"/>
                </a:cubicBezTo>
                <a:lnTo>
                  <a:pt x="306675" y="86821"/>
                </a:lnTo>
                <a:cubicBezTo>
                  <a:pt x="304387" y="96928"/>
                  <a:pt x="299998" y="104562"/>
                  <a:pt x="293508" y="109723"/>
                </a:cubicBezTo>
                <a:cubicBezTo>
                  <a:pt x="287018" y="114883"/>
                  <a:pt x="278320" y="117463"/>
                  <a:pt x="267414" y="117463"/>
                </a:cubicBezTo>
                <a:cubicBezTo>
                  <a:pt x="255019" y="117463"/>
                  <a:pt x="245137" y="113553"/>
                  <a:pt x="237769" y="105733"/>
                </a:cubicBezTo>
                <a:cubicBezTo>
                  <a:pt x="230401" y="97912"/>
                  <a:pt x="226717" y="87087"/>
                  <a:pt x="226717" y="73255"/>
                </a:cubicBezTo>
                <a:cubicBezTo>
                  <a:pt x="226717" y="59264"/>
                  <a:pt x="230414" y="48371"/>
                  <a:pt x="237809" y="40577"/>
                </a:cubicBezTo>
                <a:cubicBezTo>
                  <a:pt x="245204" y="32784"/>
                  <a:pt x="255205" y="28887"/>
                  <a:pt x="267813" y="28887"/>
                </a:cubicBezTo>
                <a:cubicBezTo>
                  <a:pt x="278134" y="28887"/>
                  <a:pt x="286340" y="31108"/>
                  <a:pt x="292431" y="35550"/>
                </a:cubicBezTo>
                <a:cubicBezTo>
                  <a:pt x="298522" y="39992"/>
                  <a:pt x="302898" y="46762"/>
                  <a:pt x="305558" y="55859"/>
                </a:cubicBezTo>
                <a:close/>
                <a:moveTo>
                  <a:pt x="317376" y="71978"/>
                </a:moveTo>
                <a:cubicBezTo>
                  <a:pt x="317376" y="64530"/>
                  <a:pt x="319211" y="57322"/>
                  <a:pt x="322882" y="50353"/>
                </a:cubicBezTo>
                <a:cubicBezTo>
                  <a:pt x="326552" y="43384"/>
                  <a:pt x="331753" y="38064"/>
                  <a:pt x="338482" y="34393"/>
                </a:cubicBezTo>
                <a:cubicBezTo>
                  <a:pt x="345212" y="30722"/>
                  <a:pt x="352726" y="28887"/>
                  <a:pt x="361025" y="28887"/>
                </a:cubicBezTo>
                <a:cubicBezTo>
                  <a:pt x="373846" y="28887"/>
                  <a:pt x="384353" y="33050"/>
                  <a:pt x="392546" y="41375"/>
                </a:cubicBezTo>
                <a:cubicBezTo>
                  <a:pt x="400738" y="49701"/>
                  <a:pt x="404834" y="60221"/>
                  <a:pt x="404834" y="72936"/>
                </a:cubicBezTo>
                <a:cubicBezTo>
                  <a:pt x="404834" y="85757"/>
                  <a:pt x="400698" y="96383"/>
                  <a:pt x="392426" y="104815"/>
                </a:cubicBezTo>
                <a:cubicBezTo>
                  <a:pt x="384153" y="113247"/>
                  <a:pt x="373740" y="117463"/>
                  <a:pt x="361185" y="117463"/>
                </a:cubicBezTo>
                <a:cubicBezTo>
                  <a:pt x="353418" y="117463"/>
                  <a:pt x="346010" y="115707"/>
                  <a:pt x="338961" y="112196"/>
                </a:cubicBezTo>
                <a:cubicBezTo>
                  <a:pt x="331912" y="108685"/>
                  <a:pt x="326552" y="103538"/>
                  <a:pt x="322882" y="96755"/>
                </a:cubicBezTo>
                <a:cubicBezTo>
                  <a:pt x="319211" y="89973"/>
                  <a:pt x="317376" y="81713"/>
                  <a:pt x="317376" y="71978"/>
                </a:cubicBezTo>
                <a:moveTo>
                  <a:pt x="340357" y="73175"/>
                </a:moveTo>
                <a:cubicBezTo>
                  <a:pt x="340357" y="81554"/>
                  <a:pt x="342352" y="87971"/>
                  <a:pt x="346342" y="92426"/>
                </a:cubicBezTo>
                <a:cubicBezTo>
                  <a:pt x="350332" y="96882"/>
                  <a:pt x="355253" y="99109"/>
                  <a:pt x="361105" y="99109"/>
                </a:cubicBezTo>
                <a:cubicBezTo>
                  <a:pt x="366957" y="99109"/>
                  <a:pt x="371864" y="96882"/>
                  <a:pt x="375828" y="92426"/>
                </a:cubicBezTo>
                <a:cubicBezTo>
                  <a:pt x="379791" y="87971"/>
                  <a:pt x="381773" y="81501"/>
                  <a:pt x="381773" y="73015"/>
                </a:cubicBezTo>
                <a:cubicBezTo>
                  <a:pt x="381773" y="64743"/>
                  <a:pt x="379791" y="58379"/>
                  <a:pt x="375828" y="53924"/>
                </a:cubicBezTo>
                <a:cubicBezTo>
                  <a:pt x="371864" y="49468"/>
                  <a:pt x="366957" y="47241"/>
                  <a:pt x="361105" y="47241"/>
                </a:cubicBezTo>
                <a:cubicBezTo>
                  <a:pt x="355253" y="47241"/>
                  <a:pt x="350332" y="49468"/>
                  <a:pt x="346342" y="53924"/>
                </a:cubicBezTo>
                <a:cubicBezTo>
                  <a:pt x="342352" y="58379"/>
                  <a:pt x="340357" y="64796"/>
                  <a:pt x="340357" y="73175"/>
                </a:cubicBezTo>
                <a:close/>
                <a:moveTo>
                  <a:pt x="443849" y="115548"/>
                </a:moveTo>
                <a:lnTo>
                  <a:pt x="421426" y="115548"/>
                </a:lnTo>
                <a:lnTo>
                  <a:pt x="421426" y="30802"/>
                </a:lnTo>
                <a:lnTo>
                  <a:pt x="442253" y="30802"/>
                </a:lnTo>
                <a:lnTo>
                  <a:pt x="442253" y="42852"/>
                </a:lnTo>
                <a:cubicBezTo>
                  <a:pt x="445818" y="37159"/>
                  <a:pt x="449023" y="33409"/>
                  <a:pt x="451869" y="31600"/>
                </a:cubicBezTo>
                <a:cubicBezTo>
                  <a:pt x="454715" y="29791"/>
                  <a:pt x="457947" y="28887"/>
                  <a:pt x="461564" y="28887"/>
                </a:cubicBezTo>
                <a:cubicBezTo>
                  <a:pt x="466672" y="28887"/>
                  <a:pt x="471592" y="30297"/>
                  <a:pt x="476327" y="33116"/>
                </a:cubicBezTo>
                <a:lnTo>
                  <a:pt x="469385" y="52667"/>
                </a:lnTo>
                <a:cubicBezTo>
                  <a:pt x="465608" y="50220"/>
                  <a:pt x="462096" y="48996"/>
                  <a:pt x="458851" y="48996"/>
                </a:cubicBezTo>
                <a:cubicBezTo>
                  <a:pt x="455713" y="48996"/>
                  <a:pt x="453053" y="49861"/>
                  <a:pt x="450871" y="51590"/>
                </a:cubicBezTo>
                <a:cubicBezTo>
                  <a:pt x="448690" y="53319"/>
                  <a:pt x="446975" y="56444"/>
                  <a:pt x="445724" y="60966"/>
                </a:cubicBezTo>
                <a:cubicBezTo>
                  <a:pt x="444474" y="65488"/>
                  <a:pt x="443849" y="74957"/>
                  <a:pt x="443849" y="89374"/>
                </a:cubicBezTo>
                <a:lnTo>
                  <a:pt x="443849" y="115548"/>
                </a:lnTo>
                <a:close/>
                <a:moveTo>
                  <a:pt x="535065" y="88576"/>
                </a:moveTo>
                <a:lnTo>
                  <a:pt x="557409" y="92406"/>
                </a:lnTo>
                <a:cubicBezTo>
                  <a:pt x="554536" y="100572"/>
                  <a:pt x="550001" y="106790"/>
                  <a:pt x="543803" y="111059"/>
                </a:cubicBezTo>
                <a:cubicBezTo>
                  <a:pt x="537606" y="115328"/>
                  <a:pt x="529852" y="117463"/>
                  <a:pt x="520542" y="117463"/>
                </a:cubicBezTo>
                <a:cubicBezTo>
                  <a:pt x="505806" y="117463"/>
                  <a:pt x="494900" y="112649"/>
                  <a:pt x="487825" y="103020"/>
                </a:cubicBezTo>
                <a:cubicBezTo>
                  <a:pt x="482239" y="95306"/>
                  <a:pt x="479446" y="85570"/>
                  <a:pt x="479446" y="73813"/>
                </a:cubicBezTo>
                <a:cubicBezTo>
                  <a:pt x="479446" y="59769"/>
                  <a:pt x="483117" y="48770"/>
                  <a:pt x="490458" y="40817"/>
                </a:cubicBezTo>
                <a:cubicBezTo>
                  <a:pt x="497800" y="32864"/>
                  <a:pt x="507083" y="28887"/>
                  <a:pt x="518308" y="28887"/>
                </a:cubicBezTo>
                <a:cubicBezTo>
                  <a:pt x="530916" y="28887"/>
                  <a:pt x="540864" y="33050"/>
                  <a:pt x="548152" y="41375"/>
                </a:cubicBezTo>
                <a:cubicBezTo>
                  <a:pt x="555441" y="49701"/>
                  <a:pt x="558925" y="62455"/>
                  <a:pt x="558606" y="79639"/>
                </a:cubicBezTo>
                <a:lnTo>
                  <a:pt x="502428" y="79639"/>
                </a:lnTo>
                <a:cubicBezTo>
                  <a:pt x="502587" y="86289"/>
                  <a:pt x="504396" y="91462"/>
                  <a:pt x="507854" y="95159"/>
                </a:cubicBezTo>
                <a:cubicBezTo>
                  <a:pt x="511312" y="98857"/>
                  <a:pt x="515621" y="100705"/>
                  <a:pt x="520782" y="100705"/>
                </a:cubicBezTo>
                <a:cubicBezTo>
                  <a:pt x="524293" y="100705"/>
                  <a:pt x="527245" y="99748"/>
                  <a:pt x="529639" y="97833"/>
                </a:cubicBezTo>
                <a:cubicBezTo>
                  <a:pt x="532033" y="95918"/>
                  <a:pt x="533842" y="92832"/>
                  <a:pt x="535065" y="88576"/>
                </a:cubicBezTo>
                <a:moveTo>
                  <a:pt x="536342" y="65913"/>
                </a:moveTo>
                <a:cubicBezTo>
                  <a:pt x="536183" y="59450"/>
                  <a:pt x="534507" y="54535"/>
                  <a:pt x="531315" y="51171"/>
                </a:cubicBezTo>
                <a:cubicBezTo>
                  <a:pt x="528123" y="47806"/>
                  <a:pt x="524239" y="46123"/>
                  <a:pt x="519664" y="46123"/>
                </a:cubicBezTo>
                <a:cubicBezTo>
                  <a:pt x="514770" y="46123"/>
                  <a:pt x="510727" y="47898"/>
                  <a:pt x="507535" y="51447"/>
                </a:cubicBezTo>
                <a:cubicBezTo>
                  <a:pt x="504343" y="54998"/>
                  <a:pt x="502774" y="59820"/>
                  <a:pt x="502827" y="65913"/>
                </a:cubicBezTo>
                <a:lnTo>
                  <a:pt x="536342" y="65913"/>
                </a:lnTo>
                <a:close/>
                <a:moveTo>
                  <a:pt x="568987" y="91449"/>
                </a:moveTo>
                <a:lnTo>
                  <a:pt x="591490" y="87938"/>
                </a:lnTo>
                <a:cubicBezTo>
                  <a:pt x="592448" y="92273"/>
                  <a:pt x="594390" y="95565"/>
                  <a:pt x="597316" y="97813"/>
                </a:cubicBezTo>
                <a:cubicBezTo>
                  <a:pt x="600242" y="100060"/>
                  <a:pt x="604338" y="101184"/>
                  <a:pt x="609605" y="101184"/>
                </a:cubicBezTo>
                <a:cubicBezTo>
                  <a:pt x="615403" y="101184"/>
                  <a:pt x="619766" y="100122"/>
                  <a:pt x="622692" y="97997"/>
                </a:cubicBezTo>
                <a:cubicBezTo>
                  <a:pt x="624660" y="96509"/>
                  <a:pt x="625644" y="94517"/>
                  <a:pt x="625644" y="92020"/>
                </a:cubicBezTo>
                <a:cubicBezTo>
                  <a:pt x="625644" y="90319"/>
                  <a:pt x="625112" y="88911"/>
                  <a:pt x="624048" y="87796"/>
                </a:cubicBezTo>
                <a:cubicBezTo>
                  <a:pt x="622931" y="86733"/>
                  <a:pt x="620431" y="85751"/>
                  <a:pt x="616547" y="84848"/>
                </a:cubicBezTo>
                <a:cubicBezTo>
                  <a:pt x="598460" y="80865"/>
                  <a:pt x="586995" y="77226"/>
                  <a:pt x="582154" y="73931"/>
                </a:cubicBezTo>
                <a:cubicBezTo>
                  <a:pt x="575451" y="69359"/>
                  <a:pt x="572099" y="63007"/>
                  <a:pt x="572099" y="54876"/>
                </a:cubicBezTo>
                <a:cubicBezTo>
                  <a:pt x="572099" y="47541"/>
                  <a:pt x="574999" y="41376"/>
                  <a:pt x="580798" y="36381"/>
                </a:cubicBezTo>
                <a:cubicBezTo>
                  <a:pt x="586596" y="31385"/>
                  <a:pt x="595587" y="28887"/>
                  <a:pt x="607769" y="28887"/>
                </a:cubicBezTo>
                <a:cubicBezTo>
                  <a:pt x="619367" y="28887"/>
                  <a:pt x="627985" y="30769"/>
                  <a:pt x="633624" y="34533"/>
                </a:cubicBezTo>
                <a:cubicBezTo>
                  <a:pt x="639263" y="38297"/>
                  <a:pt x="643147" y="43862"/>
                  <a:pt x="645275" y="51230"/>
                </a:cubicBezTo>
                <a:lnTo>
                  <a:pt x="624128" y="55220"/>
                </a:lnTo>
                <a:cubicBezTo>
                  <a:pt x="623224" y="51922"/>
                  <a:pt x="621508" y="49395"/>
                  <a:pt x="618981" y="47640"/>
                </a:cubicBezTo>
                <a:cubicBezTo>
                  <a:pt x="616454" y="45884"/>
                  <a:pt x="612850" y="45006"/>
                  <a:pt x="608168" y="45006"/>
                </a:cubicBezTo>
                <a:cubicBezTo>
                  <a:pt x="602263" y="45006"/>
                  <a:pt x="598034" y="45830"/>
                  <a:pt x="595480" y="47477"/>
                </a:cubicBezTo>
                <a:cubicBezTo>
                  <a:pt x="593778" y="48645"/>
                  <a:pt x="592927" y="50158"/>
                  <a:pt x="592927" y="52018"/>
                </a:cubicBezTo>
                <a:cubicBezTo>
                  <a:pt x="592927" y="53611"/>
                  <a:pt x="593672" y="54965"/>
                  <a:pt x="595161" y="56081"/>
                </a:cubicBezTo>
                <a:cubicBezTo>
                  <a:pt x="597183" y="57569"/>
                  <a:pt x="604165" y="59667"/>
                  <a:pt x="616108" y="62377"/>
                </a:cubicBezTo>
                <a:cubicBezTo>
                  <a:pt x="628051" y="65087"/>
                  <a:pt x="636390" y="68411"/>
                  <a:pt x="641125" y="72350"/>
                </a:cubicBezTo>
                <a:cubicBezTo>
                  <a:pt x="645806" y="76343"/>
                  <a:pt x="648147" y="81905"/>
                  <a:pt x="648147" y="89037"/>
                </a:cubicBezTo>
                <a:cubicBezTo>
                  <a:pt x="648147" y="96809"/>
                  <a:pt x="644902" y="103490"/>
                  <a:pt x="638412" y="109079"/>
                </a:cubicBezTo>
                <a:cubicBezTo>
                  <a:pt x="631922" y="114668"/>
                  <a:pt x="622319" y="117463"/>
                  <a:pt x="609605" y="117463"/>
                </a:cubicBezTo>
                <a:cubicBezTo>
                  <a:pt x="598061" y="117463"/>
                  <a:pt x="588924" y="115130"/>
                  <a:pt x="582194" y="110463"/>
                </a:cubicBezTo>
                <a:cubicBezTo>
                  <a:pt x="575464" y="105795"/>
                  <a:pt x="571062" y="99457"/>
                  <a:pt x="568987" y="91449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�">
            <a:extLst xmlns:a="http://schemas.openxmlformats.org/drawingml/2006/main">
              <a:ext uri="{FF2B5EF4-FFF2-40B4-BE49-F238E27FC236}">
                <a16:creationId xmlns:a16="http://schemas.microsoft.com/office/drawing/2014/main" id="{95CE46FF-EFD8-4757-90FC-8EE7F0D9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094" y="3648772"/>
            <a:ext cx="290839" cy="290839"/>
          </a:xfrm>
          <a:custGeom xmlns:a="http://schemas.openxmlformats.org/drawingml/2006/main">
            <a:pathLst>
              <a:path w="290839" h="290839">
                <a:moveTo>
                  <a:pt x="0" y="145420"/>
                </a:moveTo>
                <a:cubicBezTo>
                  <a:pt x="0" y="65325"/>
                  <a:pt x="65325" y="0"/>
                  <a:pt x="145420" y="0"/>
                </a:cubicBezTo>
                <a:cubicBezTo>
                  <a:pt x="225514" y="0"/>
                  <a:pt x="290839" y="65325"/>
                  <a:pt x="290839" y="145420"/>
                </a:cubicBezTo>
                <a:cubicBezTo>
                  <a:pt x="290839" y="225514"/>
                  <a:pt x="225514" y="290839"/>
                  <a:pt x="145420" y="290839"/>
                </a:cubicBezTo>
                <a:cubicBezTo>
                  <a:pt x="65325" y="290839"/>
                  <a:pt x="0" y="225514"/>
                  <a:pt x="0" y="145420"/>
                </a:cubicBezTo>
                <a:moveTo>
                  <a:pt x="163597" y="54532"/>
                </a:moveTo>
                <a:cubicBezTo>
                  <a:pt x="163597" y="44308"/>
                  <a:pt x="155644" y="36355"/>
                  <a:pt x="145420" y="36355"/>
                </a:cubicBezTo>
                <a:cubicBezTo>
                  <a:pt x="135195" y="36355"/>
                  <a:pt x="127242" y="44308"/>
                  <a:pt x="127242" y="54532"/>
                </a:cubicBezTo>
                <a:cubicBezTo>
                  <a:pt x="127242" y="64757"/>
                  <a:pt x="135195" y="72710"/>
                  <a:pt x="145420" y="72710"/>
                </a:cubicBezTo>
                <a:cubicBezTo>
                  <a:pt x="155644" y="72710"/>
                  <a:pt x="163597" y="64757"/>
                  <a:pt x="163597" y="54532"/>
                </a:cubicBezTo>
                <a:moveTo>
                  <a:pt x="145420" y="236307"/>
                </a:moveTo>
                <a:cubicBezTo>
                  <a:pt x="165301" y="236307"/>
                  <a:pt x="181775" y="219834"/>
                  <a:pt x="181775" y="199952"/>
                </a:cubicBezTo>
                <a:cubicBezTo>
                  <a:pt x="181775" y="190863"/>
                  <a:pt x="178366" y="182343"/>
                  <a:pt x="172686" y="176094"/>
                </a:cubicBezTo>
                <a:lnTo>
                  <a:pt x="212449" y="97136"/>
                </a:lnTo>
                <a:cubicBezTo>
                  <a:pt x="215289" y="90319"/>
                  <a:pt x="213017" y="82367"/>
                  <a:pt x="206200" y="78958"/>
                </a:cubicBezTo>
                <a:cubicBezTo>
                  <a:pt x="199384" y="75550"/>
                  <a:pt x="191431" y="78390"/>
                  <a:pt x="188023" y="84639"/>
                </a:cubicBezTo>
                <a:lnTo>
                  <a:pt x="148260" y="163597"/>
                </a:lnTo>
                <a:cubicBezTo>
                  <a:pt x="147124" y="163597"/>
                  <a:pt x="146556" y="163597"/>
                  <a:pt x="145420" y="163597"/>
                </a:cubicBezTo>
                <a:cubicBezTo>
                  <a:pt x="125538" y="163597"/>
                  <a:pt x="109065" y="180070"/>
                  <a:pt x="109065" y="199952"/>
                </a:cubicBezTo>
                <a:cubicBezTo>
                  <a:pt x="109065" y="219834"/>
                  <a:pt x="125538" y="236307"/>
                  <a:pt x="145420" y="236307"/>
                </a:cubicBezTo>
                <a:moveTo>
                  <a:pt x="99976" y="81799"/>
                </a:moveTo>
                <a:cubicBezTo>
                  <a:pt x="99976" y="71574"/>
                  <a:pt x="92023" y="63621"/>
                  <a:pt x="81799" y="63621"/>
                </a:cubicBezTo>
                <a:cubicBezTo>
                  <a:pt x="71574" y="63621"/>
                  <a:pt x="63621" y="71574"/>
                  <a:pt x="63621" y="81799"/>
                </a:cubicBezTo>
                <a:cubicBezTo>
                  <a:pt x="63621" y="92023"/>
                  <a:pt x="71574" y="99976"/>
                  <a:pt x="81799" y="99976"/>
                </a:cubicBezTo>
                <a:cubicBezTo>
                  <a:pt x="92023" y="99976"/>
                  <a:pt x="99976" y="92023"/>
                  <a:pt x="99976" y="81799"/>
                </a:cubicBezTo>
                <a:moveTo>
                  <a:pt x="54532" y="163597"/>
                </a:moveTo>
                <a:cubicBezTo>
                  <a:pt x="64757" y="163597"/>
                  <a:pt x="72710" y="155644"/>
                  <a:pt x="72710" y="145420"/>
                </a:cubicBezTo>
                <a:cubicBezTo>
                  <a:pt x="72710" y="135195"/>
                  <a:pt x="64757" y="127242"/>
                  <a:pt x="54532" y="127242"/>
                </a:cubicBezTo>
                <a:cubicBezTo>
                  <a:pt x="44308" y="127242"/>
                  <a:pt x="36355" y="135195"/>
                  <a:pt x="36355" y="145420"/>
                </a:cubicBezTo>
                <a:cubicBezTo>
                  <a:pt x="36355" y="155644"/>
                  <a:pt x="44308" y="163597"/>
                  <a:pt x="54532" y="163597"/>
                </a:cubicBezTo>
                <a:moveTo>
                  <a:pt x="254484" y="145420"/>
                </a:moveTo>
                <a:cubicBezTo>
                  <a:pt x="254484" y="135195"/>
                  <a:pt x="246532" y="127242"/>
                  <a:pt x="236307" y="127242"/>
                </a:cubicBezTo>
                <a:cubicBezTo>
                  <a:pt x="226082" y="127242"/>
                  <a:pt x="218129" y="135195"/>
                  <a:pt x="218129" y="145420"/>
                </a:cubicBezTo>
                <a:cubicBezTo>
                  <a:pt x="218129" y="155644"/>
                  <a:pt x="226082" y="163597"/>
                  <a:pt x="236307" y="163597"/>
                </a:cubicBezTo>
                <a:cubicBezTo>
                  <a:pt x="246532" y="163597"/>
                  <a:pt x="254484" y="155644"/>
                  <a:pt x="254484" y="145420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72233-3C3A-4611-B8DF-2C1E85CD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442" y="3560927"/>
            <a:ext cx="2094749" cy="491764"/>
          </a:xfrm>
          <a:custGeom xmlns:a="http://schemas.openxmlformats.org/drawingml/2006/main">
            <a:pathLst>
              <a:path w="2094749" h="491764">
                <a:moveTo>
                  <a:pt x="2094749" y="104636"/>
                </a:moveTo>
                <a:lnTo>
                  <a:pt x="2094749" y="387126"/>
                </a:lnTo>
                <a:cubicBezTo>
                  <a:pt x="2094749" y="444877"/>
                  <a:pt x="2047872" y="491764"/>
                  <a:pt x="1990116" y="491764"/>
                </a:cubicBezTo>
                <a:lnTo>
                  <a:pt x="104633" y="491764"/>
                </a:lnTo>
                <a:cubicBezTo>
                  <a:pt x="46877" y="491764"/>
                  <a:pt x="0" y="444877"/>
                  <a:pt x="0" y="387126"/>
                </a:cubicBezTo>
                <a:lnTo>
                  <a:pt x="0" y="104636"/>
                </a:lnTo>
                <a:cubicBezTo>
                  <a:pt x="0" y="46887"/>
                  <a:pt x="46877" y="0"/>
                  <a:pt x="104633" y="0"/>
                </a:cubicBezTo>
                <a:lnTo>
                  <a:pt x="1990116" y="0"/>
                </a:lnTo>
                <a:cubicBezTo>
                  <a:pt x="2047872" y="0"/>
                  <a:pt x="2094749" y="46887"/>
                  <a:pt x="2094749" y="104636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Updatesassureduntil">
            <a:extLst xmlns:a="http://schemas.openxmlformats.org/drawingml/2006/main">
              <a:ext uri="{FF2B5EF4-FFF2-40B4-BE49-F238E27FC236}">
                <a16:creationId xmlns:a16="http://schemas.microsoft.com/office/drawing/2014/main" id="{4AB59BEC-92F1-4D72-B537-D4FB4B4B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33" y="3657751"/>
            <a:ext cx="1297098" cy="124618"/>
          </a:xfrm>
          <a:custGeom xmlns:a="http://schemas.openxmlformats.org/drawingml/2006/main">
            <a:pathLst>
              <a:path w="1297098" h="124618">
                <a:moveTo>
                  <a:pt x="63772" y="0"/>
                </a:moveTo>
                <a:lnTo>
                  <a:pt x="76673" y="0"/>
                </a:lnTo>
                <a:lnTo>
                  <a:pt x="76673" y="56287"/>
                </a:lnTo>
                <a:cubicBezTo>
                  <a:pt x="76673" y="66077"/>
                  <a:pt x="75565" y="73852"/>
                  <a:pt x="73348" y="79611"/>
                </a:cubicBezTo>
                <a:cubicBezTo>
                  <a:pt x="71131" y="85370"/>
                  <a:pt x="67130" y="90056"/>
                  <a:pt x="61345" y="93667"/>
                </a:cubicBezTo>
                <a:cubicBezTo>
                  <a:pt x="55560" y="97278"/>
                  <a:pt x="47968" y="99083"/>
                  <a:pt x="38569" y="99083"/>
                </a:cubicBezTo>
                <a:cubicBezTo>
                  <a:pt x="29437" y="99083"/>
                  <a:pt x="21967" y="97511"/>
                  <a:pt x="16159" y="94366"/>
                </a:cubicBezTo>
                <a:cubicBezTo>
                  <a:pt x="10352" y="91219"/>
                  <a:pt x="6207" y="86667"/>
                  <a:pt x="3724" y="80709"/>
                </a:cubicBezTo>
                <a:cubicBezTo>
                  <a:pt x="1241" y="74750"/>
                  <a:pt x="0" y="66609"/>
                  <a:pt x="0" y="56287"/>
                </a:cubicBezTo>
                <a:lnTo>
                  <a:pt x="0" y="0"/>
                </a:lnTo>
                <a:lnTo>
                  <a:pt x="12901" y="0"/>
                </a:lnTo>
                <a:lnTo>
                  <a:pt x="12901" y="56214"/>
                </a:lnTo>
                <a:cubicBezTo>
                  <a:pt x="12901" y="64676"/>
                  <a:pt x="13688" y="70912"/>
                  <a:pt x="15261" y="74921"/>
                </a:cubicBezTo>
                <a:cubicBezTo>
                  <a:pt x="16835" y="78929"/>
                  <a:pt x="19540" y="82018"/>
                  <a:pt x="23374" y="84189"/>
                </a:cubicBezTo>
                <a:cubicBezTo>
                  <a:pt x="27209" y="86360"/>
                  <a:pt x="31897" y="87446"/>
                  <a:pt x="37439" y="87446"/>
                </a:cubicBezTo>
                <a:cubicBezTo>
                  <a:pt x="46926" y="87446"/>
                  <a:pt x="53687" y="85298"/>
                  <a:pt x="57721" y="81002"/>
                </a:cubicBezTo>
                <a:cubicBezTo>
                  <a:pt x="61755" y="76704"/>
                  <a:pt x="63772" y="68442"/>
                  <a:pt x="63772" y="56214"/>
                </a:cubicBezTo>
                <a:lnTo>
                  <a:pt x="63772" y="0"/>
                </a:lnTo>
                <a:close/>
                <a:moveTo>
                  <a:pt x="96627" y="124618"/>
                </a:moveTo>
                <a:lnTo>
                  <a:pt x="96627" y="26865"/>
                </a:lnTo>
                <a:lnTo>
                  <a:pt x="107533" y="26865"/>
                </a:lnTo>
                <a:lnTo>
                  <a:pt x="107533" y="35976"/>
                </a:lnTo>
                <a:cubicBezTo>
                  <a:pt x="110104" y="32407"/>
                  <a:pt x="113008" y="29730"/>
                  <a:pt x="116244" y="27946"/>
                </a:cubicBezTo>
                <a:cubicBezTo>
                  <a:pt x="119480" y="26162"/>
                  <a:pt x="123404" y="25269"/>
                  <a:pt x="128014" y="25269"/>
                </a:cubicBezTo>
                <a:cubicBezTo>
                  <a:pt x="134043" y="25269"/>
                  <a:pt x="139363" y="26821"/>
                  <a:pt x="143974" y="29924"/>
                </a:cubicBezTo>
                <a:cubicBezTo>
                  <a:pt x="148584" y="33028"/>
                  <a:pt x="152064" y="37405"/>
                  <a:pt x="154414" y="43058"/>
                </a:cubicBezTo>
                <a:cubicBezTo>
                  <a:pt x="156764" y="48710"/>
                  <a:pt x="157939" y="54906"/>
                  <a:pt x="157939" y="61644"/>
                </a:cubicBezTo>
                <a:cubicBezTo>
                  <a:pt x="157939" y="68870"/>
                  <a:pt x="156642" y="75376"/>
                  <a:pt x="154048" y="81162"/>
                </a:cubicBezTo>
                <a:cubicBezTo>
                  <a:pt x="151455" y="86947"/>
                  <a:pt x="147687" y="91380"/>
                  <a:pt x="142744" y="94461"/>
                </a:cubicBezTo>
                <a:cubicBezTo>
                  <a:pt x="137801" y="97542"/>
                  <a:pt x="132603" y="99083"/>
                  <a:pt x="127150" y="99083"/>
                </a:cubicBezTo>
                <a:cubicBezTo>
                  <a:pt x="123160" y="99083"/>
                  <a:pt x="119580" y="98230"/>
                  <a:pt x="116410" y="96523"/>
                </a:cubicBezTo>
                <a:cubicBezTo>
                  <a:pt x="113240" y="94815"/>
                  <a:pt x="110636" y="92658"/>
                  <a:pt x="108597" y="90052"/>
                </a:cubicBezTo>
                <a:lnTo>
                  <a:pt x="108597" y="124618"/>
                </a:lnTo>
                <a:lnTo>
                  <a:pt x="96627" y="124618"/>
                </a:lnTo>
                <a:moveTo>
                  <a:pt x="107466" y="62475"/>
                </a:moveTo>
                <a:cubicBezTo>
                  <a:pt x="107466" y="71553"/>
                  <a:pt x="109306" y="78261"/>
                  <a:pt x="112985" y="82600"/>
                </a:cubicBezTo>
                <a:cubicBezTo>
                  <a:pt x="116665" y="86939"/>
                  <a:pt x="121120" y="89108"/>
                  <a:pt x="126352" y="89108"/>
                </a:cubicBezTo>
                <a:cubicBezTo>
                  <a:pt x="131672" y="89108"/>
                  <a:pt x="136227" y="86861"/>
                  <a:pt x="140017" y="82367"/>
                </a:cubicBezTo>
                <a:cubicBezTo>
                  <a:pt x="143808" y="77873"/>
                  <a:pt x="145703" y="70910"/>
                  <a:pt x="145703" y="61478"/>
                </a:cubicBezTo>
                <a:cubicBezTo>
                  <a:pt x="145703" y="52490"/>
                  <a:pt x="143852" y="45759"/>
                  <a:pt x="140150" y="41287"/>
                </a:cubicBezTo>
                <a:cubicBezTo>
                  <a:pt x="136448" y="36815"/>
                  <a:pt x="132026" y="34579"/>
                  <a:pt x="126884" y="34579"/>
                </a:cubicBezTo>
                <a:cubicBezTo>
                  <a:pt x="121785" y="34579"/>
                  <a:pt x="117275" y="36959"/>
                  <a:pt x="113351" y="41720"/>
                </a:cubicBezTo>
                <a:cubicBezTo>
                  <a:pt x="109428" y="46480"/>
                  <a:pt x="107466" y="53398"/>
                  <a:pt x="107466" y="62475"/>
                </a:cubicBezTo>
                <a:close/>
                <a:moveTo>
                  <a:pt x="218193" y="97487"/>
                </a:moveTo>
                <a:lnTo>
                  <a:pt x="218193" y="88576"/>
                </a:lnTo>
                <a:cubicBezTo>
                  <a:pt x="213715" y="95581"/>
                  <a:pt x="207132" y="99083"/>
                  <a:pt x="198443" y="99083"/>
                </a:cubicBezTo>
                <a:cubicBezTo>
                  <a:pt x="192812" y="99083"/>
                  <a:pt x="187637" y="97531"/>
                  <a:pt x="182915" y="94428"/>
                </a:cubicBezTo>
                <a:cubicBezTo>
                  <a:pt x="178194" y="91325"/>
                  <a:pt x="174536" y="86991"/>
                  <a:pt x="171943" y="81428"/>
                </a:cubicBezTo>
                <a:cubicBezTo>
                  <a:pt x="169349" y="75864"/>
                  <a:pt x="168053" y="69469"/>
                  <a:pt x="168053" y="62243"/>
                </a:cubicBezTo>
                <a:cubicBezTo>
                  <a:pt x="168053" y="55194"/>
                  <a:pt x="169228" y="48799"/>
                  <a:pt x="171577" y="43058"/>
                </a:cubicBezTo>
                <a:cubicBezTo>
                  <a:pt x="173927" y="37317"/>
                  <a:pt x="177451" y="32917"/>
                  <a:pt x="182150" y="29858"/>
                </a:cubicBezTo>
                <a:cubicBezTo>
                  <a:pt x="186850" y="26799"/>
                  <a:pt x="192103" y="25269"/>
                  <a:pt x="197911" y="25269"/>
                </a:cubicBezTo>
                <a:cubicBezTo>
                  <a:pt x="202167" y="25269"/>
                  <a:pt x="205957" y="26167"/>
                  <a:pt x="209282" y="27963"/>
                </a:cubicBezTo>
                <a:cubicBezTo>
                  <a:pt x="212607" y="29758"/>
                  <a:pt x="215311" y="32097"/>
                  <a:pt x="217395" y="34978"/>
                </a:cubicBezTo>
                <a:lnTo>
                  <a:pt x="217395" y="0"/>
                </a:lnTo>
                <a:lnTo>
                  <a:pt x="229298" y="0"/>
                </a:lnTo>
                <a:lnTo>
                  <a:pt x="229298" y="97487"/>
                </a:lnTo>
                <a:lnTo>
                  <a:pt x="218193" y="97487"/>
                </a:lnTo>
                <a:moveTo>
                  <a:pt x="180355" y="62209"/>
                </a:moveTo>
                <a:cubicBezTo>
                  <a:pt x="180355" y="71220"/>
                  <a:pt x="182261" y="77956"/>
                  <a:pt x="186074" y="82417"/>
                </a:cubicBezTo>
                <a:cubicBezTo>
                  <a:pt x="189886" y="86878"/>
                  <a:pt x="194386" y="89108"/>
                  <a:pt x="199573" y="89108"/>
                </a:cubicBezTo>
                <a:cubicBezTo>
                  <a:pt x="204804" y="89108"/>
                  <a:pt x="209249" y="86977"/>
                  <a:pt x="212906" y="82716"/>
                </a:cubicBezTo>
                <a:cubicBezTo>
                  <a:pt x="216563" y="78453"/>
                  <a:pt x="218392" y="71949"/>
                  <a:pt x="218392" y="63203"/>
                </a:cubicBezTo>
                <a:cubicBezTo>
                  <a:pt x="218392" y="53574"/>
                  <a:pt x="216530" y="46507"/>
                  <a:pt x="212806" y="42002"/>
                </a:cubicBezTo>
                <a:cubicBezTo>
                  <a:pt x="209082" y="37497"/>
                  <a:pt x="204494" y="35244"/>
                  <a:pt x="199041" y="35244"/>
                </a:cubicBezTo>
                <a:cubicBezTo>
                  <a:pt x="193721" y="35244"/>
                  <a:pt x="189277" y="37409"/>
                  <a:pt x="185708" y="41738"/>
                </a:cubicBezTo>
                <a:cubicBezTo>
                  <a:pt x="182139" y="46066"/>
                  <a:pt x="180355" y="52890"/>
                  <a:pt x="180355" y="62209"/>
                </a:cubicBezTo>
                <a:close/>
                <a:moveTo>
                  <a:pt x="294207" y="88767"/>
                </a:moveTo>
                <a:cubicBezTo>
                  <a:pt x="289774" y="92538"/>
                  <a:pt x="285507" y="95200"/>
                  <a:pt x="281406" y="96753"/>
                </a:cubicBezTo>
                <a:cubicBezTo>
                  <a:pt x="277306" y="98306"/>
                  <a:pt x="272906" y="99083"/>
                  <a:pt x="268206" y="99083"/>
                </a:cubicBezTo>
                <a:cubicBezTo>
                  <a:pt x="260448" y="99083"/>
                  <a:pt x="254485" y="97186"/>
                  <a:pt x="250318" y="93393"/>
                </a:cubicBezTo>
                <a:cubicBezTo>
                  <a:pt x="246151" y="89600"/>
                  <a:pt x="244067" y="84753"/>
                  <a:pt x="244067" y="78853"/>
                </a:cubicBezTo>
                <a:cubicBezTo>
                  <a:pt x="244067" y="75393"/>
                  <a:pt x="244854" y="72233"/>
                  <a:pt x="246428" y="69373"/>
                </a:cubicBezTo>
                <a:cubicBezTo>
                  <a:pt x="248002" y="66510"/>
                  <a:pt x="250063" y="64214"/>
                  <a:pt x="252612" y="62484"/>
                </a:cubicBezTo>
                <a:cubicBezTo>
                  <a:pt x="255161" y="60753"/>
                  <a:pt x="258032" y="59445"/>
                  <a:pt x="261224" y="58558"/>
                </a:cubicBezTo>
                <a:cubicBezTo>
                  <a:pt x="263574" y="57936"/>
                  <a:pt x="267120" y="57337"/>
                  <a:pt x="271864" y="56761"/>
                </a:cubicBezTo>
                <a:cubicBezTo>
                  <a:pt x="281528" y="55616"/>
                  <a:pt x="288644" y="54252"/>
                  <a:pt x="293210" y="52667"/>
                </a:cubicBezTo>
                <a:cubicBezTo>
                  <a:pt x="293254" y="51034"/>
                  <a:pt x="293276" y="49996"/>
                  <a:pt x="293276" y="49554"/>
                </a:cubicBezTo>
                <a:cubicBezTo>
                  <a:pt x="293276" y="44695"/>
                  <a:pt x="292146" y="41273"/>
                  <a:pt x="289885" y="39286"/>
                </a:cubicBezTo>
                <a:cubicBezTo>
                  <a:pt x="286826" y="36592"/>
                  <a:pt x="282282" y="35244"/>
                  <a:pt x="276253" y="35244"/>
                </a:cubicBezTo>
                <a:cubicBezTo>
                  <a:pt x="270622" y="35244"/>
                  <a:pt x="266466" y="36231"/>
                  <a:pt x="263784" y="38203"/>
                </a:cubicBezTo>
                <a:cubicBezTo>
                  <a:pt x="261102" y="40176"/>
                  <a:pt x="259118" y="43667"/>
                  <a:pt x="257833" y="48677"/>
                </a:cubicBezTo>
                <a:lnTo>
                  <a:pt x="246129" y="47081"/>
                </a:lnTo>
                <a:cubicBezTo>
                  <a:pt x="247193" y="42056"/>
                  <a:pt x="248944" y="37998"/>
                  <a:pt x="251382" y="34908"/>
                </a:cubicBezTo>
                <a:cubicBezTo>
                  <a:pt x="253820" y="31817"/>
                  <a:pt x="257345" y="29438"/>
                  <a:pt x="261955" y="27771"/>
                </a:cubicBezTo>
                <a:cubicBezTo>
                  <a:pt x="266566" y="26103"/>
                  <a:pt x="271908" y="25269"/>
                  <a:pt x="277982" y="25269"/>
                </a:cubicBezTo>
                <a:cubicBezTo>
                  <a:pt x="284011" y="25269"/>
                  <a:pt x="288910" y="25979"/>
                  <a:pt x="292678" y="27397"/>
                </a:cubicBezTo>
                <a:cubicBezTo>
                  <a:pt x="296446" y="28816"/>
                  <a:pt x="299217" y="30600"/>
                  <a:pt x="300990" y="32751"/>
                </a:cubicBezTo>
                <a:cubicBezTo>
                  <a:pt x="302763" y="34901"/>
                  <a:pt x="304005" y="37616"/>
                  <a:pt x="304714" y="40897"/>
                </a:cubicBezTo>
                <a:cubicBezTo>
                  <a:pt x="305113" y="42936"/>
                  <a:pt x="305313" y="46616"/>
                  <a:pt x="305313" y="51935"/>
                </a:cubicBezTo>
                <a:lnTo>
                  <a:pt x="305313" y="67895"/>
                </a:lnTo>
                <a:cubicBezTo>
                  <a:pt x="305313" y="79023"/>
                  <a:pt x="305567" y="86060"/>
                  <a:pt x="306077" y="89008"/>
                </a:cubicBezTo>
                <a:cubicBezTo>
                  <a:pt x="306587" y="91956"/>
                  <a:pt x="307596" y="94783"/>
                  <a:pt x="309103" y="97487"/>
                </a:cubicBezTo>
                <a:lnTo>
                  <a:pt x="296601" y="97487"/>
                </a:lnTo>
                <a:cubicBezTo>
                  <a:pt x="295360" y="95002"/>
                  <a:pt x="294562" y="92095"/>
                  <a:pt x="294207" y="88767"/>
                </a:cubicBezTo>
                <a:moveTo>
                  <a:pt x="293210" y="61977"/>
                </a:moveTo>
                <a:cubicBezTo>
                  <a:pt x="288865" y="63765"/>
                  <a:pt x="282348" y="65285"/>
                  <a:pt x="273659" y="66536"/>
                </a:cubicBezTo>
                <a:cubicBezTo>
                  <a:pt x="268738" y="67248"/>
                  <a:pt x="265258" y="68050"/>
                  <a:pt x="263219" y="68940"/>
                </a:cubicBezTo>
                <a:cubicBezTo>
                  <a:pt x="261180" y="69830"/>
                  <a:pt x="259606" y="71132"/>
                  <a:pt x="258498" y="72847"/>
                </a:cubicBezTo>
                <a:cubicBezTo>
                  <a:pt x="257389" y="74561"/>
                  <a:pt x="256835" y="76464"/>
                  <a:pt x="256835" y="78556"/>
                </a:cubicBezTo>
                <a:cubicBezTo>
                  <a:pt x="256835" y="81760"/>
                  <a:pt x="258043" y="84431"/>
                  <a:pt x="260459" y="86569"/>
                </a:cubicBezTo>
                <a:cubicBezTo>
                  <a:pt x="262875" y="88705"/>
                  <a:pt x="266411" y="89773"/>
                  <a:pt x="271066" y="89773"/>
                </a:cubicBezTo>
                <a:cubicBezTo>
                  <a:pt x="275676" y="89773"/>
                  <a:pt x="279777" y="88760"/>
                  <a:pt x="283368" y="86733"/>
                </a:cubicBezTo>
                <a:cubicBezTo>
                  <a:pt x="286959" y="84706"/>
                  <a:pt x="289597" y="81933"/>
                  <a:pt x="291281" y="78414"/>
                </a:cubicBezTo>
                <a:cubicBezTo>
                  <a:pt x="292567" y="75696"/>
                  <a:pt x="293210" y="71687"/>
                  <a:pt x="293210" y="66386"/>
                </a:cubicBezTo>
                <a:lnTo>
                  <a:pt x="293210" y="61977"/>
                </a:lnTo>
                <a:close/>
                <a:moveTo>
                  <a:pt x="350006" y="86914"/>
                </a:moveTo>
                <a:lnTo>
                  <a:pt x="351735" y="97487"/>
                </a:lnTo>
                <a:cubicBezTo>
                  <a:pt x="348366" y="98108"/>
                  <a:pt x="345351" y="98418"/>
                  <a:pt x="342691" y="98418"/>
                </a:cubicBezTo>
                <a:cubicBezTo>
                  <a:pt x="338347" y="98418"/>
                  <a:pt x="334977" y="97731"/>
                  <a:pt x="332583" y="96356"/>
                </a:cubicBezTo>
                <a:cubicBezTo>
                  <a:pt x="330189" y="94982"/>
                  <a:pt x="328505" y="93176"/>
                  <a:pt x="327529" y="90937"/>
                </a:cubicBezTo>
                <a:cubicBezTo>
                  <a:pt x="326554" y="88698"/>
                  <a:pt x="326067" y="83988"/>
                  <a:pt x="326067" y="76806"/>
                </a:cubicBezTo>
                <a:lnTo>
                  <a:pt x="326067" y="36175"/>
                </a:lnTo>
                <a:lnTo>
                  <a:pt x="317289" y="36175"/>
                </a:lnTo>
                <a:lnTo>
                  <a:pt x="317289" y="26865"/>
                </a:lnTo>
                <a:lnTo>
                  <a:pt x="326067" y="26865"/>
                </a:lnTo>
                <a:lnTo>
                  <a:pt x="326067" y="9329"/>
                </a:lnTo>
                <a:lnTo>
                  <a:pt x="337970" y="2128"/>
                </a:lnTo>
                <a:lnTo>
                  <a:pt x="337970" y="26865"/>
                </a:lnTo>
                <a:lnTo>
                  <a:pt x="350006" y="26865"/>
                </a:lnTo>
                <a:lnTo>
                  <a:pt x="350006" y="36175"/>
                </a:lnTo>
                <a:lnTo>
                  <a:pt x="337970" y="36175"/>
                </a:lnTo>
                <a:lnTo>
                  <a:pt x="337970" y="77471"/>
                </a:lnTo>
                <a:cubicBezTo>
                  <a:pt x="337970" y="80884"/>
                  <a:pt x="338180" y="83079"/>
                  <a:pt x="338602" y="84054"/>
                </a:cubicBezTo>
                <a:cubicBezTo>
                  <a:pt x="339023" y="85030"/>
                  <a:pt x="339710" y="85805"/>
                  <a:pt x="340663" y="86382"/>
                </a:cubicBezTo>
                <a:cubicBezTo>
                  <a:pt x="341616" y="86958"/>
                  <a:pt x="342979" y="87246"/>
                  <a:pt x="344753" y="87246"/>
                </a:cubicBezTo>
                <a:cubicBezTo>
                  <a:pt x="346083" y="87246"/>
                  <a:pt x="347834" y="87135"/>
                  <a:pt x="350006" y="86914"/>
                </a:cubicBezTo>
                <a:close/>
                <a:moveTo>
                  <a:pt x="410050" y="74744"/>
                </a:moveTo>
                <a:lnTo>
                  <a:pt x="422419" y="76274"/>
                </a:lnTo>
                <a:cubicBezTo>
                  <a:pt x="420468" y="83500"/>
                  <a:pt x="416855" y="89108"/>
                  <a:pt x="411579" y="93098"/>
                </a:cubicBezTo>
                <a:cubicBezTo>
                  <a:pt x="406304" y="97088"/>
                  <a:pt x="399565" y="99083"/>
                  <a:pt x="391364" y="99083"/>
                </a:cubicBezTo>
                <a:cubicBezTo>
                  <a:pt x="381034" y="99083"/>
                  <a:pt x="372844" y="95902"/>
                  <a:pt x="366793" y="89540"/>
                </a:cubicBezTo>
                <a:cubicBezTo>
                  <a:pt x="360741" y="83179"/>
                  <a:pt x="357715" y="74257"/>
                  <a:pt x="357715" y="62775"/>
                </a:cubicBezTo>
                <a:cubicBezTo>
                  <a:pt x="357715" y="50894"/>
                  <a:pt x="360774" y="41672"/>
                  <a:pt x="366892" y="35111"/>
                </a:cubicBezTo>
                <a:cubicBezTo>
                  <a:pt x="373010" y="28550"/>
                  <a:pt x="380946" y="25269"/>
                  <a:pt x="390699" y="25269"/>
                </a:cubicBezTo>
                <a:cubicBezTo>
                  <a:pt x="400142" y="25269"/>
                  <a:pt x="407855" y="28479"/>
                  <a:pt x="413840" y="34897"/>
                </a:cubicBezTo>
                <a:cubicBezTo>
                  <a:pt x="419825" y="41314"/>
                  <a:pt x="422818" y="50343"/>
                  <a:pt x="422818" y="61983"/>
                </a:cubicBezTo>
                <a:cubicBezTo>
                  <a:pt x="422818" y="62691"/>
                  <a:pt x="422795" y="63753"/>
                  <a:pt x="422751" y="65169"/>
                </a:cubicBezTo>
                <a:lnTo>
                  <a:pt x="370084" y="65169"/>
                </a:lnTo>
                <a:cubicBezTo>
                  <a:pt x="370528" y="72905"/>
                  <a:pt x="372722" y="78829"/>
                  <a:pt x="376668" y="82940"/>
                </a:cubicBezTo>
                <a:cubicBezTo>
                  <a:pt x="380613" y="87052"/>
                  <a:pt x="385534" y="89108"/>
                  <a:pt x="391430" y="89108"/>
                </a:cubicBezTo>
                <a:cubicBezTo>
                  <a:pt x="395819" y="89108"/>
                  <a:pt x="399565" y="87967"/>
                  <a:pt x="402669" y="85683"/>
                </a:cubicBezTo>
                <a:cubicBezTo>
                  <a:pt x="405772" y="83399"/>
                  <a:pt x="408232" y="79753"/>
                  <a:pt x="410050" y="74744"/>
                </a:cubicBezTo>
                <a:moveTo>
                  <a:pt x="370749" y="55194"/>
                </a:moveTo>
                <a:lnTo>
                  <a:pt x="410183" y="55194"/>
                </a:lnTo>
                <a:cubicBezTo>
                  <a:pt x="409651" y="49350"/>
                  <a:pt x="408144" y="44968"/>
                  <a:pt x="405661" y="42046"/>
                </a:cubicBezTo>
                <a:cubicBezTo>
                  <a:pt x="401848" y="37511"/>
                  <a:pt x="396905" y="35244"/>
                  <a:pt x="390832" y="35244"/>
                </a:cubicBezTo>
                <a:cubicBezTo>
                  <a:pt x="385335" y="35244"/>
                  <a:pt x="380713" y="37054"/>
                  <a:pt x="376967" y="40674"/>
                </a:cubicBezTo>
                <a:cubicBezTo>
                  <a:pt x="373221" y="44293"/>
                  <a:pt x="371148" y="49133"/>
                  <a:pt x="370749" y="55194"/>
                </a:cubicBezTo>
                <a:close/>
                <a:moveTo>
                  <a:pt x="432666" y="76340"/>
                </a:moveTo>
                <a:lnTo>
                  <a:pt x="444503" y="74478"/>
                </a:lnTo>
                <a:cubicBezTo>
                  <a:pt x="445168" y="79201"/>
                  <a:pt x="447018" y="82821"/>
                  <a:pt x="450055" y="85336"/>
                </a:cubicBezTo>
                <a:cubicBezTo>
                  <a:pt x="453092" y="87851"/>
                  <a:pt x="457337" y="89108"/>
                  <a:pt x="462790" y="89108"/>
                </a:cubicBezTo>
                <a:cubicBezTo>
                  <a:pt x="468287" y="89108"/>
                  <a:pt x="472365" y="87998"/>
                  <a:pt x="475025" y="85777"/>
                </a:cubicBezTo>
                <a:cubicBezTo>
                  <a:pt x="477685" y="83555"/>
                  <a:pt x="479015" y="80949"/>
                  <a:pt x="479015" y="77959"/>
                </a:cubicBezTo>
                <a:cubicBezTo>
                  <a:pt x="479015" y="75276"/>
                  <a:pt x="477841" y="73164"/>
                  <a:pt x="475491" y="71625"/>
                </a:cubicBezTo>
                <a:cubicBezTo>
                  <a:pt x="473851" y="70570"/>
                  <a:pt x="469772" y="69228"/>
                  <a:pt x="463255" y="67600"/>
                </a:cubicBezTo>
                <a:cubicBezTo>
                  <a:pt x="454477" y="65382"/>
                  <a:pt x="448393" y="63463"/>
                  <a:pt x="445001" y="61844"/>
                </a:cubicBezTo>
                <a:cubicBezTo>
                  <a:pt x="441610" y="60224"/>
                  <a:pt x="439039" y="57983"/>
                  <a:pt x="437287" y="55121"/>
                </a:cubicBezTo>
                <a:cubicBezTo>
                  <a:pt x="435536" y="52259"/>
                  <a:pt x="434661" y="49097"/>
                  <a:pt x="434661" y="45637"/>
                </a:cubicBezTo>
                <a:cubicBezTo>
                  <a:pt x="434661" y="42486"/>
                  <a:pt x="435381" y="39569"/>
                  <a:pt x="436822" y="36884"/>
                </a:cubicBezTo>
                <a:cubicBezTo>
                  <a:pt x="438263" y="34199"/>
                  <a:pt x="440224" y="31969"/>
                  <a:pt x="442707" y="30195"/>
                </a:cubicBezTo>
                <a:cubicBezTo>
                  <a:pt x="444569" y="28819"/>
                  <a:pt x="447107" y="27654"/>
                  <a:pt x="450321" y="26701"/>
                </a:cubicBezTo>
                <a:cubicBezTo>
                  <a:pt x="453535" y="25747"/>
                  <a:pt x="456982" y="25269"/>
                  <a:pt x="460662" y="25269"/>
                </a:cubicBezTo>
                <a:cubicBezTo>
                  <a:pt x="466203" y="25269"/>
                  <a:pt x="471069" y="26073"/>
                  <a:pt x="475258" y="27680"/>
                </a:cubicBezTo>
                <a:cubicBezTo>
                  <a:pt x="479448" y="29286"/>
                  <a:pt x="482540" y="31461"/>
                  <a:pt x="484535" y="34207"/>
                </a:cubicBezTo>
                <a:cubicBezTo>
                  <a:pt x="486530" y="36952"/>
                  <a:pt x="487904" y="40622"/>
                  <a:pt x="488658" y="45219"/>
                </a:cubicBezTo>
                <a:lnTo>
                  <a:pt x="476954" y="46815"/>
                </a:lnTo>
                <a:cubicBezTo>
                  <a:pt x="476422" y="43180"/>
                  <a:pt x="474881" y="40342"/>
                  <a:pt x="472332" y="38303"/>
                </a:cubicBezTo>
                <a:cubicBezTo>
                  <a:pt x="469783" y="36264"/>
                  <a:pt x="466181" y="35244"/>
                  <a:pt x="461526" y="35244"/>
                </a:cubicBezTo>
                <a:cubicBezTo>
                  <a:pt x="456029" y="35244"/>
                  <a:pt x="452106" y="36149"/>
                  <a:pt x="449756" y="37958"/>
                </a:cubicBezTo>
                <a:cubicBezTo>
                  <a:pt x="447406" y="39766"/>
                  <a:pt x="446232" y="41884"/>
                  <a:pt x="446232" y="44311"/>
                </a:cubicBezTo>
                <a:cubicBezTo>
                  <a:pt x="446232" y="45854"/>
                  <a:pt x="446719" y="47244"/>
                  <a:pt x="447694" y="48480"/>
                </a:cubicBezTo>
                <a:cubicBezTo>
                  <a:pt x="448670" y="49758"/>
                  <a:pt x="450199" y="50817"/>
                  <a:pt x="452283" y="51655"/>
                </a:cubicBezTo>
                <a:cubicBezTo>
                  <a:pt x="453480" y="52097"/>
                  <a:pt x="457004" y="53112"/>
                  <a:pt x="462856" y="54699"/>
                </a:cubicBezTo>
                <a:cubicBezTo>
                  <a:pt x="471324" y="56959"/>
                  <a:pt x="477231" y="58808"/>
                  <a:pt x="480578" y="60248"/>
                </a:cubicBezTo>
                <a:cubicBezTo>
                  <a:pt x="483925" y="61687"/>
                  <a:pt x="486552" y="63780"/>
                  <a:pt x="488458" y="66528"/>
                </a:cubicBezTo>
                <a:cubicBezTo>
                  <a:pt x="490364" y="69274"/>
                  <a:pt x="491318" y="72684"/>
                  <a:pt x="491318" y="76758"/>
                </a:cubicBezTo>
                <a:cubicBezTo>
                  <a:pt x="491318" y="80745"/>
                  <a:pt x="490154" y="84500"/>
                  <a:pt x="487826" y="88021"/>
                </a:cubicBezTo>
                <a:cubicBezTo>
                  <a:pt x="485499" y="91542"/>
                  <a:pt x="482141" y="94265"/>
                  <a:pt x="477752" y="96192"/>
                </a:cubicBezTo>
                <a:cubicBezTo>
                  <a:pt x="473363" y="98119"/>
                  <a:pt x="468398" y="99083"/>
                  <a:pt x="462856" y="99083"/>
                </a:cubicBezTo>
                <a:cubicBezTo>
                  <a:pt x="453679" y="99083"/>
                  <a:pt x="446686" y="97171"/>
                  <a:pt x="441876" y="93347"/>
                </a:cubicBezTo>
                <a:cubicBezTo>
                  <a:pt x="437066" y="89524"/>
                  <a:pt x="433996" y="83855"/>
                  <a:pt x="432666" y="76340"/>
                </a:cubicBezTo>
                <a:close/>
                <a:moveTo>
                  <a:pt x="589479" y="88767"/>
                </a:moveTo>
                <a:cubicBezTo>
                  <a:pt x="585046" y="92538"/>
                  <a:pt x="580779" y="95200"/>
                  <a:pt x="576678" y="96753"/>
                </a:cubicBezTo>
                <a:cubicBezTo>
                  <a:pt x="572577" y="98306"/>
                  <a:pt x="568177" y="99083"/>
                  <a:pt x="563478" y="99083"/>
                </a:cubicBezTo>
                <a:cubicBezTo>
                  <a:pt x="555720" y="99083"/>
                  <a:pt x="549757" y="97186"/>
                  <a:pt x="545590" y="93393"/>
                </a:cubicBezTo>
                <a:cubicBezTo>
                  <a:pt x="541422" y="89600"/>
                  <a:pt x="539339" y="84753"/>
                  <a:pt x="539339" y="78853"/>
                </a:cubicBezTo>
                <a:cubicBezTo>
                  <a:pt x="539339" y="75393"/>
                  <a:pt x="540126" y="72233"/>
                  <a:pt x="541700" y="69373"/>
                </a:cubicBezTo>
                <a:cubicBezTo>
                  <a:pt x="543273" y="66510"/>
                  <a:pt x="545335" y="64214"/>
                  <a:pt x="547884" y="62484"/>
                </a:cubicBezTo>
                <a:cubicBezTo>
                  <a:pt x="550433" y="60753"/>
                  <a:pt x="553304" y="59445"/>
                  <a:pt x="556495" y="58558"/>
                </a:cubicBezTo>
                <a:cubicBezTo>
                  <a:pt x="558845" y="57936"/>
                  <a:pt x="562392" y="57337"/>
                  <a:pt x="567135" y="56761"/>
                </a:cubicBezTo>
                <a:cubicBezTo>
                  <a:pt x="576800" y="55616"/>
                  <a:pt x="583915" y="54252"/>
                  <a:pt x="588481" y="52667"/>
                </a:cubicBezTo>
                <a:cubicBezTo>
                  <a:pt x="588526" y="51034"/>
                  <a:pt x="588548" y="49996"/>
                  <a:pt x="588548" y="49554"/>
                </a:cubicBezTo>
                <a:cubicBezTo>
                  <a:pt x="588548" y="44695"/>
                  <a:pt x="587417" y="41273"/>
                  <a:pt x="585156" y="39286"/>
                </a:cubicBezTo>
                <a:cubicBezTo>
                  <a:pt x="582097" y="36592"/>
                  <a:pt x="577553" y="35244"/>
                  <a:pt x="571524" y="35244"/>
                </a:cubicBezTo>
                <a:cubicBezTo>
                  <a:pt x="565894" y="35244"/>
                  <a:pt x="561738" y="36231"/>
                  <a:pt x="559056" y="38203"/>
                </a:cubicBezTo>
                <a:cubicBezTo>
                  <a:pt x="556374" y="40176"/>
                  <a:pt x="554390" y="43667"/>
                  <a:pt x="553104" y="48677"/>
                </a:cubicBezTo>
                <a:lnTo>
                  <a:pt x="541400" y="47081"/>
                </a:lnTo>
                <a:cubicBezTo>
                  <a:pt x="542464" y="42056"/>
                  <a:pt x="544215" y="37998"/>
                  <a:pt x="546654" y="34908"/>
                </a:cubicBezTo>
                <a:cubicBezTo>
                  <a:pt x="549092" y="31817"/>
                  <a:pt x="552616" y="29438"/>
                  <a:pt x="557227" y="27771"/>
                </a:cubicBezTo>
                <a:cubicBezTo>
                  <a:pt x="561838" y="26103"/>
                  <a:pt x="567180" y="25269"/>
                  <a:pt x="573253" y="25269"/>
                </a:cubicBezTo>
                <a:cubicBezTo>
                  <a:pt x="579282" y="25269"/>
                  <a:pt x="584181" y="25979"/>
                  <a:pt x="587949" y="27397"/>
                </a:cubicBezTo>
                <a:cubicBezTo>
                  <a:pt x="591718" y="28816"/>
                  <a:pt x="594488" y="30600"/>
                  <a:pt x="596262" y="32751"/>
                </a:cubicBezTo>
                <a:cubicBezTo>
                  <a:pt x="598035" y="34901"/>
                  <a:pt x="599276" y="37616"/>
                  <a:pt x="599986" y="40897"/>
                </a:cubicBezTo>
                <a:cubicBezTo>
                  <a:pt x="600385" y="42936"/>
                  <a:pt x="600584" y="46616"/>
                  <a:pt x="600584" y="51935"/>
                </a:cubicBezTo>
                <a:lnTo>
                  <a:pt x="600584" y="67895"/>
                </a:lnTo>
                <a:cubicBezTo>
                  <a:pt x="600584" y="79023"/>
                  <a:pt x="600839" y="86060"/>
                  <a:pt x="601349" y="89008"/>
                </a:cubicBezTo>
                <a:cubicBezTo>
                  <a:pt x="601859" y="91956"/>
                  <a:pt x="602867" y="94783"/>
                  <a:pt x="604374" y="97487"/>
                </a:cubicBezTo>
                <a:lnTo>
                  <a:pt x="591873" y="97487"/>
                </a:lnTo>
                <a:cubicBezTo>
                  <a:pt x="590631" y="95002"/>
                  <a:pt x="589833" y="92095"/>
                  <a:pt x="589479" y="88767"/>
                </a:cubicBezTo>
                <a:moveTo>
                  <a:pt x="588481" y="61977"/>
                </a:moveTo>
                <a:cubicBezTo>
                  <a:pt x="584137" y="63765"/>
                  <a:pt x="577620" y="65285"/>
                  <a:pt x="568931" y="66536"/>
                </a:cubicBezTo>
                <a:cubicBezTo>
                  <a:pt x="564010" y="67248"/>
                  <a:pt x="560530" y="68050"/>
                  <a:pt x="558490" y="68940"/>
                </a:cubicBezTo>
                <a:cubicBezTo>
                  <a:pt x="556451" y="69830"/>
                  <a:pt x="554877" y="71132"/>
                  <a:pt x="553769" y="72847"/>
                </a:cubicBezTo>
                <a:cubicBezTo>
                  <a:pt x="552661" y="74561"/>
                  <a:pt x="552107" y="76464"/>
                  <a:pt x="552107" y="78556"/>
                </a:cubicBezTo>
                <a:cubicBezTo>
                  <a:pt x="552107" y="81760"/>
                  <a:pt x="553315" y="84431"/>
                  <a:pt x="555731" y="86569"/>
                </a:cubicBezTo>
                <a:cubicBezTo>
                  <a:pt x="558147" y="88705"/>
                  <a:pt x="561682" y="89773"/>
                  <a:pt x="566337" y="89773"/>
                </a:cubicBezTo>
                <a:cubicBezTo>
                  <a:pt x="570948" y="89773"/>
                  <a:pt x="575049" y="88760"/>
                  <a:pt x="578639" y="86733"/>
                </a:cubicBezTo>
                <a:cubicBezTo>
                  <a:pt x="582230" y="84706"/>
                  <a:pt x="584868" y="81933"/>
                  <a:pt x="586553" y="78414"/>
                </a:cubicBezTo>
                <a:cubicBezTo>
                  <a:pt x="587838" y="75696"/>
                  <a:pt x="588481" y="71687"/>
                  <a:pt x="588481" y="66386"/>
                </a:cubicBezTo>
                <a:lnTo>
                  <a:pt x="588481" y="61977"/>
                </a:lnTo>
                <a:close/>
                <a:moveTo>
                  <a:pt x="614356" y="76340"/>
                </a:moveTo>
                <a:lnTo>
                  <a:pt x="626192" y="74478"/>
                </a:lnTo>
                <a:cubicBezTo>
                  <a:pt x="626857" y="79201"/>
                  <a:pt x="628708" y="82821"/>
                  <a:pt x="631745" y="85336"/>
                </a:cubicBezTo>
                <a:cubicBezTo>
                  <a:pt x="634782" y="87851"/>
                  <a:pt x="639027" y="89108"/>
                  <a:pt x="644480" y="89108"/>
                </a:cubicBezTo>
                <a:cubicBezTo>
                  <a:pt x="649977" y="89108"/>
                  <a:pt x="654055" y="87998"/>
                  <a:pt x="656715" y="85777"/>
                </a:cubicBezTo>
                <a:cubicBezTo>
                  <a:pt x="659375" y="83555"/>
                  <a:pt x="660705" y="80949"/>
                  <a:pt x="660705" y="77959"/>
                </a:cubicBezTo>
                <a:cubicBezTo>
                  <a:pt x="660705" y="75276"/>
                  <a:pt x="659530" y="73164"/>
                  <a:pt x="657181" y="71625"/>
                </a:cubicBezTo>
                <a:cubicBezTo>
                  <a:pt x="655540" y="70570"/>
                  <a:pt x="651462" y="69228"/>
                  <a:pt x="644945" y="67600"/>
                </a:cubicBezTo>
                <a:cubicBezTo>
                  <a:pt x="636167" y="65382"/>
                  <a:pt x="630083" y="63463"/>
                  <a:pt x="626691" y="61844"/>
                </a:cubicBezTo>
                <a:cubicBezTo>
                  <a:pt x="623300" y="60224"/>
                  <a:pt x="620728" y="57983"/>
                  <a:pt x="618977" y="55121"/>
                </a:cubicBezTo>
                <a:cubicBezTo>
                  <a:pt x="617226" y="52259"/>
                  <a:pt x="616351" y="49097"/>
                  <a:pt x="616351" y="45637"/>
                </a:cubicBezTo>
                <a:cubicBezTo>
                  <a:pt x="616351" y="42486"/>
                  <a:pt x="617071" y="39569"/>
                  <a:pt x="618512" y="36884"/>
                </a:cubicBezTo>
                <a:cubicBezTo>
                  <a:pt x="619953" y="34199"/>
                  <a:pt x="621914" y="31969"/>
                  <a:pt x="624397" y="30195"/>
                </a:cubicBezTo>
                <a:cubicBezTo>
                  <a:pt x="626259" y="28819"/>
                  <a:pt x="628797" y="27654"/>
                  <a:pt x="632011" y="26701"/>
                </a:cubicBezTo>
                <a:cubicBezTo>
                  <a:pt x="635225" y="25747"/>
                  <a:pt x="638672" y="25269"/>
                  <a:pt x="642352" y="25269"/>
                </a:cubicBezTo>
                <a:cubicBezTo>
                  <a:pt x="647893" y="25269"/>
                  <a:pt x="652759" y="26073"/>
                  <a:pt x="656948" y="27680"/>
                </a:cubicBezTo>
                <a:cubicBezTo>
                  <a:pt x="661137" y="29286"/>
                  <a:pt x="664230" y="31461"/>
                  <a:pt x="666225" y="34207"/>
                </a:cubicBezTo>
                <a:cubicBezTo>
                  <a:pt x="668220" y="36952"/>
                  <a:pt x="669594" y="40622"/>
                  <a:pt x="670347" y="45219"/>
                </a:cubicBezTo>
                <a:lnTo>
                  <a:pt x="658644" y="46815"/>
                </a:lnTo>
                <a:cubicBezTo>
                  <a:pt x="658112" y="43180"/>
                  <a:pt x="656571" y="40342"/>
                  <a:pt x="654022" y="38303"/>
                </a:cubicBezTo>
                <a:cubicBezTo>
                  <a:pt x="651473" y="36264"/>
                  <a:pt x="647871" y="35244"/>
                  <a:pt x="643216" y="35244"/>
                </a:cubicBezTo>
                <a:cubicBezTo>
                  <a:pt x="637719" y="35244"/>
                  <a:pt x="633795" y="36149"/>
                  <a:pt x="631446" y="37958"/>
                </a:cubicBezTo>
                <a:cubicBezTo>
                  <a:pt x="629096" y="39766"/>
                  <a:pt x="627921" y="41884"/>
                  <a:pt x="627921" y="44311"/>
                </a:cubicBezTo>
                <a:cubicBezTo>
                  <a:pt x="627921" y="45854"/>
                  <a:pt x="628409" y="47244"/>
                  <a:pt x="629384" y="48480"/>
                </a:cubicBezTo>
                <a:cubicBezTo>
                  <a:pt x="630360" y="49758"/>
                  <a:pt x="631889" y="50817"/>
                  <a:pt x="633973" y="51655"/>
                </a:cubicBezTo>
                <a:cubicBezTo>
                  <a:pt x="635170" y="52097"/>
                  <a:pt x="638694" y="53112"/>
                  <a:pt x="644546" y="54699"/>
                </a:cubicBezTo>
                <a:cubicBezTo>
                  <a:pt x="653014" y="56959"/>
                  <a:pt x="658921" y="58808"/>
                  <a:pt x="662268" y="60248"/>
                </a:cubicBezTo>
                <a:cubicBezTo>
                  <a:pt x="665615" y="61687"/>
                  <a:pt x="668242" y="63780"/>
                  <a:pt x="670148" y="66528"/>
                </a:cubicBezTo>
                <a:cubicBezTo>
                  <a:pt x="672054" y="69274"/>
                  <a:pt x="673007" y="72684"/>
                  <a:pt x="673007" y="76758"/>
                </a:cubicBezTo>
                <a:cubicBezTo>
                  <a:pt x="673007" y="80745"/>
                  <a:pt x="671844" y="84500"/>
                  <a:pt x="669516" y="88021"/>
                </a:cubicBezTo>
                <a:cubicBezTo>
                  <a:pt x="667189" y="91542"/>
                  <a:pt x="663831" y="94265"/>
                  <a:pt x="659442" y="96192"/>
                </a:cubicBezTo>
                <a:cubicBezTo>
                  <a:pt x="655053" y="98119"/>
                  <a:pt x="650088" y="99083"/>
                  <a:pt x="644546" y="99083"/>
                </a:cubicBezTo>
                <a:cubicBezTo>
                  <a:pt x="635369" y="99083"/>
                  <a:pt x="628376" y="97171"/>
                  <a:pt x="623566" y="93347"/>
                </a:cubicBezTo>
                <a:cubicBezTo>
                  <a:pt x="618756" y="89524"/>
                  <a:pt x="615686" y="83855"/>
                  <a:pt x="614356" y="76340"/>
                </a:cubicBezTo>
                <a:close/>
                <a:moveTo>
                  <a:pt x="682464" y="76340"/>
                </a:moveTo>
                <a:lnTo>
                  <a:pt x="694301" y="74478"/>
                </a:lnTo>
                <a:cubicBezTo>
                  <a:pt x="694966" y="79201"/>
                  <a:pt x="696817" y="82821"/>
                  <a:pt x="699853" y="85336"/>
                </a:cubicBezTo>
                <a:cubicBezTo>
                  <a:pt x="702890" y="87851"/>
                  <a:pt x="707135" y="89108"/>
                  <a:pt x="712588" y="89108"/>
                </a:cubicBezTo>
                <a:cubicBezTo>
                  <a:pt x="718085" y="89108"/>
                  <a:pt x="722164" y="87998"/>
                  <a:pt x="724824" y="85777"/>
                </a:cubicBezTo>
                <a:cubicBezTo>
                  <a:pt x="727484" y="83555"/>
                  <a:pt x="728814" y="80949"/>
                  <a:pt x="728814" y="77959"/>
                </a:cubicBezTo>
                <a:cubicBezTo>
                  <a:pt x="728814" y="75276"/>
                  <a:pt x="727639" y="73164"/>
                  <a:pt x="725289" y="71625"/>
                </a:cubicBezTo>
                <a:cubicBezTo>
                  <a:pt x="723649" y="70570"/>
                  <a:pt x="719570" y="69228"/>
                  <a:pt x="713053" y="67600"/>
                </a:cubicBezTo>
                <a:cubicBezTo>
                  <a:pt x="704276" y="65382"/>
                  <a:pt x="698191" y="63463"/>
                  <a:pt x="694800" y="61844"/>
                </a:cubicBezTo>
                <a:cubicBezTo>
                  <a:pt x="691408" y="60224"/>
                  <a:pt x="688837" y="57983"/>
                  <a:pt x="687086" y="55121"/>
                </a:cubicBezTo>
                <a:cubicBezTo>
                  <a:pt x="685335" y="52259"/>
                  <a:pt x="684459" y="49097"/>
                  <a:pt x="684459" y="45637"/>
                </a:cubicBezTo>
                <a:cubicBezTo>
                  <a:pt x="684459" y="42486"/>
                  <a:pt x="685179" y="39569"/>
                  <a:pt x="686620" y="36884"/>
                </a:cubicBezTo>
                <a:cubicBezTo>
                  <a:pt x="688061" y="34199"/>
                  <a:pt x="690023" y="31969"/>
                  <a:pt x="692505" y="30195"/>
                </a:cubicBezTo>
                <a:cubicBezTo>
                  <a:pt x="694367" y="28819"/>
                  <a:pt x="696905" y="27654"/>
                  <a:pt x="700119" y="26701"/>
                </a:cubicBezTo>
                <a:cubicBezTo>
                  <a:pt x="703334" y="25747"/>
                  <a:pt x="706780" y="25269"/>
                  <a:pt x="710460" y="25269"/>
                </a:cubicBezTo>
                <a:cubicBezTo>
                  <a:pt x="716002" y="25269"/>
                  <a:pt x="720867" y="26073"/>
                  <a:pt x="725056" y="27680"/>
                </a:cubicBezTo>
                <a:cubicBezTo>
                  <a:pt x="729246" y="29286"/>
                  <a:pt x="732338" y="31461"/>
                  <a:pt x="734333" y="34207"/>
                </a:cubicBezTo>
                <a:cubicBezTo>
                  <a:pt x="736328" y="36952"/>
                  <a:pt x="737702" y="40622"/>
                  <a:pt x="738456" y="45219"/>
                </a:cubicBezTo>
                <a:lnTo>
                  <a:pt x="726752" y="46815"/>
                </a:lnTo>
                <a:cubicBezTo>
                  <a:pt x="726220" y="43180"/>
                  <a:pt x="724680" y="40342"/>
                  <a:pt x="722131" y="38303"/>
                </a:cubicBezTo>
                <a:cubicBezTo>
                  <a:pt x="719581" y="36264"/>
                  <a:pt x="715979" y="35244"/>
                  <a:pt x="711325" y="35244"/>
                </a:cubicBezTo>
                <a:cubicBezTo>
                  <a:pt x="705827" y="35244"/>
                  <a:pt x="701904" y="36149"/>
                  <a:pt x="699554" y="37958"/>
                </a:cubicBezTo>
                <a:cubicBezTo>
                  <a:pt x="697205" y="39766"/>
                  <a:pt x="696030" y="41884"/>
                  <a:pt x="696030" y="44311"/>
                </a:cubicBezTo>
                <a:cubicBezTo>
                  <a:pt x="696030" y="45854"/>
                  <a:pt x="696517" y="47244"/>
                  <a:pt x="697493" y="48480"/>
                </a:cubicBezTo>
                <a:cubicBezTo>
                  <a:pt x="698468" y="49758"/>
                  <a:pt x="699998" y="50817"/>
                  <a:pt x="702081" y="51655"/>
                </a:cubicBezTo>
                <a:cubicBezTo>
                  <a:pt x="703278" y="52097"/>
                  <a:pt x="706803" y="53112"/>
                  <a:pt x="712654" y="54699"/>
                </a:cubicBezTo>
                <a:cubicBezTo>
                  <a:pt x="721122" y="56959"/>
                  <a:pt x="727029" y="58808"/>
                  <a:pt x="730376" y="60248"/>
                </a:cubicBezTo>
                <a:cubicBezTo>
                  <a:pt x="733723" y="61687"/>
                  <a:pt x="736350" y="63780"/>
                  <a:pt x="738256" y="66528"/>
                </a:cubicBezTo>
                <a:cubicBezTo>
                  <a:pt x="740163" y="69274"/>
                  <a:pt x="741116" y="72684"/>
                  <a:pt x="741116" y="76758"/>
                </a:cubicBezTo>
                <a:cubicBezTo>
                  <a:pt x="741116" y="80745"/>
                  <a:pt x="739952" y="84500"/>
                  <a:pt x="737625" y="88021"/>
                </a:cubicBezTo>
                <a:cubicBezTo>
                  <a:pt x="735297" y="91542"/>
                  <a:pt x="731939" y="94265"/>
                  <a:pt x="727550" y="96192"/>
                </a:cubicBezTo>
                <a:cubicBezTo>
                  <a:pt x="723161" y="98119"/>
                  <a:pt x="718196" y="99083"/>
                  <a:pt x="712654" y="99083"/>
                </a:cubicBezTo>
                <a:cubicBezTo>
                  <a:pt x="703478" y="99083"/>
                  <a:pt x="696484" y="97171"/>
                  <a:pt x="691674" y="93347"/>
                </a:cubicBezTo>
                <a:cubicBezTo>
                  <a:pt x="686864" y="89524"/>
                  <a:pt x="683794" y="83855"/>
                  <a:pt x="682464" y="76340"/>
                </a:cubicBezTo>
                <a:close/>
                <a:moveTo>
                  <a:pt x="801643" y="97487"/>
                </a:moveTo>
                <a:lnTo>
                  <a:pt x="801643" y="87113"/>
                </a:lnTo>
                <a:cubicBezTo>
                  <a:pt x="796146" y="95093"/>
                  <a:pt x="788676" y="99083"/>
                  <a:pt x="779233" y="99083"/>
                </a:cubicBezTo>
                <a:cubicBezTo>
                  <a:pt x="775066" y="99083"/>
                  <a:pt x="771176" y="98285"/>
                  <a:pt x="767562" y="96689"/>
                </a:cubicBezTo>
                <a:cubicBezTo>
                  <a:pt x="763949" y="95093"/>
                  <a:pt x="761267" y="93087"/>
                  <a:pt x="759516" y="90671"/>
                </a:cubicBezTo>
                <a:cubicBezTo>
                  <a:pt x="757765" y="88255"/>
                  <a:pt x="756535" y="85296"/>
                  <a:pt x="755825" y="81793"/>
                </a:cubicBezTo>
                <a:cubicBezTo>
                  <a:pt x="755338" y="79444"/>
                  <a:pt x="755094" y="75720"/>
                  <a:pt x="755094" y="70622"/>
                </a:cubicBezTo>
                <a:lnTo>
                  <a:pt x="755094" y="26865"/>
                </a:lnTo>
                <a:lnTo>
                  <a:pt x="767064" y="26865"/>
                </a:lnTo>
                <a:lnTo>
                  <a:pt x="767064" y="66033"/>
                </a:lnTo>
                <a:cubicBezTo>
                  <a:pt x="767064" y="72284"/>
                  <a:pt x="767308" y="76496"/>
                  <a:pt x="767795" y="78668"/>
                </a:cubicBezTo>
                <a:cubicBezTo>
                  <a:pt x="768549" y="81815"/>
                  <a:pt x="770145" y="84287"/>
                  <a:pt x="772583" y="86082"/>
                </a:cubicBezTo>
                <a:cubicBezTo>
                  <a:pt x="775021" y="87878"/>
                  <a:pt x="778036" y="88776"/>
                  <a:pt x="781627" y="88776"/>
                </a:cubicBezTo>
                <a:cubicBezTo>
                  <a:pt x="785218" y="88776"/>
                  <a:pt x="788587" y="87856"/>
                  <a:pt x="791735" y="86016"/>
                </a:cubicBezTo>
                <a:cubicBezTo>
                  <a:pt x="794882" y="84176"/>
                  <a:pt x="797110" y="81671"/>
                  <a:pt x="798418" y="78502"/>
                </a:cubicBezTo>
                <a:cubicBezTo>
                  <a:pt x="799726" y="75332"/>
                  <a:pt x="800380" y="70732"/>
                  <a:pt x="800380" y="64703"/>
                </a:cubicBezTo>
                <a:lnTo>
                  <a:pt x="800380" y="26865"/>
                </a:lnTo>
                <a:lnTo>
                  <a:pt x="812349" y="26865"/>
                </a:lnTo>
                <a:lnTo>
                  <a:pt x="812349" y="97487"/>
                </a:lnTo>
                <a:lnTo>
                  <a:pt x="801643" y="97487"/>
                </a:lnTo>
                <a:close/>
                <a:moveTo>
                  <a:pt x="830975" y="97487"/>
                </a:moveTo>
                <a:lnTo>
                  <a:pt x="830975" y="26865"/>
                </a:lnTo>
                <a:lnTo>
                  <a:pt x="841748" y="26865"/>
                </a:lnTo>
                <a:lnTo>
                  <a:pt x="841748" y="37505"/>
                </a:lnTo>
                <a:cubicBezTo>
                  <a:pt x="844497" y="32523"/>
                  <a:pt x="847035" y="29239"/>
                  <a:pt x="849362" y="27651"/>
                </a:cubicBezTo>
                <a:cubicBezTo>
                  <a:pt x="851690" y="26063"/>
                  <a:pt x="854250" y="25269"/>
                  <a:pt x="857043" y="25269"/>
                </a:cubicBezTo>
                <a:cubicBezTo>
                  <a:pt x="861077" y="25269"/>
                  <a:pt x="865178" y="26550"/>
                  <a:pt x="869345" y="29110"/>
                </a:cubicBezTo>
                <a:lnTo>
                  <a:pt x="865222" y="40165"/>
                </a:lnTo>
                <a:cubicBezTo>
                  <a:pt x="862296" y="38436"/>
                  <a:pt x="859370" y="37572"/>
                  <a:pt x="856444" y="37572"/>
                </a:cubicBezTo>
                <a:cubicBezTo>
                  <a:pt x="853829" y="37572"/>
                  <a:pt x="851479" y="38360"/>
                  <a:pt x="849395" y="39937"/>
                </a:cubicBezTo>
                <a:cubicBezTo>
                  <a:pt x="847312" y="41512"/>
                  <a:pt x="845827" y="43697"/>
                  <a:pt x="844940" y="46493"/>
                </a:cubicBezTo>
                <a:cubicBezTo>
                  <a:pt x="843610" y="50753"/>
                  <a:pt x="842945" y="55413"/>
                  <a:pt x="842945" y="60472"/>
                </a:cubicBezTo>
                <a:lnTo>
                  <a:pt x="842945" y="97487"/>
                </a:lnTo>
                <a:lnTo>
                  <a:pt x="830975" y="97487"/>
                </a:lnTo>
                <a:close/>
                <a:moveTo>
                  <a:pt x="924818" y="74744"/>
                </a:moveTo>
                <a:lnTo>
                  <a:pt x="937186" y="76274"/>
                </a:lnTo>
                <a:cubicBezTo>
                  <a:pt x="935236" y="83500"/>
                  <a:pt x="931623" y="89108"/>
                  <a:pt x="926347" y="93098"/>
                </a:cubicBezTo>
                <a:cubicBezTo>
                  <a:pt x="921072" y="97088"/>
                  <a:pt x="914333" y="99083"/>
                  <a:pt x="906132" y="99083"/>
                </a:cubicBezTo>
                <a:cubicBezTo>
                  <a:pt x="895802" y="99083"/>
                  <a:pt x="887612" y="95902"/>
                  <a:pt x="881560" y="89540"/>
                </a:cubicBezTo>
                <a:cubicBezTo>
                  <a:pt x="875509" y="83179"/>
                  <a:pt x="872483" y="74257"/>
                  <a:pt x="872483" y="62775"/>
                </a:cubicBezTo>
                <a:cubicBezTo>
                  <a:pt x="872483" y="50894"/>
                  <a:pt x="875542" y="41672"/>
                  <a:pt x="881660" y="35111"/>
                </a:cubicBezTo>
                <a:cubicBezTo>
                  <a:pt x="887778" y="28550"/>
                  <a:pt x="895713" y="25269"/>
                  <a:pt x="905467" y="25269"/>
                </a:cubicBezTo>
                <a:cubicBezTo>
                  <a:pt x="914909" y="25269"/>
                  <a:pt x="922623" y="28479"/>
                  <a:pt x="928608" y="34897"/>
                </a:cubicBezTo>
                <a:cubicBezTo>
                  <a:pt x="934593" y="41314"/>
                  <a:pt x="937585" y="50343"/>
                  <a:pt x="937585" y="61983"/>
                </a:cubicBezTo>
                <a:cubicBezTo>
                  <a:pt x="937585" y="62691"/>
                  <a:pt x="937563" y="63753"/>
                  <a:pt x="937519" y="65169"/>
                </a:cubicBezTo>
                <a:lnTo>
                  <a:pt x="884852" y="65169"/>
                </a:lnTo>
                <a:cubicBezTo>
                  <a:pt x="885295" y="72905"/>
                  <a:pt x="887490" y="78829"/>
                  <a:pt x="891435" y="82940"/>
                </a:cubicBezTo>
                <a:cubicBezTo>
                  <a:pt x="895381" y="87052"/>
                  <a:pt x="900302" y="89108"/>
                  <a:pt x="906198" y="89108"/>
                </a:cubicBezTo>
                <a:cubicBezTo>
                  <a:pt x="910587" y="89108"/>
                  <a:pt x="914333" y="87967"/>
                  <a:pt x="917436" y="85683"/>
                </a:cubicBezTo>
                <a:cubicBezTo>
                  <a:pt x="920540" y="83399"/>
                  <a:pt x="923000" y="79753"/>
                  <a:pt x="924818" y="74744"/>
                </a:cubicBezTo>
                <a:moveTo>
                  <a:pt x="885517" y="55194"/>
                </a:moveTo>
                <a:lnTo>
                  <a:pt x="924951" y="55194"/>
                </a:lnTo>
                <a:cubicBezTo>
                  <a:pt x="924419" y="49350"/>
                  <a:pt x="922911" y="44968"/>
                  <a:pt x="920429" y="42046"/>
                </a:cubicBezTo>
                <a:cubicBezTo>
                  <a:pt x="916616" y="37511"/>
                  <a:pt x="911673" y="35244"/>
                  <a:pt x="905600" y="35244"/>
                </a:cubicBezTo>
                <a:cubicBezTo>
                  <a:pt x="900102" y="35244"/>
                  <a:pt x="895481" y="37054"/>
                  <a:pt x="891735" y="40674"/>
                </a:cubicBezTo>
                <a:cubicBezTo>
                  <a:pt x="887988" y="44293"/>
                  <a:pt x="885916" y="49133"/>
                  <a:pt x="885517" y="55194"/>
                </a:cubicBezTo>
                <a:close/>
                <a:moveTo>
                  <a:pt x="998039" y="97487"/>
                </a:moveTo>
                <a:lnTo>
                  <a:pt x="998039" y="88576"/>
                </a:lnTo>
                <a:cubicBezTo>
                  <a:pt x="993562" y="95581"/>
                  <a:pt x="986978" y="99083"/>
                  <a:pt x="978289" y="99083"/>
                </a:cubicBezTo>
                <a:cubicBezTo>
                  <a:pt x="972659" y="99083"/>
                  <a:pt x="967483" y="97531"/>
                  <a:pt x="962762" y="94428"/>
                </a:cubicBezTo>
                <a:cubicBezTo>
                  <a:pt x="958040" y="91325"/>
                  <a:pt x="954383" y="86991"/>
                  <a:pt x="951790" y="81428"/>
                </a:cubicBezTo>
                <a:cubicBezTo>
                  <a:pt x="949196" y="75864"/>
                  <a:pt x="947899" y="69469"/>
                  <a:pt x="947899" y="62243"/>
                </a:cubicBezTo>
                <a:cubicBezTo>
                  <a:pt x="947899" y="55194"/>
                  <a:pt x="949074" y="48799"/>
                  <a:pt x="951424" y="43058"/>
                </a:cubicBezTo>
                <a:cubicBezTo>
                  <a:pt x="953773" y="37317"/>
                  <a:pt x="957298" y="32917"/>
                  <a:pt x="961997" y="29858"/>
                </a:cubicBezTo>
                <a:cubicBezTo>
                  <a:pt x="966696" y="26799"/>
                  <a:pt x="971950" y="25269"/>
                  <a:pt x="977757" y="25269"/>
                </a:cubicBezTo>
                <a:cubicBezTo>
                  <a:pt x="982013" y="25269"/>
                  <a:pt x="985804" y="26167"/>
                  <a:pt x="989128" y="27963"/>
                </a:cubicBezTo>
                <a:cubicBezTo>
                  <a:pt x="992453" y="29758"/>
                  <a:pt x="995158" y="32097"/>
                  <a:pt x="997241" y="34978"/>
                </a:cubicBezTo>
                <a:lnTo>
                  <a:pt x="997241" y="0"/>
                </a:lnTo>
                <a:lnTo>
                  <a:pt x="1009145" y="0"/>
                </a:lnTo>
                <a:lnTo>
                  <a:pt x="1009145" y="97487"/>
                </a:lnTo>
                <a:lnTo>
                  <a:pt x="998039" y="97487"/>
                </a:lnTo>
                <a:moveTo>
                  <a:pt x="960202" y="62209"/>
                </a:moveTo>
                <a:cubicBezTo>
                  <a:pt x="960202" y="71220"/>
                  <a:pt x="962108" y="77956"/>
                  <a:pt x="965920" y="82417"/>
                </a:cubicBezTo>
                <a:cubicBezTo>
                  <a:pt x="969733" y="86878"/>
                  <a:pt x="974233" y="89108"/>
                  <a:pt x="979420" y="89108"/>
                </a:cubicBezTo>
                <a:cubicBezTo>
                  <a:pt x="984651" y="89108"/>
                  <a:pt x="989095" y="86977"/>
                  <a:pt x="992753" y="82716"/>
                </a:cubicBezTo>
                <a:cubicBezTo>
                  <a:pt x="996410" y="78453"/>
                  <a:pt x="998239" y="71949"/>
                  <a:pt x="998239" y="63203"/>
                </a:cubicBezTo>
                <a:cubicBezTo>
                  <a:pt x="998239" y="53574"/>
                  <a:pt x="996377" y="46507"/>
                  <a:pt x="992653" y="42002"/>
                </a:cubicBezTo>
                <a:cubicBezTo>
                  <a:pt x="988929" y="37497"/>
                  <a:pt x="984341" y="35244"/>
                  <a:pt x="978888" y="35244"/>
                </a:cubicBezTo>
                <a:cubicBezTo>
                  <a:pt x="973568" y="35244"/>
                  <a:pt x="969123" y="37409"/>
                  <a:pt x="965555" y="41738"/>
                </a:cubicBezTo>
                <a:cubicBezTo>
                  <a:pt x="961986" y="46066"/>
                  <a:pt x="960202" y="52890"/>
                  <a:pt x="960202" y="62209"/>
                </a:cubicBezTo>
                <a:close/>
                <a:moveTo>
                  <a:pt x="1112087" y="97487"/>
                </a:moveTo>
                <a:lnTo>
                  <a:pt x="1112087" y="87113"/>
                </a:lnTo>
                <a:cubicBezTo>
                  <a:pt x="1106589" y="95093"/>
                  <a:pt x="1099119" y="99083"/>
                  <a:pt x="1089677" y="99083"/>
                </a:cubicBezTo>
                <a:cubicBezTo>
                  <a:pt x="1085509" y="99083"/>
                  <a:pt x="1081619" y="98285"/>
                  <a:pt x="1078006" y="96689"/>
                </a:cubicBezTo>
                <a:cubicBezTo>
                  <a:pt x="1074393" y="95093"/>
                  <a:pt x="1071711" y="93087"/>
                  <a:pt x="1069960" y="90671"/>
                </a:cubicBezTo>
                <a:cubicBezTo>
                  <a:pt x="1068209" y="88255"/>
                  <a:pt x="1066978" y="85296"/>
                  <a:pt x="1066269" y="81793"/>
                </a:cubicBezTo>
                <a:cubicBezTo>
                  <a:pt x="1065781" y="79444"/>
                  <a:pt x="1065538" y="75720"/>
                  <a:pt x="1065538" y="70622"/>
                </a:cubicBezTo>
                <a:lnTo>
                  <a:pt x="1065538" y="26865"/>
                </a:lnTo>
                <a:lnTo>
                  <a:pt x="1077507" y="26865"/>
                </a:lnTo>
                <a:lnTo>
                  <a:pt x="1077507" y="66033"/>
                </a:lnTo>
                <a:cubicBezTo>
                  <a:pt x="1077507" y="72284"/>
                  <a:pt x="1077751" y="76496"/>
                  <a:pt x="1078239" y="78668"/>
                </a:cubicBezTo>
                <a:cubicBezTo>
                  <a:pt x="1078993" y="81815"/>
                  <a:pt x="1080589" y="84287"/>
                  <a:pt x="1083027" y="86082"/>
                </a:cubicBezTo>
                <a:cubicBezTo>
                  <a:pt x="1085465" y="87878"/>
                  <a:pt x="1088480" y="88776"/>
                  <a:pt x="1092071" y="88776"/>
                </a:cubicBezTo>
                <a:cubicBezTo>
                  <a:pt x="1095662" y="88776"/>
                  <a:pt x="1099031" y="87856"/>
                  <a:pt x="1102178" y="86016"/>
                </a:cubicBezTo>
                <a:cubicBezTo>
                  <a:pt x="1105326" y="84176"/>
                  <a:pt x="1107554" y="81671"/>
                  <a:pt x="1108862" y="78502"/>
                </a:cubicBezTo>
                <a:cubicBezTo>
                  <a:pt x="1110169" y="75332"/>
                  <a:pt x="1110823" y="70732"/>
                  <a:pt x="1110823" y="64703"/>
                </a:cubicBezTo>
                <a:lnTo>
                  <a:pt x="1110823" y="26865"/>
                </a:lnTo>
                <a:lnTo>
                  <a:pt x="1122793" y="26865"/>
                </a:lnTo>
                <a:lnTo>
                  <a:pt x="1122793" y="97487"/>
                </a:lnTo>
                <a:lnTo>
                  <a:pt x="1112087" y="97487"/>
                </a:lnTo>
                <a:close/>
                <a:moveTo>
                  <a:pt x="1141552" y="97487"/>
                </a:moveTo>
                <a:lnTo>
                  <a:pt x="1141552" y="26865"/>
                </a:lnTo>
                <a:lnTo>
                  <a:pt x="1152324" y="26865"/>
                </a:lnTo>
                <a:lnTo>
                  <a:pt x="1152324" y="36840"/>
                </a:lnTo>
                <a:cubicBezTo>
                  <a:pt x="1157511" y="29126"/>
                  <a:pt x="1165004" y="25269"/>
                  <a:pt x="1174801" y="25269"/>
                </a:cubicBezTo>
                <a:cubicBezTo>
                  <a:pt x="1179057" y="25269"/>
                  <a:pt x="1182969" y="26034"/>
                  <a:pt x="1186538" y="27564"/>
                </a:cubicBezTo>
                <a:cubicBezTo>
                  <a:pt x="1190107" y="29093"/>
                  <a:pt x="1192778" y="31099"/>
                  <a:pt x="1194551" y="33582"/>
                </a:cubicBezTo>
                <a:cubicBezTo>
                  <a:pt x="1196324" y="36064"/>
                  <a:pt x="1197566" y="39013"/>
                  <a:pt x="1198275" y="42426"/>
                </a:cubicBezTo>
                <a:cubicBezTo>
                  <a:pt x="1198718" y="44643"/>
                  <a:pt x="1198940" y="48522"/>
                  <a:pt x="1198940" y="54063"/>
                </a:cubicBezTo>
                <a:lnTo>
                  <a:pt x="1198940" y="97487"/>
                </a:lnTo>
                <a:lnTo>
                  <a:pt x="1186970" y="97487"/>
                </a:lnTo>
                <a:lnTo>
                  <a:pt x="1186970" y="54483"/>
                </a:lnTo>
                <a:cubicBezTo>
                  <a:pt x="1186970" y="49601"/>
                  <a:pt x="1186505" y="45951"/>
                  <a:pt x="1185574" y="43532"/>
                </a:cubicBezTo>
                <a:cubicBezTo>
                  <a:pt x="1184643" y="41113"/>
                  <a:pt x="1182991" y="39182"/>
                  <a:pt x="1180620" y="37740"/>
                </a:cubicBezTo>
                <a:cubicBezTo>
                  <a:pt x="1178248" y="36298"/>
                  <a:pt x="1175466" y="35577"/>
                  <a:pt x="1172274" y="35577"/>
                </a:cubicBezTo>
                <a:cubicBezTo>
                  <a:pt x="1167176" y="35577"/>
                  <a:pt x="1162776" y="37197"/>
                  <a:pt x="1159074" y="40437"/>
                </a:cubicBezTo>
                <a:cubicBezTo>
                  <a:pt x="1155372" y="43676"/>
                  <a:pt x="1153521" y="49823"/>
                  <a:pt x="1153521" y="58876"/>
                </a:cubicBezTo>
                <a:lnTo>
                  <a:pt x="1153521" y="97487"/>
                </a:lnTo>
                <a:lnTo>
                  <a:pt x="1141552" y="97487"/>
                </a:lnTo>
                <a:close/>
                <a:moveTo>
                  <a:pt x="1243434" y="86914"/>
                </a:moveTo>
                <a:lnTo>
                  <a:pt x="1245163" y="97487"/>
                </a:lnTo>
                <a:cubicBezTo>
                  <a:pt x="1241794" y="98108"/>
                  <a:pt x="1238779" y="98418"/>
                  <a:pt x="1236119" y="98418"/>
                </a:cubicBezTo>
                <a:cubicBezTo>
                  <a:pt x="1231775" y="98418"/>
                  <a:pt x="1228405" y="97731"/>
                  <a:pt x="1226011" y="96356"/>
                </a:cubicBezTo>
                <a:cubicBezTo>
                  <a:pt x="1223617" y="94982"/>
                  <a:pt x="1221933" y="93176"/>
                  <a:pt x="1220957" y="90937"/>
                </a:cubicBezTo>
                <a:cubicBezTo>
                  <a:pt x="1219982" y="88698"/>
                  <a:pt x="1219494" y="83988"/>
                  <a:pt x="1219494" y="76806"/>
                </a:cubicBezTo>
                <a:lnTo>
                  <a:pt x="1219494" y="36175"/>
                </a:lnTo>
                <a:lnTo>
                  <a:pt x="1210717" y="36175"/>
                </a:lnTo>
                <a:lnTo>
                  <a:pt x="1210717" y="26865"/>
                </a:lnTo>
                <a:lnTo>
                  <a:pt x="1219494" y="26865"/>
                </a:lnTo>
                <a:lnTo>
                  <a:pt x="1219494" y="9329"/>
                </a:lnTo>
                <a:lnTo>
                  <a:pt x="1231398" y="2128"/>
                </a:lnTo>
                <a:lnTo>
                  <a:pt x="1231398" y="26865"/>
                </a:lnTo>
                <a:lnTo>
                  <a:pt x="1243434" y="26865"/>
                </a:lnTo>
                <a:lnTo>
                  <a:pt x="1243434" y="36175"/>
                </a:lnTo>
                <a:lnTo>
                  <a:pt x="1231398" y="36175"/>
                </a:lnTo>
                <a:lnTo>
                  <a:pt x="1231398" y="77471"/>
                </a:lnTo>
                <a:cubicBezTo>
                  <a:pt x="1231398" y="80884"/>
                  <a:pt x="1231608" y="83079"/>
                  <a:pt x="1232029" y="84054"/>
                </a:cubicBezTo>
                <a:cubicBezTo>
                  <a:pt x="1232451" y="85030"/>
                  <a:pt x="1233138" y="85805"/>
                  <a:pt x="1234091" y="86382"/>
                </a:cubicBezTo>
                <a:cubicBezTo>
                  <a:pt x="1235044" y="86958"/>
                  <a:pt x="1236407" y="87246"/>
                  <a:pt x="1238181" y="87246"/>
                </a:cubicBezTo>
                <a:cubicBezTo>
                  <a:pt x="1239511" y="87246"/>
                  <a:pt x="1241262" y="87135"/>
                  <a:pt x="1243434" y="86914"/>
                </a:cubicBezTo>
                <a:close/>
                <a:moveTo>
                  <a:pt x="1255200" y="13832"/>
                </a:moveTo>
                <a:lnTo>
                  <a:pt x="1255200" y="0"/>
                </a:lnTo>
                <a:lnTo>
                  <a:pt x="1267170" y="0"/>
                </a:lnTo>
                <a:lnTo>
                  <a:pt x="1267170" y="13832"/>
                </a:lnTo>
                <a:lnTo>
                  <a:pt x="1255200" y="13832"/>
                </a:lnTo>
                <a:moveTo>
                  <a:pt x="1255200" y="97487"/>
                </a:moveTo>
                <a:lnTo>
                  <a:pt x="1255200" y="26865"/>
                </a:lnTo>
                <a:lnTo>
                  <a:pt x="1267170" y="26865"/>
                </a:lnTo>
                <a:lnTo>
                  <a:pt x="1267170" y="97487"/>
                </a:lnTo>
                <a:lnTo>
                  <a:pt x="1255200" y="97487"/>
                </a:lnTo>
                <a:close/>
                <a:moveTo>
                  <a:pt x="1285129" y="97487"/>
                </a:moveTo>
                <a:lnTo>
                  <a:pt x="1285129" y="0"/>
                </a:lnTo>
                <a:lnTo>
                  <a:pt x="1297098" y="0"/>
                </a:lnTo>
                <a:lnTo>
                  <a:pt x="1297098" y="97487"/>
                </a:lnTo>
                <a:lnTo>
                  <a:pt x="1285129" y="97487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Q42028">
            <a:extLst xmlns:a="http://schemas.openxmlformats.org/drawingml/2006/main">
              <a:ext uri="{FF2B5EF4-FFF2-40B4-BE49-F238E27FC236}">
                <a16:creationId xmlns:a16="http://schemas.microsoft.com/office/drawing/2014/main" id="{42D4C8E1-CE23-4C8A-B682-EEA027BB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229" y="3826048"/>
            <a:ext cx="612552" cy="130869"/>
          </a:xfrm>
          <a:custGeom xmlns:a="http://schemas.openxmlformats.org/drawingml/2006/main">
            <a:pathLst>
              <a:path w="612552" h="130869">
                <a:moveTo>
                  <a:pt x="98950" y="104064"/>
                </a:moveTo>
                <a:cubicBezTo>
                  <a:pt x="104749" y="108211"/>
                  <a:pt x="111053" y="111506"/>
                  <a:pt x="117862" y="113952"/>
                </a:cubicBezTo>
                <a:lnTo>
                  <a:pt x="109164" y="130869"/>
                </a:lnTo>
                <a:cubicBezTo>
                  <a:pt x="105600" y="129805"/>
                  <a:pt x="102115" y="128342"/>
                  <a:pt x="98710" y="126480"/>
                </a:cubicBezTo>
                <a:cubicBezTo>
                  <a:pt x="97966" y="126108"/>
                  <a:pt x="92726" y="122650"/>
                  <a:pt x="82990" y="116106"/>
                </a:cubicBezTo>
                <a:cubicBezTo>
                  <a:pt x="75330" y="119458"/>
                  <a:pt x="66844" y="121134"/>
                  <a:pt x="57535" y="121134"/>
                </a:cubicBezTo>
                <a:cubicBezTo>
                  <a:pt x="39553" y="121134"/>
                  <a:pt x="25469" y="115834"/>
                  <a:pt x="15281" y="105234"/>
                </a:cubicBezTo>
                <a:cubicBezTo>
                  <a:pt x="5094" y="94632"/>
                  <a:pt x="0" y="79743"/>
                  <a:pt x="0" y="60567"/>
                </a:cubicBezTo>
                <a:cubicBezTo>
                  <a:pt x="0" y="41444"/>
                  <a:pt x="5107" y="26569"/>
                  <a:pt x="15321" y="15942"/>
                </a:cubicBezTo>
                <a:cubicBezTo>
                  <a:pt x="25535" y="5314"/>
                  <a:pt x="39394" y="0"/>
                  <a:pt x="56896" y="0"/>
                </a:cubicBezTo>
                <a:cubicBezTo>
                  <a:pt x="74239" y="0"/>
                  <a:pt x="87991" y="5303"/>
                  <a:pt x="98152" y="15910"/>
                </a:cubicBezTo>
                <a:cubicBezTo>
                  <a:pt x="108313" y="26515"/>
                  <a:pt x="113393" y="41360"/>
                  <a:pt x="113393" y="60445"/>
                </a:cubicBezTo>
                <a:cubicBezTo>
                  <a:pt x="113393" y="70546"/>
                  <a:pt x="111984" y="79424"/>
                  <a:pt x="109164" y="87080"/>
                </a:cubicBezTo>
                <a:cubicBezTo>
                  <a:pt x="107036" y="92927"/>
                  <a:pt x="103631" y="98588"/>
                  <a:pt x="98950" y="104064"/>
                </a:cubicBezTo>
                <a:moveTo>
                  <a:pt x="79958" y="90820"/>
                </a:moveTo>
                <a:cubicBezTo>
                  <a:pt x="82990" y="87259"/>
                  <a:pt x="85264" y="82954"/>
                  <a:pt x="86781" y="77906"/>
                </a:cubicBezTo>
                <a:cubicBezTo>
                  <a:pt x="88297" y="72857"/>
                  <a:pt x="89055" y="67064"/>
                  <a:pt x="89055" y="60527"/>
                </a:cubicBezTo>
                <a:cubicBezTo>
                  <a:pt x="89055" y="47028"/>
                  <a:pt x="86076" y="36943"/>
                  <a:pt x="80117" y="30273"/>
                </a:cubicBezTo>
                <a:cubicBezTo>
                  <a:pt x="74159" y="23604"/>
                  <a:pt x="66366" y="20269"/>
                  <a:pt x="56737" y="20269"/>
                </a:cubicBezTo>
                <a:cubicBezTo>
                  <a:pt x="47108" y="20269"/>
                  <a:pt x="39301" y="23624"/>
                  <a:pt x="33316" y="30333"/>
                </a:cubicBezTo>
                <a:cubicBezTo>
                  <a:pt x="27331" y="37043"/>
                  <a:pt x="24338" y="47134"/>
                  <a:pt x="24338" y="60607"/>
                </a:cubicBezTo>
                <a:cubicBezTo>
                  <a:pt x="24338" y="74292"/>
                  <a:pt x="27331" y="84530"/>
                  <a:pt x="33316" y="91319"/>
                </a:cubicBezTo>
                <a:cubicBezTo>
                  <a:pt x="39301" y="98109"/>
                  <a:pt x="46868" y="101503"/>
                  <a:pt x="56018" y="101503"/>
                </a:cubicBezTo>
                <a:cubicBezTo>
                  <a:pt x="59423" y="101503"/>
                  <a:pt x="62642" y="100936"/>
                  <a:pt x="65674" y="99803"/>
                </a:cubicBezTo>
                <a:cubicBezTo>
                  <a:pt x="60886" y="96641"/>
                  <a:pt x="56018" y="94175"/>
                  <a:pt x="51071" y="92406"/>
                </a:cubicBezTo>
                <a:lnTo>
                  <a:pt x="57694" y="78681"/>
                </a:lnTo>
                <a:cubicBezTo>
                  <a:pt x="65461" y="81379"/>
                  <a:pt x="72882" y="85426"/>
                  <a:pt x="79958" y="90820"/>
                </a:cubicBezTo>
                <a:close/>
                <a:moveTo>
                  <a:pt x="170923" y="119059"/>
                </a:moveTo>
                <a:lnTo>
                  <a:pt x="170923" y="95439"/>
                </a:lnTo>
                <a:lnTo>
                  <a:pt x="123044" y="95439"/>
                </a:lnTo>
                <a:lnTo>
                  <a:pt x="123044" y="75888"/>
                </a:lnTo>
                <a:lnTo>
                  <a:pt x="173795" y="1596"/>
                </a:lnTo>
                <a:lnTo>
                  <a:pt x="192628" y="1596"/>
                </a:lnTo>
                <a:lnTo>
                  <a:pt x="192628" y="75808"/>
                </a:lnTo>
                <a:lnTo>
                  <a:pt x="207151" y="75808"/>
                </a:lnTo>
                <a:lnTo>
                  <a:pt x="207151" y="95439"/>
                </a:lnTo>
                <a:lnTo>
                  <a:pt x="192628" y="95439"/>
                </a:lnTo>
                <a:lnTo>
                  <a:pt x="192628" y="119059"/>
                </a:lnTo>
                <a:lnTo>
                  <a:pt x="170923" y="119059"/>
                </a:lnTo>
                <a:moveTo>
                  <a:pt x="170923" y="75808"/>
                </a:moveTo>
                <a:lnTo>
                  <a:pt x="170923" y="35874"/>
                </a:lnTo>
                <a:lnTo>
                  <a:pt x="144031" y="75808"/>
                </a:lnTo>
                <a:lnTo>
                  <a:pt x="170923" y="75808"/>
                </a:lnTo>
                <a:close/>
                <a:moveTo>
                  <a:pt x="338980" y="98152"/>
                </a:moveTo>
                <a:lnTo>
                  <a:pt x="338980" y="119059"/>
                </a:lnTo>
                <a:lnTo>
                  <a:pt x="260379" y="119059"/>
                </a:lnTo>
                <a:cubicBezTo>
                  <a:pt x="261230" y="111192"/>
                  <a:pt x="263784" y="103738"/>
                  <a:pt x="268040" y="96696"/>
                </a:cubicBezTo>
                <a:cubicBezTo>
                  <a:pt x="272295" y="89652"/>
                  <a:pt x="280701" y="80309"/>
                  <a:pt x="293256" y="68666"/>
                </a:cubicBezTo>
                <a:cubicBezTo>
                  <a:pt x="303364" y="59259"/>
                  <a:pt x="309561" y="52880"/>
                  <a:pt x="311849" y="49532"/>
                </a:cubicBezTo>
                <a:cubicBezTo>
                  <a:pt x="314934" y="44907"/>
                  <a:pt x="316477" y="40336"/>
                  <a:pt x="316477" y="35817"/>
                </a:cubicBezTo>
                <a:cubicBezTo>
                  <a:pt x="316477" y="30820"/>
                  <a:pt x="315134" y="26979"/>
                  <a:pt x="312447" y="24296"/>
                </a:cubicBezTo>
                <a:cubicBezTo>
                  <a:pt x="309761" y="21611"/>
                  <a:pt x="306050" y="20269"/>
                  <a:pt x="301315" y="20269"/>
                </a:cubicBezTo>
                <a:cubicBezTo>
                  <a:pt x="296634" y="20269"/>
                  <a:pt x="292910" y="21685"/>
                  <a:pt x="290144" y="24518"/>
                </a:cubicBezTo>
                <a:cubicBezTo>
                  <a:pt x="287377" y="27349"/>
                  <a:pt x="285781" y="32051"/>
                  <a:pt x="285356" y="38622"/>
                </a:cubicBezTo>
                <a:lnTo>
                  <a:pt x="263012" y="36378"/>
                </a:lnTo>
                <a:cubicBezTo>
                  <a:pt x="264342" y="23983"/>
                  <a:pt x="268518" y="15087"/>
                  <a:pt x="275541" y="9690"/>
                </a:cubicBezTo>
                <a:cubicBezTo>
                  <a:pt x="282563" y="4294"/>
                  <a:pt x="291341" y="1596"/>
                  <a:pt x="301874" y="1596"/>
                </a:cubicBezTo>
                <a:cubicBezTo>
                  <a:pt x="313418" y="1596"/>
                  <a:pt x="322489" y="4706"/>
                  <a:pt x="329085" y="10925"/>
                </a:cubicBezTo>
                <a:cubicBezTo>
                  <a:pt x="335682" y="17144"/>
                  <a:pt x="338980" y="24878"/>
                  <a:pt x="338980" y="34126"/>
                </a:cubicBezTo>
                <a:cubicBezTo>
                  <a:pt x="338980" y="39390"/>
                  <a:pt x="338036" y="44400"/>
                  <a:pt x="336147" y="49158"/>
                </a:cubicBezTo>
                <a:cubicBezTo>
                  <a:pt x="334259" y="53915"/>
                  <a:pt x="331266" y="58897"/>
                  <a:pt x="327170" y="64105"/>
                </a:cubicBezTo>
                <a:cubicBezTo>
                  <a:pt x="324457" y="67562"/>
                  <a:pt x="319563" y="72532"/>
                  <a:pt x="312487" y="79018"/>
                </a:cubicBezTo>
                <a:cubicBezTo>
                  <a:pt x="305412" y="85501"/>
                  <a:pt x="300930" y="89806"/>
                  <a:pt x="299041" y="91933"/>
                </a:cubicBezTo>
                <a:cubicBezTo>
                  <a:pt x="297153" y="94059"/>
                  <a:pt x="295623" y="96132"/>
                  <a:pt x="294453" y="98152"/>
                </a:cubicBezTo>
                <a:lnTo>
                  <a:pt x="338980" y="98152"/>
                </a:lnTo>
                <a:close/>
                <a:moveTo>
                  <a:pt x="392054" y="1596"/>
                </a:moveTo>
                <a:cubicBezTo>
                  <a:pt x="403385" y="1596"/>
                  <a:pt x="412243" y="5642"/>
                  <a:pt x="418627" y="13733"/>
                </a:cubicBezTo>
                <a:cubicBezTo>
                  <a:pt x="426234" y="23315"/>
                  <a:pt x="430038" y="39206"/>
                  <a:pt x="430038" y="61405"/>
                </a:cubicBezTo>
                <a:cubicBezTo>
                  <a:pt x="430038" y="83550"/>
                  <a:pt x="426207" y="99468"/>
                  <a:pt x="418547" y="109157"/>
                </a:cubicBezTo>
                <a:cubicBezTo>
                  <a:pt x="412216" y="117141"/>
                  <a:pt x="403385" y="121134"/>
                  <a:pt x="392054" y="121134"/>
                </a:cubicBezTo>
                <a:cubicBezTo>
                  <a:pt x="380669" y="121134"/>
                  <a:pt x="371492" y="116756"/>
                  <a:pt x="364523" y="107999"/>
                </a:cubicBezTo>
                <a:cubicBezTo>
                  <a:pt x="357554" y="99242"/>
                  <a:pt x="354070" y="83630"/>
                  <a:pt x="354070" y="61165"/>
                </a:cubicBezTo>
                <a:cubicBezTo>
                  <a:pt x="354070" y="39126"/>
                  <a:pt x="357900" y="23262"/>
                  <a:pt x="365561" y="13573"/>
                </a:cubicBezTo>
                <a:cubicBezTo>
                  <a:pt x="371891" y="5588"/>
                  <a:pt x="380722" y="1596"/>
                  <a:pt x="392054" y="1596"/>
                </a:cubicBezTo>
                <a:moveTo>
                  <a:pt x="392054" y="20269"/>
                </a:moveTo>
                <a:cubicBezTo>
                  <a:pt x="389341" y="20269"/>
                  <a:pt x="386920" y="21132"/>
                  <a:pt x="384792" y="22860"/>
                </a:cubicBezTo>
                <a:cubicBezTo>
                  <a:pt x="382664" y="24587"/>
                  <a:pt x="381015" y="27683"/>
                  <a:pt x="379845" y="32146"/>
                </a:cubicBezTo>
                <a:cubicBezTo>
                  <a:pt x="378302" y="37940"/>
                  <a:pt x="377530" y="47693"/>
                  <a:pt x="377530" y="61405"/>
                </a:cubicBezTo>
                <a:cubicBezTo>
                  <a:pt x="377530" y="75117"/>
                  <a:pt x="378222" y="84537"/>
                  <a:pt x="379605" y="89666"/>
                </a:cubicBezTo>
                <a:cubicBezTo>
                  <a:pt x="380988" y="94795"/>
                  <a:pt x="382731" y="98209"/>
                  <a:pt x="384832" y="99910"/>
                </a:cubicBezTo>
                <a:cubicBezTo>
                  <a:pt x="386933" y="101611"/>
                  <a:pt x="389341" y="102461"/>
                  <a:pt x="392054" y="102461"/>
                </a:cubicBezTo>
                <a:cubicBezTo>
                  <a:pt x="394767" y="102461"/>
                  <a:pt x="397187" y="101597"/>
                  <a:pt x="399315" y="99870"/>
                </a:cubicBezTo>
                <a:cubicBezTo>
                  <a:pt x="401443" y="98143"/>
                  <a:pt x="403093" y="95047"/>
                  <a:pt x="404263" y="90583"/>
                </a:cubicBezTo>
                <a:cubicBezTo>
                  <a:pt x="405806" y="84843"/>
                  <a:pt x="406577" y="75117"/>
                  <a:pt x="406577" y="61405"/>
                </a:cubicBezTo>
                <a:cubicBezTo>
                  <a:pt x="406577" y="47693"/>
                  <a:pt x="405885" y="38272"/>
                  <a:pt x="404502" y="33144"/>
                </a:cubicBezTo>
                <a:cubicBezTo>
                  <a:pt x="403119" y="28015"/>
                  <a:pt x="401377" y="24587"/>
                  <a:pt x="399276" y="22860"/>
                </a:cubicBezTo>
                <a:cubicBezTo>
                  <a:pt x="397174" y="21132"/>
                  <a:pt x="394767" y="20269"/>
                  <a:pt x="392054" y="20269"/>
                </a:cubicBezTo>
                <a:close/>
                <a:moveTo>
                  <a:pt x="520776" y="98152"/>
                </a:moveTo>
                <a:lnTo>
                  <a:pt x="520776" y="119059"/>
                </a:lnTo>
                <a:lnTo>
                  <a:pt x="442175" y="119059"/>
                </a:lnTo>
                <a:cubicBezTo>
                  <a:pt x="443026" y="111192"/>
                  <a:pt x="445580" y="103738"/>
                  <a:pt x="449836" y="96696"/>
                </a:cubicBezTo>
                <a:cubicBezTo>
                  <a:pt x="454092" y="89652"/>
                  <a:pt x="462497" y="80309"/>
                  <a:pt x="475052" y="68666"/>
                </a:cubicBezTo>
                <a:cubicBezTo>
                  <a:pt x="485160" y="59259"/>
                  <a:pt x="491357" y="52880"/>
                  <a:pt x="493645" y="49532"/>
                </a:cubicBezTo>
                <a:cubicBezTo>
                  <a:pt x="496730" y="44907"/>
                  <a:pt x="498273" y="40336"/>
                  <a:pt x="498273" y="35817"/>
                </a:cubicBezTo>
                <a:cubicBezTo>
                  <a:pt x="498273" y="30820"/>
                  <a:pt x="496930" y="26979"/>
                  <a:pt x="494243" y="24296"/>
                </a:cubicBezTo>
                <a:cubicBezTo>
                  <a:pt x="491557" y="21611"/>
                  <a:pt x="487846" y="20269"/>
                  <a:pt x="483112" y="20269"/>
                </a:cubicBezTo>
                <a:cubicBezTo>
                  <a:pt x="478430" y="20269"/>
                  <a:pt x="474706" y="21685"/>
                  <a:pt x="471940" y="24518"/>
                </a:cubicBezTo>
                <a:cubicBezTo>
                  <a:pt x="469173" y="27349"/>
                  <a:pt x="467578" y="32051"/>
                  <a:pt x="467152" y="38622"/>
                </a:cubicBezTo>
                <a:lnTo>
                  <a:pt x="444808" y="36378"/>
                </a:lnTo>
                <a:cubicBezTo>
                  <a:pt x="446138" y="23983"/>
                  <a:pt x="450315" y="15087"/>
                  <a:pt x="457337" y="9690"/>
                </a:cubicBezTo>
                <a:cubicBezTo>
                  <a:pt x="464359" y="4294"/>
                  <a:pt x="473137" y="1596"/>
                  <a:pt x="483670" y="1596"/>
                </a:cubicBezTo>
                <a:cubicBezTo>
                  <a:pt x="495214" y="1596"/>
                  <a:pt x="504285" y="4706"/>
                  <a:pt x="510881" y="10925"/>
                </a:cubicBezTo>
                <a:cubicBezTo>
                  <a:pt x="517478" y="17144"/>
                  <a:pt x="520776" y="24878"/>
                  <a:pt x="520776" y="34126"/>
                </a:cubicBezTo>
                <a:cubicBezTo>
                  <a:pt x="520776" y="39390"/>
                  <a:pt x="519832" y="44400"/>
                  <a:pt x="517944" y="49158"/>
                </a:cubicBezTo>
                <a:cubicBezTo>
                  <a:pt x="516055" y="53915"/>
                  <a:pt x="513063" y="58897"/>
                  <a:pt x="508966" y="64105"/>
                </a:cubicBezTo>
                <a:cubicBezTo>
                  <a:pt x="506253" y="67562"/>
                  <a:pt x="501359" y="72532"/>
                  <a:pt x="494283" y="79018"/>
                </a:cubicBezTo>
                <a:cubicBezTo>
                  <a:pt x="487208" y="85501"/>
                  <a:pt x="482726" y="89806"/>
                  <a:pt x="480837" y="91933"/>
                </a:cubicBezTo>
                <a:cubicBezTo>
                  <a:pt x="478949" y="94059"/>
                  <a:pt x="477419" y="96132"/>
                  <a:pt x="476249" y="98152"/>
                </a:cubicBezTo>
                <a:lnTo>
                  <a:pt x="520776" y="98152"/>
                </a:lnTo>
                <a:close/>
                <a:moveTo>
                  <a:pt x="555177" y="55901"/>
                </a:moveTo>
                <a:cubicBezTo>
                  <a:pt x="549378" y="53456"/>
                  <a:pt x="545162" y="50093"/>
                  <a:pt x="542529" y="45814"/>
                </a:cubicBezTo>
                <a:cubicBezTo>
                  <a:pt x="539896" y="41535"/>
                  <a:pt x="538579" y="36844"/>
                  <a:pt x="538579" y="31740"/>
                </a:cubicBezTo>
                <a:cubicBezTo>
                  <a:pt x="538579" y="23020"/>
                  <a:pt x="541625" y="15817"/>
                  <a:pt x="547716" y="10129"/>
                </a:cubicBezTo>
                <a:cubicBezTo>
                  <a:pt x="553807" y="4440"/>
                  <a:pt x="562465" y="1596"/>
                  <a:pt x="573690" y="1596"/>
                </a:cubicBezTo>
                <a:cubicBezTo>
                  <a:pt x="584809" y="1596"/>
                  <a:pt x="593440" y="4440"/>
                  <a:pt x="599585" y="10129"/>
                </a:cubicBezTo>
                <a:cubicBezTo>
                  <a:pt x="605729" y="15817"/>
                  <a:pt x="608802" y="23020"/>
                  <a:pt x="608802" y="31740"/>
                </a:cubicBezTo>
                <a:cubicBezTo>
                  <a:pt x="608802" y="37161"/>
                  <a:pt x="607392" y="41986"/>
                  <a:pt x="604572" y="46213"/>
                </a:cubicBezTo>
                <a:cubicBezTo>
                  <a:pt x="601753" y="50439"/>
                  <a:pt x="597789" y="53668"/>
                  <a:pt x="592682" y="55901"/>
                </a:cubicBezTo>
                <a:cubicBezTo>
                  <a:pt x="599173" y="58516"/>
                  <a:pt x="604107" y="62332"/>
                  <a:pt x="607485" y="67347"/>
                </a:cubicBezTo>
                <a:cubicBezTo>
                  <a:pt x="610863" y="72363"/>
                  <a:pt x="612552" y="78152"/>
                  <a:pt x="612552" y="84716"/>
                </a:cubicBezTo>
                <a:cubicBezTo>
                  <a:pt x="612552" y="95547"/>
                  <a:pt x="609107" y="104351"/>
                  <a:pt x="602218" y="111129"/>
                </a:cubicBezTo>
                <a:cubicBezTo>
                  <a:pt x="595329" y="117905"/>
                  <a:pt x="586165" y="121293"/>
                  <a:pt x="574728" y="121293"/>
                </a:cubicBezTo>
                <a:cubicBezTo>
                  <a:pt x="564088" y="121293"/>
                  <a:pt x="555230" y="118492"/>
                  <a:pt x="548155" y="112890"/>
                </a:cubicBezTo>
                <a:cubicBezTo>
                  <a:pt x="539803" y="106273"/>
                  <a:pt x="535627" y="97202"/>
                  <a:pt x="535627" y="85676"/>
                </a:cubicBezTo>
                <a:cubicBezTo>
                  <a:pt x="535627" y="79325"/>
                  <a:pt x="537196" y="73496"/>
                  <a:pt x="540335" y="68188"/>
                </a:cubicBezTo>
                <a:cubicBezTo>
                  <a:pt x="543473" y="62878"/>
                  <a:pt x="548421" y="58782"/>
                  <a:pt x="555177" y="55901"/>
                </a:cubicBezTo>
                <a:moveTo>
                  <a:pt x="559805" y="33396"/>
                </a:moveTo>
                <a:cubicBezTo>
                  <a:pt x="559805" y="37853"/>
                  <a:pt x="561069" y="41328"/>
                  <a:pt x="563596" y="43822"/>
                </a:cubicBezTo>
                <a:cubicBezTo>
                  <a:pt x="566123" y="46314"/>
                  <a:pt x="569488" y="47560"/>
                  <a:pt x="573690" y="47560"/>
                </a:cubicBezTo>
                <a:cubicBezTo>
                  <a:pt x="577946" y="47560"/>
                  <a:pt x="581351" y="46300"/>
                  <a:pt x="583905" y="43782"/>
                </a:cubicBezTo>
                <a:cubicBezTo>
                  <a:pt x="586458" y="41262"/>
                  <a:pt x="587735" y="37773"/>
                  <a:pt x="587735" y="33316"/>
                </a:cubicBezTo>
                <a:cubicBezTo>
                  <a:pt x="587735" y="29125"/>
                  <a:pt x="586471" y="25770"/>
                  <a:pt x="583944" y="23251"/>
                </a:cubicBezTo>
                <a:cubicBezTo>
                  <a:pt x="581417" y="20731"/>
                  <a:pt x="578079" y="19471"/>
                  <a:pt x="573930" y="19471"/>
                </a:cubicBezTo>
                <a:cubicBezTo>
                  <a:pt x="569621" y="19471"/>
                  <a:pt x="566189" y="20744"/>
                  <a:pt x="563636" y="23291"/>
                </a:cubicBezTo>
                <a:cubicBezTo>
                  <a:pt x="561082" y="25836"/>
                  <a:pt x="559805" y="29204"/>
                  <a:pt x="559805" y="33396"/>
                </a:cubicBezTo>
                <a:moveTo>
                  <a:pt x="557731" y="83504"/>
                </a:moveTo>
                <a:cubicBezTo>
                  <a:pt x="557731" y="89715"/>
                  <a:pt x="559313" y="94560"/>
                  <a:pt x="562479" y="98040"/>
                </a:cubicBezTo>
                <a:cubicBezTo>
                  <a:pt x="565644" y="101519"/>
                  <a:pt x="569594" y="103259"/>
                  <a:pt x="574329" y="103259"/>
                </a:cubicBezTo>
                <a:cubicBezTo>
                  <a:pt x="578957" y="103259"/>
                  <a:pt x="582787" y="101587"/>
                  <a:pt x="585820" y="98242"/>
                </a:cubicBezTo>
                <a:cubicBezTo>
                  <a:pt x="588852" y="94895"/>
                  <a:pt x="590368" y="90062"/>
                  <a:pt x="590368" y="83743"/>
                </a:cubicBezTo>
                <a:cubicBezTo>
                  <a:pt x="590368" y="78229"/>
                  <a:pt x="588825" y="73799"/>
                  <a:pt x="585740" y="70454"/>
                </a:cubicBezTo>
                <a:cubicBezTo>
                  <a:pt x="582654" y="67108"/>
                  <a:pt x="578744" y="65435"/>
                  <a:pt x="574010" y="65435"/>
                </a:cubicBezTo>
                <a:cubicBezTo>
                  <a:pt x="568530" y="65435"/>
                  <a:pt x="564447" y="67336"/>
                  <a:pt x="561760" y="71138"/>
                </a:cubicBezTo>
                <a:cubicBezTo>
                  <a:pt x="559074" y="74938"/>
                  <a:pt x="557731" y="79060"/>
                  <a:pt x="557731" y="83504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3D554-5389-47CB-B199-41C20142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108" y="3657162"/>
            <a:ext cx="289918" cy="289812"/>
          </a:xfrm>
          <a:custGeom xmlns:a="http://schemas.openxmlformats.org/drawingml/2006/main">
            <a:pathLst>
              <a:path w="289918" h="289812">
                <a:moveTo>
                  <a:pt x="37356" y="129339"/>
                </a:moveTo>
                <a:cubicBezTo>
                  <a:pt x="44891" y="76699"/>
                  <a:pt x="90224" y="36227"/>
                  <a:pt x="144959" y="36227"/>
                </a:cubicBezTo>
                <a:cubicBezTo>
                  <a:pt x="174966" y="36227"/>
                  <a:pt x="202138" y="48396"/>
                  <a:pt x="221826" y="68038"/>
                </a:cubicBezTo>
                <a:cubicBezTo>
                  <a:pt x="221944" y="68152"/>
                  <a:pt x="222063" y="68265"/>
                  <a:pt x="222165" y="68377"/>
                </a:cubicBezTo>
                <a:lnTo>
                  <a:pt x="226476" y="72454"/>
                </a:lnTo>
                <a:lnTo>
                  <a:pt x="199354" y="72454"/>
                </a:lnTo>
                <a:cubicBezTo>
                  <a:pt x="189341" y="72454"/>
                  <a:pt x="181245" y="80548"/>
                  <a:pt x="181245" y="90567"/>
                </a:cubicBezTo>
                <a:cubicBezTo>
                  <a:pt x="181245" y="100585"/>
                  <a:pt x="189341" y="108679"/>
                  <a:pt x="199354" y="108679"/>
                </a:cubicBezTo>
                <a:lnTo>
                  <a:pt x="271808" y="108679"/>
                </a:lnTo>
                <a:cubicBezTo>
                  <a:pt x="281839" y="108679"/>
                  <a:pt x="289918" y="100585"/>
                  <a:pt x="289918" y="90567"/>
                </a:cubicBezTo>
                <a:lnTo>
                  <a:pt x="289918" y="18114"/>
                </a:lnTo>
                <a:cubicBezTo>
                  <a:pt x="289918" y="8094"/>
                  <a:pt x="281839" y="0"/>
                  <a:pt x="271808" y="0"/>
                </a:cubicBezTo>
                <a:cubicBezTo>
                  <a:pt x="261795" y="0"/>
                  <a:pt x="253699" y="8094"/>
                  <a:pt x="253699" y="18114"/>
                </a:cubicBezTo>
                <a:lnTo>
                  <a:pt x="253699" y="48340"/>
                </a:lnTo>
                <a:lnTo>
                  <a:pt x="247301" y="42283"/>
                </a:lnTo>
                <a:cubicBezTo>
                  <a:pt x="221096" y="16190"/>
                  <a:pt x="184860" y="0"/>
                  <a:pt x="144959" y="0"/>
                </a:cubicBezTo>
                <a:cubicBezTo>
                  <a:pt x="71945" y="0"/>
                  <a:pt x="11541" y="54000"/>
                  <a:pt x="1527" y="124246"/>
                </a:cubicBezTo>
                <a:cubicBezTo>
                  <a:pt x="119" y="134151"/>
                  <a:pt x="6959" y="143321"/>
                  <a:pt x="16870" y="144736"/>
                </a:cubicBezTo>
                <a:cubicBezTo>
                  <a:pt x="26782" y="146152"/>
                  <a:pt x="35947" y="139246"/>
                  <a:pt x="37356" y="129397"/>
                </a:cubicBezTo>
                <a:lnTo>
                  <a:pt x="37356" y="129339"/>
                </a:lnTo>
                <a:close/>
                <a:moveTo>
                  <a:pt x="288390" y="165566"/>
                </a:moveTo>
                <a:cubicBezTo>
                  <a:pt x="289816" y="155661"/>
                  <a:pt x="282908" y="146491"/>
                  <a:pt x="273064" y="145076"/>
                </a:cubicBezTo>
                <a:cubicBezTo>
                  <a:pt x="263204" y="143660"/>
                  <a:pt x="253988" y="150566"/>
                  <a:pt x="252562" y="160415"/>
                </a:cubicBezTo>
                <a:cubicBezTo>
                  <a:pt x="245043" y="213058"/>
                  <a:pt x="199694" y="253529"/>
                  <a:pt x="144959" y="253529"/>
                </a:cubicBezTo>
                <a:cubicBezTo>
                  <a:pt x="114969" y="253529"/>
                  <a:pt x="87797" y="241359"/>
                  <a:pt x="68092" y="221717"/>
                </a:cubicBezTo>
                <a:cubicBezTo>
                  <a:pt x="67990" y="221605"/>
                  <a:pt x="67871" y="221491"/>
                  <a:pt x="67753" y="221377"/>
                </a:cubicBezTo>
                <a:lnTo>
                  <a:pt x="63459" y="217302"/>
                </a:lnTo>
                <a:lnTo>
                  <a:pt x="90563" y="217302"/>
                </a:lnTo>
                <a:cubicBezTo>
                  <a:pt x="100594" y="217302"/>
                  <a:pt x="108672" y="209208"/>
                  <a:pt x="108672" y="199190"/>
                </a:cubicBezTo>
                <a:cubicBezTo>
                  <a:pt x="108672" y="189169"/>
                  <a:pt x="100594" y="181075"/>
                  <a:pt x="90563" y="181075"/>
                </a:cubicBezTo>
                <a:lnTo>
                  <a:pt x="18177" y="181133"/>
                </a:lnTo>
                <a:cubicBezTo>
                  <a:pt x="13357" y="181133"/>
                  <a:pt x="8724" y="183056"/>
                  <a:pt x="5329" y="186510"/>
                </a:cubicBezTo>
                <a:cubicBezTo>
                  <a:pt x="1918" y="189962"/>
                  <a:pt x="0" y="194548"/>
                  <a:pt x="51" y="199416"/>
                </a:cubicBezTo>
                <a:lnTo>
                  <a:pt x="628" y="271303"/>
                </a:lnTo>
                <a:cubicBezTo>
                  <a:pt x="679" y="281321"/>
                  <a:pt x="8893" y="289359"/>
                  <a:pt x="18907" y="289246"/>
                </a:cubicBezTo>
                <a:cubicBezTo>
                  <a:pt x="28920" y="289132"/>
                  <a:pt x="36965" y="280982"/>
                  <a:pt x="36846" y="270963"/>
                </a:cubicBezTo>
                <a:lnTo>
                  <a:pt x="36626" y="241812"/>
                </a:lnTo>
                <a:lnTo>
                  <a:pt x="42685" y="247528"/>
                </a:lnTo>
                <a:cubicBezTo>
                  <a:pt x="68890" y="273623"/>
                  <a:pt x="105057" y="289812"/>
                  <a:pt x="144959" y="289812"/>
                </a:cubicBezTo>
                <a:cubicBezTo>
                  <a:pt x="217990" y="289812"/>
                  <a:pt x="278377" y="235812"/>
                  <a:pt x="288390" y="165566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77EC4-F84E-4542-9086-4DBE747A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50" y="3560927"/>
            <a:ext cx="2094753" cy="491764"/>
          </a:xfrm>
          <a:custGeom xmlns:a="http://schemas.openxmlformats.org/drawingml/2006/main">
            <a:pathLst>
              <a:path w="2094753" h="491764">
                <a:moveTo>
                  <a:pt x="2094753" y="104636"/>
                </a:moveTo>
                <a:lnTo>
                  <a:pt x="2094753" y="387126"/>
                </a:lnTo>
                <a:cubicBezTo>
                  <a:pt x="2094753" y="444877"/>
                  <a:pt x="2047876" y="491764"/>
                  <a:pt x="1990120" y="491764"/>
                </a:cubicBezTo>
                <a:lnTo>
                  <a:pt x="104637" y="491764"/>
                </a:lnTo>
                <a:cubicBezTo>
                  <a:pt x="46886" y="491764"/>
                  <a:pt x="0" y="444877"/>
                  <a:pt x="0" y="387126"/>
                </a:cubicBezTo>
                <a:lnTo>
                  <a:pt x="0" y="104636"/>
                </a:lnTo>
                <a:cubicBezTo>
                  <a:pt x="0" y="46887"/>
                  <a:pt x="46886" y="0"/>
                  <a:pt x="104637" y="0"/>
                </a:cubicBezTo>
                <a:lnTo>
                  <a:pt x="1990120" y="0"/>
                </a:lnTo>
                <a:cubicBezTo>
                  <a:pt x="2047876" y="0"/>
                  <a:pt x="2094753" y="46887"/>
                  <a:pt x="2094753" y="104636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Timerangecovered">
            <a:extLst xmlns:a="http://schemas.openxmlformats.org/drawingml/2006/main">
              <a:ext uri="{FF2B5EF4-FFF2-40B4-BE49-F238E27FC236}">
                <a16:creationId xmlns:a16="http://schemas.microsoft.com/office/drawing/2014/main" id="{BDB4C5D8-6762-4D4F-B751-8A4D3465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38" y="3657751"/>
            <a:ext cx="1193160" cy="126214"/>
          </a:xfrm>
          <a:custGeom xmlns:a="http://schemas.openxmlformats.org/drawingml/2006/main">
            <a:pathLst>
              <a:path w="1193160" h="126214">
                <a:moveTo>
                  <a:pt x="32119" y="97487"/>
                </a:moveTo>
                <a:lnTo>
                  <a:pt x="32119" y="11504"/>
                </a:lnTo>
                <a:lnTo>
                  <a:pt x="0" y="11504"/>
                </a:lnTo>
                <a:lnTo>
                  <a:pt x="0" y="0"/>
                </a:lnTo>
                <a:lnTo>
                  <a:pt x="77271" y="0"/>
                </a:lnTo>
                <a:lnTo>
                  <a:pt x="77271" y="11504"/>
                </a:lnTo>
                <a:lnTo>
                  <a:pt x="45020" y="11504"/>
                </a:lnTo>
                <a:lnTo>
                  <a:pt x="45020" y="97487"/>
                </a:lnTo>
                <a:lnTo>
                  <a:pt x="32119" y="97487"/>
                </a:lnTo>
                <a:close/>
                <a:moveTo>
                  <a:pt x="83984" y="13832"/>
                </a:moveTo>
                <a:lnTo>
                  <a:pt x="83984" y="0"/>
                </a:lnTo>
                <a:lnTo>
                  <a:pt x="95953" y="0"/>
                </a:lnTo>
                <a:lnTo>
                  <a:pt x="95953" y="13832"/>
                </a:lnTo>
                <a:lnTo>
                  <a:pt x="83984" y="13832"/>
                </a:lnTo>
                <a:moveTo>
                  <a:pt x="83984" y="97487"/>
                </a:moveTo>
                <a:lnTo>
                  <a:pt x="83984" y="26865"/>
                </a:lnTo>
                <a:lnTo>
                  <a:pt x="95953" y="26865"/>
                </a:lnTo>
                <a:lnTo>
                  <a:pt x="95953" y="97487"/>
                </a:lnTo>
                <a:lnTo>
                  <a:pt x="83984" y="97487"/>
                </a:lnTo>
                <a:close/>
                <a:moveTo>
                  <a:pt x="114178" y="97487"/>
                </a:moveTo>
                <a:lnTo>
                  <a:pt x="114178" y="26865"/>
                </a:lnTo>
                <a:lnTo>
                  <a:pt x="124885" y="26865"/>
                </a:lnTo>
                <a:lnTo>
                  <a:pt x="124885" y="36707"/>
                </a:lnTo>
                <a:cubicBezTo>
                  <a:pt x="127101" y="33269"/>
                  <a:pt x="130049" y="30503"/>
                  <a:pt x="133729" y="28409"/>
                </a:cubicBezTo>
                <a:cubicBezTo>
                  <a:pt x="137409" y="26316"/>
                  <a:pt x="141598" y="25269"/>
                  <a:pt x="146297" y="25269"/>
                </a:cubicBezTo>
                <a:cubicBezTo>
                  <a:pt x="151528" y="25269"/>
                  <a:pt x="155818" y="26350"/>
                  <a:pt x="159165" y="28511"/>
                </a:cubicBezTo>
                <a:cubicBezTo>
                  <a:pt x="162512" y="30671"/>
                  <a:pt x="164872" y="33691"/>
                  <a:pt x="166247" y="37572"/>
                </a:cubicBezTo>
                <a:cubicBezTo>
                  <a:pt x="171833" y="29370"/>
                  <a:pt x="179103" y="25269"/>
                  <a:pt x="188058" y="25269"/>
                </a:cubicBezTo>
                <a:cubicBezTo>
                  <a:pt x="195063" y="25269"/>
                  <a:pt x="200449" y="27209"/>
                  <a:pt x="204217" y="31088"/>
                </a:cubicBezTo>
                <a:cubicBezTo>
                  <a:pt x="207986" y="34967"/>
                  <a:pt x="209870" y="40941"/>
                  <a:pt x="209870" y="49009"/>
                </a:cubicBezTo>
                <a:lnTo>
                  <a:pt x="209870" y="97487"/>
                </a:lnTo>
                <a:lnTo>
                  <a:pt x="197967" y="97487"/>
                </a:lnTo>
                <a:lnTo>
                  <a:pt x="197967" y="52952"/>
                </a:lnTo>
                <a:cubicBezTo>
                  <a:pt x="197967" y="48158"/>
                  <a:pt x="197579" y="44708"/>
                  <a:pt x="196803" y="42601"/>
                </a:cubicBezTo>
                <a:cubicBezTo>
                  <a:pt x="196027" y="40492"/>
                  <a:pt x="194620" y="38794"/>
                  <a:pt x="192580" y="37507"/>
                </a:cubicBezTo>
                <a:cubicBezTo>
                  <a:pt x="190541" y="36220"/>
                  <a:pt x="188147" y="35577"/>
                  <a:pt x="185398" y="35577"/>
                </a:cubicBezTo>
                <a:cubicBezTo>
                  <a:pt x="180433" y="35577"/>
                  <a:pt x="176310" y="37230"/>
                  <a:pt x="173030" y="40537"/>
                </a:cubicBezTo>
                <a:cubicBezTo>
                  <a:pt x="169749" y="43843"/>
                  <a:pt x="168109" y="49135"/>
                  <a:pt x="168109" y="56414"/>
                </a:cubicBezTo>
                <a:lnTo>
                  <a:pt x="168109" y="97487"/>
                </a:lnTo>
                <a:lnTo>
                  <a:pt x="156139" y="97487"/>
                </a:lnTo>
                <a:lnTo>
                  <a:pt x="156139" y="51553"/>
                </a:lnTo>
                <a:cubicBezTo>
                  <a:pt x="156139" y="46228"/>
                  <a:pt x="155164" y="42234"/>
                  <a:pt x="153213" y="39571"/>
                </a:cubicBezTo>
                <a:cubicBezTo>
                  <a:pt x="151262" y="36908"/>
                  <a:pt x="148070" y="35577"/>
                  <a:pt x="143637" y="35577"/>
                </a:cubicBezTo>
                <a:cubicBezTo>
                  <a:pt x="140268" y="35577"/>
                  <a:pt x="137154" y="36465"/>
                  <a:pt x="134294" y="38241"/>
                </a:cubicBezTo>
                <a:cubicBezTo>
                  <a:pt x="131435" y="40016"/>
                  <a:pt x="129362" y="42612"/>
                  <a:pt x="128077" y="46030"/>
                </a:cubicBezTo>
                <a:cubicBezTo>
                  <a:pt x="126791" y="49446"/>
                  <a:pt x="126148" y="54372"/>
                  <a:pt x="126148" y="60807"/>
                </a:cubicBezTo>
                <a:lnTo>
                  <a:pt x="126148" y="97487"/>
                </a:lnTo>
                <a:lnTo>
                  <a:pt x="114178" y="97487"/>
                </a:lnTo>
                <a:close/>
                <a:moveTo>
                  <a:pt x="275982" y="74744"/>
                </a:moveTo>
                <a:lnTo>
                  <a:pt x="288351" y="76274"/>
                </a:lnTo>
                <a:cubicBezTo>
                  <a:pt x="286400" y="83500"/>
                  <a:pt x="282787" y="89108"/>
                  <a:pt x="277511" y="93098"/>
                </a:cubicBezTo>
                <a:cubicBezTo>
                  <a:pt x="272236" y="97088"/>
                  <a:pt x="265497" y="99083"/>
                  <a:pt x="257296" y="99083"/>
                </a:cubicBezTo>
                <a:cubicBezTo>
                  <a:pt x="246966" y="99083"/>
                  <a:pt x="238776" y="95902"/>
                  <a:pt x="232725" y="89540"/>
                </a:cubicBezTo>
                <a:cubicBezTo>
                  <a:pt x="226673" y="83179"/>
                  <a:pt x="223648" y="74257"/>
                  <a:pt x="223648" y="62775"/>
                </a:cubicBezTo>
                <a:cubicBezTo>
                  <a:pt x="223648" y="50894"/>
                  <a:pt x="226706" y="41672"/>
                  <a:pt x="232824" y="35111"/>
                </a:cubicBezTo>
                <a:cubicBezTo>
                  <a:pt x="238942" y="28550"/>
                  <a:pt x="246878" y="25269"/>
                  <a:pt x="256631" y="25269"/>
                </a:cubicBezTo>
                <a:cubicBezTo>
                  <a:pt x="266074" y="25269"/>
                  <a:pt x="273788" y="28479"/>
                  <a:pt x="279772" y="34897"/>
                </a:cubicBezTo>
                <a:cubicBezTo>
                  <a:pt x="285757" y="41314"/>
                  <a:pt x="288750" y="50343"/>
                  <a:pt x="288750" y="61983"/>
                </a:cubicBezTo>
                <a:cubicBezTo>
                  <a:pt x="288750" y="62691"/>
                  <a:pt x="288728" y="63753"/>
                  <a:pt x="288683" y="65169"/>
                </a:cubicBezTo>
                <a:lnTo>
                  <a:pt x="236016" y="65169"/>
                </a:lnTo>
                <a:cubicBezTo>
                  <a:pt x="236460" y="72905"/>
                  <a:pt x="238654" y="78829"/>
                  <a:pt x="242600" y="82940"/>
                </a:cubicBezTo>
                <a:cubicBezTo>
                  <a:pt x="246545" y="87052"/>
                  <a:pt x="251466" y="89108"/>
                  <a:pt x="257362" y="89108"/>
                </a:cubicBezTo>
                <a:cubicBezTo>
                  <a:pt x="261751" y="89108"/>
                  <a:pt x="265497" y="87967"/>
                  <a:pt x="268601" y="85683"/>
                </a:cubicBezTo>
                <a:cubicBezTo>
                  <a:pt x="271704" y="83399"/>
                  <a:pt x="274164" y="79753"/>
                  <a:pt x="275982" y="74744"/>
                </a:cubicBezTo>
                <a:moveTo>
                  <a:pt x="236681" y="55194"/>
                </a:moveTo>
                <a:lnTo>
                  <a:pt x="276115" y="55194"/>
                </a:lnTo>
                <a:cubicBezTo>
                  <a:pt x="275583" y="49350"/>
                  <a:pt x="274076" y="44968"/>
                  <a:pt x="271593" y="42046"/>
                </a:cubicBezTo>
                <a:cubicBezTo>
                  <a:pt x="267780" y="37511"/>
                  <a:pt x="262837" y="35244"/>
                  <a:pt x="256764" y="35244"/>
                </a:cubicBezTo>
                <a:cubicBezTo>
                  <a:pt x="251267" y="35244"/>
                  <a:pt x="246645" y="37054"/>
                  <a:pt x="242899" y="40674"/>
                </a:cubicBezTo>
                <a:cubicBezTo>
                  <a:pt x="239153" y="44293"/>
                  <a:pt x="237080" y="49133"/>
                  <a:pt x="236681" y="55194"/>
                </a:cubicBezTo>
                <a:close/>
                <a:moveTo>
                  <a:pt x="341086" y="97487"/>
                </a:moveTo>
                <a:lnTo>
                  <a:pt x="341086" y="26865"/>
                </a:lnTo>
                <a:lnTo>
                  <a:pt x="351859" y="26865"/>
                </a:lnTo>
                <a:lnTo>
                  <a:pt x="351859" y="37505"/>
                </a:lnTo>
                <a:cubicBezTo>
                  <a:pt x="354608" y="32523"/>
                  <a:pt x="357146" y="29239"/>
                  <a:pt x="359473" y="27651"/>
                </a:cubicBezTo>
                <a:cubicBezTo>
                  <a:pt x="361801" y="26063"/>
                  <a:pt x="364361" y="25269"/>
                  <a:pt x="367154" y="25269"/>
                </a:cubicBezTo>
                <a:cubicBezTo>
                  <a:pt x="371188" y="25269"/>
                  <a:pt x="375289" y="26550"/>
                  <a:pt x="379456" y="29110"/>
                </a:cubicBezTo>
                <a:lnTo>
                  <a:pt x="375333" y="40165"/>
                </a:lnTo>
                <a:cubicBezTo>
                  <a:pt x="372407" y="38436"/>
                  <a:pt x="369481" y="37572"/>
                  <a:pt x="366555" y="37572"/>
                </a:cubicBezTo>
                <a:cubicBezTo>
                  <a:pt x="363940" y="37572"/>
                  <a:pt x="361590" y="38360"/>
                  <a:pt x="359506" y="39937"/>
                </a:cubicBezTo>
                <a:cubicBezTo>
                  <a:pt x="357423" y="41512"/>
                  <a:pt x="355938" y="43697"/>
                  <a:pt x="355051" y="46493"/>
                </a:cubicBezTo>
                <a:cubicBezTo>
                  <a:pt x="353721" y="50753"/>
                  <a:pt x="353056" y="55413"/>
                  <a:pt x="353056" y="60472"/>
                </a:cubicBezTo>
                <a:lnTo>
                  <a:pt x="353056" y="97487"/>
                </a:lnTo>
                <a:lnTo>
                  <a:pt x="341086" y="97487"/>
                </a:lnTo>
                <a:close/>
                <a:moveTo>
                  <a:pt x="432667" y="88767"/>
                </a:moveTo>
                <a:cubicBezTo>
                  <a:pt x="428234" y="92538"/>
                  <a:pt x="423967" y="95200"/>
                  <a:pt x="419866" y="96753"/>
                </a:cubicBezTo>
                <a:cubicBezTo>
                  <a:pt x="415766" y="98306"/>
                  <a:pt x="411366" y="99083"/>
                  <a:pt x="406666" y="99083"/>
                </a:cubicBezTo>
                <a:cubicBezTo>
                  <a:pt x="398908" y="99083"/>
                  <a:pt x="392946" y="97186"/>
                  <a:pt x="388778" y="93393"/>
                </a:cubicBezTo>
                <a:cubicBezTo>
                  <a:pt x="384611" y="89600"/>
                  <a:pt x="382527" y="84753"/>
                  <a:pt x="382527" y="78853"/>
                </a:cubicBezTo>
                <a:cubicBezTo>
                  <a:pt x="382527" y="75393"/>
                  <a:pt x="383314" y="72233"/>
                  <a:pt x="384888" y="69373"/>
                </a:cubicBezTo>
                <a:cubicBezTo>
                  <a:pt x="386462" y="66510"/>
                  <a:pt x="388523" y="64214"/>
                  <a:pt x="391072" y="62484"/>
                </a:cubicBezTo>
                <a:cubicBezTo>
                  <a:pt x="393622" y="60753"/>
                  <a:pt x="396492" y="59445"/>
                  <a:pt x="399684" y="58558"/>
                </a:cubicBezTo>
                <a:cubicBezTo>
                  <a:pt x="402034" y="57936"/>
                  <a:pt x="405580" y="57337"/>
                  <a:pt x="410324" y="56761"/>
                </a:cubicBezTo>
                <a:cubicBezTo>
                  <a:pt x="419988" y="55616"/>
                  <a:pt x="427104" y="54252"/>
                  <a:pt x="431670" y="52667"/>
                </a:cubicBezTo>
                <a:cubicBezTo>
                  <a:pt x="431714" y="51034"/>
                  <a:pt x="431736" y="49996"/>
                  <a:pt x="431736" y="49554"/>
                </a:cubicBezTo>
                <a:cubicBezTo>
                  <a:pt x="431736" y="44695"/>
                  <a:pt x="430606" y="41273"/>
                  <a:pt x="428345" y="39286"/>
                </a:cubicBezTo>
                <a:cubicBezTo>
                  <a:pt x="425286" y="36592"/>
                  <a:pt x="420742" y="35244"/>
                  <a:pt x="414713" y="35244"/>
                </a:cubicBezTo>
                <a:cubicBezTo>
                  <a:pt x="409083" y="35244"/>
                  <a:pt x="404926" y="36231"/>
                  <a:pt x="402244" y="38203"/>
                </a:cubicBezTo>
                <a:cubicBezTo>
                  <a:pt x="399562" y="40176"/>
                  <a:pt x="397578" y="43667"/>
                  <a:pt x="396293" y="48677"/>
                </a:cubicBezTo>
                <a:lnTo>
                  <a:pt x="384589" y="47081"/>
                </a:lnTo>
                <a:cubicBezTo>
                  <a:pt x="385653" y="42056"/>
                  <a:pt x="387404" y="37998"/>
                  <a:pt x="389842" y="34908"/>
                </a:cubicBezTo>
                <a:cubicBezTo>
                  <a:pt x="392281" y="31817"/>
                  <a:pt x="395805" y="29438"/>
                  <a:pt x="400416" y="27771"/>
                </a:cubicBezTo>
                <a:cubicBezTo>
                  <a:pt x="405026" y="26103"/>
                  <a:pt x="410368" y="25269"/>
                  <a:pt x="416442" y="25269"/>
                </a:cubicBezTo>
                <a:cubicBezTo>
                  <a:pt x="422471" y="25269"/>
                  <a:pt x="427370" y="25979"/>
                  <a:pt x="431138" y="27397"/>
                </a:cubicBezTo>
                <a:cubicBezTo>
                  <a:pt x="434906" y="28816"/>
                  <a:pt x="437677" y="30600"/>
                  <a:pt x="439450" y="32751"/>
                </a:cubicBezTo>
                <a:cubicBezTo>
                  <a:pt x="441224" y="34901"/>
                  <a:pt x="442465" y="37616"/>
                  <a:pt x="443174" y="40897"/>
                </a:cubicBezTo>
                <a:cubicBezTo>
                  <a:pt x="443573" y="42936"/>
                  <a:pt x="443773" y="46616"/>
                  <a:pt x="443773" y="51935"/>
                </a:cubicBezTo>
                <a:lnTo>
                  <a:pt x="443773" y="67895"/>
                </a:lnTo>
                <a:cubicBezTo>
                  <a:pt x="443773" y="79023"/>
                  <a:pt x="444028" y="86060"/>
                  <a:pt x="444537" y="89008"/>
                </a:cubicBezTo>
                <a:cubicBezTo>
                  <a:pt x="445047" y="91956"/>
                  <a:pt x="446056" y="94783"/>
                  <a:pt x="447563" y="97487"/>
                </a:cubicBezTo>
                <a:lnTo>
                  <a:pt x="435061" y="97487"/>
                </a:lnTo>
                <a:cubicBezTo>
                  <a:pt x="433820" y="95002"/>
                  <a:pt x="433022" y="92095"/>
                  <a:pt x="432667" y="88767"/>
                </a:cubicBezTo>
                <a:moveTo>
                  <a:pt x="431670" y="61977"/>
                </a:moveTo>
                <a:cubicBezTo>
                  <a:pt x="427325" y="63765"/>
                  <a:pt x="420808" y="65285"/>
                  <a:pt x="412119" y="66536"/>
                </a:cubicBezTo>
                <a:cubicBezTo>
                  <a:pt x="407198" y="67248"/>
                  <a:pt x="403718" y="68050"/>
                  <a:pt x="401679" y="68940"/>
                </a:cubicBezTo>
                <a:cubicBezTo>
                  <a:pt x="399640" y="69830"/>
                  <a:pt x="398066" y="71132"/>
                  <a:pt x="396958" y="72847"/>
                </a:cubicBezTo>
                <a:cubicBezTo>
                  <a:pt x="395849" y="74561"/>
                  <a:pt x="395295" y="76464"/>
                  <a:pt x="395295" y="78556"/>
                </a:cubicBezTo>
                <a:cubicBezTo>
                  <a:pt x="395295" y="81760"/>
                  <a:pt x="396503" y="84431"/>
                  <a:pt x="398919" y="86569"/>
                </a:cubicBezTo>
                <a:cubicBezTo>
                  <a:pt x="401335" y="88705"/>
                  <a:pt x="404871" y="89773"/>
                  <a:pt x="409526" y="89773"/>
                </a:cubicBezTo>
                <a:cubicBezTo>
                  <a:pt x="414136" y="89773"/>
                  <a:pt x="418237" y="88760"/>
                  <a:pt x="421828" y="86733"/>
                </a:cubicBezTo>
                <a:cubicBezTo>
                  <a:pt x="425419" y="84706"/>
                  <a:pt x="428057" y="81933"/>
                  <a:pt x="429741" y="78414"/>
                </a:cubicBezTo>
                <a:cubicBezTo>
                  <a:pt x="431027" y="75696"/>
                  <a:pt x="431670" y="71687"/>
                  <a:pt x="431670" y="66386"/>
                </a:cubicBezTo>
                <a:lnTo>
                  <a:pt x="431670" y="61977"/>
                </a:lnTo>
                <a:close/>
                <a:moveTo>
                  <a:pt x="462332" y="97487"/>
                </a:moveTo>
                <a:lnTo>
                  <a:pt x="462332" y="26865"/>
                </a:lnTo>
                <a:lnTo>
                  <a:pt x="473105" y="26865"/>
                </a:lnTo>
                <a:lnTo>
                  <a:pt x="473105" y="36840"/>
                </a:lnTo>
                <a:cubicBezTo>
                  <a:pt x="478292" y="29126"/>
                  <a:pt x="485784" y="25269"/>
                  <a:pt x="495582" y="25269"/>
                </a:cubicBezTo>
                <a:cubicBezTo>
                  <a:pt x="499838" y="25269"/>
                  <a:pt x="503750" y="26034"/>
                  <a:pt x="507319" y="27564"/>
                </a:cubicBezTo>
                <a:cubicBezTo>
                  <a:pt x="510887" y="29093"/>
                  <a:pt x="513558" y="31099"/>
                  <a:pt x="515332" y="33582"/>
                </a:cubicBezTo>
                <a:cubicBezTo>
                  <a:pt x="517105" y="36064"/>
                  <a:pt x="518346" y="39013"/>
                  <a:pt x="519056" y="42426"/>
                </a:cubicBezTo>
                <a:cubicBezTo>
                  <a:pt x="519499" y="44643"/>
                  <a:pt x="519721" y="48522"/>
                  <a:pt x="519721" y="54063"/>
                </a:cubicBezTo>
                <a:lnTo>
                  <a:pt x="519721" y="97487"/>
                </a:lnTo>
                <a:lnTo>
                  <a:pt x="507751" y="97487"/>
                </a:lnTo>
                <a:lnTo>
                  <a:pt x="507751" y="54483"/>
                </a:lnTo>
                <a:cubicBezTo>
                  <a:pt x="507751" y="49601"/>
                  <a:pt x="507285" y="45951"/>
                  <a:pt x="506354" y="43532"/>
                </a:cubicBezTo>
                <a:cubicBezTo>
                  <a:pt x="505423" y="41113"/>
                  <a:pt x="503772" y="39182"/>
                  <a:pt x="501400" y="37740"/>
                </a:cubicBezTo>
                <a:cubicBezTo>
                  <a:pt x="499028" y="36298"/>
                  <a:pt x="496247" y="35577"/>
                  <a:pt x="493055" y="35577"/>
                </a:cubicBezTo>
                <a:cubicBezTo>
                  <a:pt x="487956" y="35577"/>
                  <a:pt x="483556" y="37197"/>
                  <a:pt x="479855" y="40437"/>
                </a:cubicBezTo>
                <a:cubicBezTo>
                  <a:pt x="476153" y="43676"/>
                  <a:pt x="474302" y="49823"/>
                  <a:pt x="474302" y="58876"/>
                </a:cubicBezTo>
                <a:lnTo>
                  <a:pt x="474302" y="97487"/>
                </a:lnTo>
                <a:lnTo>
                  <a:pt x="462332" y="97487"/>
                </a:lnTo>
                <a:close/>
                <a:moveTo>
                  <a:pt x="535886" y="103339"/>
                </a:moveTo>
                <a:lnTo>
                  <a:pt x="547523" y="105068"/>
                </a:lnTo>
                <a:cubicBezTo>
                  <a:pt x="548011" y="108659"/>
                  <a:pt x="549363" y="111274"/>
                  <a:pt x="551580" y="112915"/>
                </a:cubicBezTo>
                <a:cubicBezTo>
                  <a:pt x="554550" y="115131"/>
                  <a:pt x="558607" y="116240"/>
                  <a:pt x="563749" y="116240"/>
                </a:cubicBezTo>
                <a:cubicBezTo>
                  <a:pt x="569291" y="116240"/>
                  <a:pt x="573569" y="115128"/>
                  <a:pt x="576583" y="112906"/>
                </a:cubicBezTo>
                <a:cubicBezTo>
                  <a:pt x="579598" y="110686"/>
                  <a:pt x="581637" y="107575"/>
                  <a:pt x="582701" y="103576"/>
                </a:cubicBezTo>
                <a:cubicBezTo>
                  <a:pt x="583322" y="101133"/>
                  <a:pt x="583610" y="96002"/>
                  <a:pt x="583566" y="88181"/>
                </a:cubicBezTo>
                <a:cubicBezTo>
                  <a:pt x="578334" y="94385"/>
                  <a:pt x="571818" y="97487"/>
                  <a:pt x="564015" y="97487"/>
                </a:cubicBezTo>
                <a:cubicBezTo>
                  <a:pt x="554306" y="97487"/>
                  <a:pt x="546792" y="93985"/>
                  <a:pt x="541472" y="86980"/>
                </a:cubicBezTo>
                <a:cubicBezTo>
                  <a:pt x="536152" y="79976"/>
                  <a:pt x="533492" y="71575"/>
                  <a:pt x="533492" y="61777"/>
                </a:cubicBezTo>
                <a:cubicBezTo>
                  <a:pt x="533492" y="55039"/>
                  <a:pt x="534711" y="48821"/>
                  <a:pt x="537150" y="43124"/>
                </a:cubicBezTo>
                <a:cubicBezTo>
                  <a:pt x="539588" y="37428"/>
                  <a:pt x="543123" y="33028"/>
                  <a:pt x="547756" y="29924"/>
                </a:cubicBezTo>
                <a:cubicBezTo>
                  <a:pt x="552389" y="26821"/>
                  <a:pt x="557831" y="25269"/>
                  <a:pt x="564082" y="25269"/>
                </a:cubicBezTo>
                <a:cubicBezTo>
                  <a:pt x="572416" y="25269"/>
                  <a:pt x="579288" y="28661"/>
                  <a:pt x="584696" y="35444"/>
                </a:cubicBezTo>
                <a:lnTo>
                  <a:pt x="584696" y="26865"/>
                </a:lnTo>
                <a:lnTo>
                  <a:pt x="595735" y="26865"/>
                </a:lnTo>
                <a:lnTo>
                  <a:pt x="595735" y="87953"/>
                </a:lnTo>
                <a:cubicBezTo>
                  <a:pt x="595735" y="98954"/>
                  <a:pt x="594616" y="106750"/>
                  <a:pt x="592377" y="111342"/>
                </a:cubicBezTo>
                <a:cubicBezTo>
                  <a:pt x="590138" y="115933"/>
                  <a:pt x="586591" y="119559"/>
                  <a:pt x="581737" y="122220"/>
                </a:cubicBezTo>
                <a:cubicBezTo>
                  <a:pt x="576883" y="124883"/>
                  <a:pt x="570909" y="126214"/>
                  <a:pt x="563816" y="126214"/>
                </a:cubicBezTo>
                <a:cubicBezTo>
                  <a:pt x="555392" y="126214"/>
                  <a:pt x="548587" y="124314"/>
                  <a:pt x="543401" y="120512"/>
                </a:cubicBezTo>
                <a:cubicBezTo>
                  <a:pt x="538214" y="116711"/>
                  <a:pt x="535709" y="110986"/>
                  <a:pt x="535886" y="103339"/>
                </a:cubicBezTo>
                <a:moveTo>
                  <a:pt x="545794" y="60915"/>
                </a:moveTo>
                <a:cubicBezTo>
                  <a:pt x="545794" y="70157"/>
                  <a:pt x="547634" y="76900"/>
                  <a:pt x="551314" y="81145"/>
                </a:cubicBezTo>
                <a:cubicBezTo>
                  <a:pt x="554993" y="85390"/>
                  <a:pt x="559604" y="87512"/>
                  <a:pt x="565146" y="87512"/>
                </a:cubicBezTo>
                <a:cubicBezTo>
                  <a:pt x="570643" y="87512"/>
                  <a:pt x="575253" y="85401"/>
                  <a:pt x="578977" y="81178"/>
                </a:cubicBezTo>
                <a:cubicBezTo>
                  <a:pt x="582701" y="76956"/>
                  <a:pt x="584563" y="70333"/>
                  <a:pt x="584563" y="61312"/>
                </a:cubicBezTo>
                <a:cubicBezTo>
                  <a:pt x="584563" y="52689"/>
                  <a:pt x="582646" y="46189"/>
                  <a:pt x="578811" y="41811"/>
                </a:cubicBezTo>
                <a:cubicBezTo>
                  <a:pt x="574976" y="37433"/>
                  <a:pt x="570355" y="35244"/>
                  <a:pt x="564946" y="35244"/>
                </a:cubicBezTo>
                <a:cubicBezTo>
                  <a:pt x="559626" y="35244"/>
                  <a:pt x="555104" y="37400"/>
                  <a:pt x="551380" y="41711"/>
                </a:cubicBezTo>
                <a:cubicBezTo>
                  <a:pt x="547656" y="46023"/>
                  <a:pt x="545794" y="52424"/>
                  <a:pt x="545794" y="60915"/>
                </a:cubicBezTo>
                <a:close/>
                <a:moveTo>
                  <a:pt x="662174" y="74744"/>
                </a:moveTo>
                <a:lnTo>
                  <a:pt x="674542" y="76274"/>
                </a:lnTo>
                <a:cubicBezTo>
                  <a:pt x="672592" y="83500"/>
                  <a:pt x="668979" y="89108"/>
                  <a:pt x="663703" y="93098"/>
                </a:cubicBezTo>
                <a:cubicBezTo>
                  <a:pt x="658427" y="97088"/>
                  <a:pt x="651689" y="99083"/>
                  <a:pt x="643487" y="99083"/>
                </a:cubicBezTo>
                <a:cubicBezTo>
                  <a:pt x="633158" y="99083"/>
                  <a:pt x="624968" y="95902"/>
                  <a:pt x="618916" y="89540"/>
                </a:cubicBezTo>
                <a:cubicBezTo>
                  <a:pt x="612865" y="83179"/>
                  <a:pt x="609839" y="74257"/>
                  <a:pt x="609839" y="62775"/>
                </a:cubicBezTo>
                <a:cubicBezTo>
                  <a:pt x="609839" y="50894"/>
                  <a:pt x="612898" y="41672"/>
                  <a:pt x="619016" y="35111"/>
                </a:cubicBezTo>
                <a:cubicBezTo>
                  <a:pt x="625134" y="28550"/>
                  <a:pt x="633069" y="25269"/>
                  <a:pt x="642822" y="25269"/>
                </a:cubicBezTo>
                <a:cubicBezTo>
                  <a:pt x="652265" y="25269"/>
                  <a:pt x="659979" y="28479"/>
                  <a:pt x="665964" y="34897"/>
                </a:cubicBezTo>
                <a:cubicBezTo>
                  <a:pt x="671949" y="41314"/>
                  <a:pt x="674941" y="50343"/>
                  <a:pt x="674941" y="61983"/>
                </a:cubicBezTo>
                <a:cubicBezTo>
                  <a:pt x="674941" y="62691"/>
                  <a:pt x="674919" y="63753"/>
                  <a:pt x="674875" y="65169"/>
                </a:cubicBezTo>
                <a:lnTo>
                  <a:pt x="622208" y="65169"/>
                </a:lnTo>
                <a:cubicBezTo>
                  <a:pt x="622651" y="72905"/>
                  <a:pt x="624846" y="78829"/>
                  <a:pt x="628791" y="82940"/>
                </a:cubicBezTo>
                <a:cubicBezTo>
                  <a:pt x="632737" y="87052"/>
                  <a:pt x="637658" y="89108"/>
                  <a:pt x="643554" y="89108"/>
                </a:cubicBezTo>
                <a:cubicBezTo>
                  <a:pt x="647943" y="89108"/>
                  <a:pt x="651689" y="87967"/>
                  <a:pt x="654792" y="85683"/>
                </a:cubicBezTo>
                <a:cubicBezTo>
                  <a:pt x="657896" y="83399"/>
                  <a:pt x="660356" y="79753"/>
                  <a:pt x="662174" y="74744"/>
                </a:cubicBezTo>
                <a:moveTo>
                  <a:pt x="622873" y="55194"/>
                </a:moveTo>
                <a:lnTo>
                  <a:pt x="662307" y="55194"/>
                </a:lnTo>
                <a:cubicBezTo>
                  <a:pt x="661775" y="49350"/>
                  <a:pt x="660267" y="44968"/>
                  <a:pt x="657785" y="42046"/>
                </a:cubicBezTo>
                <a:cubicBezTo>
                  <a:pt x="653972" y="37511"/>
                  <a:pt x="649029" y="35244"/>
                  <a:pt x="642955" y="35244"/>
                </a:cubicBezTo>
                <a:cubicBezTo>
                  <a:pt x="637458" y="35244"/>
                  <a:pt x="632837" y="37054"/>
                  <a:pt x="629091" y="40674"/>
                </a:cubicBezTo>
                <a:cubicBezTo>
                  <a:pt x="625344" y="44293"/>
                  <a:pt x="623272" y="49133"/>
                  <a:pt x="622873" y="55194"/>
                </a:cubicBezTo>
                <a:close/>
                <a:moveTo>
                  <a:pt x="773494" y="71553"/>
                </a:moveTo>
                <a:lnTo>
                  <a:pt x="785265" y="73082"/>
                </a:lnTo>
                <a:cubicBezTo>
                  <a:pt x="783979" y="81216"/>
                  <a:pt x="780687" y="87583"/>
                  <a:pt x="775390" y="92184"/>
                </a:cubicBezTo>
                <a:cubicBezTo>
                  <a:pt x="770092" y="96783"/>
                  <a:pt x="763586" y="99083"/>
                  <a:pt x="755872" y="99083"/>
                </a:cubicBezTo>
                <a:cubicBezTo>
                  <a:pt x="746208" y="99083"/>
                  <a:pt x="738439" y="95924"/>
                  <a:pt x="732565" y="89607"/>
                </a:cubicBezTo>
                <a:cubicBezTo>
                  <a:pt x="726691" y="83290"/>
                  <a:pt x="723753" y="74235"/>
                  <a:pt x="723753" y="62442"/>
                </a:cubicBezTo>
                <a:cubicBezTo>
                  <a:pt x="723753" y="54817"/>
                  <a:pt x="725017" y="48145"/>
                  <a:pt x="727544" y="42426"/>
                </a:cubicBezTo>
                <a:cubicBezTo>
                  <a:pt x="730071" y="36707"/>
                  <a:pt x="733917" y="32418"/>
                  <a:pt x="739081" y="29559"/>
                </a:cubicBezTo>
                <a:cubicBezTo>
                  <a:pt x="744246" y="26699"/>
                  <a:pt x="749865" y="25269"/>
                  <a:pt x="755939" y="25269"/>
                </a:cubicBezTo>
                <a:cubicBezTo>
                  <a:pt x="763608" y="25269"/>
                  <a:pt x="769881" y="27215"/>
                  <a:pt x="774758" y="31107"/>
                </a:cubicBezTo>
                <a:cubicBezTo>
                  <a:pt x="779634" y="34997"/>
                  <a:pt x="782760" y="40521"/>
                  <a:pt x="784134" y="47680"/>
                </a:cubicBezTo>
                <a:lnTo>
                  <a:pt x="772497" y="49475"/>
                </a:lnTo>
                <a:cubicBezTo>
                  <a:pt x="771389" y="44754"/>
                  <a:pt x="769427" y="41201"/>
                  <a:pt x="766612" y="38819"/>
                </a:cubicBezTo>
                <a:cubicBezTo>
                  <a:pt x="763797" y="36436"/>
                  <a:pt x="760394" y="35244"/>
                  <a:pt x="756404" y="35244"/>
                </a:cubicBezTo>
                <a:cubicBezTo>
                  <a:pt x="750375" y="35244"/>
                  <a:pt x="745476" y="37395"/>
                  <a:pt x="741708" y="41697"/>
                </a:cubicBezTo>
                <a:cubicBezTo>
                  <a:pt x="737940" y="45997"/>
                  <a:pt x="736056" y="52801"/>
                  <a:pt x="736056" y="62110"/>
                </a:cubicBezTo>
                <a:cubicBezTo>
                  <a:pt x="736056" y="71551"/>
                  <a:pt x="737873" y="78412"/>
                  <a:pt x="741509" y="82691"/>
                </a:cubicBezTo>
                <a:cubicBezTo>
                  <a:pt x="745144" y="86969"/>
                  <a:pt x="749887" y="89108"/>
                  <a:pt x="755739" y="89108"/>
                </a:cubicBezTo>
                <a:cubicBezTo>
                  <a:pt x="760439" y="89108"/>
                  <a:pt x="764362" y="87673"/>
                  <a:pt x="767510" y="84802"/>
                </a:cubicBezTo>
                <a:cubicBezTo>
                  <a:pt x="770657" y="81932"/>
                  <a:pt x="772652" y="77515"/>
                  <a:pt x="773494" y="71553"/>
                </a:cubicBezTo>
                <a:close/>
                <a:moveTo>
                  <a:pt x="791064" y="62176"/>
                </a:moveTo>
                <a:cubicBezTo>
                  <a:pt x="791064" y="49098"/>
                  <a:pt x="794699" y="39412"/>
                  <a:pt x="801969" y="33116"/>
                </a:cubicBezTo>
                <a:cubicBezTo>
                  <a:pt x="808043" y="27885"/>
                  <a:pt x="815446" y="25269"/>
                  <a:pt x="824180" y="25269"/>
                </a:cubicBezTo>
                <a:cubicBezTo>
                  <a:pt x="833889" y="25269"/>
                  <a:pt x="841824" y="28450"/>
                  <a:pt x="847986" y="34812"/>
                </a:cubicBezTo>
                <a:cubicBezTo>
                  <a:pt x="854149" y="41174"/>
                  <a:pt x="857230" y="49963"/>
                  <a:pt x="857230" y="61179"/>
                </a:cubicBezTo>
                <a:cubicBezTo>
                  <a:pt x="857230" y="70267"/>
                  <a:pt x="855866" y="77415"/>
                  <a:pt x="853140" y="82625"/>
                </a:cubicBezTo>
                <a:cubicBezTo>
                  <a:pt x="850414" y="87834"/>
                  <a:pt x="846446" y="91879"/>
                  <a:pt x="841237" y="94761"/>
                </a:cubicBezTo>
                <a:cubicBezTo>
                  <a:pt x="836028" y="97642"/>
                  <a:pt x="830342" y="99083"/>
                  <a:pt x="824180" y="99083"/>
                </a:cubicBezTo>
                <a:cubicBezTo>
                  <a:pt x="814294" y="99083"/>
                  <a:pt x="806303" y="95913"/>
                  <a:pt x="800207" y="89574"/>
                </a:cubicBezTo>
                <a:cubicBezTo>
                  <a:pt x="794111" y="83234"/>
                  <a:pt x="791064" y="74102"/>
                  <a:pt x="791064" y="62176"/>
                </a:cubicBezTo>
                <a:moveTo>
                  <a:pt x="803366" y="62143"/>
                </a:moveTo>
                <a:cubicBezTo>
                  <a:pt x="803366" y="71154"/>
                  <a:pt x="805339" y="77900"/>
                  <a:pt x="809284" y="82383"/>
                </a:cubicBezTo>
                <a:cubicBezTo>
                  <a:pt x="813230" y="86867"/>
                  <a:pt x="818195" y="89108"/>
                  <a:pt x="824180" y="89108"/>
                </a:cubicBezTo>
                <a:cubicBezTo>
                  <a:pt x="830120" y="89108"/>
                  <a:pt x="835063" y="86855"/>
                  <a:pt x="839009" y="82350"/>
                </a:cubicBezTo>
                <a:cubicBezTo>
                  <a:pt x="842955" y="77845"/>
                  <a:pt x="844927" y="70977"/>
                  <a:pt x="844927" y="61746"/>
                </a:cubicBezTo>
                <a:cubicBezTo>
                  <a:pt x="844927" y="53044"/>
                  <a:pt x="842944" y="46452"/>
                  <a:pt x="838976" y="41969"/>
                </a:cubicBezTo>
                <a:cubicBezTo>
                  <a:pt x="835008" y="37486"/>
                  <a:pt x="830076" y="35244"/>
                  <a:pt x="824180" y="35244"/>
                </a:cubicBezTo>
                <a:cubicBezTo>
                  <a:pt x="818195" y="35244"/>
                  <a:pt x="813230" y="37475"/>
                  <a:pt x="809284" y="41936"/>
                </a:cubicBezTo>
                <a:cubicBezTo>
                  <a:pt x="805339" y="46397"/>
                  <a:pt x="803366" y="53132"/>
                  <a:pt x="803366" y="62143"/>
                </a:cubicBezTo>
                <a:close/>
                <a:moveTo>
                  <a:pt x="890885" y="97487"/>
                </a:moveTo>
                <a:lnTo>
                  <a:pt x="864019" y="26865"/>
                </a:lnTo>
                <a:lnTo>
                  <a:pt x="876654" y="26865"/>
                </a:lnTo>
                <a:lnTo>
                  <a:pt x="891816" y="69159"/>
                </a:lnTo>
                <a:cubicBezTo>
                  <a:pt x="893456" y="73725"/>
                  <a:pt x="894963" y="78468"/>
                  <a:pt x="896337" y="83389"/>
                </a:cubicBezTo>
                <a:cubicBezTo>
                  <a:pt x="897401" y="79665"/>
                  <a:pt x="898887" y="75188"/>
                  <a:pt x="900793" y="69957"/>
                </a:cubicBezTo>
                <a:lnTo>
                  <a:pt x="916487" y="26865"/>
                </a:lnTo>
                <a:lnTo>
                  <a:pt x="928789" y="26865"/>
                </a:lnTo>
                <a:lnTo>
                  <a:pt x="902056" y="97487"/>
                </a:lnTo>
                <a:lnTo>
                  <a:pt x="890885" y="97487"/>
                </a:lnTo>
                <a:close/>
                <a:moveTo>
                  <a:pt x="987720" y="74744"/>
                </a:moveTo>
                <a:lnTo>
                  <a:pt x="1000089" y="76274"/>
                </a:lnTo>
                <a:cubicBezTo>
                  <a:pt x="998138" y="83500"/>
                  <a:pt x="994525" y="89108"/>
                  <a:pt x="989250" y="93098"/>
                </a:cubicBezTo>
                <a:cubicBezTo>
                  <a:pt x="983974" y="97088"/>
                  <a:pt x="977236" y="99083"/>
                  <a:pt x="969034" y="99083"/>
                </a:cubicBezTo>
                <a:cubicBezTo>
                  <a:pt x="958705" y="99083"/>
                  <a:pt x="950514" y="95902"/>
                  <a:pt x="944463" y="89540"/>
                </a:cubicBezTo>
                <a:cubicBezTo>
                  <a:pt x="938411" y="83179"/>
                  <a:pt x="935386" y="74257"/>
                  <a:pt x="935386" y="62775"/>
                </a:cubicBezTo>
                <a:cubicBezTo>
                  <a:pt x="935386" y="50894"/>
                  <a:pt x="938445" y="41672"/>
                  <a:pt x="944563" y="35111"/>
                </a:cubicBezTo>
                <a:cubicBezTo>
                  <a:pt x="950680" y="28550"/>
                  <a:pt x="958616" y="25269"/>
                  <a:pt x="968369" y="25269"/>
                </a:cubicBezTo>
                <a:cubicBezTo>
                  <a:pt x="977812" y="25269"/>
                  <a:pt x="985526" y="28479"/>
                  <a:pt x="991511" y="34897"/>
                </a:cubicBezTo>
                <a:cubicBezTo>
                  <a:pt x="997495" y="41314"/>
                  <a:pt x="1000488" y="50343"/>
                  <a:pt x="1000488" y="61983"/>
                </a:cubicBezTo>
                <a:cubicBezTo>
                  <a:pt x="1000488" y="62691"/>
                  <a:pt x="1000466" y="63753"/>
                  <a:pt x="1000421" y="65169"/>
                </a:cubicBezTo>
                <a:lnTo>
                  <a:pt x="947754" y="65169"/>
                </a:lnTo>
                <a:cubicBezTo>
                  <a:pt x="948198" y="72905"/>
                  <a:pt x="950392" y="78829"/>
                  <a:pt x="954338" y="82940"/>
                </a:cubicBezTo>
                <a:cubicBezTo>
                  <a:pt x="958283" y="87052"/>
                  <a:pt x="963204" y="89108"/>
                  <a:pt x="969101" y="89108"/>
                </a:cubicBezTo>
                <a:cubicBezTo>
                  <a:pt x="973489" y="89108"/>
                  <a:pt x="977236" y="87967"/>
                  <a:pt x="980339" y="85683"/>
                </a:cubicBezTo>
                <a:cubicBezTo>
                  <a:pt x="983442" y="83399"/>
                  <a:pt x="985903" y="79753"/>
                  <a:pt x="987720" y="74744"/>
                </a:cubicBezTo>
                <a:moveTo>
                  <a:pt x="948419" y="55194"/>
                </a:moveTo>
                <a:lnTo>
                  <a:pt x="987853" y="55194"/>
                </a:lnTo>
                <a:cubicBezTo>
                  <a:pt x="987321" y="49350"/>
                  <a:pt x="985814" y="44968"/>
                  <a:pt x="983331" y="42046"/>
                </a:cubicBezTo>
                <a:cubicBezTo>
                  <a:pt x="979519" y="37511"/>
                  <a:pt x="974576" y="35244"/>
                  <a:pt x="968502" y="35244"/>
                </a:cubicBezTo>
                <a:cubicBezTo>
                  <a:pt x="963005" y="35244"/>
                  <a:pt x="958383" y="37054"/>
                  <a:pt x="954637" y="40674"/>
                </a:cubicBezTo>
                <a:cubicBezTo>
                  <a:pt x="950891" y="44293"/>
                  <a:pt x="948818" y="49133"/>
                  <a:pt x="948419" y="55194"/>
                </a:cubicBezTo>
                <a:close/>
                <a:moveTo>
                  <a:pt x="1014991" y="97487"/>
                </a:moveTo>
                <a:lnTo>
                  <a:pt x="1014991" y="26865"/>
                </a:lnTo>
                <a:lnTo>
                  <a:pt x="1025764" y="26865"/>
                </a:lnTo>
                <a:lnTo>
                  <a:pt x="1025764" y="37505"/>
                </a:lnTo>
                <a:cubicBezTo>
                  <a:pt x="1028512" y="32523"/>
                  <a:pt x="1031051" y="29239"/>
                  <a:pt x="1033378" y="27651"/>
                </a:cubicBezTo>
                <a:cubicBezTo>
                  <a:pt x="1035705" y="26063"/>
                  <a:pt x="1038266" y="25269"/>
                  <a:pt x="1041059" y="25269"/>
                </a:cubicBezTo>
                <a:cubicBezTo>
                  <a:pt x="1045093" y="25269"/>
                  <a:pt x="1049194" y="26550"/>
                  <a:pt x="1053361" y="29110"/>
                </a:cubicBezTo>
                <a:lnTo>
                  <a:pt x="1049238" y="40165"/>
                </a:lnTo>
                <a:cubicBezTo>
                  <a:pt x="1046312" y="38436"/>
                  <a:pt x="1043386" y="37572"/>
                  <a:pt x="1040460" y="37572"/>
                </a:cubicBezTo>
                <a:cubicBezTo>
                  <a:pt x="1037844" y="37572"/>
                  <a:pt x="1035495" y="38360"/>
                  <a:pt x="1033411" y="39937"/>
                </a:cubicBezTo>
                <a:cubicBezTo>
                  <a:pt x="1031328" y="41512"/>
                  <a:pt x="1029842" y="43697"/>
                  <a:pt x="1028956" y="46493"/>
                </a:cubicBezTo>
                <a:cubicBezTo>
                  <a:pt x="1027626" y="50753"/>
                  <a:pt x="1026961" y="55413"/>
                  <a:pt x="1026961" y="60472"/>
                </a:cubicBezTo>
                <a:lnTo>
                  <a:pt x="1026961" y="97487"/>
                </a:lnTo>
                <a:lnTo>
                  <a:pt x="1014991" y="97487"/>
                </a:lnTo>
                <a:close/>
                <a:moveTo>
                  <a:pt x="1108833" y="74744"/>
                </a:moveTo>
                <a:lnTo>
                  <a:pt x="1121202" y="76274"/>
                </a:lnTo>
                <a:cubicBezTo>
                  <a:pt x="1119251" y="83500"/>
                  <a:pt x="1115638" y="89108"/>
                  <a:pt x="1110363" y="93098"/>
                </a:cubicBezTo>
                <a:cubicBezTo>
                  <a:pt x="1105087" y="97088"/>
                  <a:pt x="1098349" y="99083"/>
                  <a:pt x="1090147" y="99083"/>
                </a:cubicBezTo>
                <a:cubicBezTo>
                  <a:pt x="1079818" y="99083"/>
                  <a:pt x="1071627" y="95902"/>
                  <a:pt x="1065576" y="89540"/>
                </a:cubicBezTo>
                <a:cubicBezTo>
                  <a:pt x="1059524" y="83179"/>
                  <a:pt x="1056499" y="74257"/>
                  <a:pt x="1056499" y="62775"/>
                </a:cubicBezTo>
                <a:cubicBezTo>
                  <a:pt x="1056499" y="50894"/>
                  <a:pt x="1059558" y="41672"/>
                  <a:pt x="1065676" y="35111"/>
                </a:cubicBezTo>
                <a:cubicBezTo>
                  <a:pt x="1071793" y="28550"/>
                  <a:pt x="1079729" y="25269"/>
                  <a:pt x="1089482" y="25269"/>
                </a:cubicBezTo>
                <a:cubicBezTo>
                  <a:pt x="1098925" y="25269"/>
                  <a:pt x="1106639" y="28479"/>
                  <a:pt x="1112624" y="34897"/>
                </a:cubicBezTo>
                <a:cubicBezTo>
                  <a:pt x="1118608" y="41314"/>
                  <a:pt x="1121601" y="50343"/>
                  <a:pt x="1121601" y="61983"/>
                </a:cubicBezTo>
                <a:cubicBezTo>
                  <a:pt x="1121601" y="62691"/>
                  <a:pt x="1121579" y="63753"/>
                  <a:pt x="1121534" y="65169"/>
                </a:cubicBezTo>
                <a:lnTo>
                  <a:pt x="1068867" y="65169"/>
                </a:lnTo>
                <a:cubicBezTo>
                  <a:pt x="1069311" y="72905"/>
                  <a:pt x="1071505" y="78829"/>
                  <a:pt x="1075451" y="82940"/>
                </a:cubicBezTo>
                <a:cubicBezTo>
                  <a:pt x="1079396" y="87052"/>
                  <a:pt x="1084317" y="89108"/>
                  <a:pt x="1090214" y="89108"/>
                </a:cubicBezTo>
                <a:cubicBezTo>
                  <a:pt x="1094602" y="89108"/>
                  <a:pt x="1098349" y="87967"/>
                  <a:pt x="1101452" y="85683"/>
                </a:cubicBezTo>
                <a:cubicBezTo>
                  <a:pt x="1104555" y="83399"/>
                  <a:pt x="1107015" y="79753"/>
                  <a:pt x="1108833" y="74744"/>
                </a:cubicBezTo>
                <a:moveTo>
                  <a:pt x="1069532" y="55194"/>
                </a:moveTo>
                <a:lnTo>
                  <a:pt x="1108966" y="55194"/>
                </a:lnTo>
                <a:cubicBezTo>
                  <a:pt x="1108434" y="49350"/>
                  <a:pt x="1106927" y="44968"/>
                  <a:pt x="1104444" y="42046"/>
                </a:cubicBezTo>
                <a:cubicBezTo>
                  <a:pt x="1100632" y="37511"/>
                  <a:pt x="1095689" y="35244"/>
                  <a:pt x="1089615" y="35244"/>
                </a:cubicBezTo>
                <a:cubicBezTo>
                  <a:pt x="1084118" y="35244"/>
                  <a:pt x="1079496" y="37054"/>
                  <a:pt x="1075750" y="40674"/>
                </a:cubicBezTo>
                <a:cubicBezTo>
                  <a:pt x="1072004" y="44293"/>
                  <a:pt x="1069931" y="49133"/>
                  <a:pt x="1069532" y="55194"/>
                </a:cubicBezTo>
                <a:close/>
                <a:moveTo>
                  <a:pt x="1182055" y="97487"/>
                </a:moveTo>
                <a:lnTo>
                  <a:pt x="1182055" y="88576"/>
                </a:lnTo>
                <a:cubicBezTo>
                  <a:pt x="1177577" y="95581"/>
                  <a:pt x="1170994" y="99083"/>
                  <a:pt x="1162305" y="99083"/>
                </a:cubicBezTo>
                <a:cubicBezTo>
                  <a:pt x="1156674" y="99083"/>
                  <a:pt x="1151499" y="97531"/>
                  <a:pt x="1146777" y="94428"/>
                </a:cubicBezTo>
                <a:cubicBezTo>
                  <a:pt x="1142056" y="91325"/>
                  <a:pt x="1138398" y="86991"/>
                  <a:pt x="1135805" y="81428"/>
                </a:cubicBezTo>
                <a:cubicBezTo>
                  <a:pt x="1133211" y="75864"/>
                  <a:pt x="1131915" y="69469"/>
                  <a:pt x="1131915" y="62243"/>
                </a:cubicBezTo>
                <a:cubicBezTo>
                  <a:pt x="1131915" y="55194"/>
                  <a:pt x="1133090" y="48799"/>
                  <a:pt x="1135439" y="43058"/>
                </a:cubicBezTo>
                <a:cubicBezTo>
                  <a:pt x="1137789" y="37317"/>
                  <a:pt x="1141313" y="32917"/>
                  <a:pt x="1146012" y="29858"/>
                </a:cubicBezTo>
                <a:cubicBezTo>
                  <a:pt x="1150712" y="26799"/>
                  <a:pt x="1155965" y="25269"/>
                  <a:pt x="1161773" y="25269"/>
                </a:cubicBezTo>
                <a:cubicBezTo>
                  <a:pt x="1166029" y="25269"/>
                  <a:pt x="1169819" y="26167"/>
                  <a:pt x="1173144" y="27963"/>
                </a:cubicBezTo>
                <a:cubicBezTo>
                  <a:pt x="1176469" y="29758"/>
                  <a:pt x="1179173" y="32097"/>
                  <a:pt x="1181257" y="34978"/>
                </a:cubicBezTo>
                <a:lnTo>
                  <a:pt x="1181257" y="0"/>
                </a:lnTo>
                <a:lnTo>
                  <a:pt x="1193160" y="0"/>
                </a:lnTo>
                <a:lnTo>
                  <a:pt x="1193160" y="97487"/>
                </a:lnTo>
                <a:lnTo>
                  <a:pt x="1182055" y="97487"/>
                </a:lnTo>
                <a:moveTo>
                  <a:pt x="1144217" y="62209"/>
                </a:moveTo>
                <a:cubicBezTo>
                  <a:pt x="1144217" y="71220"/>
                  <a:pt x="1146123" y="77956"/>
                  <a:pt x="1149936" y="82417"/>
                </a:cubicBezTo>
                <a:cubicBezTo>
                  <a:pt x="1153748" y="86878"/>
                  <a:pt x="1158248" y="89108"/>
                  <a:pt x="1163435" y="89108"/>
                </a:cubicBezTo>
                <a:cubicBezTo>
                  <a:pt x="1168666" y="89108"/>
                  <a:pt x="1173111" y="86977"/>
                  <a:pt x="1176768" y="82716"/>
                </a:cubicBezTo>
                <a:cubicBezTo>
                  <a:pt x="1180425" y="78453"/>
                  <a:pt x="1182254" y="71949"/>
                  <a:pt x="1182254" y="63203"/>
                </a:cubicBezTo>
                <a:cubicBezTo>
                  <a:pt x="1182254" y="53574"/>
                  <a:pt x="1180392" y="46507"/>
                  <a:pt x="1176668" y="42002"/>
                </a:cubicBezTo>
                <a:cubicBezTo>
                  <a:pt x="1172944" y="37497"/>
                  <a:pt x="1168356" y="35244"/>
                  <a:pt x="1162903" y="35244"/>
                </a:cubicBezTo>
                <a:cubicBezTo>
                  <a:pt x="1157583" y="35244"/>
                  <a:pt x="1153139" y="37409"/>
                  <a:pt x="1149570" y="41738"/>
                </a:cubicBezTo>
                <a:cubicBezTo>
                  <a:pt x="1146001" y="46066"/>
                  <a:pt x="1144217" y="52890"/>
                  <a:pt x="1144217" y="62209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Q12020–Q12026">
            <a:extLst xmlns:a="http://schemas.openxmlformats.org/drawingml/2006/main">
              <a:ext uri="{FF2B5EF4-FFF2-40B4-BE49-F238E27FC236}">
                <a16:creationId xmlns:a16="http://schemas.microsoft.com/office/drawing/2014/main" id="{52349A8C-1563-4E7D-96C6-F7205D90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48" y="3826048"/>
            <a:ext cx="1422770" cy="130869"/>
          </a:xfrm>
          <a:custGeom xmlns:a="http://schemas.openxmlformats.org/drawingml/2006/main">
            <a:pathLst>
              <a:path w="1422770" h="130869">
                <a:moveTo>
                  <a:pt x="98950" y="104064"/>
                </a:moveTo>
                <a:cubicBezTo>
                  <a:pt x="104749" y="108211"/>
                  <a:pt x="111053" y="111506"/>
                  <a:pt x="117862" y="113952"/>
                </a:cubicBezTo>
                <a:lnTo>
                  <a:pt x="109164" y="130869"/>
                </a:lnTo>
                <a:cubicBezTo>
                  <a:pt x="105600" y="129805"/>
                  <a:pt x="102115" y="128342"/>
                  <a:pt x="98710" y="126480"/>
                </a:cubicBezTo>
                <a:cubicBezTo>
                  <a:pt x="97966" y="126108"/>
                  <a:pt x="92726" y="122650"/>
                  <a:pt x="82990" y="116106"/>
                </a:cubicBezTo>
                <a:cubicBezTo>
                  <a:pt x="75330" y="119458"/>
                  <a:pt x="66844" y="121134"/>
                  <a:pt x="57535" y="121134"/>
                </a:cubicBezTo>
                <a:cubicBezTo>
                  <a:pt x="39553" y="121134"/>
                  <a:pt x="25469" y="115834"/>
                  <a:pt x="15281" y="105234"/>
                </a:cubicBezTo>
                <a:cubicBezTo>
                  <a:pt x="5094" y="94632"/>
                  <a:pt x="0" y="79743"/>
                  <a:pt x="0" y="60567"/>
                </a:cubicBezTo>
                <a:cubicBezTo>
                  <a:pt x="0" y="41444"/>
                  <a:pt x="5107" y="26569"/>
                  <a:pt x="15321" y="15942"/>
                </a:cubicBezTo>
                <a:cubicBezTo>
                  <a:pt x="25535" y="5314"/>
                  <a:pt x="39394" y="0"/>
                  <a:pt x="56896" y="0"/>
                </a:cubicBezTo>
                <a:cubicBezTo>
                  <a:pt x="74239" y="0"/>
                  <a:pt x="87991" y="5303"/>
                  <a:pt x="98152" y="15910"/>
                </a:cubicBezTo>
                <a:cubicBezTo>
                  <a:pt x="108313" y="26515"/>
                  <a:pt x="113393" y="41360"/>
                  <a:pt x="113393" y="60445"/>
                </a:cubicBezTo>
                <a:cubicBezTo>
                  <a:pt x="113393" y="70546"/>
                  <a:pt x="111984" y="79424"/>
                  <a:pt x="109164" y="87080"/>
                </a:cubicBezTo>
                <a:cubicBezTo>
                  <a:pt x="107036" y="92927"/>
                  <a:pt x="103631" y="98588"/>
                  <a:pt x="98950" y="104064"/>
                </a:cubicBezTo>
                <a:moveTo>
                  <a:pt x="79958" y="90820"/>
                </a:moveTo>
                <a:cubicBezTo>
                  <a:pt x="82990" y="87259"/>
                  <a:pt x="85264" y="82954"/>
                  <a:pt x="86781" y="77906"/>
                </a:cubicBezTo>
                <a:cubicBezTo>
                  <a:pt x="88297" y="72857"/>
                  <a:pt x="89055" y="67064"/>
                  <a:pt x="89055" y="60527"/>
                </a:cubicBezTo>
                <a:cubicBezTo>
                  <a:pt x="89055" y="47028"/>
                  <a:pt x="86076" y="36943"/>
                  <a:pt x="80117" y="30273"/>
                </a:cubicBezTo>
                <a:cubicBezTo>
                  <a:pt x="74159" y="23604"/>
                  <a:pt x="66366" y="20269"/>
                  <a:pt x="56737" y="20269"/>
                </a:cubicBezTo>
                <a:cubicBezTo>
                  <a:pt x="47108" y="20269"/>
                  <a:pt x="39301" y="23624"/>
                  <a:pt x="33316" y="30333"/>
                </a:cubicBezTo>
                <a:cubicBezTo>
                  <a:pt x="27331" y="37043"/>
                  <a:pt x="24338" y="47134"/>
                  <a:pt x="24338" y="60607"/>
                </a:cubicBezTo>
                <a:cubicBezTo>
                  <a:pt x="24338" y="74292"/>
                  <a:pt x="27331" y="84530"/>
                  <a:pt x="33316" y="91319"/>
                </a:cubicBezTo>
                <a:cubicBezTo>
                  <a:pt x="39301" y="98109"/>
                  <a:pt x="46868" y="101503"/>
                  <a:pt x="56018" y="101503"/>
                </a:cubicBezTo>
                <a:cubicBezTo>
                  <a:pt x="59423" y="101503"/>
                  <a:pt x="62642" y="100936"/>
                  <a:pt x="65674" y="99803"/>
                </a:cubicBezTo>
                <a:cubicBezTo>
                  <a:pt x="60886" y="96641"/>
                  <a:pt x="56018" y="94175"/>
                  <a:pt x="51071" y="92406"/>
                </a:cubicBezTo>
                <a:lnTo>
                  <a:pt x="57694" y="78681"/>
                </a:lnTo>
                <a:cubicBezTo>
                  <a:pt x="65461" y="81379"/>
                  <a:pt x="72882" y="85426"/>
                  <a:pt x="79958" y="90820"/>
                </a:cubicBezTo>
                <a:close/>
                <a:moveTo>
                  <a:pt x="184329" y="119059"/>
                </a:moveTo>
                <a:lnTo>
                  <a:pt x="161905" y="119059"/>
                </a:lnTo>
                <a:lnTo>
                  <a:pt x="161905" y="34645"/>
                </a:lnTo>
                <a:cubicBezTo>
                  <a:pt x="153713" y="42335"/>
                  <a:pt x="144057" y="48024"/>
                  <a:pt x="132939" y="51709"/>
                </a:cubicBezTo>
                <a:lnTo>
                  <a:pt x="132939" y="31281"/>
                </a:lnTo>
                <a:cubicBezTo>
                  <a:pt x="138791" y="29361"/>
                  <a:pt x="145148" y="25721"/>
                  <a:pt x="152010" y="20361"/>
                </a:cubicBezTo>
                <a:cubicBezTo>
                  <a:pt x="158873" y="15000"/>
                  <a:pt x="163581" y="8745"/>
                  <a:pt x="166135" y="1596"/>
                </a:cubicBezTo>
                <a:lnTo>
                  <a:pt x="184329" y="1596"/>
                </a:lnTo>
                <a:lnTo>
                  <a:pt x="184329" y="119059"/>
                </a:lnTo>
                <a:close/>
                <a:moveTo>
                  <a:pt x="338980" y="98152"/>
                </a:moveTo>
                <a:lnTo>
                  <a:pt x="338980" y="119059"/>
                </a:lnTo>
                <a:lnTo>
                  <a:pt x="260379" y="119059"/>
                </a:lnTo>
                <a:cubicBezTo>
                  <a:pt x="261230" y="111192"/>
                  <a:pt x="263784" y="103738"/>
                  <a:pt x="268040" y="96696"/>
                </a:cubicBezTo>
                <a:cubicBezTo>
                  <a:pt x="272296" y="89652"/>
                  <a:pt x="280701" y="80309"/>
                  <a:pt x="293256" y="68666"/>
                </a:cubicBezTo>
                <a:cubicBezTo>
                  <a:pt x="303364" y="59259"/>
                  <a:pt x="309561" y="52880"/>
                  <a:pt x="311849" y="49532"/>
                </a:cubicBezTo>
                <a:cubicBezTo>
                  <a:pt x="314934" y="44907"/>
                  <a:pt x="316477" y="40336"/>
                  <a:pt x="316477" y="35817"/>
                </a:cubicBezTo>
                <a:cubicBezTo>
                  <a:pt x="316477" y="30820"/>
                  <a:pt x="315134" y="26979"/>
                  <a:pt x="312447" y="24296"/>
                </a:cubicBezTo>
                <a:cubicBezTo>
                  <a:pt x="309761" y="21611"/>
                  <a:pt x="306050" y="20269"/>
                  <a:pt x="301316" y="20269"/>
                </a:cubicBezTo>
                <a:cubicBezTo>
                  <a:pt x="296634" y="20269"/>
                  <a:pt x="292910" y="21685"/>
                  <a:pt x="290144" y="24518"/>
                </a:cubicBezTo>
                <a:cubicBezTo>
                  <a:pt x="287377" y="27349"/>
                  <a:pt x="285781" y="32051"/>
                  <a:pt x="285356" y="38622"/>
                </a:cubicBezTo>
                <a:lnTo>
                  <a:pt x="263012" y="36378"/>
                </a:lnTo>
                <a:cubicBezTo>
                  <a:pt x="264342" y="23983"/>
                  <a:pt x="268518" y="15087"/>
                  <a:pt x="275541" y="9690"/>
                </a:cubicBezTo>
                <a:cubicBezTo>
                  <a:pt x="282563" y="4294"/>
                  <a:pt x="291341" y="1596"/>
                  <a:pt x="301874" y="1596"/>
                </a:cubicBezTo>
                <a:cubicBezTo>
                  <a:pt x="313418" y="1596"/>
                  <a:pt x="322489" y="4706"/>
                  <a:pt x="329085" y="10925"/>
                </a:cubicBezTo>
                <a:cubicBezTo>
                  <a:pt x="335682" y="17144"/>
                  <a:pt x="338980" y="24878"/>
                  <a:pt x="338980" y="34126"/>
                </a:cubicBezTo>
                <a:cubicBezTo>
                  <a:pt x="338980" y="39390"/>
                  <a:pt x="338036" y="44400"/>
                  <a:pt x="336147" y="49158"/>
                </a:cubicBezTo>
                <a:cubicBezTo>
                  <a:pt x="334259" y="53915"/>
                  <a:pt x="331267" y="58897"/>
                  <a:pt x="327170" y="64105"/>
                </a:cubicBezTo>
                <a:cubicBezTo>
                  <a:pt x="324457" y="67562"/>
                  <a:pt x="319563" y="72532"/>
                  <a:pt x="312487" y="79018"/>
                </a:cubicBezTo>
                <a:cubicBezTo>
                  <a:pt x="305412" y="85501"/>
                  <a:pt x="300930" y="89806"/>
                  <a:pt x="299041" y="91933"/>
                </a:cubicBezTo>
                <a:cubicBezTo>
                  <a:pt x="297153" y="94059"/>
                  <a:pt x="295623" y="96132"/>
                  <a:pt x="294453" y="98152"/>
                </a:cubicBezTo>
                <a:lnTo>
                  <a:pt x="338980" y="98152"/>
                </a:lnTo>
                <a:close/>
                <a:moveTo>
                  <a:pt x="392054" y="1596"/>
                </a:moveTo>
                <a:cubicBezTo>
                  <a:pt x="403385" y="1596"/>
                  <a:pt x="412243" y="5642"/>
                  <a:pt x="418627" y="13733"/>
                </a:cubicBezTo>
                <a:cubicBezTo>
                  <a:pt x="426234" y="23315"/>
                  <a:pt x="430038" y="39206"/>
                  <a:pt x="430038" y="61405"/>
                </a:cubicBezTo>
                <a:cubicBezTo>
                  <a:pt x="430038" y="83550"/>
                  <a:pt x="426208" y="99468"/>
                  <a:pt x="418547" y="109157"/>
                </a:cubicBezTo>
                <a:cubicBezTo>
                  <a:pt x="412216" y="117141"/>
                  <a:pt x="403385" y="121134"/>
                  <a:pt x="392054" y="121134"/>
                </a:cubicBezTo>
                <a:cubicBezTo>
                  <a:pt x="380669" y="121134"/>
                  <a:pt x="371493" y="116756"/>
                  <a:pt x="364524" y="107999"/>
                </a:cubicBezTo>
                <a:cubicBezTo>
                  <a:pt x="357555" y="99242"/>
                  <a:pt x="354070" y="83630"/>
                  <a:pt x="354070" y="61165"/>
                </a:cubicBezTo>
                <a:cubicBezTo>
                  <a:pt x="354070" y="39126"/>
                  <a:pt x="357900" y="23262"/>
                  <a:pt x="365561" y="13573"/>
                </a:cubicBezTo>
                <a:cubicBezTo>
                  <a:pt x="371892" y="5588"/>
                  <a:pt x="380723" y="1596"/>
                  <a:pt x="392054" y="1596"/>
                </a:cubicBezTo>
                <a:moveTo>
                  <a:pt x="392054" y="20269"/>
                </a:moveTo>
                <a:cubicBezTo>
                  <a:pt x="389341" y="20269"/>
                  <a:pt x="386920" y="21132"/>
                  <a:pt x="384792" y="22860"/>
                </a:cubicBezTo>
                <a:cubicBezTo>
                  <a:pt x="382664" y="24587"/>
                  <a:pt x="381015" y="27683"/>
                  <a:pt x="379845" y="32146"/>
                </a:cubicBezTo>
                <a:cubicBezTo>
                  <a:pt x="378302" y="37940"/>
                  <a:pt x="377531" y="47693"/>
                  <a:pt x="377531" y="61405"/>
                </a:cubicBezTo>
                <a:cubicBezTo>
                  <a:pt x="377531" y="75117"/>
                  <a:pt x="378222" y="84537"/>
                  <a:pt x="379605" y="89666"/>
                </a:cubicBezTo>
                <a:cubicBezTo>
                  <a:pt x="380989" y="94795"/>
                  <a:pt x="382731" y="98209"/>
                  <a:pt x="384832" y="99910"/>
                </a:cubicBezTo>
                <a:cubicBezTo>
                  <a:pt x="386934" y="101611"/>
                  <a:pt x="389341" y="102461"/>
                  <a:pt x="392054" y="102461"/>
                </a:cubicBezTo>
                <a:cubicBezTo>
                  <a:pt x="394767" y="102461"/>
                  <a:pt x="397188" y="101597"/>
                  <a:pt x="399316" y="99870"/>
                </a:cubicBezTo>
                <a:cubicBezTo>
                  <a:pt x="401444" y="98143"/>
                  <a:pt x="403093" y="95047"/>
                  <a:pt x="404263" y="90583"/>
                </a:cubicBezTo>
                <a:cubicBezTo>
                  <a:pt x="405806" y="84843"/>
                  <a:pt x="406577" y="75117"/>
                  <a:pt x="406577" y="61405"/>
                </a:cubicBezTo>
                <a:cubicBezTo>
                  <a:pt x="406577" y="47693"/>
                  <a:pt x="405886" y="38272"/>
                  <a:pt x="404503" y="33144"/>
                </a:cubicBezTo>
                <a:cubicBezTo>
                  <a:pt x="403119" y="28015"/>
                  <a:pt x="401377" y="24587"/>
                  <a:pt x="399276" y="22860"/>
                </a:cubicBezTo>
                <a:cubicBezTo>
                  <a:pt x="397174" y="21132"/>
                  <a:pt x="394767" y="20269"/>
                  <a:pt x="392054" y="20269"/>
                </a:cubicBezTo>
                <a:close/>
                <a:moveTo>
                  <a:pt x="520776" y="98152"/>
                </a:moveTo>
                <a:lnTo>
                  <a:pt x="520776" y="119059"/>
                </a:lnTo>
                <a:lnTo>
                  <a:pt x="442175" y="119059"/>
                </a:lnTo>
                <a:cubicBezTo>
                  <a:pt x="443026" y="111192"/>
                  <a:pt x="445580" y="103738"/>
                  <a:pt x="449836" y="96696"/>
                </a:cubicBezTo>
                <a:cubicBezTo>
                  <a:pt x="454092" y="89652"/>
                  <a:pt x="462497" y="80309"/>
                  <a:pt x="475052" y="68666"/>
                </a:cubicBezTo>
                <a:cubicBezTo>
                  <a:pt x="485160" y="59259"/>
                  <a:pt x="491357" y="52880"/>
                  <a:pt x="493645" y="49532"/>
                </a:cubicBezTo>
                <a:cubicBezTo>
                  <a:pt x="496731" y="44907"/>
                  <a:pt x="498273" y="40336"/>
                  <a:pt x="498273" y="35817"/>
                </a:cubicBezTo>
                <a:cubicBezTo>
                  <a:pt x="498273" y="30820"/>
                  <a:pt x="496930" y="26979"/>
                  <a:pt x="494244" y="24296"/>
                </a:cubicBezTo>
                <a:cubicBezTo>
                  <a:pt x="491557" y="21611"/>
                  <a:pt x="487846" y="20269"/>
                  <a:pt x="483112" y="20269"/>
                </a:cubicBezTo>
                <a:cubicBezTo>
                  <a:pt x="478430" y="20269"/>
                  <a:pt x="474706" y="21685"/>
                  <a:pt x="471940" y="24518"/>
                </a:cubicBezTo>
                <a:cubicBezTo>
                  <a:pt x="469174" y="27349"/>
                  <a:pt x="467578" y="32051"/>
                  <a:pt x="467152" y="38622"/>
                </a:cubicBezTo>
                <a:lnTo>
                  <a:pt x="444808" y="36378"/>
                </a:lnTo>
                <a:cubicBezTo>
                  <a:pt x="446138" y="23983"/>
                  <a:pt x="450315" y="15087"/>
                  <a:pt x="457337" y="9690"/>
                </a:cubicBezTo>
                <a:cubicBezTo>
                  <a:pt x="464359" y="4294"/>
                  <a:pt x="473137" y="1596"/>
                  <a:pt x="483670" y="1596"/>
                </a:cubicBezTo>
                <a:cubicBezTo>
                  <a:pt x="495214" y="1596"/>
                  <a:pt x="504285" y="4706"/>
                  <a:pt x="510881" y="10925"/>
                </a:cubicBezTo>
                <a:cubicBezTo>
                  <a:pt x="517478" y="17144"/>
                  <a:pt x="520776" y="24878"/>
                  <a:pt x="520776" y="34126"/>
                </a:cubicBezTo>
                <a:cubicBezTo>
                  <a:pt x="520776" y="39390"/>
                  <a:pt x="519832" y="44400"/>
                  <a:pt x="517944" y="49158"/>
                </a:cubicBezTo>
                <a:cubicBezTo>
                  <a:pt x="516055" y="53915"/>
                  <a:pt x="513063" y="58897"/>
                  <a:pt x="508966" y="64105"/>
                </a:cubicBezTo>
                <a:cubicBezTo>
                  <a:pt x="506253" y="67562"/>
                  <a:pt x="501359" y="72532"/>
                  <a:pt x="494283" y="79018"/>
                </a:cubicBezTo>
                <a:cubicBezTo>
                  <a:pt x="487208" y="85501"/>
                  <a:pt x="482726" y="89806"/>
                  <a:pt x="480837" y="91933"/>
                </a:cubicBezTo>
                <a:cubicBezTo>
                  <a:pt x="478949" y="94059"/>
                  <a:pt x="477419" y="96132"/>
                  <a:pt x="476249" y="98152"/>
                </a:cubicBezTo>
                <a:lnTo>
                  <a:pt x="520776" y="98152"/>
                </a:lnTo>
                <a:close/>
                <a:moveTo>
                  <a:pt x="573850" y="1596"/>
                </a:moveTo>
                <a:cubicBezTo>
                  <a:pt x="585181" y="1596"/>
                  <a:pt x="594039" y="5642"/>
                  <a:pt x="600423" y="13733"/>
                </a:cubicBezTo>
                <a:cubicBezTo>
                  <a:pt x="608030" y="23315"/>
                  <a:pt x="611834" y="39206"/>
                  <a:pt x="611834" y="61405"/>
                </a:cubicBezTo>
                <a:cubicBezTo>
                  <a:pt x="611834" y="83550"/>
                  <a:pt x="608004" y="99468"/>
                  <a:pt x="600343" y="109157"/>
                </a:cubicBezTo>
                <a:cubicBezTo>
                  <a:pt x="594012" y="117141"/>
                  <a:pt x="585181" y="121134"/>
                  <a:pt x="573850" y="121134"/>
                </a:cubicBezTo>
                <a:cubicBezTo>
                  <a:pt x="562465" y="121134"/>
                  <a:pt x="553289" y="116756"/>
                  <a:pt x="546320" y="107999"/>
                </a:cubicBezTo>
                <a:cubicBezTo>
                  <a:pt x="539351" y="99242"/>
                  <a:pt x="535866" y="83630"/>
                  <a:pt x="535866" y="61165"/>
                </a:cubicBezTo>
                <a:cubicBezTo>
                  <a:pt x="535866" y="39126"/>
                  <a:pt x="539696" y="23262"/>
                  <a:pt x="547357" y="13573"/>
                </a:cubicBezTo>
                <a:cubicBezTo>
                  <a:pt x="553688" y="5588"/>
                  <a:pt x="562519" y="1596"/>
                  <a:pt x="573850" y="1596"/>
                </a:cubicBezTo>
                <a:moveTo>
                  <a:pt x="573850" y="20269"/>
                </a:moveTo>
                <a:cubicBezTo>
                  <a:pt x="571137" y="20269"/>
                  <a:pt x="568716" y="21132"/>
                  <a:pt x="566588" y="22860"/>
                </a:cubicBezTo>
                <a:cubicBezTo>
                  <a:pt x="564460" y="24587"/>
                  <a:pt x="562811" y="27683"/>
                  <a:pt x="561641" y="32146"/>
                </a:cubicBezTo>
                <a:cubicBezTo>
                  <a:pt x="560098" y="37940"/>
                  <a:pt x="559327" y="47693"/>
                  <a:pt x="559327" y="61405"/>
                </a:cubicBezTo>
                <a:cubicBezTo>
                  <a:pt x="559327" y="75117"/>
                  <a:pt x="560018" y="84537"/>
                  <a:pt x="561401" y="89666"/>
                </a:cubicBezTo>
                <a:cubicBezTo>
                  <a:pt x="562785" y="94795"/>
                  <a:pt x="564527" y="98209"/>
                  <a:pt x="566628" y="99910"/>
                </a:cubicBezTo>
                <a:cubicBezTo>
                  <a:pt x="568730" y="101611"/>
                  <a:pt x="571137" y="102461"/>
                  <a:pt x="573850" y="102461"/>
                </a:cubicBezTo>
                <a:cubicBezTo>
                  <a:pt x="576563" y="102461"/>
                  <a:pt x="578984" y="101597"/>
                  <a:pt x="581112" y="99870"/>
                </a:cubicBezTo>
                <a:cubicBezTo>
                  <a:pt x="583240" y="98143"/>
                  <a:pt x="584889" y="95047"/>
                  <a:pt x="586059" y="90583"/>
                </a:cubicBezTo>
                <a:cubicBezTo>
                  <a:pt x="587602" y="84843"/>
                  <a:pt x="588373" y="75117"/>
                  <a:pt x="588373" y="61405"/>
                </a:cubicBezTo>
                <a:cubicBezTo>
                  <a:pt x="588373" y="47693"/>
                  <a:pt x="587682" y="38272"/>
                  <a:pt x="586299" y="33144"/>
                </a:cubicBezTo>
                <a:cubicBezTo>
                  <a:pt x="584915" y="28015"/>
                  <a:pt x="583173" y="24587"/>
                  <a:pt x="581072" y="22860"/>
                </a:cubicBezTo>
                <a:cubicBezTo>
                  <a:pt x="578970" y="21132"/>
                  <a:pt x="576563" y="20269"/>
                  <a:pt x="573850" y="20269"/>
                </a:cubicBezTo>
                <a:close/>
                <a:moveTo>
                  <a:pt x="664982" y="85065"/>
                </a:moveTo>
                <a:lnTo>
                  <a:pt x="664982" y="68307"/>
                </a:lnTo>
                <a:lnTo>
                  <a:pt x="755872" y="68307"/>
                </a:lnTo>
                <a:lnTo>
                  <a:pt x="755872" y="85065"/>
                </a:lnTo>
                <a:lnTo>
                  <a:pt x="664982" y="85065"/>
                </a:lnTo>
                <a:close/>
                <a:moveTo>
                  <a:pt x="907651" y="104064"/>
                </a:moveTo>
                <a:cubicBezTo>
                  <a:pt x="913450" y="108211"/>
                  <a:pt x="919754" y="111506"/>
                  <a:pt x="926564" y="113952"/>
                </a:cubicBezTo>
                <a:lnTo>
                  <a:pt x="917866" y="130869"/>
                </a:lnTo>
                <a:cubicBezTo>
                  <a:pt x="914301" y="129805"/>
                  <a:pt x="910817" y="128342"/>
                  <a:pt x="907412" y="126480"/>
                </a:cubicBezTo>
                <a:cubicBezTo>
                  <a:pt x="906667" y="126108"/>
                  <a:pt x="901427" y="122650"/>
                  <a:pt x="891692" y="116106"/>
                </a:cubicBezTo>
                <a:cubicBezTo>
                  <a:pt x="884031" y="119458"/>
                  <a:pt x="875546" y="121134"/>
                  <a:pt x="866236" y="121134"/>
                </a:cubicBezTo>
                <a:cubicBezTo>
                  <a:pt x="848255" y="121134"/>
                  <a:pt x="834171" y="115834"/>
                  <a:pt x="823983" y="105234"/>
                </a:cubicBezTo>
                <a:cubicBezTo>
                  <a:pt x="813795" y="94632"/>
                  <a:pt x="808702" y="79743"/>
                  <a:pt x="808702" y="60567"/>
                </a:cubicBezTo>
                <a:cubicBezTo>
                  <a:pt x="808702" y="41444"/>
                  <a:pt x="813809" y="26569"/>
                  <a:pt x="824023" y="15942"/>
                </a:cubicBezTo>
                <a:cubicBezTo>
                  <a:pt x="834237" y="5314"/>
                  <a:pt x="848095" y="0"/>
                  <a:pt x="865598" y="0"/>
                </a:cubicBezTo>
                <a:cubicBezTo>
                  <a:pt x="882941" y="0"/>
                  <a:pt x="896692" y="5303"/>
                  <a:pt x="906853" y="15910"/>
                </a:cubicBezTo>
                <a:cubicBezTo>
                  <a:pt x="917014" y="26515"/>
                  <a:pt x="922095" y="41360"/>
                  <a:pt x="922095" y="60445"/>
                </a:cubicBezTo>
                <a:cubicBezTo>
                  <a:pt x="922095" y="70546"/>
                  <a:pt x="920685" y="79424"/>
                  <a:pt x="917866" y="87080"/>
                </a:cubicBezTo>
                <a:cubicBezTo>
                  <a:pt x="915738" y="92927"/>
                  <a:pt x="912333" y="98588"/>
                  <a:pt x="907651" y="104064"/>
                </a:cubicBezTo>
                <a:moveTo>
                  <a:pt x="888659" y="90820"/>
                </a:moveTo>
                <a:cubicBezTo>
                  <a:pt x="891692" y="87259"/>
                  <a:pt x="893966" y="82954"/>
                  <a:pt x="895482" y="77906"/>
                </a:cubicBezTo>
                <a:cubicBezTo>
                  <a:pt x="896998" y="72857"/>
                  <a:pt x="897756" y="67064"/>
                  <a:pt x="897756" y="60527"/>
                </a:cubicBezTo>
                <a:cubicBezTo>
                  <a:pt x="897756" y="47028"/>
                  <a:pt x="894777" y="36943"/>
                  <a:pt x="888819" y="30273"/>
                </a:cubicBezTo>
                <a:cubicBezTo>
                  <a:pt x="882861" y="23604"/>
                  <a:pt x="875067" y="20269"/>
                  <a:pt x="865438" y="20269"/>
                </a:cubicBezTo>
                <a:cubicBezTo>
                  <a:pt x="855809" y="20269"/>
                  <a:pt x="848002" y="23624"/>
                  <a:pt x="842017" y="30333"/>
                </a:cubicBezTo>
                <a:cubicBezTo>
                  <a:pt x="836032" y="37043"/>
                  <a:pt x="833040" y="47134"/>
                  <a:pt x="833040" y="60607"/>
                </a:cubicBezTo>
                <a:cubicBezTo>
                  <a:pt x="833040" y="74292"/>
                  <a:pt x="836032" y="84530"/>
                  <a:pt x="842017" y="91319"/>
                </a:cubicBezTo>
                <a:cubicBezTo>
                  <a:pt x="848002" y="98109"/>
                  <a:pt x="855570" y="101503"/>
                  <a:pt x="864720" y="101503"/>
                </a:cubicBezTo>
                <a:cubicBezTo>
                  <a:pt x="868125" y="101503"/>
                  <a:pt x="871343" y="100936"/>
                  <a:pt x="874376" y="99803"/>
                </a:cubicBezTo>
                <a:cubicBezTo>
                  <a:pt x="869588" y="96641"/>
                  <a:pt x="864720" y="94175"/>
                  <a:pt x="859772" y="92406"/>
                </a:cubicBezTo>
                <a:lnTo>
                  <a:pt x="866396" y="78681"/>
                </a:lnTo>
                <a:cubicBezTo>
                  <a:pt x="874163" y="81379"/>
                  <a:pt x="881584" y="85426"/>
                  <a:pt x="888659" y="90820"/>
                </a:cubicBezTo>
                <a:close/>
                <a:moveTo>
                  <a:pt x="993030" y="119059"/>
                </a:moveTo>
                <a:lnTo>
                  <a:pt x="970607" y="119059"/>
                </a:lnTo>
                <a:lnTo>
                  <a:pt x="970607" y="34645"/>
                </a:lnTo>
                <a:cubicBezTo>
                  <a:pt x="962414" y="42335"/>
                  <a:pt x="952759" y="48024"/>
                  <a:pt x="941640" y="51709"/>
                </a:cubicBezTo>
                <a:lnTo>
                  <a:pt x="941640" y="31281"/>
                </a:lnTo>
                <a:cubicBezTo>
                  <a:pt x="947492" y="29361"/>
                  <a:pt x="953849" y="25721"/>
                  <a:pt x="960712" y="20361"/>
                </a:cubicBezTo>
                <a:cubicBezTo>
                  <a:pt x="967575" y="15000"/>
                  <a:pt x="972283" y="8745"/>
                  <a:pt x="974836" y="1596"/>
                </a:cubicBezTo>
                <a:lnTo>
                  <a:pt x="993030" y="1596"/>
                </a:lnTo>
                <a:lnTo>
                  <a:pt x="993030" y="119059"/>
                </a:lnTo>
                <a:close/>
                <a:moveTo>
                  <a:pt x="1147682" y="98152"/>
                </a:moveTo>
                <a:lnTo>
                  <a:pt x="1147682" y="119059"/>
                </a:lnTo>
                <a:lnTo>
                  <a:pt x="1069081" y="119059"/>
                </a:lnTo>
                <a:cubicBezTo>
                  <a:pt x="1069932" y="111192"/>
                  <a:pt x="1072485" y="103738"/>
                  <a:pt x="1076741" y="96696"/>
                </a:cubicBezTo>
                <a:cubicBezTo>
                  <a:pt x="1080997" y="89652"/>
                  <a:pt x="1089402" y="80309"/>
                  <a:pt x="1101957" y="68666"/>
                </a:cubicBezTo>
                <a:cubicBezTo>
                  <a:pt x="1112065" y="59259"/>
                  <a:pt x="1118263" y="52880"/>
                  <a:pt x="1120550" y="49532"/>
                </a:cubicBezTo>
                <a:cubicBezTo>
                  <a:pt x="1123636" y="44907"/>
                  <a:pt x="1125179" y="40336"/>
                  <a:pt x="1125179" y="35817"/>
                </a:cubicBezTo>
                <a:cubicBezTo>
                  <a:pt x="1125179" y="30820"/>
                  <a:pt x="1123835" y="26979"/>
                  <a:pt x="1121149" y="24296"/>
                </a:cubicBezTo>
                <a:cubicBezTo>
                  <a:pt x="1118462" y="21611"/>
                  <a:pt x="1114752" y="20269"/>
                  <a:pt x="1110017" y="20269"/>
                </a:cubicBezTo>
                <a:cubicBezTo>
                  <a:pt x="1105336" y="20269"/>
                  <a:pt x="1101612" y="21685"/>
                  <a:pt x="1098845" y="24518"/>
                </a:cubicBezTo>
                <a:cubicBezTo>
                  <a:pt x="1096079" y="27349"/>
                  <a:pt x="1094483" y="32051"/>
                  <a:pt x="1094057" y="38622"/>
                </a:cubicBezTo>
                <a:lnTo>
                  <a:pt x="1071714" y="36378"/>
                </a:lnTo>
                <a:cubicBezTo>
                  <a:pt x="1073044" y="23983"/>
                  <a:pt x="1077220" y="15087"/>
                  <a:pt x="1084242" y="9690"/>
                </a:cubicBezTo>
                <a:cubicBezTo>
                  <a:pt x="1091264" y="4294"/>
                  <a:pt x="1100042" y="1596"/>
                  <a:pt x="1110576" y="1596"/>
                </a:cubicBezTo>
                <a:cubicBezTo>
                  <a:pt x="1122120" y="1596"/>
                  <a:pt x="1131190" y="4706"/>
                  <a:pt x="1137787" y="10925"/>
                </a:cubicBezTo>
                <a:cubicBezTo>
                  <a:pt x="1144383" y="17144"/>
                  <a:pt x="1147682" y="24878"/>
                  <a:pt x="1147682" y="34126"/>
                </a:cubicBezTo>
                <a:cubicBezTo>
                  <a:pt x="1147682" y="39390"/>
                  <a:pt x="1146738" y="44400"/>
                  <a:pt x="1144849" y="49158"/>
                </a:cubicBezTo>
                <a:cubicBezTo>
                  <a:pt x="1142960" y="53915"/>
                  <a:pt x="1139968" y="58897"/>
                  <a:pt x="1135872" y="64105"/>
                </a:cubicBezTo>
                <a:cubicBezTo>
                  <a:pt x="1133159" y="67562"/>
                  <a:pt x="1128264" y="72532"/>
                  <a:pt x="1121189" y="79018"/>
                </a:cubicBezTo>
                <a:cubicBezTo>
                  <a:pt x="1114113" y="85501"/>
                  <a:pt x="1109631" y="89806"/>
                  <a:pt x="1107743" y="91933"/>
                </a:cubicBezTo>
                <a:cubicBezTo>
                  <a:pt x="1105854" y="94059"/>
                  <a:pt x="1104325" y="96132"/>
                  <a:pt x="1103154" y="98152"/>
                </a:cubicBezTo>
                <a:lnTo>
                  <a:pt x="1147682" y="98152"/>
                </a:lnTo>
                <a:close/>
                <a:moveTo>
                  <a:pt x="1200755" y="1596"/>
                </a:moveTo>
                <a:cubicBezTo>
                  <a:pt x="1212087" y="1596"/>
                  <a:pt x="1220944" y="5642"/>
                  <a:pt x="1227328" y="13733"/>
                </a:cubicBezTo>
                <a:cubicBezTo>
                  <a:pt x="1234936" y="23315"/>
                  <a:pt x="1238739" y="39206"/>
                  <a:pt x="1238739" y="61405"/>
                </a:cubicBezTo>
                <a:cubicBezTo>
                  <a:pt x="1238739" y="83550"/>
                  <a:pt x="1234909" y="99468"/>
                  <a:pt x="1227248" y="109157"/>
                </a:cubicBezTo>
                <a:cubicBezTo>
                  <a:pt x="1220918" y="117141"/>
                  <a:pt x="1212087" y="121134"/>
                  <a:pt x="1200755" y="121134"/>
                </a:cubicBezTo>
                <a:cubicBezTo>
                  <a:pt x="1189371" y="121134"/>
                  <a:pt x="1180194" y="116756"/>
                  <a:pt x="1173225" y="107999"/>
                </a:cubicBezTo>
                <a:cubicBezTo>
                  <a:pt x="1166256" y="99242"/>
                  <a:pt x="1162771" y="83630"/>
                  <a:pt x="1162771" y="61165"/>
                </a:cubicBezTo>
                <a:cubicBezTo>
                  <a:pt x="1162771" y="39126"/>
                  <a:pt x="1166602" y="23262"/>
                  <a:pt x="1174262" y="13573"/>
                </a:cubicBezTo>
                <a:cubicBezTo>
                  <a:pt x="1180593" y="5588"/>
                  <a:pt x="1189424" y="1596"/>
                  <a:pt x="1200755" y="1596"/>
                </a:cubicBezTo>
                <a:moveTo>
                  <a:pt x="1200755" y="20269"/>
                </a:moveTo>
                <a:cubicBezTo>
                  <a:pt x="1198042" y="20269"/>
                  <a:pt x="1195622" y="21132"/>
                  <a:pt x="1193494" y="22860"/>
                </a:cubicBezTo>
                <a:cubicBezTo>
                  <a:pt x="1191366" y="24587"/>
                  <a:pt x="1189717" y="27683"/>
                  <a:pt x="1188546" y="32146"/>
                </a:cubicBezTo>
                <a:cubicBezTo>
                  <a:pt x="1187004" y="37940"/>
                  <a:pt x="1186232" y="47693"/>
                  <a:pt x="1186232" y="61405"/>
                </a:cubicBezTo>
                <a:cubicBezTo>
                  <a:pt x="1186232" y="75117"/>
                  <a:pt x="1186924" y="84537"/>
                  <a:pt x="1188307" y="89666"/>
                </a:cubicBezTo>
                <a:cubicBezTo>
                  <a:pt x="1189690" y="94795"/>
                  <a:pt x="1191432" y="98209"/>
                  <a:pt x="1193534" y="99910"/>
                </a:cubicBezTo>
                <a:cubicBezTo>
                  <a:pt x="1195635" y="101611"/>
                  <a:pt x="1198042" y="102461"/>
                  <a:pt x="1200755" y="102461"/>
                </a:cubicBezTo>
                <a:cubicBezTo>
                  <a:pt x="1203469" y="102461"/>
                  <a:pt x="1205889" y="101597"/>
                  <a:pt x="1208017" y="99870"/>
                </a:cubicBezTo>
                <a:cubicBezTo>
                  <a:pt x="1210145" y="98143"/>
                  <a:pt x="1211794" y="95047"/>
                  <a:pt x="1212965" y="90583"/>
                </a:cubicBezTo>
                <a:cubicBezTo>
                  <a:pt x="1214507" y="84843"/>
                  <a:pt x="1215279" y="75117"/>
                  <a:pt x="1215279" y="61405"/>
                </a:cubicBezTo>
                <a:cubicBezTo>
                  <a:pt x="1215279" y="47693"/>
                  <a:pt x="1214587" y="38272"/>
                  <a:pt x="1213204" y="33144"/>
                </a:cubicBezTo>
                <a:cubicBezTo>
                  <a:pt x="1211821" y="28015"/>
                  <a:pt x="1210079" y="24587"/>
                  <a:pt x="1207977" y="22860"/>
                </a:cubicBezTo>
                <a:cubicBezTo>
                  <a:pt x="1205876" y="21132"/>
                  <a:pt x="1203469" y="20269"/>
                  <a:pt x="1200755" y="20269"/>
                </a:cubicBezTo>
                <a:close/>
                <a:moveTo>
                  <a:pt x="1329478" y="98152"/>
                </a:moveTo>
                <a:lnTo>
                  <a:pt x="1329478" y="119059"/>
                </a:lnTo>
                <a:lnTo>
                  <a:pt x="1250876" y="119059"/>
                </a:lnTo>
                <a:cubicBezTo>
                  <a:pt x="1251728" y="111192"/>
                  <a:pt x="1254281" y="103738"/>
                  <a:pt x="1258537" y="96696"/>
                </a:cubicBezTo>
                <a:cubicBezTo>
                  <a:pt x="1262793" y="89652"/>
                  <a:pt x="1271198" y="80309"/>
                  <a:pt x="1283753" y="68666"/>
                </a:cubicBezTo>
                <a:cubicBezTo>
                  <a:pt x="1293861" y="59259"/>
                  <a:pt x="1300059" y="52880"/>
                  <a:pt x="1302346" y="49532"/>
                </a:cubicBezTo>
                <a:cubicBezTo>
                  <a:pt x="1305432" y="44907"/>
                  <a:pt x="1306975" y="40336"/>
                  <a:pt x="1306975" y="35817"/>
                </a:cubicBezTo>
                <a:cubicBezTo>
                  <a:pt x="1306975" y="30820"/>
                  <a:pt x="1305631" y="26979"/>
                  <a:pt x="1302945" y="24296"/>
                </a:cubicBezTo>
                <a:cubicBezTo>
                  <a:pt x="1300258" y="21611"/>
                  <a:pt x="1296548" y="20269"/>
                  <a:pt x="1291813" y="20269"/>
                </a:cubicBezTo>
                <a:cubicBezTo>
                  <a:pt x="1287131" y="20269"/>
                  <a:pt x="1283407" y="21685"/>
                  <a:pt x="1280641" y="24518"/>
                </a:cubicBezTo>
                <a:cubicBezTo>
                  <a:pt x="1277875" y="27349"/>
                  <a:pt x="1276279" y="32051"/>
                  <a:pt x="1275853" y="38622"/>
                </a:cubicBezTo>
                <a:lnTo>
                  <a:pt x="1253510" y="36378"/>
                </a:lnTo>
                <a:cubicBezTo>
                  <a:pt x="1254840" y="23983"/>
                  <a:pt x="1259016" y="15087"/>
                  <a:pt x="1266038" y="9690"/>
                </a:cubicBezTo>
                <a:cubicBezTo>
                  <a:pt x="1273060" y="4294"/>
                  <a:pt x="1281838" y="1596"/>
                  <a:pt x="1292371" y="1596"/>
                </a:cubicBezTo>
                <a:cubicBezTo>
                  <a:pt x="1303916" y="1596"/>
                  <a:pt x="1312986" y="4706"/>
                  <a:pt x="1319583" y="10925"/>
                </a:cubicBezTo>
                <a:cubicBezTo>
                  <a:pt x="1326179" y="17144"/>
                  <a:pt x="1329478" y="24878"/>
                  <a:pt x="1329478" y="34126"/>
                </a:cubicBezTo>
                <a:cubicBezTo>
                  <a:pt x="1329478" y="39390"/>
                  <a:pt x="1328533" y="44400"/>
                  <a:pt x="1326645" y="49158"/>
                </a:cubicBezTo>
                <a:cubicBezTo>
                  <a:pt x="1324756" y="53915"/>
                  <a:pt x="1321764" y="58897"/>
                  <a:pt x="1317668" y="64105"/>
                </a:cubicBezTo>
                <a:cubicBezTo>
                  <a:pt x="1314954" y="67562"/>
                  <a:pt x="1310060" y="72532"/>
                  <a:pt x="1302985" y="79018"/>
                </a:cubicBezTo>
                <a:cubicBezTo>
                  <a:pt x="1295909" y="85501"/>
                  <a:pt x="1291427" y="89806"/>
                  <a:pt x="1289539" y="91933"/>
                </a:cubicBezTo>
                <a:cubicBezTo>
                  <a:pt x="1287650" y="94059"/>
                  <a:pt x="1286121" y="96132"/>
                  <a:pt x="1284950" y="98152"/>
                </a:cubicBezTo>
                <a:lnTo>
                  <a:pt x="1329478" y="98152"/>
                </a:lnTo>
                <a:close/>
                <a:moveTo>
                  <a:pt x="1420615" y="30962"/>
                </a:moveTo>
                <a:lnTo>
                  <a:pt x="1398910" y="33356"/>
                </a:lnTo>
                <a:cubicBezTo>
                  <a:pt x="1398378" y="28887"/>
                  <a:pt x="1396995" y="25589"/>
                  <a:pt x="1394761" y="23461"/>
                </a:cubicBezTo>
                <a:cubicBezTo>
                  <a:pt x="1392526" y="21333"/>
                  <a:pt x="1389627" y="20269"/>
                  <a:pt x="1386063" y="20269"/>
                </a:cubicBezTo>
                <a:cubicBezTo>
                  <a:pt x="1381328" y="20269"/>
                  <a:pt x="1377325" y="22404"/>
                  <a:pt x="1374053" y="26675"/>
                </a:cubicBezTo>
                <a:cubicBezTo>
                  <a:pt x="1370781" y="30946"/>
                  <a:pt x="1368720" y="39823"/>
                  <a:pt x="1367869" y="53305"/>
                </a:cubicBezTo>
                <a:cubicBezTo>
                  <a:pt x="1373455" y="46709"/>
                  <a:pt x="1380397" y="43410"/>
                  <a:pt x="1388696" y="43410"/>
                </a:cubicBezTo>
                <a:cubicBezTo>
                  <a:pt x="1398059" y="43410"/>
                  <a:pt x="1406079" y="46964"/>
                  <a:pt x="1412755" y="54071"/>
                </a:cubicBezTo>
                <a:cubicBezTo>
                  <a:pt x="1419432" y="61178"/>
                  <a:pt x="1422770" y="70353"/>
                  <a:pt x="1422770" y="81596"/>
                </a:cubicBezTo>
                <a:cubicBezTo>
                  <a:pt x="1422770" y="93529"/>
                  <a:pt x="1419259" y="103103"/>
                  <a:pt x="1412236" y="110316"/>
                </a:cubicBezTo>
                <a:cubicBezTo>
                  <a:pt x="1405214" y="117528"/>
                  <a:pt x="1396197" y="121134"/>
                  <a:pt x="1385185" y="121134"/>
                </a:cubicBezTo>
                <a:cubicBezTo>
                  <a:pt x="1373375" y="121134"/>
                  <a:pt x="1363666" y="116543"/>
                  <a:pt x="1356058" y="107361"/>
                </a:cubicBezTo>
                <a:cubicBezTo>
                  <a:pt x="1348451" y="98178"/>
                  <a:pt x="1344647" y="83125"/>
                  <a:pt x="1344647" y="62203"/>
                </a:cubicBezTo>
                <a:cubicBezTo>
                  <a:pt x="1344647" y="40750"/>
                  <a:pt x="1348611" y="25286"/>
                  <a:pt x="1356537" y="15810"/>
                </a:cubicBezTo>
                <a:cubicBezTo>
                  <a:pt x="1364464" y="6334"/>
                  <a:pt x="1374758" y="1596"/>
                  <a:pt x="1387419" y="1596"/>
                </a:cubicBezTo>
                <a:cubicBezTo>
                  <a:pt x="1396303" y="1596"/>
                  <a:pt x="1403658" y="4104"/>
                  <a:pt x="1409483" y="9119"/>
                </a:cubicBezTo>
                <a:cubicBezTo>
                  <a:pt x="1415309" y="14133"/>
                  <a:pt x="1419019" y="21414"/>
                  <a:pt x="1420615" y="30962"/>
                </a:cubicBezTo>
                <a:moveTo>
                  <a:pt x="1369784" y="79851"/>
                </a:moveTo>
                <a:cubicBezTo>
                  <a:pt x="1369784" y="87071"/>
                  <a:pt x="1371460" y="92644"/>
                  <a:pt x="1374811" y="96571"/>
                </a:cubicBezTo>
                <a:cubicBezTo>
                  <a:pt x="1378163" y="100498"/>
                  <a:pt x="1381993" y="102461"/>
                  <a:pt x="1386302" y="102461"/>
                </a:cubicBezTo>
                <a:cubicBezTo>
                  <a:pt x="1390452" y="102461"/>
                  <a:pt x="1393909" y="100853"/>
                  <a:pt x="1396676" y="97638"/>
                </a:cubicBezTo>
                <a:cubicBezTo>
                  <a:pt x="1399442" y="94423"/>
                  <a:pt x="1400825" y="89153"/>
                  <a:pt x="1400825" y="81828"/>
                </a:cubicBezTo>
                <a:cubicBezTo>
                  <a:pt x="1400825" y="74291"/>
                  <a:pt x="1399336" y="68769"/>
                  <a:pt x="1396357" y="65265"/>
                </a:cubicBezTo>
                <a:cubicBezTo>
                  <a:pt x="1393377" y="61761"/>
                  <a:pt x="1389654" y="60008"/>
                  <a:pt x="1385185" y="60008"/>
                </a:cubicBezTo>
                <a:cubicBezTo>
                  <a:pt x="1380876" y="60008"/>
                  <a:pt x="1377232" y="61682"/>
                  <a:pt x="1374252" y="65028"/>
                </a:cubicBezTo>
                <a:cubicBezTo>
                  <a:pt x="1371273" y="68375"/>
                  <a:pt x="1369784" y="73315"/>
                  <a:pt x="1369784" y="79851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628D2D-0D82-46C5-8963-1CCF3F79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79" y="3652710"/>
            <a:ext cx="273966" cy="293535"/>
          </a:xfrm>
          <a:custGeom xmlns:a="http://schemas.openxmlformats.org/drawingml/2006/main">
            <a:pathLst>
              <a:path w="273966" h="293535">
                <a:moveTo>
                  <a:pt x="78275" y="0"/>
                </a:moveTo>
                <a:cubicBezTo>
                  <a:pt x="89100" y="0"/>
                  <a:pt x="97844" y="8746"/>
                  <a:pt x="97844" y="19569"/>
                </a:cubicBezTo>
                <a:lnTo>
                  <a:pt x="97844" y="39138"/>
                </a:lnTo>
                <a:lnTo>
                  <a:pt x="176121" y="39138"/>
                </a:lnTo>
                <a:lnTo>
                  <a:pt x="176121" y="19569"/>
                </a:lnTo>
                <a:cubicBezTo>
                  <a:pt x="176121" y="8746"/>
                  <a:pt x="184865" y="0"/>
                  <a:pt x="195690" y="0"/>
                </a:cubicBezTo>
                <a:cubicBezTo>
                  <a:pt x="206513" y="0"/>
                  <a:pt x="215259" y="8746"/>
                  <a:pt x="215259" y="19569"/>
                </a:cubicBezTo>
                <a:lnTo>
                  <a:pt x="215259" y="39138"/>
                </a:lnTo>
                <a:lnTo>
                  <a:pt x="234828" y="39138"/>
                </a:lnTo>
                <a:cubicBezTo>
                  <a:pt x="256415" y="39138"/>
                  <a:pt x="273966" y="56689"/>
                  <a:pt x="273966" y="78275"/>
                </a:cubicBezTo>
                <a:lnTo>
                  <a:pt x="273966" y="254397"/>
                </a:lnTo>
                <a:cubicBezTo>
                  <a:pt x="273966" y="275984"/>
                  <a:pt x="256415" y="293535"/>
                  <a:pt x="234828" y="293535"/>
                </a:cubicBezTo>
                <a:lnTo>
                  <a:pt x="39138" y="293535"/>
                </a:lnTo>
                <a:cubicBezTo>
                  <a:pt x="17551" y="293535"/>
                  <a:pt x="0" y="275984"/>
                  <a:pt x="0" y="254397"/>
                </a:cubicBezTo>
                <a:lnTo>
                  <a:pt x="0" y="78275"/>
                </a:lnTo>
                <a:cubicBezTo>
                  <a:pt x="0" y="56689"/>
                  <a:pt x="17551" y="39138"/>
                  <a:pt x="39138" y="39138"/>
                </a:cubicBezTo>
                <a:lnTo>
                  <a:pt x="58707" y="39138"/>
                </a:lnTo>
                <a:lnTo>
                  <a:pt x="58707" y="19569"/>
                </a:lnTo>
                <a:cubicBezTo>
                  <a:pt x="58707" y="8746"/>
                  <a:pt x="67452" y="0"/>
                  <a:pt x="78275" y="0"/>
                </a:cubicBezTo>
                <a:close/>
                <a:moveTo>
                  <a:pt x="39138" y="146768"/>
                </a:moveTo>
                <a:lnTo>
                  <a:pt x="39138" y="166337"/>
                </a:lnTo>
                <a:cubicBezTo>
                  <a:pt x="39138" y="171719"/>
                  <a:pt x="43540" y="176121"/>
                  <a:pt x="48922" y="176121"/>
                </a:cubicBezTo>
                <a:lnTo>
                  <a:pt x="68491" y="176121"/>
                </a:lnTo>
                <a:cubicBezTo>
                  <a:pt x="73873" y="176121"/>
                  <a:pt x="78275" y="171719"/>
                  <a:pt x="78275" y="166337"/>
                </a:cubicBezTo>
                <a:lnTo>
                  <a:pt x="78275" y="146768"/>
                </a:lnTo>
                <a:cubicBezTo>
                  <a:pt x="78275" y="141386"/>
                  <a:pt x="73873" y="136984"/>
                  <a:pt x="68491" y="136984"/>
                </a:cubicBezTo>
                <a:lnTo>
                  <a:pt x="48922" y="136984"/>
                </a:lnTo>
                <a:cubicBezTo>
                  <a:pt x="43540" y="136984"/>
                  <a:pt x="39138" y="141386"/>
                  <a:pt x="39138" y="146768"/>
                </a:cubicBezTo>
                <a:close/>
                <a:moveTo>
                  <a:pt x="117413" y="146768"/>
                </a:moveTo>
                <a:lnTo>
                  <a:pt x="117413" y="166337"/>
                </a:lnTo>
                <a:cubicBezTo>
                  <a:pt x="117413" y="171719"/>
                  <a:pt x="121817" y="176121"/>
                  <a:pt x="127197" y="176121"/>
                </a:cubicBezTo>
                <a:lnTo>
                  <a:pt x="146768" y="176121"/>
                </a:lnTo>
                <a:cubicBezTo>
                  <a:pt x="152148" y="176121"/>
                  <a:pt x="156552" y="171719"/>
                  <a:pt x="156552" y="166337"/>
                </a:cubicBezTo>
                <a:lnTo>
                  <a:pt x="156552" y="146768"/>
                </a:lnTo>
                <a:cubicBezTo>
                  <a:pt x="156552" y="141386"/>
                  <a:pt x="152148" y="136984"/>
                  <a:pt x="146768" y="136984"/>
                </a:cubicBezTo>
                <a:lnTo>
                  <a:pt x="127197" y="136984"/>
                </a:lnTo>
                <a:cubicBezTo>
                  <a:pt x="121817" y="136984"/>
                  <a:pt x="117413" y="141386"/>
                  <a:pt x="117413" y="146768"/>
                </a:cubicBezTo>
                <a:close/>
                <a:moveTo>
                  <a:pt x="205475" y="136984"/>
                </a:moveTo>
                <a:cubicBezTo>
                  <a:pt x="200093" y="136984"/>
                  <a:pt x="195690" y="141386"/>
                  <a:pt x="195690" y="146768"/>
                </a:cubicBezTo>
                <a:lnTo>
                  <a:pt x="195690" y="166337"/>
                </a:lnTo>
                <a:cubicBezTo>
                  <a:pt x="195690" y="171719"/>
                  <a:pt x="200093" y="176121"/>
                  <a:pt x="205475" y="176121"/>
                </a:cubicBezTo>
                <a:lnTo>
                  <a:pt x="225043" y="176121"/>
                </a:lnTo>
                <a:cubicBezTo>
                  <a:pt x="230425" y="176121"/>
                  <a:pt x="234828" y="171719"/>
                  <a:pt x="234828" y="166337"/>
                </a:cubicBezTo>
                <a:lnTo>
                  <a:pt x="234828" y="146768"/>
                </a:lnTo>
                <a:cubicBezTo>
                  <a:pt x="234828" y="141386"/>
                  <a:pt x="230425" y="136984"/>
                  <a:pt x="225043" y="136984"/>
                </a:cubicBezTo>
                <a:lnTo>
                  <a:pt x="205475" y="136984"/>
                </a:lnTo>
                <a:close/>
                <a:moveTo>
                  <a:pt x="39138" y="225043"/>
                </a:moveTo>
                <a:lnTo>
                  <a:pt x="39138" y="244612"/>
                </a:lnTo>
                <a:cubicBezTo>
                  <a:pt x="39138" y="249994"/>
                  <a:pt x="43540" y="254397"/>
                  <a:pt x="48922" y="254397"/>
                </a:cubicBezTo>
                <a:lnTo>
                  <a:pt x="68491" y="254397"/>
                </a:lnTo>
                <a:cubicBezTo>
                  <a:pt x="73873" y="254397"/>
                  <a:pt x="78275" y="249994"/>
                  <a:pt x="78275" y="244612"/>
                </a:cubicBezTo>
                <a:lnTo>
                  <a:pt x="78275" y="225043"/>
                </a:lnTo>
                <a:cubicBezTo>
                  <a:pt x="78275" y="219662"/>
                  <a:pt x="73873" y="215259"/>
                  <a:pt x="68491" y="215259"/>
                </a:cubicBezTo>
                <a:lnTo>
                  <a:pt x="48922" y="215259"/>
                </a:lnTo>
                <a:cubicBezTo>
                  <a:pt x="43540" y="215259"/>
                  <a:pt x="39138" y="219662"/>
                  <a:pt x="39138" y="225043"/>
                </a:cubicBezTo>
                <a:close/>
                <a:moveTo>
                  <a:pt x="127197" y="215259"/>
                </a:moveTo>
                <a:cubicBezTo>
                  <a:pt x="121817" y="215259"/>
                  <a:pt x="117413" y="219662"/>
                  <a:pt x="117413" y="225043"/>
                </a:cubicBezTo>
                <a:lnTo>
                  <a:pt x="117413" y="244612"/>
                </a:lnTo>
                <a:cubicBezTo>
                  <a:pt x="117413" y="249994"/>
                  <a:pt x="121817" y="254397"/>
                  <a:pt x="127197" y="254397"/>
                </a:cubicBezTo>
                <a:lnTo>
                  <a:pt x="146768" y="254397"/>
                </a:lnTo>
                <a:cubicBezTo>
                  <a:pt x="152148" y="254397"/>
                  <a:pt x="156552" y="249994"/>
                  <a:pt x="156552" y="244612"/>
                </a:cubicBezTo>
                <a:lnTo>
                  <a:pt x="156552" y="225043"/>
                </a:lnTo>
                <a:cubicBezTo>
                  <a:pt x="156552" y="219662"/>
                  <a:pt x="152148" y="215259"/>
                  <a:pt x="146768" y="215259"/>
                </a:cubicBezTo>
                <a:lnTo>
                  <a:pt x="127197" y="215259"/>
                </a:lnTo>
                <a:close/>
                <a:moveTo>
                  <a:pt x="195690" y="225043"/>
                </a:moveTo>
                <a:lnTo>
                  <a:pt x="195690" y="244612"/>
                </a:lnTo>
                <a:cubicBezTo>
                  <a:pt x="195690" y="249994"/>
                  <a:pt x="200093" y="254397"/>
                  <a:pt x="205475" y="254397"/>
                </a:cubicBezTo>
                <a:lnTo>
                  <a:pt x="225043" y="254397"/>
                </a:lnTo>
                <a:cubicBezTo>
                  <a:pt x="230425" y="254397"/>
                  <a:pt x="234828" y="249994"/>
                  <a:pt x="234828" y="244612"/>
                </a:cubicBezTo>
                <a:lnTo>
                  <a:pt x="234828" y="225043"/>
                </a:lnTo>
                <a:cubicBezTo>
                  <a:pt x="234828" y="219662"/>
                  <a:pt x="230425" y="215259"/>
                  <a:pt x="225043" y="215259"/>
                </a:cubicBezTo>
                <a:lnTo>
                  <a:pt x="205475" y="215259"/>
                </a:lnTo>
                <a:cubicBezTo>
                  <a:pt x="200093" y="215259"/>
                  <a:pt x="195690" y="219662"/>
                  <a:pt x="195690" y="225043"/>
                </a:cubicBez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5C319-9703-44AA-95EB-C39C5246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32" y="85239"/>
            <a:ext cx="6351762" cy="1717900"/>
          </a:xfrm>
          <a:custGeom xmlns:a="http://schemas.openxmlformats.org/drawingml/2006/main">
            <a:pathLst>
              <a:path w="6351762" h="1717900">
                <a:moveTo>
                  <a:pt x="6351762" y="211591"/>
                </a:moveTo>
                <a:lnTo>
                  <a:pt x="6351762" y="1506309"/>
                </a:lnTo>
                <a:cubicBezTo>
                  <a:pt x="6351762" y="1623094"/>
                  <a:pt x="6256956" y="1717900"/>
                  <a:pt x="6140171" y="1717900"/>
                </a:cubicBezTo>
                <a:lnTo>
                  <a:pt x="211574" y="1717900"/>
                </a:lnTo>
                <a:cubicBezTo>
                  <a:pt x="94806" y="1717900"/>
                  <a:pt x="0" y="1623094"/>
                  <a:pt x="0" y="1506309"/>
                </a:cubicBezTo>
                <a:lnTo>
                  <a:pt x="0" y="211591"/>
                </a:lnTo>
                <a:cubicBezTo>
                  <a:pt x="0" y="94806"/>
                  <a:pt x="94806" y="0"/>
                  <a:pt x="211574" y="0"/>
                </a:cubicBezTo>
                <a:lnTo>
                  <a:pt x="6140171" y="0"/>
                </a:lnTo>
                <a:cubicBezTo>
                  <a:pt x="6256956" y="0"/>
                  <a:pt x="6351762" y="94806"/>
                  <a:pt x="6351762" y="211591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74C83-CD48-417C-915A-F1AE2B31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285" y="1199169"/>
            <a:ext cx="10" cy="195077"/>
          </a:xfrm>
          <a:custGeom xmlns:a="http://schemas.openxmlformats.org/drawingml/2006/main">
            <a:pathLst>
              <a:path w="1" h="195077" fill="none">
                <a:moveTo>
                  <a:pt x="0" y="1950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72" cap="flat">
            <a:solidFill>
              <a:srgbClr val="BF5057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67123-37A7-4AC6-AF38-D96CF2A2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388" y="1034438"/>
            <a:ext cx="2184362" cy="166242"/>
          </a:xfrm>
          <a:custGeom xmlns:a="http://schemas.openxmlformats.org/drawingml/2006/main">
            <a:pathLst>
              <a:path w="2184362" h="166242">
                <a:moveTo>
                  <a:pt x="2184362" y="0"/>
                </a:moveTo>
                <a:lnTo>
                  <a:pt x="47199" y="0"/>
                </a:lnTo>
                <a:lnTo>
                  <a:pt x="43970" y="109"/>
                </a:lnTo>
                <a:lnTo>
                  <a:pt x="40798" y="431"/>
                </a:lnTo>
                <a:lnTo>
                  <a:pt x="37692" y="960"/>
                </a:lnTo>
                <a:lnTo>
                  <a:pt x="34657" y="1687"/>
                </a:lnTo>
                <a:lnTo>
                  <a:pt x="31702" y="2607"/>
                </a:lnTo>
                <a:lnTo>
                  <a:pt x="28834" y="3711"/>
                </a:lnTo>
                <a:lnTo>
                  <a:pt x="26059" y="4994"/>
                </a:lnTo>
                <a:lnTo>
                  <a:pt x="23384" y="6448"/>
                </a:lnTo>
                <a:lnTo>
                  <a:pt x="20817" y="8065"/>
                </a:lnTo>
                <a:lnTo>
                  <a:pt x="18364" y="9839"/>
                </a:lnTo>
                <a:lnTo>
                  <a:pt x="16033" y="11763"/>
                </a:lnTo>
                <a:lnTo>
                  <a:pt x="13830" y="13830"/>
                </a:lnTo>
                <a:lnTo>
                  <a:pt x="11763" y="16033"/>
                </a:lnTo>
                <a:lnTo>
                  <a:pt x="9839" y="18364"/>
                </a:lnTo>
                <a:lnTo>
                  <a:pt x="8065" y="20817"/>
                </a:lnTo>
                <a:lnTo>
                  <a:pt x="6448" y="23384"/>
                </a:lnTo>
                <a:lnTo>
                  <a:pt x="4994" y="26059"/>
                </a:lnTo>
                <a:lnTo>
                  <a:pt x="3711" y="28834"/>
                </a:lnTo>
                <a:lnTo>
                  <a:pt x="2607" y="31702"/>
                </a:lnTo>
                <a:lnTo>
                  <a:pt x="1687" y="34657"/>
                </a:lnTo>
                <a:lnTo>
                  <a:pt x="960" y="37692"/>
                </a:lnTo>
                <a:lnTo>
                  <a:pt x="431" y="40798"/>
                </a:lnTo>
                <a:lnTo>
                  <a:pt x="109" y="43970"/>
                </a:lnTo>
                <a:lnTo>
                  <a:pt x="0" y="47199"/>
                </a:lnTo>
                <a:lnTo>
                  <a:pt x="0" y="119042"/>
                </a:lnTo>
                <a:lnTo>
                  <a:pt x="109" y="122272"/>
                </a:lnTo>
                <a:lnTo>
                  <a:pt x="431" y="125444"/>
                </a:lnTo>
                <a:lnTo>
                  <a:pt x="960" y="128550"/>
                </a:lnTo>
                <a:lnTo>
                  <a:pt x="1687" y="131585"/>
                </a:lnTo>
                <a:lnTo>
                  <a:pt x="2607" y="134539"/>
                </a:lnTo>
                <a:lnTo>
                  <a:pt x="3711" y="137408"/>
                </a:lnTo>
                <a:lnTo>
                  <a:pt x="4994" y="140183"/>
                </a:lnTo>
                <a:lnTo>
                  <a:pt x="6448" y="142858"/>
                </a:lnTo>
                <a:lnTo>
                  <a:pt x="8065" y="145425"/>
                </a:lnTo>
                <a:lnTo>
                  <a:pt x="9839" y="147878"/>
                </a:lnTo>
                <a:lnTo>
                  <a:pt x="11763" y="150209"/>
                </a:lnTo>
                <a:lnTo>
                  <a:pt x="13830" y="152412"/>
                </a:lnTo>
                <a:lnTo>
                  <a:pt x="16033" y="154479"/>
                </a:lnTo>
                <a:lnTo>
                  <a:pt x="18364" y="156403"/>
                </a:lnTo>
                <a:lnTo>
                  <a:pt x="20817" y="158177"/>
                </a:lnTo>
                <a:lnTo>
                  <a:pt x="23384" y="159794"/>
                </a:lnTo>
                <a:lnTo>
                  <a:pt x="26059" y="161248"/>
                </a:lnTo>
                <a:lnTo>
                  <a:pt x="28834" y="162531"/>
                </a:lnTo>
                <a:lnTo>
                  <a:pt x="31702" y="163635"/>
                </a:lnTo>
                <a:lnTo>
                  <a:pt x="34657" y="164555"/>
                </a:lnTo>
                <a:lnTo>
                  <a:pt x="37692" y="165282"/>
                </a:lnTo>
                <a:lnTo>
                  <a:pt x="40798" y="165811"/>
                </a:lnTo>
                <a:lnTo>
                  <a:pt x="43970" y="166133"/>
                </a:lnTo>
                <a:lnTo>
                  <a:pt x="47199" y="166242"/>
                </a:lnTo>
                <a:lnTo>
                  <a:pt x="2184362" y="166242"/>
                </a:lnTo>
                <a:lnTo>
                  <a:pt x="2184362" y="0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A859C-E7DA-43FC-8B5C-47656721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750" y="1034423"/>
            <a:ext cx="797335" cy="166256"/>
          </a:xfrm>
          <a:custGeom xmlns:a="http://schemas.openxmlformats.org/drawingml/2006/main">
            <a:pathLst>
              <a:path w="797335" h="166256">
                <a:moveTo>
                  <a:pt x="0" y="166256"/>
                </a:moveTo>
                <a:lnTo>
                  <a:pt x="797335" y="166256"/>
                </a:lnTo>
                <a:lnTo>
                  <a:pt x="797335" y="0"/>
                </a:lnTo>
                <a:lnTo>
                  <a:pt x="0" y="0"/>
                </a:lnTo>
                <a:lnTo>
                  <a:pt x="0" y="166256"/>
                </a:lnTo>
                <a:close/>
              </a:path>
            </a:pathLst>
          </a:custGeom>
          <a:solidFill xmlns:a="http://schemas.openxmlformats.org/drawingml/2006/main">
            <a:srgbClr val="BF505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FD705-BD50-4953-89F5-88284A0C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2083" y="1034423"/>
            <a:ext cx="16612" cy="166256"/>
          </a:xfrm>
          <a:custGeom xmlns:a="http://schemas.openxmlformats.org/drawingml/2006/main">
            <a:pathLst>
              <a:path w="16612" h="166256">
                <a:moveTo>
                  <a:pt x="0" y="166256"/>
                </a:moveTo>
                <a:lnTo>
                  <a:pt x="16612" y="166256"/>
                </a:lnTo>
                <a:lnTo>
                  <a:pt x="16612" y="0"/>
                </a:lnTo>
                <a:lnTo>
                  <a:pt x="0" y="0"/>
                </a:lnTo>
                <a:lnTo>
                  <a:pt x="0" y="166256"/>
                </a:lnTo>
                <a:close/>
              </a:path>
            </a:pathLst>
          </a:custGeom>
          <a:solidFill xmlns:a="http://schemas.openxmlformats.org/drawingml/2006/main">
            <a:srgbClr val="AD71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D99B5-43AE-450B-9AB7-814BA041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681" y="1034423"/>
            <a:ext cx="16612" cy="166256"/>
          </a:xfrm>
          <a:custGeom xmlns:a="http://schemas.openxmlformats.org/drawingml/2006/main">
            <a:pathLst>
              <a:path w="16612" h="166256">
                <a:moveTo>
                  <a:pt x="0" y="166256"/>
                </a:moveTo>
                <a:lnTo>
                  <a:pt x="16612" y="166256"/>
                </a:lnTo>
                <a:lnTo>
                  <a:pt x="16612" y="0"/>
                </a:lnTo>
                <a:lnTo>
                  <a:pt x="0" y="0"/>
                </a:lnTo>
                <a:lnTo>
                  <a:pt x="0" y="166256"/>
                </a:ln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D3348-847D-43DD-96D7-51312028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297" y="1034423"/>
            <a:ext cx="16612" cy="166256"/>
          </a:xfrm>
          <a:custGeom xmlns:a="http://schemas.openxmlformats.org/drawingml/2006/main">
            <a:pathLst>
              <a:path w="16612" h="166256">
                <a:moveTo>
                  <a:pt x="0" y="166256"/>
                </a:moveTo>
                <a:lnTo>
                  <a:pt x="16612" y="166256"/>
                </a:lnTo>
                <a:lnTo>
                  <a:pt x="16612" y="0"/>
                </a:lnTo>
                <a:lnTo>
                  <a:pt x="0" y="0"/>
                </a:lnTo>
                <a:lnTo>
                  <a:pt x="0" y="166256"/>
                </a:lnTo>
                <a:close/>
              </a:path>
            </a:pathLst>
          </a:custGeom>
          <a:solidFill xmlns:a="http://schemas.openxmlformats.org/drawingml/2006/main">
            <a:srgbClr val="7BA8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748F1-1615-44A2-AFBD-F4059061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913" y="1034423"/>
            <a:ext cx="639528" cy="166256"/>
          </a:xfrm>
          <a:custGeom xmlns:a="http://schemas.openxmlformats.org/drawingml/2006/main">
            <a:pathLst>
              <a:path w="639528" h="166256">
                <a:moveTo>
                  <a:pt x="0" y="166256"/>
                </a:moveTo>
                <a:lnTo>
                  <a:pt x="639528" y="166256"/>
                </a:lnTo>
                <a:lnTo>
                  <a:pt x="639528" y="0"/>
                </a:lnTo>
                <a:lnTo>
                  <a:pt x="0" y="0"/>
                </a:lnTo>
                <a:lnTo>
                  <a:pt x="0" y="166256"/>
                </a:lnTo>
                <a:close/>
              </a:path>
            </a:pathLst>
          </a:custGeom>
          <a:solidFill xmlns:a="http://schemas.openxmlformats.org/drawingml/2006/main">
            <a:srgbClr val="4BB4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81FC1-10A2-44FC-A5E0-F4C8CE9A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1439" y="1034438"/>
            <a:ext cx="2333869" cy="166242"/>
          </a:xfrm>
          <a:custGeom xmlns:a="http://schemas.openxmlformats.org/drawingml/2006/main">
            <a:pathLst>
              <a:path w="2333869" h="166242">
                <a:moveTo>
                  <a:pt x="2333869" y="47199"/>
                </a:moveTo>
                <a:lnTo>
                  <a:pt x="2333760" y="43970"/>
                </a:lnTo>
                <a:lnTo>
                  <a:pt x="2333438" y="40798"/>
                </a:lnTo>
                <a:lnTo>
                  <a:pt x="2332910" y="37692"/>
                </a:lnTo>
                <a:lnTo>
                  <a:pt x="2332182" y="34657"/>
                </a:lnTo>
                <a:lnTo>
                  <a:pt x="2331262" y="31702"/>
                </a:lnTo>
                <a:lnTo>
                  <a:pt x="2330158" y="28834"/>
                </a:lnTo>
                <a:lnTo>
                  <a:pt x="2328875" y="26059"/>
                </a:lnTo>
                <a:lnTo>
                  <a:pt x="2327422" y="23384"/>
                </a:lnTo>
                <a:lnTo>
                  <a:pt x="2325804" y="20817"/>
                </a:lnTo>
                <a:lnTo>
                  <a:pt x="2324030" y="18364"/>
                </a:lnTo>
                <a:lnTo>
                  <a:pt x="2322106" y="16033"/>
                </a:lnTo>
                <a:lnTo>
                  <a:pt x="2320039" y="13830"/>
                </a:lnTo>
                <a:lnTo>
                  <a:pt x="2317837" y="11763"/>
                </a:lnTo>
                <a:lnTo>
                  <a:pt x="2315505" y="9839"/>
                </a:lnTo>
                <a:lnTo>
                  <a:pt x="2313053" y="8065"/>
                </a:lnTo>
                <a:lnTo>
                  <a:pt x="2310485" y="6448"/>
                </a:lnTo>
                <a:lnTo>
                  <a:pt x="2307811" y="4994"/>
                </a:lnTo>
                <a:lnTo>
                  <a:pt x="2305035" y="3711"/>
                </a:lnTo>
                <a:lnTo>
                  <a:pt x="2302167" y="2607"/>
                </a:lnTo>
                <a:lnTo>
                  <a:pt x="2299212" y="1687"/>
                </a:lnTo>
                <a:lnTo>
                  <a:pt x="2296178" y="960"/>
                </a:lnTo>
                <a:lnTo>
                  <a:pt x="2293071" y="431"/>
                </a:lnTo>
                <a:lnTo>
                  <a:pt x="2289900" y="109"/>
                </a:lnTo>
                <a:lnTo>
                  <a:pt x="2286670" y="0"/>
                </a:lnTo>
                <a:lnTo>
                  <a:pt x="0" y="0"/>
                </a:lnTo>
                <a:lnTo>
                  <a:pt x="0" y="166242"/>
                </a:lnTo>
                <a:lnTo>
                  <a:pt x="2286670" y="166242"/>
                </a:lnTo>
                <a:lnTo>
                  <a:pt x="2289900" y="166133"/>
                </a:lnTo>
                <a:lnTo>
                  <a:pt x="2293071" y="165811"/>
                </a:lnTo>
                <a:lnTo>
                  <a:pt x="2296178" y="165282"/>
                </a:lnTo>
                <a:lnTo>
                  <a:pt x="2299212" y="164555"/>
                </a:lnTo>
                <a:lnTo>
                  <a:pt x="2302167" y="163635"/>
                </a:lnTo>
                <a:lnTo>
                  <a:pt x="2305035" y="162531"/>
                </a:lnTo>
                <a:lnTo>
                  <a:pt x="2307811" y="161248"/>
                </a:lnTo>
                <a:lnTo>
                  <a:pt x="2310485" y="159794"/>
                </a:lnTo>
                <a:lnTo>
                  <a:pt x="2313053" y="158177"/>
                </a:lnTo>
                <a:lnTo>
                  <a:pt x="2315505" y="156403"/>
                </a:lnTo>
                <a:lnTo>
                  <a:pt x="2317837" y="154479"/>
                </a:lnTo>
                <a:lnTo>
                  <a:pt x="2320039" y="152412"/>
                </a:lnTo>
                <a:lnTo>
                  <a:pt x="2322106" y="150209"/>
                </a:lnTo>
                <a:lnTo>
                  <a:pt x="2324030" y="147878"/>
                </a:lnTo>
                <a:lnTo>
                  <a:pt x="2325804" y="145425"/>
                </a:lnTo>
                <a:lnTo>
                  <a:pt x="2327422" y="142858"/>
                </a:lnTo>
                <a:lnTo>
                  <a:pt x="2328875" y="140183"/>
                </a:lnTo>
                <a:lnTo>
                  <a:pt x="2330158" y="137408"/>
                </a:lnTo>
                <a:lnTo>
                  <a:pt x="2331262" y="134539"/>
                </a:lnTo>
                <a:lnTo>
                  <a:pt x="2332182" y="131585"/>
                </a:lnTo>
                <a:lnTo>
                  <a:pt x="2332910" y="128550"/>
                </a:lnTo>
                <a:lnTo>
                  <a:pt x="2333438" y="125444"/>
                </a:lnTo>
                <a:lnTo>
                  <a:pt x="2333760" y="122272"/>
                </a:lnTo>
                <a:lnTo>
                  <a:pt x="2333869" y="119042"/>
                </a:lnTo>
                <a:lnTo>
                  <a:pt x="2333869" y="47199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CC244-7562-4A8E-B6B9-6D21B3DD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025" y="1394247"/>
            <a:ext cx="1312555" cy="286659"/>
          </a:xfrm>
          <a:custGeom xmlns:a="http://schemas.openxmlformats.org/drawingml/2006/main">
            <a:pathLst>
              <a:path w="1312555" h="286659">
                <a:moveTo>
                  <a:pt x="1312555" y="143329"/>
                </a:moveTo>
                <a:cubicBezTo>
                  <a:pt x="1312555" y="222437"/>
                  <a:pt x="1248333" y="286659"/>
                  <a:pt x="1169226" y="286659"/>
                </a:cubicBezTo>
                <a:lnTo>
                  <a:pt x="143329" y="286659"/>
                </a:lnTo>
                <a:cubicBezTo>
                  <a:pt x="64222" y="286659"/>
                  <a:pt x="0" y="222437"/>
                  <a:pt x="0" y="143329"/>
                </a:cubicBezTo>
                <a:cubicBezTo>
                  <a:pt x="0" y="64222"/>
                  <a:pt x="64222" y="0"/>
                  <a:pt x="143329" y="0"/>
                </a:cubicBezTo>
                <a:lnTo>
                  <a:pt x="1169226" y="0"/>
                </a:lnTo>
                <a:cubicBezTo>
                  <a:pt x="1248333" y="0"/>
                  <a:pt x="1312555" y="64222"/>
                  <a:pt x="1312555" y="143329"/>
                </a:cubicBezTo>
                <a:close/>
              </a:path>
            </a:pathLst>
          </a:custGeom>
          <a:solidFill xmlns:a="http://schemas.openxmlformats.org/drawingml/2006/main">
            <a:srgbClr val="BF5057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Compromised">
            <a:extLst xmlns:a="http://schemas.openxmlformats.org/drawingml/2006/main">
              <a:ext uri="{FF2B5EF4-FFF2-40B4-BE49-F238E27FC236}">
                <a16:creationId xmlns:a16="http://schemas.microsoft.com/office/drawing/2014/main" id="{963EE3BA-DB6C-4603-9B3C-5FBA2558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58" y="1439191"/>
            <a:ext cx="1149331" cy="143638"/>
          </a:xfrm>
          <a:custGeom xmlns:a="http://schemas.openxmlformats.org/drawingml/2006/main">
            <a:pathLst>
              <a:path w="1149331" h="143638">
                <a:moveTo>
                  <a:pt x="77956" y="67577"/>
                </a:moveTo>
                <a:lnTo>
                  <a:pt x="108032" y="76699"/>
                </a:lnTo>
                <a:cubicBezTo>
                  <a:pt x="106012" y="85143"/>
                  <a:pt x="102830" y="92197"/>
                  <a:pt x="98486" y="97861"/>
                </a:cubicBezTo>
                <a:cubicBezTo>
                  <a:pt x="94143" y="103524"/>
                  <a:pt x="88751" y="107797"/>
                  <a:pt x="82312" y="110679"/>
                </a:cubicBezTo>
                <a:cubicBezTo>
                  <a:pt x="75872" y="113561"/>
                  <a:pt x="67678" y="115002"/>
                  <a:pt x="57728" y="115002"/>
                </a:cubicBezTo>
                <a:cubicBezTo>
                  <a:pt x="45657" y="115002"/>
                  <a:pt x="35796" y="113246"/>
                  <a:pt x="28144" y="109734"/>
                </a:cubicBezTo>
                <a:cubicBezTo>
                  <a:pt x="20493" y="106221"/>
                  <a:pt x="13889" y="100042"/>
                  <a:pt x="8333" y="91199"/>
                </a:cubicBezTo>
                <a:cubicBezTo>
                  <a:pt x="2778" y="82354"/>
                  <a:pt x="0" y="71033"/>
                  <a:pt x="0" y="57236"/>
                </a:cubicBezTo>
                <a:cubicBezTo>
                  <a:pt x="0" y="38839"/>
                  <a:pt x="4886" y="24700"/>
                  <a:pt x="14659" y="14820"/>
                </a:cubicBezTo>
                <a:cubicBezTo>
                  <a:pt x="24432" y="4940"/>
                  <a:pt x="38258" y="0"/>
                  <a:pt x="56137" y="0"/>
                </a:cubicBezTo>
                <a:cubicBezTo>
                  <a:pt x="70127" y="0"/>
                  <a:pt x="81125" y="2828"/>
                  <a:pt x="89130" y="8483"/>
                </a:cubicBezTo>
                <a:cubicBezTo>
                  <a:pt x="97135" y="14138"/>
                  <a:pt x="103082" y="22822"/>
                  <a:pt x="106971" y="34536"/>
                </a:cubicBezTo>
                <a:lnTo>
                  <a:pt x="76668" y="41213"/>
                </a:lnTo>
                <a:cubicBezTo>
                  <a:pt x="75607" y="37862"/>
                  <a:pt x="74496" y="35411"/>
                  <a:pt x="73334" y="33859"/>
                </a:cubicBezTo>
                <a:cubicBezTo>
                  <a:pt x="71415" y="31260"/>
                  <a:pt x="69067" y="29260"/>
                  <a:pt x="66289" y="27860"/>
                </a:cubicBezTo>
                <a:cubicBezTo>
                  <a:pt x="63511" y="26459"/>
                  <a:pt x="60405" y="25758"/>
                  <a:pt x="56971" y="25758"/>
                </a:cubicBezTo>
                <a:cubicBezTo>
                  <a:pt x="49193" y="25758"/>
                  <a:pt x="43233" y="28889"/>
                  <a:pt x="39091" y="35152"/>
                </a:cubicBezTo>
                <a:cubicBezTo>
                  <a:pt x="35960" y="39799"/>
                  <a:pt x="34394" y="47097"/>
                  <a:pt x="34394" y="57046"/>
                </a:cubicBezTo>
                <a:cubicBezTo>
                  <a:pt x="34394" y="69370"/>
                  <a:pt x="36263" y="77817"/>
                  <a:pt x="40001" y="82388"/>
                </a:cubicBezTo>
                <a:cubicBezTo>
                  <a:pt x="43738" y="86958"/>
                  <a:pt x="48991" y="89244"/>
                  <a:pt x="55758" y="89244"/>
                </a:cubicBezTo>
                <a:cubicBezTo>
                  <a:pt x="62324" y="89244"/>
                  <a:pt x="67286" y="87394"/>
                  <a:pt x="70645" y="83694"/>
                </a:cubicBezTo>
                <a:cubicBezTo>
                  <a:pt x="74004" y="79995"/>
                  <a:pt x="76441" y="74622"/>
                  <a:pt x="77956" y="67577"/>
                </a:cubicBezTo>
                <a:close/>
                <a:moveTo>
                  <a:pt x="118861" y="73031"/>
                </a:moveTo>
                <a:cubicBezTo>
                  <a:pt x="118861" y="60758"/>
                  <a:pt x="123002" y="50645"/>
                  <a:pt x="131285" y="42690"/>
                </a:cubicBezTo>
                <a:cubicBezTo>
                  <a:pt x="139568" y="34735"/>
                  <a:pt x="150755" y="30758"/>
                  <a:pt x="164846" y="30758"/>
                </a:cubicBezTo>
                <a:cubicBezTo>
                  <a:pt x="180957" y="30758"/>
                  <a:pt x="193129" y="35430"/>
                  <a:pt x="201362" y="44773"/>
                </a:cubicBezTo>
                <a:cubicBezTo>
                  <a:pt x="207978" y="52299"/>
                  <a:pt x="211286" y="61567"/>
                  <a:pt x="211286" y="72577"/>
                </a:cubicBezTo>
                <a:cubicBezTo>
                  <a:pt x="211286" y="84951"/>
                  <a:pt x="207183" y="95090"/>
                  <a:pt x="198975" y="102994"/>
                </a:cubicBezTo>
                <a:cubicBezTo>
                  <a:pt x="190768" y="110898"/>
                  <a:pt x="179417" y="114850"/>
                  <a:pt x="164922" y="114850"/>
                </a:cubicBezTo>
                <a:cubicBezTo>
                  <a:pt x="151992" y="114850"/>
                  <a:pt x="141538" y="111567"/>
                  <a:pt x="133558" y="105002"/>
                </a:cubicBezTo>
                <a:cubicBezTo>
                  <a:pt x="123760" y="96870"/>
                  <a:pt x="118861" y="86213"/>
                  <a:pt x="118861" y="73031"/>
                </a:cubicBezTo>
                <a:moveTo>
                  <a:pt x="149770" y="72918"/>
                </a:moveTo>
                <a:cubicBezTo>
                  <a:pt x="149770" y="80077"/>
                  <a:pt x="151222" y="85371"/>
                  <a:pt x="154126" y="88799"/>
                </a:cubicBezTo>
                <a:cubicBezTo>
                  <a:pt x="157030" y="92227"/>
                  <a:pt x="160679" y="93941"/>
                  <a:pt x="165073" y="93941"/>
                </a:cubicBezTo>
                <a:cubicBezTo>
                  <a:pt x="169518" y="93941"/>
                  <a:pt x="173167" y="92252"/>
                  <a:pt x="176021" y="88874"/>
                </a:cubicBezTo>
                <a:cubicBezTo>
                  <a:pt x="178874" y="85497"/>
                  <a:pt x="180301" y="80077"/>
                  <a:pt x="180301" y="72615"/>
                </a:cubicBezTo>
                <a:cubicBezTo>
                  <a:pt x="180301" y="65658"/>
                  <a:pt x="178861" y="60478"/>
                  <a:pt x="175983" y="57075"/>
                </a:cubicBezTo>
                <a:cubicBezTo>
                  <a:pt x="173104" y="53672"/>
                  <a:pt x="169543" y="51970"/>
                  <a:pt x="165301" y="51970"/>
                </a:cubicBezTo>
                <a:cubicBezTo>
                  <a:pt x="160806" y="51970"/>
                  <a:pt x="157093" y="53697"/>
                  <a:pt x="154164" y="57150"/>
                </a:cubicBezTo>
                <a:cubicBezTo>
                  <a:pt x="151235" y="60604"/>
                  <a:pt x="149770" y="65860"/>
                  <a:pt x="149770" y="72918"/>
                </a:cubicBezTo>
                <a:close/>
                <a:moveTo>
                  <a:pt x="226348" y="32576"/>
                </a:moveTo>
                <a:lnTo>
                  <a:pt x="255136" y="32576"/>
                </a:lnTo>
                <a:lnTo>
                  <a:pt x="255136" y="44361"/>
                </a:lnTo>
                <a:cubicBezTo>
                  <a:pt x="259278" y="39447"/>
                  <a:pt x="263457" y="35951"/>
                  <a:pt x="267674" y="33874"/>
                </a:cubicBezTo>
                <a:cubicBezTo>
                  <a:pt x="271891" y="31797"/>
                  <a:pt x="276980" y="30758"/>
                  <a:pt x="282940" y="30758"/>
                </a:cubicBezTo>
                <a:cubicBezTo>
                  <a:pt x="289354" y="30758"/>
                  <a:pt x="294430" y="31898"/>
                  <a:pt x="298167" y="34179"/>
                </a:cubicBezTo>
                <a:cubicBezTo>
                  <a:pt x="301905" y="36458"/>
                  <a:pt x="304960" y="39852"/>
                  <a:pt x="307334" y="44361"/>
                </a:cubicBezTo>
                <a:cubicBezTo>
                  <a:pt x="312182" y="39093"/>
                  <a:pt x="316602" y="35509"/>
                  <a:pt x="320592" y="33608"/>
                </a:cubicBezTo>
                <a:cubicBezTo>
                  <a:pt x="324582" y="31708"/>
                  <a:pt x="329506" y="30758"/>
                  <a:pt x="335365" y="30758"/>
                </a:cubicBezTo>
                <a:cubicBezTo>
                  <a:pt x="344001" y="30758"/>
                  <a:pt x="350744" y="33321"/>
                  <a:pt x="355592" y="38448"/>
                </a:cubicBezTo>
                <a:cubicBezTo>
                  <a:pt x="360441" y="43574"/>
                  <a:pt x="362865" y="51592"/>
                  <a:pt x="362865" y="62501"/>
                </a:cubicBezTo>
                <a:lnTo>
                  <a:pt x="362865" y="113032"/>
                </a:lnTo>
                <a:lnTo>
                  <a:pt x="331955" y="113032"/>
                </a:lnTo>
                <a:lnTo>
                  <a:pt x="331955" y="67139"/>
                </a:lnTo>
                <a:cubicBezTo>
                  <a:pt x="331955" y="63498"/>
                  <a:pt x="331248" y="60792"/>
                  <a:pt x="329834" y="59021"/>
                </a:cubicBezTo>
                <a:cubicBezTo>
                  <a:pt x="327764" y="56240"/>
                  <a:pt x="325188" y="54849"/>
                  <a:pt x="322107" y="54849"/>
                </a:cubicBezTo>
                <a:cubicBezTo>
                  <a:pt x="318470" y="54849"/>
                  <a:pt x="315541" y="56164"/>
                  <a:pt x="313319" y="58793"/>
                </a:cubicBezTo>
                <a:cubicBezTo>
                  <a:pt x="311097" y="61423"/>
                  <a:pt x="309985" y="65646"/>
                  <a:pt x="309985" y="71462"/>
                </a:cubicBezTo>
                <a:lnTo>
                  <a:pt x="309985" y="113032"/>
                </a:lnTo>
                <a:lnTo>
                  <a:pt x="279076" y="113032"/>
                </a:lnTo>
                <a:lnTo>
                  <a:pt x="279076" y="68770"/>
                </a:lnTo>
                <a:cubicBezTo>
                  <a:pt x="279076" y="65239"/>
                  <a:pt x="278874" y="62843"/>
                  <a:pt x="278470" y="61582"/>
                </a:cubicBezTo>
                <a:cubicBezTo>
                  <a:pt x="277813" y="59565"/>
                  <a:pt x="276677" y="57939"/>
                  <a:pt x="275061" y="56703"/>
                </a:cubicBezTo>
                <a:cubicBezTo>
                  <a:pt x="273445" y="55467"/>
                  <a:pt x="271551" y="54849"/>
                  <a:pt x="269379" y="54849"/>
                </a:cubicBezTo>
                <a:cubicBezTo>
                  <a:pt x="265843" y="54849"/>
                  <a:pt x="262939" y="56186"/>
                  <a:pt x="260667" y="58860"/>
                </a:cubicBezTo>
                <a:cubicBezTo>
                  <a:pt x="258394" y="61533"/>
                  <a:pt x="257257" y="65922"/>
                  <a:pt x="257257" y="72025"/>
                </a:cubicBezTo>
                <a:lnTo>
                  <a:pt x="257257" y="113032"/>
                </a:lnTo>
                <a:lnTo>
                  <a:pt x="226348" y="113032"/>
                </a:lnTo>
                <a:lnTo>
                  <a:pt x="226348" y="32576"/>
                </a:lnTo>
                <a:close/>
                <a:moveTo>
                  <a:pt x="381410" y="143638"/>
                </a:moveTo>
                <a:lnTo>
                  <a:pt x="381410" y="32576"/>
                </a:lnTo>
                <a:lnTo>
                  <a:pt x="410274" y="32576"/>
                </a:lnTo>
                <a:lnTo>
                  <a:pt x="410274" y="44513"/>
                </a:lnTo>
                <a:cubicBezTo>
                  <a:pt x="414264" y="39497"/>
                  <a:pt x="417926" y="36103"/>
                  <a:pt x="421259" y="34331"/>
                </a:cubicBezTo>
                <a:cubicBezTo>
                  <a:pt x="425754" y="31949"/>
                  <a:pt x="430729" y="30758"/>
                  <a:pt x="436184" y="30758"/>
                </a:cubicBezTo>
                <a:cubicBezTo>
                  <a:pt x="446942" y="30758"/>
                  <a:pt x="455262" y="34874"/>
                  <a:pt x="461146" y="43107"/>
                </a:cubicBezTo>
                <a:cubicBezTo>
                  <a:pt x="467030" y="51339"/>
                  <a:pt x="469972" y="61516"/>
                  <a:pt x="469972" y="73637"/>
                </a:cubicBezTo>
                <a:cubicBezTo>
                  <a:pt x="469972" y="87021"/>
                  <a:pt x="466765" y="97236"/>
                  <a:pt x="460351" y="104282"/>
                </a:cubicBezTo>
                <a:cubicBezTo>
                  <a:pt x="453937" y="111327"/>
                  <a:pt x="445831" y="114850"/>
                  <a:pt x="436032" y="114850"/>
                </a:cubicBezTo>
                <a:cubicBezTo>
                  <a:pt x="431285" y="114850"/>
                  <a:pt x="426954" y="114042"/>
                  <a:pt x="423040" y="112426"/>
                </a:cubicBezTo>
                <a:cubicBezTo>
                  <a:pt x="419126" y="110810"/>
                  <a:pt x="415628" y="108411"/>
                  <a:pt x="412547" y="105229"/>
                </a:cubicBezTo>
                <a:lnTo>
                  <a:pt x="412547" y="143638"/>
                </a:lnTo>
                <a:lnTo>
                  <a:pt x="381410" y="143638"/>
                </a:lnTo>
                <a:moveTo>
                  <a:pt x="412320" y="73069"/>
                </a:moveTo>
                <a:cubicBezTo>
                  <a:pt x="412320" y="79420"/>
                  <a:pt x="413658" y="84133"/>
                  <a:pt x="416335" y="87208"/>
                </a:cubicBezTo>
                <a:cubicBezTo>
                  <a:pt x="419012" y="90282"/>
                  <a:pt x="422396" y="91820"/>
                  <a:pt x="426487" y="91820"/>
                </a:cubicBezTo>
                <a:cubicBezTo>
                  <a:pt x="430073" y="91820"/>
                  <a:pt x="433078" y="90345"/>
                  <a:pt x="435502" y="87397"/>
                </a:cubicBezTo>
                <a:cubicBezTo>
                  <a:pt x="437926" y="84447"/>
                  <a:pt x="439138" y="79444"/>
                  <a:pt x="439138" y="72387"/>
                </a:cubicBezTo>
                <a:cubicBezTo>
                  <a:pt x="439138" y="65885"/>
                  <a:pt x="437876" y="61109"/>
                  <a:pt x="435351" y="58060"/>
                </a:cubicBezTo>
                <a:cubicBezTo>
                  <a:pt x="432825" y="55010"/>
                  <a:pt x="429744" y="53486"/>
                  <a:pt x="426108" y="53486"/>
                </a:cubicBezTo>
                <a:cubicBezTo>
                  <a:pt x="422169" y="53486"/>
                  <a:pt x="418886" y="55023"/>
                  <a:pt x="416259" y="58097"/>
                </a:cubicBezTo>
                <a:cubicBezTo>
                  <a:pt x="413633" y="61172"/>
                  <a:pt x="412320" y="66163"/>
                  <a:pt x="412320" y="73069"/>
                </a:cubicBezTo>
                <a:close/>
                <a:moveTo>
                  <a:pt x="485034" y="32576"/>
                </a:moveTo>
                <a:lnTo>
                  <a:pt x="513898" y="32576"/>
                </a:lnTo>
                <a:lnTo>
                  <a:pt x="513898" y="45758"/>
                </a:lnTo>
                <a:cubicBezTo>
                  <a:pt x="516676" y="40051"/>
                  <a:pt x="519542" y="36124"/>
                  <a:pt x="522497" y="33978"/>
                </a:cubicBezTo>
                <a:cubicBezTo>
                  <a:pt x="525451" y="31831"/>
                  <a:pt x="529100" y="30758"/>
                  <a:pt x="533444" y="30758"/>
                </a:cubicBezTo>
                <a:cubicBezTo>
                  <a:pt x="537989" y="30758"/>
                  <a:pt x="542964" y="32172"/>
                  <a:pt x="548368" y="35001"/>
                </a:cubicBezTo>
                <a:lnTo>
                  <a:pt x="538823" y="56971"/>
                </a:lnTo>
                <a:cubicBezTo>
                  <a:pt x="535186" y="55455"/>
                  <a:pt x="532307" y="54698"/>
                  <a:pt x="530186" y="54698"/>
                </a:cubicBezTo>
                <a:cubicBezTo>
                  <a:pt x="526146" y="54698"/>
                  <a:pt x="523014" y="56364"/>
                  <a:pt x="520792" y="59698"/>
                </a:cubicBezTo>
                <a:cubicBezTo>
                  <a:pt x="517610" y="64395"/>
                  <a:pt x="516019" y="73183"/>
                  <a:pt x="516019" y="86062"/>
                </a:cubicBezTo>
                <a:lnTo>
                  <a:pt x="516019" y="113032"/>
                </a:lnTo>
                <a:lnTo>
                  <a:pt x="485034" y="113032"/>
                </a:lnTo>
                <a:lnTo>
                  <a:pt x="485034" y="32576"/>
                </a:lnTo>
                <a:close/>
                <a:moveTo>
                  <a:pt x="552313" y="73031"/>
                </a:moveTo>
                <a:cubicBezTo>
                  <a:pt x="552313" y="60758"/>
                  <a:pt x="556455" y="50645"/>
                  <a:pt x="564738" y="42690"/>
                </a:cubicBezTo>
                <a:cubicBezTo>
                  <a:pt x="573021" y="34735"/>
                  <a:pt x="584208" y="30758"/>
                  <a:pt x="598299" y="30758"/>
                </a:cubicBezTo>
                <a:cubicBezTo>
                  <a:pt x="614410" y="30758"/>
                  <a:pt x="626582" y="35430"/>
                  <a:pt x="634815" y="44773"/>
                </a:cubicBezTo>
                <a:cubicBezTo>
                  <a:pt x="641431" y="52299"/>
                  <a:pt x="644739" y="61567"/>
                  <a:pt x="644739" y="72577"/>
                </a:cubicBezTo>
                <a:cubicBezTo>
                  <a:pt x="644739" y="84951"/>
                  <a:pt x="640635" y="95090"/>
                  <a:pt x="632428" y="102994"/>
                </a:cubicBezTo>
                <a:cubicBezTo>
                  <a:pt x="624221" y="110898"/>
                  <a:pt x="612870" y="114850"/>
                  <a:pt x="598375" y="114850"/>
                </a:cubicBezTo>
                <a:cubicBezTo>
                  <a:pt x="585445" y="114850"/>
                  <a:pt x="574990" y="111567"/>
                  <a:pt x="567011" y="105002"/>
                </a:cubicBezTo>
                <a:cubicBezTo>
                  <a:pt x="557212" y="96870"/>
                  <a:pt x="552313" y="86213"/>
                  <a:pt x="552313" y="73031"/>
                </a:cubicBezTo>
                <a:moveTo>
                  <a:pt x="583223" y="72918"/>
                </a:moveTo>
                <a:cubicBezTo>
                  <a:pt x="583223" y="80077"/>
                  <a:pt x="584675" y="85371"/>
                  <a:pt x="587579" y="88799"/>
                </a:cubicBezTo>
                <a:cubicBezTo>
                  <a:pt x="590483" y="92227"/>
                  <a:pt x="594132" y="93941"/>
                  <a:pt x="598526" y="93941"/>
                </a:cubicBezTo>
                <a:cubicBezTo>
                  <a:pt x="602971" y="93941"/>
                  <a:pt x="606620" y="92252"/>
                  <a:pt x="609473" y="88874"/>
                </a:cubicBezTo>
                <a:cubicBezTo>
                  <a:pt x="612327" y="85497"/>
                  <a:pt x="613754" y="80077"/>
                  <a:pt x="613754" y="72615"/>
                </a:cubicBezTo>
                <a:cubicBezTo>
                  <a:pt x="613754" y="65658"/>
                  <a:pt x="612314" y="60478"/>
                  <a:pt x="609435" y="57075"/>
                </a:cubicBezTo>
                <a:cubicBezTo>
                  <a:pt x="606557" y="53672"/>
                  <a:pt x="602996" y="51970"/>
                  <a:pt x="598753" y="51970"/>
                </a:cubicBezTo>
                <a:cubicBezTo>
                  <a:pt x="594258" y="51970"/>
                  <a:pt x="590546" y="53697"/>
                  <a:pt x="587617" y="57150"/>
                </a:cubicBezTo>
                <a:cubicBezTo>
                  <a:pt x="584688" y="60604"/>
                  <a:pt x="583223" y="65860"/>
                  <a:pt x="583223" y="72918"/>
                </a:cubicBezTo>
                <a:close/>
                <a:moveTo>
                  <a:pt x="659800" y="32576"/>
                </a:moveTo>
                <a:lnTo>
                  <a:pt x="688588" y="32576"/>
                </a:lnTo>
                <a:lnTo>
                  <a:pt x="688588" y="44361"/>
                </a:lnTo>
                <a:cubicBezTo>
                  <a:pt x="692730" y="39447"/>
                  <a:pt x="696909" y="35951"/>
                  <a:pt x="701126" y="33874"/>
                </a:cubicBezTo>
                <a:cubicBezTo>
                  <a:pt x="705344" y="31797"/>
                  <a:pt x="710432" y="30758"/>
                  <a:pt x="716392" y="30758"/>
                </a:cubicBezTo>
                <a:cubicBezTo>
                  <a:pt x="722806" y="30758"/>
                  <a:pt x="727882" y="31898"/>
                  <a:pt x="731619" y="34179"/>
                </a:cubicBezTo>
                <a:cubicBezTo>
                  <a:pt x="735357" y="36458"/>
                  <a:pt x="738412" y="39852"/>
                  <a:pt x="740786" y="44361"/>
                </a:cubicBezTo>
                <a:cubicBezTo>
                  <a:pt x="745635" y="39093"/>
                  <a:pt x="750054" y="35509"/>
                  <a:pt x="754044" y="33608"/>
                </a:cubicBezTo>
                <a:cubicBezTo>
                  <a:pt x="758034" y="31708"/>
                  <a:pt x="762958" y="30758"/>
                  <a:pt x="768817" y="30758"/>
                </a:cubicBezTo>
                <a:cubicBezTo>
                  <a:pt x="777453" y="30758"/>
                  <a:pt x="784196" y="33321"/>
                  <a:pt x="789044" y="38448"/>
                </a:cubicBezTo>
                <a:cubicBezTo>
                  <a:pt x="793893" y="43574"/>
                  <a:pt x="796317" y="51592"/>
                  <a:pt x="796317" y="62501"/>
                </a:cubicBezTo>
                <a:lnTo>
                  <a:pt x="796317" y="113032"/>
                </a:lnTo>
                <a:lnTo>
                  <a:pt x="765408" y="113032"/>
                </a:lnTo>
                <a:lnTo>
                  <a:pt x="765408" y="67139"/>
                </a:lnTo>
                <a:cubicBezTo>
                  <a:pt x="765408" y="63498"/>
                  <a:pt x="764701" y="60792"/>
                  <a:pt x="763286" y="59021"/>
                </a:cubicBezTo>
                <a:cubicBezTo>
                  <a:pt x="761216" y="56240"/>
                  <a:pt x="758640" y="54849"/>
                  <a:pt x="755559" y="54849"/>
                </a:cubicBezTo>
                <a:cubicBezTo>
                  <a:pt x="751923" y="54849"/>
                  <a:pt x="748993" y="56164"/>
                  <a:pt x="746771" y="58793"/>
                </a:cubicBezTo>
                <a:cubicBezTo>
                  <a:pt x="744549" y="61423"/>
                  <a:pt x="743438" y="65646"/>
                  <a:pt x="743438" y="71462"/>
                </a:cubicBezTo>
                <a:lnTo>
                  <a:pt x="743438" y="113032"/>
                </a:lnTo>
                <a:lnTo>
                  <a:pt x="712528" y="113032"/>
                </a:lnTo>
                <a:lnTo>
                  <a:pt x="712528" y="68770"/>
                </a:lnTo>
                <a:cubicBezTo>
                  <a:pt x="712528" y="65239"/>
                  <a:pt x="712326" y="62843"/>
                  <a:pt x="711922" y="61582"/>
                </a:cubicBezTo>
                <a:cubicBezTo>
                  <a:pt x="711265" y="59565"/>
                  <a:pt x="710129" y="57939"/>
                  <a:pt x="708513" y="56703"/>
                </a:cubicBezTo>
                <a:cubicBezTo>
                  <a:pt x="706897" y="55467"/>
                  <a:pt x="705003" y="54849"/>
                  <a:pt x="702831" y="54849"/>
                </a:cubicBezTo>
                <a:cubicBezTo>
                  <a:pt x="699296" y="54849"/>
                  <a:pt x="696391" y="56186"/>
                  <a:pt x="694119" y="58860"/>
                </a:cubicBezTo>
                <a:cubicBezTo>
                  <a:pt x="691846" y="61533"/>
                  <a:pt x="690710" y="65922"/>
                  <a:pt x="690710" y="72025"/>
                </a:cubicBezTo>
                <a:lnTo>
                  <a:pt x="690710" y="113032"/>
                </a:lnTo>
                <a:lnTo>
                  <a:pt x="659800" y="113032"/>
                </a:lnTo>
                <a:lnTo>
                  <a:pt x="659800" y="32576"/>
                </a:lnTo>
                <a:close/>
                <a:moveTo>
                  <a:pt x="815848" y="1970"/>
                </a:moveTo>
                <a:lnTo>
                  <a:pt x="846682" y="1970"/>
                </a:lnTo>
                <a:lnTo>
                  <a:pt x="846682" y="22879"/>
                </a:lnTo>
                <a:lnTo>
                  <a:pt x="815848" y="22879"/>
                </a:lnTo>
                <a:lnTo>
                  <a:pt x="815848" y="1970"/>
                </a:lnTo>
                <a:moveTo>
                  <a:pt x="815848" y="32576"/>
                </a:moveTo>
                <a:lnTo>
                  <a:pt x="846682" y="32576"/>
                </a:lnTo>
                <a:lnTo>
                  <a:pt x="846682" y="113032"/>
                </a:lnTo>
                <a:lnTo>
                  <a:pt x="815848" y="113032"/>
                </a:lnTo>
                <a:lnTo>
                  <a:pt x="815848" y="32576"/>
                </a:lnTo>
                <a:close/>
                <a:moveTo>
                  <a:pt x="860938" y="90607"/>
                </a:moveTo>
                <a:lnTo>
                  <a:pt x="891545" y="87729"/>
                </a:lnTo>
                <a:cubicBezTo>
                  <a:pt x="892807" y="91365"/>
                  <a:pt x="894575" y="93966"/>
                  <a:pt x="896848" y="95532"/>
                </a:cubicBezTo>
                <a:cubicBezTo>
                  <a:pt x="899121" y="97097"/>
                  <a:pt x="902151" y="97880"/>
                  <a:pt x="905939" y="97880"/>
                </a:cubicBezTo>
                <a:cubicBezTo>
                  <a:pt x="910080" y="97880"/>
                  <a:pt x="913288" y="97000"/>
                  <a:pt x="915560" y="95241"/>
                </a:cubicBezTo>
                <a:cubicBezTo>
                  <a:pt x="917328" y="93934"/>
                  <a:pt x="918212" y="92299"/>
                  <a:pt x="918212" y="90337"/>
                </a:cubicBezTo>
                <a:cubicBezTo>
                  <a:pt x="918212" y="88125"/>
                  <a:pt x="917050" y="86415"/>
                  <a:pt x="914727" y="85210"/>
                </a:cubicBezTo>
                <a:cubicBezTo>
                  <a:pt x="913060" y="84354"/>
                  <a:pt x="908641" y="83298"/>
                  <a:pt x="901469" y="82042"/>
                </a:cubicBezTo>
                <a:cubicBezTo>
                  <a:pt x="890762" y="80181"/>
                  <a:pt x="883325" y="78457"/>
                  <a:pt x="879158" y="76869"/>
                </a:cubicBezTo>
                <a:cubicBezTo>
                  <a:pt x="874992" y="75280"/>
                  <a:pt x="871481" y="72594"/>
                  <a:pt x="868628" y="68813"/>
                </a:cubicBezTo>
                <a:cubicBezTo>
                  <a:pt x="865774" y="65029"/>
                  <a:pt x="864347" y="60717"/>
                  <a:pt x="864347" y="55874"/>
                </a:cubicBezTo>
                <a:cubicBezTo>
                  <a:pt x="864347" y="50579"/>
                  <a:pt x="865888" y="46016"/>
                  <a:pt x="868969" y="42183"/>
                </a:cubicBezTo>
                <a:cubicBezTo>
                  <a:pt x="872050" y="38350"/>
                  <a:pt x="876292" y="35487"/>
                  <a:pt x="881696" y="33597"/>
                </a:cubicBezTo>
                <a:cubicBezTo>
                  <a:pt x="887100" y="31704"/>
                  <a:pt x="894348" y="30758"/>
                  <a:pt x="903439" y="30758"/>
                </a:cubicBezTo>
                <a:cubicBezTo>
                  <a:pt x="913035" y="30758"/>
                  <a:pt x="920118" y="31490"/>
                  <a:pt x="924689" y="32955"/>
                </a:cubicBezTo>
                <a:cubicBezTo>
                  <a:pt x="929260" y="34420"/>
                  <a:pt x="933073" y="36692"/>
                  <a:pt x="936129" y="39773"/>
                </a:cubicBezTo>
                <a:cubicBezTo>
                  <a:pt x="939184" y="42854"/>
                  <a:pt x="941722" y="47021"/>
                  <a:pt x="943743" y="52273"/>
                </a:cubicBezTo>
                <a:lnTo>
                  <a:pt x="914500" y="55152"/>
                </a:lnTo>
                <a:cubicBezTo>
                  <a:pt x="913742" y="52600"/>
                  <a:pt x="912479" y="50724"/>
                  <a:pt x="910712" y="49523"/>
                </a:cubicBezTo>
                <a:cubicBezTo>
                  <a:pt x="908287" y="47922"/>
                  <a:pt x="905358" y="47122"/>
                  <a:pt x="901924" y="47122"/>
                </a:cubicBezTo>
                <a:cubicBezTo>
                  <a:pt x="898439" y="47122"/>
                  <a:pt x="895901" y="47738"/>
                  <a:pt x="894310" y="48971"/>
                </a:cubicBezTo>
                <a:cubicBezTo>
                  <a:pt x="892719" y="50202"/>
                  <a:pt x="891924" y="51697"/>
                  <a:pt x="891924" y="53457"/>
                </a:cubicBezTo>
                <a:cubicBezTo>
                  <a:pt x="891924" y="55419"/>
                  <a:pt x="892934" y="56903"/>
                  <a:pt x="894954" y="57908"/>
                </a:cubicBezTo>
                <a:cubicBezTo>
                  <a:pt x="896974" y="58913"/>
                  <a:pt x="901368" y="59819"/>
                  <a:pt x="908136" y="60624"/>
                </a:cubicBezTo>
                <a:cubicBezTo>
                  <a:pt x="918389" y="61779"/>
                  <a:pt x="926015" y="63390"/>
                  <a:pt x="931015" y="65458"/>
                </a:cubicBezTo>
                <a:cubicBezTo>
                  <a:pt x="936015" y="67525"/>
                  <a:pt x="939841" y="70475"/>
                  <a:pt x="942493" y="74307"/>
                </a:cubicBezTo>
                <a:cubicBezTo>
                  <a:pt x="945144" y="78140"/>
                  <a:pt x="946470" y="82350"/>
                  <a:pt x="946470" y="86940"/>
                </a:cubicBezTo>
                <a:cubicBezTo>
                  <a:pt x="946470" y="91579"/>
                  <a:pt x="945068" y="96092"/>
                  <a:pt x="942265" y="100480"/>
                </a:cubicBezTo>
                <a:cubicBezTo>
                  <a:pt x="939462" y="104866"/>
                  <a:pt x="935043" y="108358"/>
                  <a:pt x="929007" y="110956"/>
                </a:cubicBezTo>
                <a:cubicBezTo>
                  <a:pt x="922972" y="113552"/>
                  <a:pt x="914752" y="114850"/>
                  <a:pt x="904348" y="114850"/>
                </a:cubicBezTo>
                <a:cubicBezTo>
                  <a:pt x="889651" y="114850"/>
                  <a:pt x="879184" y="112748"/>
                  <a:pt x="872946" y="108543"/>
                </a:cubicBezTo>
                <a:cubicBezTo>
                  <a:pt x="866709" y="104337"/>
                  <a:pt x="862706" y="98358"/>
                  <a:pt x="860938" y="90607"/>
                </a:cubicBezTo>
                <a:close/>
                <a:moveTo>
                  <a:pt x="1050481" y="80456"/>
                </a:moveTo>
                <a:lnTo>
                  <a:pt x="988661" y="80456"/>
                </a:lnTo>
                <a:cubicBezTo>
                  <a:pt x="989217" y="85382"/>
                  <a:pt x="990555" y="89051"/>
                  <a:pt x="992677" y="91464"/>
                </a:cubicBezTo>
                <a:cubicBezTo>
                  <a:pt x="995656" y="94934"/>
                  <a:pt x="999545" y="96668"/>
                  <a:pt x="1004343" y="96668"/>
                </a:cubicBezTo>
                <a:cubicBezTo>
                  <a:pt x="1007374" y="96668"/>
                  <a:pt x="1010253" y="95918"/>
                  <a:pt x="1012980" y="94419"/>
                </a:cubicBezTo>
                <a:cubicBezTo>
                  <a:pt x="1014647" y="93469"/>
                  <a:pt x="1016440" y="91794"/>
                  <a:pt x="1018359" y="89395"/>
                </a:cubicBezTo>
                <a:lnTo>
                  <a:pt x="1048738" y="92123"/>
                </a:lnTo>
                <a:cubicBezTo>
                  <a:pt x="1044092" y="100230"/>
                  <a:pt x="1038485" y="106046"/>
                  <a:pt x="1031920" y="109568"/>
                </a:cubicBezTo>
                <a:cubicBezTo>
                  <a:pt x="1025354" y="113090"/>
                  <a:pt x="1015935" y="114850"/>
                  <a:pt x="1003662" y="114850"/>
                </a:cubicBezTo>
                <a:cubicBezTo>
                  <a:pt x="993005" y="114850"/>
                  <a:pt x="984621" y="113348"/>
                  <a:pt x="978510" y="110343"/>
                </a:cubicBezTo>
                <a:cubicBezTo>
                  <a:pt x="972399" y="107337"/>
                  <a:pt x="967335" y="102565"/>
                  <a:pt x="963320" y="96024"/>
                </a:cubicBezTo>
                <a:cubicBezTo>
                  <a:pt x="959305" y="89484"/>
                  <a:pt x="957297" y="81794"/>
                  <a:pt x="957297" y="72956"/>
                </a:cubicBezTo>
                <a:cubicBezTo>
                  <a:pt x="957297" y="60380"/>
                  <a:pt x="961325" y="50203"/>
                  <a:pt x="969381" y="42425"/>
                </a:cubicBezTo>
                <a:cubicBezTo>
                  <a:pt x="977437" y="34647"/>
                  <a:pt x="988560" y="30758"/>
                  <a:pt x="1002753" y="30758"/>
                </a:cubicBezTo>
                <a:cubicBezTo>
                  <a:pt x="1014268" y="30758"/>
                  <a:pt x="1023359" y="32500"/>
                  <a:pt x="1030026" y="35985"/>
                </a:cubicBezTo>
                <a:cubicBezTo>
                  <a:pt x="1036692" y="39470"/>
                  <a:pt x="1041768" y="44521"/>
                  <a:pt x="1045253" y="51137"/>
                </a:cubicBezTo>
                <a:cubicBezTo>
                  <a:pt x="1048738" y="57753"/>
                  <a:pt x="1050481" y="66365"/>
                  <a:pt x="1050481" y="76971"/>
                </a:cubicBezTo>
                <a:lnTo>
                  <a:pt x="1050481" y="80456"/>
                </a:lnTo>
                <a:moveTo>
                  <a:pt x="1019116" y="65607"/>
                </a:moveTo>
                <a:cubicBezTo>
                  <a:pt x="1018510" y="59701"/>
                  <a:pt x="1016907" y="55472"/>
                  <a:pt x="1014306" y="52920"/>
                </a:cubicBezTo>
                <a:cubicBezTo>
                  <a:pt x="1011705" y="50368"/>
                  <a:pt x="1008283" y="49092"/>
                  <a:pt x="1004040" y="49092"/>
                </a:cubicBezTo>
                <a:cubicBezTo>
                  <a:pt x="999141" y="49092"/>
                  <a:pt x="995227" y="51019"/>
                  <a:pt x="992298" y="54873"/>
                </a:cubicBezTo>
                <a:cubicBezTo>
                  <a:pt x="990429" y="57275"/>
                  <a:pt x="989242" y="60853"/>
                  <a:pt x="988737" y="65607"/>
                </a:cubicBezTo>
                <a:lnTo>
                  <a:pt x="1019116" y="65607"/>
                </a:lnTo>
                <a:close/>
                <a:moveTo>
                  <a:pt x="1149331" y="1970"/>
                </a:moveTo>
                <a:lnTo>
                  <a:pt x="1149331" y="113032"/>
                </a:lnTo>
                <a:lnTo>
                  <a:pt x="1120467" y="113032"/>
                </a:lnTo>
                <a:lnTo>
                  <a:pt x="1120467" y="101138"/>
                </a:lnTo>
                <a:cubicBezTo>
                  <a:pt x="1116427" y="106188"/>
                  <a:pt x="1112740" y="109598"/>
                  <a:pt x="1109406" y="111365"/>
                </a:cubicBezTo>
                <a:cubicBezTo>
                  <a:pt x="1104962" y="113689"/>
                  <a:pt x="1100012" y="114850"/>
                  <a:pt x="1094558" y="114850"/>
                </a:cubicBezTo>
                <a:cubicBezTo>
                  <a:pt x="1083598" y="114850"/>
                  <a:pt x="1075226" y="110683"/>
                  <a:pt x="1069444" y="102350"/>
                </a:cubicBezTo>
                <a:cubicBezTo>
                  <a:pt x="1063661" y="94017"/>
                  <a:pt x="1060769" y="83890"/>
                  <a:pt x="1060769" y="71971"/>
                </a:cubicBezTo>
                <a:cubicBezTo>
                  <a:pt x="1060769" y="58637"/>
                  <a:pt x="1063964" y="48435"/>
                  <a:pt x="1070353" y="41364"/>
                </a:cubicBezTo>
                <a:cubicBezTo>
                  <a:pt x="1076742" y="34293"/>
                  <a:pt x="1084860" y="30758"/>
                  <a:pt x="1094709" y="30758"/>
                </a:cubicBezTo>
                <a:cubicBezTo>
                  <a:pt x="1099507" y="30758"/>
                  <a:pt x="1103863" y="31566"/>
                  <a:pt x="1107777" y="33182"/>
                </a:cubicBezTo>
                <a:cubicBezTo>
                  <a:pt x="1111692" y="34798"/>
                  <a:pt x="1115164" y="37223"/>
                  <a:pt x="1118194" y="40455"/>
                </a:cubicBezTo>
                <a:lnTo>
                  <a:pt x="1118194" y="1970"/>
                </a:lnTo>
                <a:lnTo>
                  <a:pt x="1149331" y="1970"/>
                </a:lnTo>
                <a:moveTo>
                  <a:pt x="1118421" y="72577"/>
                </a:moveTo>
                <a:cubicBezTo>
                  <a:pt x="1118421" y="66264"/>
                  <a:pt x="1117083" y="61554"/>
                  <a:pt x="1114406" y="58448"/>
                </a:cubicBezTo>
                <a:cubicBezTo>
                  <a:pt x="1111729" y="55342"/>
                  <a:pt x="1108346" y="53789"/>
                  <a:pt x="1104255" y="53789"/>
                </a:cubicBezTo>
                <a:cubicBezTo>
                  <a:pt x="1100669" y="53789"/>
                  <a:pt x="1097664" y="55279"/>
                  <a:pt x="1095239" y="58258"/>
                </a:cubicBezTo>
                <a:cubicBezTo>
                  <a:pt x="1092815" y="61238"/>
                  <a:pt x="1091603" y="66238"/>
                  <a:pt x="1091603" y="73259"/>
                </a:cubicBezTo>
                <a:cubicBezTo>
                  <a:pt x="1091603" y="79824"/>
                  <a:pt x="1092853" y="84635"/>
                  <a:pt x="1095353" y="87691"/>
                </a:cubicBezTo>
                <a:cubicBezTo>
                  <a:pt x="1097853" y="90746"/>
                  <a:pt x="1100946" y="92274"/>
                  <a:pt x="1104633" y="92274"/>
                </a:cubicBezTo>
                <a:cubicBezTo>
                  <a:pt x="1108573" y="92274"/>
                  <a:pt x="1111856" y="90734"/>
                  <a:pt x="1114482" y="87653"/>
                </a:cubicBezTo>
                <a:cubicBezTo>
                  <a:pt x="1117108" y="84572"/>
                  <a:pt x="1118421" y="79547"/>
                  <a:pt x="1118421" y="72577"/>
                </a:cubicBezTo>
                <a:close/>
              </a:path>
            </a:pathLst>
          </a:custGeom>
          <a:solidFill xmlns:a="http://schemas.openxmlformats.org/drawingml/2006/main">
            <a:srgbClr val="BF505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(rathercertain)">
            <a:extLst xmlns:a="http://schemas.openxmlformats.org/drawingml/2006/main">
              <a:ext uri="{FF2B5EF4-FFF2-40B4-BE49-F238E27FC236}">
                <a16:creationId xmlns:a16="http://schemas.microsoft.com/office/drawing/2014/main" id="{50C0184D-B6FE-4A44-A5FD-14482048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081" y="1578843"/>
            <a:ext cx="467161" cy="63110"/>
          </a:xfrm>
          <a:custGeom xmlns:a="http://schemas.openxmlformats.org/drawingml/2006/main">
            <a:pathLst>
              <a:path w="467161" h="63110">
                <a:moveTo>
                  <a:pt x="16598" y="63110"/>
                </a:moveTo>
                <a:lnTo>
                  <a:pt x="10267" y="63110"/>
                </a:lnTo>
                <a:cubicBezTo>
                  <a:pt x="6921" y="58053"/>
                  <a:pt x="4374" y="52800"/>
                  <a:pt x="2624" y="47349"/>
                </a:cubicBezTo>
                <a:cubicBezTo>
                  <a:pt x="875" y="41899"/>
                  <a:pt x="0" y="36623"/>
                  <a:pt x="0" y="31522"/>
                </a:cubicBezTo>
                <a:cubicBezTo>
                  <a:pt x="0" y="25196"/>
                  <a:pt x="1082" y="19209"/>
                  <a:pt x="3247" y="13561"/>
                </a:cubicBezTo>
                <a:cubicBezTo>
                  <a:pt x="5128" y="8658"/>
                  <a:pt x="7512" y="4137"/>
                  <a:pt x="10398" y="0"/>
                </a:cubicBezTo>
                <a:lnTo>
                  <a:pt x="16696" y="0"/>
                </a:lnTo>
                <a:cubicBezTo>
                  <a:pt x="13700" y="6633"/>
                  <a:pt x="11639" y="12275"/>
                  <a:pt x="10513" y="16927"/>
                </a:cubicBezTo>
                <a:cubicBezTo>
                  <a:pt x="9387" y="21578"/>
                  <a:pt x="8824" y="26509"/>
                  <a:pt x="8824" y="31719"/>
                </a:cubicBezTo>
                <a:cubicBezTo>
                  <a:pt x="8824" y="35310"/>
                  <a:pt x="9157" y="38987"/>
                  <a:pt x="9824" y="42753"/>
                </a:cubicBezTo>
                <a:cubicBezTo>
                  <a:pt x="10491" y="46517"/>
                  <a:pt x="11404" y="50096"/>
                  <a:pt x="12563" y="53489"/>
                </a:cubicBezTo>
                <a:cubicBezTo>
                  <a:pt x="13328" y="55722"/>
                  <a:pt x="14673" y="58929"/>
                  <a:pt x="16598" y="63110"/>
                </a:cubicBezTo>
                <a:close/>
                <a:moveTo>
                  <a:pt x="32513" y="48940"/>
                </a:moveTo>
                <a:lnTo>
                  <a:pt x="23296" y="48940"/>
                </a:lnTo>
                <a:lnTo>
                  <a:pt x="23296" y="14105"/>
                </a:lnTo>
                <a:lnTo>
                  <a:pt x="31857" y="14105"/>
                </a:lnTo>
                <a:lnTo>
                  <a:pt x="31857" y="19058"/>
                </a:lnTo>
                <a:cubicBezTo>
                  <a:pt x="33322" y="16718"/>
                  <a:pt x="34639" y="15176"/>
                  <a:pt x="35809" y="14433"/>
                </a:cubicBezTo>
                <a:cubicBezTo>
                  <a:pt x="36979" y="13689"/>
                  <a:pt x="38308" y="13317"/>
                  <a:pt x="39795" y="13317"/>
                </a:cubicBezTo>
                <a:cubicBezTo>
                  <a:pt x="41894" y="13317"/>
                  <a:pt x="43917" y="13897"/>
                  <a:pt x="45863" y="15056"/>
                </a:cubicBezTo>
                <a:lnTo>
                  <a:pt x="43009" y="23092"/>
                </a:lnTo>
                <a:cubicBezTo>
                  <a:pt x="41457" y="22086"/>
                  <a:pt x="40013" y="21583"/>
                  <a:pt x="38679" y="21583"/>
                </a:cubicBezTo>
                <a:cubicBezTo>
                  <a:pt x="37389" y="21583"/>
                  <a:pt x="36296" y="21939"/>
                  <a:pt x="35399" y="22649"/>
                </a:cubicBezTo>
                <a:cubicBezTo>
                  <a:pt x="34503" y="23360"/>
                  <a:pt x="33798" y="24645"/>
                  <a:pt x="33284" y="26504"/>
                </a:cubicBezTo>
                <a:cubicBezTo>
                  <a:pt x="32770" y="28362"/>
                  <a:pt x="32513" y="32255"/>
                  <a:pt x="32513" y="38181"/>
                </a:cubicBezTo>
                <a:lnTo>
                  <a:pt x="32513" y="48940"/>
                </a:lnTo>
                <a:close/>
                <a:moveTo>
                  <a:pt x="56723" y="24864"/>
                </a:moveTo>
                <a:lnTo>
                  <a:pt x="48359" y="23355"/>
                </a:lnTo>
                <a:cubicBezTo>
                  <a:pt x="49299" y="19943"/>
                  <a:pt x="50917" y="17417"/>
                  <a:pt x="53213" y="15778"/>
                </a:cubicBezTo>
                <a:cubicBezTo>
                  <a:pt x="55509" y="14137"/>
                  <a:pt x="58921" y="13317"/>
                  <a:pt x="63447" y="13317"/>
                </a:cubicBezTo>
                <a:cubicBezTo>
                  <a:pt x="67558" y="13317"/>
                  <a:pt x="70620" y="13804"/>
                  <a:pt x="72632" y="14777"/>
                </a:cubicBezTo>
                <a:cubicBezTo>
                  <a:pt x="74644" y="15750"/>
                  <a:pt x="76060" y="16986"/>
                  <a:pt x="76880" y="18484"/>
                </a:cubicBezTo>
                <a:cubicBezTo>
                  <a:pt x="77700" y="19982"/>
                  <a:pt x="78110" y="22732"/>
                  <a:pt x="78110" y="26733"/>
                </a:cubicBezTo>
                <a:lnTo>
                  <a:pt x="78011" y="37492"/>
                </a:lnTo>
                <a:cubicBezTo>
                  <a:pt x="78011" y="40554"/>
                  <a:pt x="78159" y="42812"/>
                  <a:pt x="78454" y="44266"/>
                </a:cubicBezTo>
                <a:cubicBezTo>
                  <a:pt x="78749" y="45720"/>
                  <a:pt x="79301" y="47278"/>
                  <a:pt x="80111" y="48940"/>
                </a:cubicBezTo>
                <a:lnTo>
                  <a:pt x="70992" y="48940"/>
                </a:lnTo>
                <a:cubicBezTo>
                  <a:pt x="70751" y="48328"/>
                  <a:pt x="70456" y="47420"/>
                  <a:pt x="70106" y="46217"/>
                </a:cubicBezTo>
                <a:cubicBezTo>
                  <a:pt x="69953" y="45671"/>
                  <a:pt x="69844" y="45310"/>
                  <a:pt x="69778" y="45135"/>
                </a:cubicBezTo>
                <a:cubicBezTo>
                  <a:pt x="68204" y="46666"/>
                  <a:pt x="66520" y="47814"/>
                  <a:pt x="64727" y="48579"/>
                </a:cubicBezTo>
                <a:cubicBezTo>
                  <a:pt x="62933" y="49345"/>
                  <a:pt x="61020" y="49727"/>
                  <a:pt x="58986" y="49727"/>
                </a:cubicBezTo>
                <a:cubicBezTo>
                  <a:pt x="55400" y="49727"/>
                  <a:pt x="52574" y="48758"/>
                  <a:pt x="50507" y="46820"/>
                </a:cubicBezTo>
                <a:cubicBezTo>
                  <a:pt x="48441" y="44882"/>
                  <a:pt x="47407" y="42432"/>
                  <a:pt x="47407" y="39471"/>
                </a:cubicBezTo>
                <a:cubicBezTo>
                  <a:pt x="47407" y="37511"/>
                  <a:pt x="47878" y="35763"/>
                  <a:pt x="48818" y="34228"/>
                </a:cubicBezTo>
                <a:cubicBezTo>
                  <a:pt x="49758" y="32693"/>
                  <a:pt x="51076" y="31517"/>
                  <a:pt x="52770" y="30700"/>
                </a:cubicBezTo>
                <a:cubicBezTo>
                  <a:pt x="54465" y="29884"/>
                  <a:pt x="56909" y="29171"/>
                  <a:pt x="60102" y="28561"/>
                </a:cubicBezTo>
                <a:cubicBezTo>
                  <a:pt x="64410" y="27755"/>
                  <a:pt x="67394" y="27004"/>
                  <a:pt x="69056" y="26307"/>
                </a:cubicBezTo>
                <a:lnTo>
                  <a:pt x="69056" y="25378"/>
                </a:lnTo>
                <a:cubicBezTo>
                  <a:pt x="69056" y="23587"/>
                  <a:pt x="68619" y="22310"/>
                  <a:pt x="67744" y="21548"/>
                </a:cubicBezTo>
                <a:cubicBezTo>
                  <a:pt x="66870" y="20784"/>
                  <a:pt x="65219" y="20403"/>
                  <a:pt x="62791" y="20403"/>
                </a:cubicBezTo>
                <a:cubicBezTo>
                  <a:pt x="61151" y="20403"/>
                  <a:pt x="59872" y="20733"/>
                  <a:pt x="58954" y="21393"/>
                </a:cubicBezTo>
                <a:cubicBezTo>
                  <a:pt x="58035" y="22052"/>
                  <a:pt x="57292" y="23209"/>
                  <a:pt x="56723" y="24864"/>
                </a:cubicBezTo>
                <a:moveTo>
                  <a:pt x="69056" y="32342"/>
                </a:moveTo>
                <a:cubicBezTo>
                  <a:pt x="67876" y="32731"/>
                  <a:pt x="66006" y="33196"/>
                  <a:pt x="63447" y="33736"/>
                </a:cubicBezTo>
                <a:cubicBezTo>
                  <a:pt x="60889" y="34276"/>
                  <a:pt x="59216" y="34806"/>
                  <a:pt x="58429" y="35324"/>
                </a:cubicBezTo>
                <a:cubicBezTo>
                  <a:pt x="57226" y="36167"/>
                  <a:pt x="56625" y="37236"/>
                  <a:pt x="56625" y="38533"/>
                </a:cubicBezTo>
                <a:cubicBezTo>
                  <a:pt x="56625" y="39808"/>
                  <a:pt x="57106" y="40910"/>
                  <a:pt x="58068" y="41839"/>
                </a:cubicBezTo>
                <a:cubicBezTo>
                  <a:pt x="59030" y="42768"/>
                  <a:pt x="60255" y="43232"/>
                  <a:pt x="61742" y="43232"/>
                </a:cubicBezTo>
                <a:cubicBezTo>
                  <a:pt x="63404" y="43232"/>
                  <a:pt x="64989" y="42692"/>
                  <a:pt x="66498" y="41612"/>
                </a:cubicBezTo>
                <a:cubicBezTo>
                  <a:pt x="67613" y="40791"/>
                  <a:pt x="68346" y="39786"/>
                  <a:pt x="68696" y="38597"/>
                </a:cubicBezTo>
                <a:cubicBezTo>
                  <a:pt x="68936" y="37820"/>
                  <a:pt x="69056" y="36340"/>
                  <a:pt x="69056" y="34158"/>
                </a:cubicBezTo>
                <a:lnTo>
                  <a:pt x="69056" y="32342"/>
                </a:lnTo>
                <a:close/>
                <a:moveTo>
                  <a:pt x="103173" y="14105"/>
                </a:moveTo>
                <a:lnTo>
                  <a:pt x="103173" y="21452"/>
                </a:lnTo>
                <a:lnTo>
                  <a:pt x="96876" y="21452"/>
                </a:lnTo>
                <a:lnTo>
                  <a:pt x="96876" y="35469"/>
                </a:lnTo>
                <a:cubicBezTo>
                  <a:pt x="96876" y="38307"/>
                  <a:pt x="96936" y="39962"/>
                  <a:pt x="97056" y="40431"/>
                </a:cubicBezTo>
                <a:cubicBezTo>
                  <a:pt x="97176" y="40900"/>
                  <a:pt x="97450" y="41287"/>
                  <a:pt x="97876" y="41593"/>
                </a:cubicBezTo>
                <a:cubicBezTo>
                  <a:pt x="98302" y="41899"/>
                  <a:pt x="98822" y="42052"/>
                  <a:pt x="99434" y="42052"/>
                </a:cubicBezTo>
                <a:cubicBezTo>
                  <a:pt x="100287" y="42052"/>
                  <a:pt x="101522" y="41756"/>
                  <a:pt x="103141" y="41166"/>
                </a:cubicBezTo>
                <a:lnTo>
                  <a:pt x="103928" y="48343"/>
                </a:lnTo>
                <a:cubicBezTo>
                  <a:pt x="101785" y="49266"/>
                  <a:pt x="99358" y="49727"/>
                  <a:pt x="96646" y="49727"/>
                </a:cubicBezTo>
                <a:cubicBezTo>
                  <a:pt x="94984" y="49727"/>
                  <a:pt x="93486" y="49448"/>
                  <a:pt x="92152" y="48891"/>
                </a:cubicBezTo>
                <a:cubicBezTo>
                  <a:pt x="90818" y="48333"/>
                  <a:pt x="89840" y="47612"/>
                  <a:pt x="89216" y="46726"/>
                </a:cubicBezTo>
                <a:cubicBezTo>
                  <a:pt x="88593" y="45840"/>
                  <a:pt x="88161" y="44643"/>
                  <a:pt x="87921" y="43134"/>
                </a:cubicBezTo>
                <a:cubicBezTo>
                  <a:pt x="87724" y="42063"/>
                  <a:pt x="87626" y="39898"/>
                  <a:pt x="87626" y="36639"/>
                </a:cubicBezTo>
                <a:lnTo>
                  <a:pt x="87626" y="21452"/>
                </a:lnTo>
                <a:lnTo>
                  <a:pt x="83394" y="21452"/>
                </a:lnTo>
                <a:lnTo>
                  <a:pt x="83394" y="14105"/>
                </a:lnTo>
                <a:lnTo>
                  <a:pt x="87626" y="14105"/>
                </a:lnTo>
                <a:lnTo>
                  <a:pt x="87626" y="7151"/>
                </a:lnTo>
                <a:lnTo>
                  <a:pt x="96876" y="1706"/>
                </a:lnTo>
                <a:lnTo>
                  <a:pt x="96876" y="14105"/>
                </a:lnTo>
                <a:lnTo>
                  <a:pt x="103173" y="14105"/>
                </a:lnTo>
                <a:close/>
                <a:moveTo>
                  <a:pt x="118761" y="853"/>
                </a:moveTo>
                <a:lnTo>
                  <a:pt x="118761" y="18557"/>
                </a:lnTo>
                <a:cubicBezTo>
                  <a:pt x="121735" y="15064"/>
                  <a:pt x="125288" y="13317"/>
                  <a:pt x="129421" y="13317"/>
                </a:cubicBezTo>
                <a:cubicBezTo>
                  <a:pt x="131543" y="13317"/>
                  <a:pt x="133456" y="13711"/>
                  <a:pt x="135162" y="14498"/>
                </a:cubicBezTo>
                <a:cubicBezTo>
                  <a:pt x="136867" y="15286"/>
                  <a:pt x="138152" y="16291"/>
                  <a:pt x="139016" y="17516"/>
                </a:cubicBezTo>
                <a:cubicBezTo>
                  <a:pt x="139880" y="18741"/>
                  <a:pt x="140470" y="20096"/>
                  <a:pt x="140787" y="21583"/>
                </a:cubicBezTo>
                <a:cubicBezTo>
                  <a:pt x="141104" y="23070"/>
                  <a:pt x="141263" y="25377"/>
                  <a:pt x="141263" y="28505"/>
                </a:cubicBezTo>
                <a:lnTo>
                  <a:pt x="141263" y="48940"/>
                </a:lnTo>
                <a:lnTo>
                  <a:pt x="132046" y="48940"/>
                </a:lnTo>
                <a:lnTo>
                  <a:pt x="132046" y="30560"/>
                </a:lnTo>
                <a:cubicBezTo>
                  <a:pt x="132046" y="26912"/>
                  <a:pt x="131871" y="24597"/>
                  <a:pt x="131521" y="23614"/>
                </a:cubicBezTo>
                <a:cubicBezTo>
                  <a:pt x="131171" y="22631"/>
                  <a:pt x="130553" y="21850"/>
                  <a:pt x="129667" y="21271"/>
                </a:cubicBezTo>
                <a:cubicBezTo>
                  <a:pt x="128782" y="20692"/>
                  <a:pt x="127672" y="20403"/>
                  <a:pt x="126338" y="20403"/>
                </a:cubicBezTo>
                <a:cubicBezTo>
                  <a:pt x="124807" y="20403"/>
                  <a:pt x="123441" y="20774"/>
                  <a:pt x="122238" y="21517"/>
                </a:cubicBezTo>
                <a:cubicBezTo>
                  <a:pt x="121035" y="22260"/>
                  <a:pt x="120155" y="23379"/>
                  <a:pt x="119597" y="24875"/>
                </a:cubicBezTo>
                <a:cubicBezTo>
                  <a:pt x="119040" y="26371"/>
                  <a:pt x="118761" y="28582"/>
                  <a:pt x="118761" y="31510"/>
                </a:cubicBezTo>
                <a:lnTo>
                  <a:pt x="118761" y="48940"/>
                </a:lnTo>
                <a:lnTo>
                  <a:pt x="109544" y="48940"/>
                </a:lnTo>
                <a:lnTo>
                  <a:pt x="109544" y="853"/>
                </a:lnTo>
                <a:lnTo>
                  <a:pt x="118761" y="853"/>
                </a:lnTo>
                <a:close/>
                <a:moveTo>
                  <a:pt x="170781" y="37853"/>
                </a:moveTo>
                <a:lnTo>
                  <a:pt x="179965" y="39428"/>
                </a:lnTo>
                <a:cubicBezTo>
                  <a:pt x="178784" y="42784"/>
                  <a:pt x="176920" y="45340"/>
                  <a:pt x="174373" y="47095"/>
                </a:cubicBezTo>
                <a:cubicBezTo>
                  <a:pt x="171825" y="48850"/>
                  <a:pt x="168638" y="49727"/>
                  <a:pt x="164811" y="49727"/>
                </a:cubicBezTo>
                <a:cubicBezTo>
                  <a:pt x="158754" y="49727"/>
                  <a:pt x="154271" y="47748"/>
                  <a:pt x="151362" y="43790"/>
                </a:cubicBezTo>
                <a:cubicBezTo>
                  <a:pt x="149066" y="40619"/>
                  <a:pt x="147918" y="36618"/>
                  <a:pt x="147918" y="31785"/>
                </a:cubicBezTo>
                <a:cubicBezTo>
                  <a:pt x="147918" y="26012"/>
                  <a:pt x="149427" y="21491"/>
                  <a:pt x="152445" y="18221"/>
                </a:cubicBezTo>
                <a:cubicBezTo>
                  <a:pt x="155463" y="14952"/>
                  <a:pt x="159278" y="13317"/>
                  <a:pt x="163893" y="13317"/>
                </a:cubicBezTo>
                <a:cubicBezTo>
                  <a:pt x="169075" y="13317"/>
                  <a:pt x="173164" y="15029"/>
                  <a:pt x="176160" y="18451"/>
                </a:cubicBezTo>
                <a:cubicBezTo>
                  <a:pt x="179156" y="21873"/>
                  <a:pt x="180589" y="27116"/>
                  <a:pt x="180457" y="34179"/>
                </a:cubicBezTo>
                <a:lnTo>
                  <a:pt x="157365" y="34179"/>
                </a:lnTo>
                <a:cubicBezTo>
                  <a:pt x="157431" y="36913"/>
                  <a:pt x="158174" y="39039"/>
                  <a:pt x="159596" y="40559"/>
                </a:cubicBezTo>
                <a:cubicBezTo>
                  <a:pt x="161017" y="42079"/>
                  <a:pt x="162788" y="42839"/>
                  <a:pt x="164909" y="42839"/>
                </a:cubicBezTo>
                <a:cubicBezTo>
                  <a:pt x="166353" y="42839"/>
                  <a:pt x="167566" y="42445"/>
                  <a:pt x="168550" y="41658"/>
                </a:cubicBezTo>
                <a:cubicBezTo>
                  <a:pt x="169534" y="40871"/>
                  <a:pt x="170278" y="39602"/>
                  <a:pt x="170781" y="37853"/>
                </a:cubicBezTo>
                <a:moveTo>
                  <a:pt x="171306" y="28537"/>
                </a:moveTo>
                <a:cubicBezTo>
                  <a:pt x="171240" y="25880"/>
                  <a:pt x="170551" y="23860"/>
                  <a:pt x="169239" y="22477"/>
                </a:cubicBezTo>
                <a:cubicBezTo>
                  <a:pt x="167927" y="21094"/>
                  <a:pt x="166331" y="20403"/>
                  <a:pt x="164450" y="20403"/>
                </a:cubicBezTo>
                <a:cubicBezTo>
                  <a:pt x="162438" y="20403"/>
                  <a:pt x="160776" y="21132"/>
                  <a:pt x="159464" y="22591"/>
                </a:cubicBezTo>
                <a:cubicBezTo>
                  <a:pt x="158152" y="24051"/>
                  <a:pt x="157507" y="26033"/>
                  <a:pt x="157529" y="28537"/>
                </a:cubicBezTo>
                <a:lnTo>
                  <a:pt x="171306" y="28537"/>
                </a:lnTo>
                <a:close/>
                <a:moveTo>
                  <a:pt x="196796" y="48940"/>
                </a:moveTo>
                <a:lnTo>
                  <a:pt x="187579" y="48940"/>
                </a:lnTo>
                <a:lnTo>
                  <a:pt x="187579" y="14105"/>
                </a:lnTo>
                <a:lnTo>
                  <a:pt x="196140" y="14105"/>
                </a:lnTo>
                <a:lnTo>
                  <a:pt x="196140" y="19058"/>
                </a:lnTo>
                <a:cubicBezTo>
                  <a:pt x="197605" y="16718"/>
                  <a:pt x="198923" y="15176"/>
                  <a:pt x="200093" y="14433"/>
                </a:cubicBezTo>
                <a:cubicBezTo>
                  <a:pt x="201263" y="13689"/>
                  <a:pt x="202591" y="13317"/>
                  <a:pt x="204078" y="13317"/>
                </a:cubicBezTo>
                <a:cubicBezTo>
                  <a:pt x="206177" y="13317"/>
                  <a:pt x="208200" y="13897"/>
                  <a:pt x="210146" y="15056"/>
                </a:cubicBezTo>
                <a:lnTo>
                  <a:pt x="207293" y="23092"/>
                </a:lnTo>
                <a:cubicBezTo>
                  <a:pt x="205740" y="22086"/>
                  <a:pt x="204297" y="21583"/>
                  <a:pt x="202963" y="21583"/>
                </a:cubicBezTo>
                <a:cubicBezTo>
                  <a:pt x="201673" y="21583"/>
                  <a:pt x="200579" y="21939"/>
                  <a:pt x="199683" y="22649"/>
                </a:cubicBezTo>
                <a:cubicBezTo>
                  <a:pt x="198786" y="23360"/>
                  <a:pt x="198081" y="24645"/>
                  <a:pt x="197567" y="26504"/>
                </a:cubicBezTo>
                <a:cubicBezTo>
                  <a:pt x="197053" y="28362"/>
                  <a:pt x="196796" y="32255"/>
                  <a:pt x="196796" y="38181"/>
                </a:cubicBezTo>
                <a:lnTo>
                  <a:pt x="196796" y="48940"/>
                </a:lnTo>
                <a:close/>
                <a:moveTo>
                  <a:pt x="263154" y="24404"/>
                </a:moveTo>
                <a:lnTo>
                  <a:pt x="254068" y="26044"/>
                </a:lnTo>
                <a:cubicBezTo>
                  <a:pt x="253762" y="24240"/>
                  <a:pt x="253068" y="22882"/>
                  <a:pt x="251985" y="21969"/>
                </a:cubicBezTo>
                <a:cubicBezTo>
                  <a:pt x="250903" y="21056"/>
                  <a:pt x="249498" y="20599"/>
                  <a:pt x="247770" y="20599"/>
                </a:cubicBezTo>
                <a:cubicBezTo>
                  <a:pt x="245474" y="20599"/>
                  <a:pt x="243643" y="21390"/>
                  <a:pt x="242276" y="22970"/>
                </a:cubicBezTo>
                <a:cubicBezTo>
                  <a:pt x="240909" y="24551"/>
                  <a:pt x="240226" y="27194"/>
                  <a:pt x="240226" y="30900"/>
                </a:cubicBezTo>
                <a:cubicBezTo>
                  <a:pt x="240226" y="35021"/>
                  <a:pt x="240920" y="37932"/>
                  <a:pt x="242309" y="39633"/>
                </a:cubicBezTo>
                <a:cubicBezTo>
                  <a:pt x="243697" y="41333"/>
                  <a:pt x="245562" y="42183"/>
                  <a:pt x="247901" y="42183"/>
                </a:cubicBezTo>
                <a:cubicBezTo>
                  <a:pt x="249651" y="42183"/>
                  <a:pt x="251083" y="41685"/>
                  <a:pt x="252198" y="40690"/>
                </a:cubicBezTo>
                <a:cubicBezTo>
                  <a:pt x="253314" y="39695"/>
                  <a:pt x="254101" y="37984"/>
                  <a:pt x="254560" y="35557"/>
                </a:cubicBezTo>
                <a:lnTo>
                  <a:pt x="263613" y="37131"/>
                </a:lnTo>
                <a:cubicBezTo>
                  <a:pt x="262673" y="41286"/>
                  <a:pt x="260869" y="44424"/>
                  <a:pt x="258201" y="46545"/>
                </a:cubicBezTo>
                <a:cubicBezTo>
                  <a:pt x="255533" y="48667"/>
                  <a:pt x="251958" y="49727"/>
                  <a:pt x="247475" y="49727"/>
                </a:cubicBezTo>
                <a:cubicBezTo>
                  <a:pt x="242380" y="49727"/>
                  <a:pt x="238318" y="48120"/>
                  <a:pt x="235289" y="44905"/>
                </a:cubicBezTo>
                <a:cubicBezTo>
                  <a:pt x="232260" y="41691"/>
                  <a:pt x="230746" y="37241"/>
                  <a:pt x="230746" y="31555"/>
                </a:cubicBezTo>
                <a:cubicBezTo>
                  <a:pt x="230746" y="25804"/>
                  <a:pt x="232266" y="21327"/>
                  <a:pt x="235306" y="18123"/>
                </a:cubicBezTo>
                <a:cubicBezTo>
                  <a:pt x="238345" y="14919"/>
                  <a:pt x="242456" y="13317"/>
                  <a:pt x="247639" y="13317"/>
                </a:cubicBezTo>
                <a:cubicBezTo>
                  <a:pt x="251881" y="13317"/>
                  <a:pt x="255254" y="14230"/>
                  <a:pt x="257758" y="16056"/>
                </a:cubicBezTo>
                <a:cubicBezTo>
                  <a:pt x="260262" y="17882"/>
                  <a:pt x="262061" y="20665"/>
                  <a:pt x="263154" y="24404"/>
                </a:cubicBezTo>
                <a:close/>
                <a:moveTo>
                  <a:pt x="290317" y="37853"/>
                </a:moveTo>
                <a:lnTo>
                  <a:pt x="299502" y="39428"/>
                </a:lnTo>
                <a:cubicBezTo>
                  <a:pt x="298321" y="42784"/>
                  <a:pt x="296457" y="45340"/>
                  <a:pt x="293909" y="47095"/>
                </a:cubicBezTo>
                <a:cubicBezTo>
                  <a:pt x="291361" y="48850"/>
                  <a:pt x="288174" y="49727"/>
                  <a:pt x="284347" y="49727"/>
                </a:cubicBezTo>
                <a:cubicBezTo>
                  <a:pt x="278290" y="49727"/>
                  <a:pt x="273807" y="47748"/>
                  <a:pt x="270899" y="43790"/>
                </a:cubicBezTo>
                <a:cubicBezTo>
                  <a:pt x="268603" y="40619"/>
                  <a:pt x="267455" y="36618"/>
                  <a:pt x="267455" y="31785"/>
                </a:cubicBezTo>
                <a:cubicBezTo>
                  <a:pt x="267455" y="26012"/>
                  <a:pt x="268963" y="21491"/>
                  <a:pt x="271981" y="18221"/>
                </a:cubicBezTo>
                <a:cubicBezTo>
                  <a:pt x="274999" y="14952"/>
                  <a:pt x="278815" y="13317"/>
                  <a:pt x="283429" y="13317"/>
                </a:cubicBezTo>
                <a:cubicBezTo>
                  <a:pt x="288612" y="13317"/>
                  <a:pt x="292701" y="15029"/>
                  <a:pt x="295697" y="18451"/>
                </a:cubicBezTo>
                <a:cubicBezTo>
                  <a:pt x="298693" y="21873"/>
                  <a:pt x="300125" y="27116"/>
                  <a:pt x="299994" y="34179"/>
                </a:cubicBezTo>
                <a:lnTo>
                  <a:pt x="276901" y="34179"/>
                </a:lnTo>
                <a:cubicBezTo>
                  <a:pt x="276967" y="36913"/>
                  <a:pt x="277710" y="39039"/>
                  <a:pt x="279132" y="40559"/>
                </a:cubicBezTo>
                <a:cubicBezTo>
                  <a:pt x="280553" y="42079"/>
                  <a:pt x="282325" y="42839"/>
                  <a:pt x="284446" y="42839"/>
                </a:cubicBezTo>
                <a:cubicBezTo>
                  <a:pt x="285889" y="42839"/>
                  <a:pt x="287103" y="42445"/>
                  <a:pt x="288087" y="41658"/>
                </a:cubicBezTo>
                <a:cubicBezTo>
                  <a:pt x="289071" y="40871"/>
                  <a:pt x="289814" y="39602"/>
                  <a:pt x="290317" y="37853"/>
                </a:cubicBezTo>
                <a:moveTo>
                  <a:pt x="290842" y="28537"/>
                </a:moveTo>
                <a:cubicBezTo>
                  <a:pt x="290776" y="25880"/>
                  <a:pt x="290088" y="23860"/>
                  <a:pt x="288776" y="22477"/>
                </a:cubicBezTo>
                <a:cubicBezTo>
                  <a:pt x="287463" y="21094"/>
                  <a:pt x="285867" y="20403"/>
                  <a:pt x="283987" y="20403"/>
                </a:cubicBezTo>
                <a:cubicBezTo>
                  <a:pt x="281975" y="20403"/>
                  <a:pt x="280313" y="21132"/>
                  <a:pt x="279001" y="22591"/>
                </a:cubicBezTo>
                <a:cubicBezTo>
                  <a:pt x="277689" y="24051"/>
                  <a:pt x="277044" y="26033"/>
                  <a:pt x="277065" y="28537"/>
                </a:cubicBezTo>
                <a:lnTo>
                  <a:pt x="290842" y="28537"/>
                </a:lnTo>
                <a:close/>
                <a:moveTo>
                  <a:pt x="316332" y="48940"/>
                </a:moveTo>
                <a:lnTo>
                  <a:pt x="307115" y="48940"/>
                </a:lnTo>
                <a:lnTo>
                  <a:pt x="307115" y="14105"/>
                </a:lnTo>
                <a:lnTo>
                  <a:pt x="315676" y="14105"/>
                </a:lnTo>
                <a:lnTo>
                  <a:pt x="315676" y="19058"/>
                </a:lnTo>
                <a:cubicBezTo>
                  <a:pt x="317141" y="16718"/>
                  <a:pt x="318459" y="15176"/>
                  <a:pt x="319629" y="14433"/>
                </a:cubicBezTo>
                <a:cubicBezTo>
                  <a:pt x="320799" y="13689"/>
                  <a:pt x="322127" y="13317"/>
                  <a:pt x="323614" y="13317"/>
                </a:cubicBezTo>
                <a:cubicBezTo>
                  <a:pt x="325714" y="13317"/>
                  <a:pt x="327736" y="13897"/>
                  <a:pt x="329682" y="15056"/>
                </a:cubicBezTo>
                <a:lnTo>
                  <a:pt x="326829" y="23092"/>
                </a:lnTo>
                <a:cubicBezTo>
                  <a:pt x="325276" y="22086"/>
                  <a:pt x="323833" y="21583"/>
                  <a:pt x="322499" y="21583"/>
                </a:cubicBezTo>
                <a:cubicBezTo>
                  <a:pt x="321209" y="21583"/>
                  <a:pt x="320115" y="21939"/>
                  <a:pt x="319219" y="22649"/>
                </a:cubicBezTo>
                <a:cubicBezTo>
                  <a:pt x="318322" y="23360"/>
                  <a:pt x="317617" y="24645"/>
                  <a:pt x="317103" y="26504"/>
                </a:cubicBezTo>
                <a:cubicBezTo>
                  <a:pt x="316589" y="28362"/>
                  <a:pt x="316332" y="32255"/>
                  <a:pt x="316332" y="38181"/>
                </a:cubicBezTo>
                <a:lnTo>
                  <a:pt x="316332" y="48940"/>
                </a:lnTo>
                <a:close/>
                <a:moveTo>
                  <a:pt x="349628" y="14105"/>
                </a:moveTo>
                <a:lnTo>
                  <a:pt x="349628" y="21452"/>
                </a:lnTo>
                <a:lnTo>
                  <a:pt x="343330" y="21452"/>
                </a:lnTo>
                <a:lnTo>
                  <a:pt x="343330" y="35469"/>
                </a:lnTo>
                <a:cubicBezTo>
                  <a:pt x="343330" y="38307"/>
                  <a:pt x="343390" y="39962"/>
                  <a:pt x="343510" y="40431"/>
                </a:cubicBezTo>
                <a:cubicBezTo>
                  <a:pt x="343631" y="40900"/>
                  <a:pt x="343904" y="41287"/>
                  <a:pt x="344331" y="41593"/>
                </a:cubicBezTo>
                <a:cubicBezTo>
                  <a:pt x="344757" y="41899"/>
                  <a:pt x="345276" y="42052"/>
                  <a:pt x="345889" y="42052"/>
                </a:cubicBezTo>
                <a:cubicBezTo>
                  <a:pt x="346741" y="42052"/>
                  <a:pt x="347977" y="41756"/>
                  <a:pt x="349595" y="41166"/>
                </a:cubicBezTo>
                <a:lnTo>
                  <a:pt x="350382" y="48343"/>
                </a:lnTo>
                <a:cubicBezTo>
                  <a:pt x="348239" y="49266"/>
                  <a:pt x="345812" y="49727"/>
                  <a:pt x="343100" y="49727"/>
                </a:cubicBezTo>
                <a:cubicBezTo>
                  <a:pt x="341439" y="49727"/>
                  <a:pt x="339941" y="49448"/>
                  <a:pt x="338607" y="48891"/>
                </a:cubicBezTo>
                <a:cubicBezTo>
                  <a:pt x="337273" y="48333"/>
                  <a:pt x="336294" y="47612"/>
                  <a:pt x="335671" y="46726"/>
                </a:cubicBezTo>
                <a:cubicBezTo>
                  <a:pt x="335048" y="45840"/>
                  <a:pt x="334616" y="44643"/>
                  <a:pt x="334375" y="43134"/>
                </a:cubicBezTo>
                <a:cubicBezTo>
                  <a:pt x="334178" y="42063"/>
                  <a:pt x="334080" y="39898"/>
                  <a:pt x="334080" y="36639"/>
                </a:cubicBezTo>
                <a:lnTo>
                  <a:pt x="334080" y="21452"/>
                </a:lnTo>
                <a:lnTo>
                  <a:pt x="329849" y="21452"/>
                </a:lnTo>
                <a:lnTo>
                  <a:pt x="329849" y="14105"/>
                </a:lnTo>
                <a:lnTo>
                  <a:pt x="334080" y="14105"/>
                </a:lnTo>
                <a:lnTo>
                  <a:pt x="334080" y="7151"/>
                </a:lnTo>
                <a:lnTo>
                  <a:pt x="343330" y="1706"/>
                </a:lnTo>
                <a:lnTo>
                  <a:pt x="343330" y="14105"/>
                </a:lnTo>
                <a:lnTo>
                  <a:pt x="349628" y="14105"/>
                </a:lnTo>
                <a:close/>
                <a:moveTo>
                  <a:pt x="362919" y="24864"/>
                </a:moveTo>
                <a:lnTo>
                  <a:pt x="354555" y="23355"/>
                </a:lnTo>
                <a:cubicBezTo>
                  <a:pt x="355495" y="19943"/>
                  <a:pt x="357113" y="17417"/>
                  <a:pt x="359409" y="15778"/>
                </a:cubicBezTo>
                <a:cubicBezTo>
                  <a:pt x="361705" y="14137"/>
                  <a:pt x="365117" y="13317"/>
                  <a:pt x="369643" y="13317"/>
                </a:cubicBezTo>
                <a:cubicBezTo>
                  <a:pt x="373754" y="13317"/>
                  <a:pt x="376816" y="13804"/>
                  <a:pt x="378828" y="14777"/>
                </a:cubicBezTo>
                <a:cubicBezTo>
                  <a:pt x="380840" y="15750"/>
                  <a:pt x="382256" y="16986"/>
                  <a:pt x="383076" y="18484"/>
                </a:cubicBezTo>
                <a:cubicBezTo>
                  <a:pt x="383896" y="19982"/>
                  <a:pt x="384306" y="22732"/>
                  <a:pt x="384306" y="26733"/>
                </a:cubicBezTo>
                <a:lnTo>
                  <a:pt x="384207" y="37492"/>
                </a:lnTo>
                <a:cubicBezTo>
                  <a:pt x="384207" y="40554"/>
                  <a:pt x="384355" y="42812"/>
                  <a:pt x="384650" y="44266"/>
                </a:cubicBezTo>
                <a:cubicBezTo>
                  <a:pt x="384945" y="45720"/>
                  <a:pt x="385497" y="47278"/>
                  <a:pt x="386307" y="48940"/>
                </a:cubicBezTo>
                <a:lnTo>
                  <a:pt x="377188" y="48940"/>
                </a:lnTo>
                <a:cubicBezTo>
                  <a:pt x="376947" y="48328"/>
                  <a:pt x="376652" y="47420"/>
                  <a:pt x="376302" y="46217"/>
                </a:cubicBezTo>
                <a:cubicBezTo>
                  <a:pt x="376149" y="45671"/>
                  <a:pt x="376040" y="45310"/>
                  <a:pt x="375974" y="45135"/>
                </a:cubicBezTo>
                <a:cubicBezTo>
                  <a:pt x="374400" y="46666"/>
                  <a:pt x="372716" y="47814"/>
                  <a:pt x="370923" y="48579"/>
                </a:cubicBezTo>
                <a:cubicBezTo>
                  <a:pt x="369129" y="49345"/>
                  <a:pt x="367216" y="49727"/>
                  <a:pt x="365182" y="49727"/>
                </a:cubicBezTo>
                <a:cubicBezTo>
                  <a:pt x="361596" y="49727"/>
                  <a:pt x="358770" y="48758"/>
                  <a:pt x="356703" y="46820"/>
                </a:cubicBezTo>
                <a:cubicBezTo>
                  <a:pt x="354637" y="44882"/>
                  <a:pt x="353603" y="42432"/>
                  <a:pt x="353603" y="39471"/>
                </a:cubicBezTo>
                <a:cubicBezTo>
                  <a:pt x="353603" y="37511"/>
                  <a:pt x="354074" y="35763"/>
                  <a:pt x="355014" y="34228"/>
                </a:cubicBezTo>
                <a:cubicBezTo>
                  <a:pt x="355954" y="32693"/>
                  <a:pt x="357272" y="31517"/>
                  <a:pt x="358966" y="30700"/>
                </a:cubicBezTo>
                <a:cubicBezTo>
                  <a:pt x="360661" y="29884"/>
                  <a:pt x="363105" y="29171"/>
                  <a:pt x="366298" y="28561"/>
                </a:cubicBezTo>
                <a:cubicBezTo>
                  <a:pt x="370606" y="27755"/>
                  <a:pt x="373590" y="27004"/>
                  <a:pt x="375252" y="26307"/>
                </a:cubicBezTo>
                <a:lnTo>
                  <a:pt x="375252" y="25378"/>
                </a:lnTo>
                <a:cubicBezTo>
                  <a:pt x="375252" y="23587"/>
                  <a:pt x="374815" y="22310"/>
                  <a:pt x="373940" y="21548"/>
                </a:cubicBezTo>
                <a:cubicBezTo>
                  <a:pt x="373066" y="20784"/>
                  <a:pt x="371415" y="20403"/>
                  <a:pt x="368987" y="20403"/>
                </a:cubicBezTo>
                <a:cubicBezTo>
                  <a:pt x="367347" y="20403"/>
                  <a:pt x="366068" y="20733"/>
                  <a:pt x="365150" y="21393"/>
                </a:cubicBezTo>
                <a:cubicBezTo>
                  <a:pt x="364231" y="22052"/>
                  <a:pt x="363488" y="23209"/>
                  <a:pt x="362919" y="24864"/>
                </a:cubicBezTo>
                <a:moveTo>
                  <a:pt x="375252" y="32342"/>
                </a:moveTo>
                <a:cubicBezTo>
                  <a:pt x="374072" y="32731"/>
                  <a:pt x="372202" y="33196"/>
                  <a:pt x="369643" y="33736"/>
                </a:cubicBezTo>
                <a:cubicBezTo>
                  <a:pt x="367085" y="34276"/>
                  <a:pt x="365412" y="34806"/>
                  <a:pt x="364625" y="35324"/>
                </a:cubicBezTo>
                <a:cubicBezTo>
                  <a:pt x="363422" y="36167"/>
                  <a:pt x="362821" y="37236"/>
                  <a:pt x="362821" y="38533"/>
                </a:cubicBezTo>
                <a:cubicBezTo>
                  <a:pt x="362821" y="39808"/>
                  <a:pt x="363302" y="40910"/>
                  <a:pt x="364264" y="41839"/>
                </a:cubicBezTo>
                <a:cubicBezTo>
                  <a:pt x="365226" y="42768"/>
                  <a:pt x="366451" y="43232"/>
                  <a:pt x="367938" y="43232"/>
                </a:cubicBezTo>
                <a:cubicBezTo>
                  <a:pt x="369600" y="43232"/>
                  <a:pt x="371185" y="42692"/>
                  <a:pt x="372694" y="41612"/>
                </a:cubicBezTo>
                <a:cubicBezTo>
                  <a:pt x="373809" y="40791"/>
                  <a:pt x="374542" y="39786"/>
                  <a:pt x="374892" y="38597"/>
                </a:cubicBezTo>
                <a:cubicBezTo>
                  <a:pt x="375132" y="37820"/>
                  <a:pt x="375252" y="36340"/>
                  <a:pt x="375252" y="34158"/>
                </a:cubicBezTo>
                <a:lnTo>
                  <a:pt x="375252" y="32342"/>
                </a:lnTo>
                <a:close/>
                <a:moveTo>
                  <a:pt x="393395" y="9381"/>
                </a:moveTo>
                <a:lnTo>
                  <a:pt x="393395" y="853"/>
                </a:lnTo>
                <a:lnTo>
                  <a:pt x="402612" y="853"/>
                </a:lnTo>
                <a:lnTo>
                  <a:pt x="402612" y="9381"/>
                </a:lnTo>
                <a:lnTo>
                  <a:pt x="393395" y="9381"/>
                </a:lnTo>
                <a:moveTo>
                  <a:pt x="393395" y="48940"/>
                </a:moveTo>
                <a:lnTo>
                  <a:pt x="393395" y="14105"/>
                </a:lnTo>
                <a:lnTo>
                  <a:pt x="402612" y="14105"/>
                </a:lnTo>
                <a:lnTo>
                  <a:pt x="402612" y="48940"/>
                </a:lnTo>
                <a:lnTo>
                  <a:pt x="393395" y="48940"/>
                </a:lnTo>
                <a:close/>
                <a:moveTo>
                  <a:pt x="443744" y="48940"/>
                </a:moveTo>
                <a:lnTo>
                  <a:pt x="434526" y="48940"/>
                </a:lnTo>
                <a:lnTo>
                  <a:pt x="434526" y="31182"/>
                </a:lnTo>
                <a:cubicBezTo>
                  <a:pt x="434526" y="27425"/>
                  <a:pt x="434330" y="24995"/>
                  <a:pt x="433936" y="23892"/>
                </a:cubicBezTo>
                <a:cubicBezTo>
                  <a:pt x="433542" y="22789"/>
                  <a:pt x="432903" y="21932"/>
                  <a:pt x="432017" y="21320"/>
                </a:cubicBezTo>
                <a:cubicBezTo>
                  <a:pt x="431132" y="20708"/>
                  <a:pt x="430065" y="20403"/>
                  <a:pt x="428819" y="20403"/>
                </a:cubicBezTo>
                <a:cubicBezTo>
                  <a:pt x="427223" y="20403"/>
                  <a:pt x="425790" y="20840"/>
                  <a:pt x="424522" y="21714"/>
                </a:cubicBezTo>
                <a:cubicBezTo>
                  <a:pt x="423254" y="22587"/>
                  <a:pt x="422384" y="23745"/>
                  <a:pt x="421914" y="25186"/>
                </a:cubicBezTo>
                <a:cubicBezTo>
                  <a:pt x="421444" y="26628"/>
                  <a:pt x="421209" y="29293"/>
                  <a:pt x="421209" y="33181"/>
                </a:cubicBezTo>
                <a:lnTo>
                  <a:pt x="421209" y="48940"/>
                </a:lnTo>
                <a:lnTo>
                  <a:pt x="411992" y="48940"/>
                </a:lnTo>
                <a:lnTo>
                  <a:pt x="411992" y="14105"/>
                </a:lnTo>
                <a:lnTo>
                  <a:pt x="420553" y="14105"/>
                </a:lnTo>
                <a:lnTo>
                  <a:pt x="420553" y="19222"/>
                </a:lnTo>
                <a:cubicBezTo>
                  <a:pt x="423593" y="15286"/>
                  <a:pt x="427419" y="13317"/>
                  <a:pt x="432034" y="13317"/>
                </a:cubicBezTo>
                <a:cubicBezTo>
                  <a:pt x="434067" y="13317"/>
                  <a:pt x="435926" y="13684"/>
                  <a:pt x="437610" y="14416"/>
                </a:cubicBezTo>
                <a:cubicBezTo>
                  <a:pt x="439294" y="15149"/>
                  <a:pt x="440567" y="16084"/>
                  <a:pt x="441431" y="17221"/>
                </a:cubicBezTo>
                <a:cubicBezTo>
                  <a:pt x="442295" y="18358"/>
                  <a:pt x="442896" y="19648"/>
                  <a:pt x="443235" y="21091"/>
                </a:cubicBezTo>
                <a:cubicBezTo>
                  <a:pt x="443574" y="22535"/>
                  <a:pt x="443744" y="24601"/>
                  <a:pt x="443744" y="27291"/>
                </a:cubicBezTo>
                <a:lnTo>
                  <a:pt x="443744" y="48940"/>
                </a:lnTo>
                <a:close/>
                <a:moveTo>
                  <a:pt x="450531" y="63110"/>
                </a:moveTo>
                <a:cubicBezTo>
                  <a:pt x="452346" y="59214"/>
                  <a:pt x="453625" y="56226"/>
                  <a:pt x="454369" y="54146"/>
                </a:cubicBezTo>
                <a:cubicBezTo>
                  <a:pt x="455112" y="52067"/>
                  <a:pt x="455801" y="49670"/>
                  <a:pt x="456435" y="46955"/>
                </a:cubicBezTo>
                <a:cubicBezTo>
                  <a:pt x="457069" y="44240"/>
                  <a:pt x="457539" y="41663"/>
                  <a:pt x="457846" y="39223"/>
                </a:cubicBezTo>
                <a:cubicBezTo>
                  <a:pt x="458152" y="36782"/>
                  <a:pt x="458305" y="34280"/>
                  <a:pt x="458305" y="31719"/>
                </a:cubicBezTo>
                <a:cubicBezTo>
                  <a:pt x="458305" y="26509"/>
                  <a:pt x="457747" y="21578"/>
                  <a:pt x="456632" y="16927"/>
                </a:cubicBezTo>
                <a:cubicBezTo>
                  <a:pt x="455517" y="12275"/>
                  <a:pt x="453461" y="6633"/>
                  <a:pt x="450465" y="0"/>
                </a:cubicBezTo>
                <a:lnTo>
                  <a:pt x="456730" y="0"/>
                </a:lnTo>
                <a:cubicBezTo>
                  <a:pt x="460032" y="4706"/>
                  <a:pt x="462596" y="9697"/>
                  <a:pt x="464422" y="14973"/>
                </a:cubicBezTo>
                <a:cubicBezTo>
                  <a:pt x="466248" y="20248"/>
                  <a:pt x="467161" y="25601"/>
                  <a:pt x="467161" y="31029"/>
                </a:cubicBezTo>
                <a:cubicBezTo>
                  <a:pt x="467161" y="35604"/>
                  <a:pt x="466440" y="40508"/>
                  <a:pt x="464996" y="45740"/>
                </a:cubicBezTo>
                <a:cubicBezTo>
                  <a:pt x="463356" y="51606"/>
                  <a:pt x="460656" y="57397"/>
                  <a:pt x="456894" y="63110"/>
                </a:cubicBezTo>
                <a:lnTo>
                  <a:pt x="450531" y="63110"/>
                </a:lnTo>
                <a:close/>
              </a:path>
            </a:pathLst>
          </a:custGeom>
          <a:solidFill xmlns:a="http://schemas.openxmlformats.org/drawingml/2006/main">
            <a:srgbClr val="BF505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C3BDD-3FA6-49D6-8DA6-5C9B55F8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433" y="1394247"/>
            <a:ext cx="717360" cy="286659"/>
          </a:xfrm>
          <a:custGeom xmlns:a="http://schemas.openxmlformats.org/drawingml/2006/main">
            <a:pathLst>
              <a:path w="717360" h="286659">
                <a:moveTo>
                  <a:pt x="717360" y="143329"/>
                </a:moveTo>
                <a:cubicBezTo>
                  <a:pt x="717360" y="222437"/>
                  <a:pt x="653138" y="286659"/>
                  <a:pt x="574031" y="286659"/>
                </a:cubicBezTo>
                <a:lnTo>
                  <a:pt x="143329" y="286659"/>
                </a:lnTo>
                <a:cubicBezTo>
                  <a:pt x="64222" y="286659"/>
                  <a:pt x="0" y="222437"/>
                  <a:pt x="0" y="143329"/>
                </a:cubicBezTo>
                <a:cubicBezTo>
                  <a:pt x="0" y="64222"/>
                  <a:pt x="64222" y="0"/>
                  <a:pt x="143329" y="0"/>
                </a:cubicBezTo>
                <a:lnTo>
                  <a:pt x="574031" y="0"/>
                </a:lnTo>
                <a:cubicBezTo>
                  <a:pt x="653138" y="0"/>
                  <a:pt x="717360" y="64222"/>
                  <a:pt x="717360" y="143329"/>
                </a:cubicBezTo>
                <a:close/>
              </a:path>
            </a:pathLst>
          </a:custGeom>
          <a:solidFill xmlns:a="http://schemas.openxmlformats.org/drawingml/2006/main">
            <a:srgbClr val="A1A1A1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NEI">
            <a:extLst xmlns:a="http://schemas.openxmlformats.org/drawingml/2006/main">
              <a:ext uri="{FF2B5EF4-FFF2-40B4-BE49-F238E27FC236}">
                <a16:creationId xmlns:a16="http://schemas.microsoft.com/office/drawing/2014/main" id="{3C75962C-2D18-417A-8AA8-A4D7A479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200" y="1441161"/>
            <a:ext cx="276842" cy="111062"/>
          </a:xfrm>
          <a:custGeom xmlns:a="http://schemas.openxmlformats.org/drawingml/2006/main">
            <a:pathLst>
              <a:path w="276842" h="111062">
                <a:moveTo>
                  <a:pt x="0" y="0"/>
                </a:moveTo>
                <a:lnTo>
                  <a:pt x="32046" y="0"/>
                </a:lnTo>
                <a:lnTo>
                  <a:pt x="73865" y="61445"/>
                </a:lnTo>
                <a:lnTo>
                  <a:pt x="73865" y="0"/>
                </a:lnTo>
                <a:lnTo>
                  <a:pt x="106214" y="0"/>
                </a:lnTo>
                <a:lnTo>
                  <a:pt x="106214" y="111062"/>
                </a:lnTo>
                <a:lnTo>
                  <a:pt x="73865" y="111062"/>
                </a:lnTo>
                <a:lnTo>
                  <a:pt x="32273" y="49951"/>
                </a:lnTo>
                <a:lnTo>
                  <a:pt x="32273" y="111062"/>
                </a:lnTo>
                <a:lnTo>
                  <a:pt x="0" y="111062"/>
                </a:lnTo>
                <a:lnTo>
                  <a:pt x="0" y="0"/>
                </a:lnTo>
                <a:close/>
                <a:moveTo>
                  <a:pt x="128956" y="0"/>
                </a:moveTo>
                <a:lnTo>
                  <a:pt x="220927" y="0"/>
                </a:lnTo>
                <a:lnTo>
                  <a:pt x="220927" y="23788"/>
                </a:lnTo>
                <a:lnTo>
                  <a:pt x="163350" y="23788"/>
                </a:lnTo>
                <a:lnTo>
                  <a:pt x="163350" y="41364"/>
                </a:lnTo>
                <a:lnTo>
                  <a:pt x="216760" y="41364"/>
                </a:lnTo>
                <a:lnTo>
                  <a:pt x="216760" y="64092"/>
                </a:lnTo>
                <a:lnTo>
                  <a:pt x="163350" y="64092"/>
                </a:lnTo>
                <a:lnTo>
                  <a:pt x="163350" y="85910"/>
                </a:lnTo>
                <a:lnTo>
                  <a:pt x="222594" y="85910"/>
                </a:lnTo>
                <a:lnTo>
                  <a:pt x="222594" y="111062"/>
                </a:lnTo>
                <a:lnTo>
                  <a:pt x="128956" y="111062"/>
                </a:lnTo>
                <a:lnTo>
                  <a:pt x="128956" y="0"/>
                </a:lnTo>
                <a:close/>
                <a:moveTo>
                  <a:pt x="242447" y="0"/>
                </a:moveTo>
                <a:lnTo>
                  <a:pt x="276842" y="0"/>
                </a:lnTo>
                <a:lnTo>
                  <a:pt x="276842" y="111062"/>
                </a:lnTo>
                <a:lnTo>
                  <a:pt x="242447" y="111062"/>
                </a:lnTo>
                <a:lnTo>
                  <a:pt x="242447" y="0"/>
                </a:ln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(totallyuncertain)">
            <a:extLst xmlns:a="http://schemas.openxmlformats.org/drawingml/2006/main">
              <a:ext uri="{FF2B5EF4-FFF2-40B4-BE49-F238E27FC236}">
                <a16:creationId xmlns:a16="http://schemas.microsoft.com/office/drawing/2014/main" id="{9D66C53F-6CA5-4C37-ACF4-1816284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144" y="1578843"/>
            <a:ext cx="556634" cy="63110"/>
          </a:xfrm>
          <a:custGeom xmlns:a="http://schemas.openxmlformats.org/drawingml/2006/main">
            <a:pathLst>
              <a:path w="556634" h="63110">
                <a:moveTo>
                  <a:pt x="16598" y="63110"/>
                </a:moveTo>
                <a:lnTo>
                  <a:pt x="10267" y="63110"/>
                </a:lnTo>
                <a:cubicBezTo>
                  <a:pt x="6921" y="58053"/>
                  <a:pt x="4374" y="52800"/>
                  <a:pt x="2624" y="47349"/>
                </a:cubicBezTo>
                <a:cubicBezTo>
                  <a:pt x="875" y="41899"/>
                  <a:pt x="0" y="36623"/>
                  <a:pt x="0" y="31522"/>
                </a:cubicBezTo>
                <a:cubicBezTo>
                  <a:pt x="0" y="25196"/>
                  <a:pt x="1082" y="19209"/>
                  <a:pt x="3247" y="13561"/>
                </a:cubicBezTo>
                <a:cubicBezTo>
                  <a:pt x="5128" y="8658"/>
                  <a:pt x="7512" y="4137"/>
                  <a:pt x="10398" y="0"/>
                </a:cubicBezTo>
                <a:lnTo>
                  <a:pt x="16696" y="0"/>
                </a:lnTo>
                <a:cubicBezTo>
                  <a:pt x="13700" y="6633"/>
                  <a:pt x="11639" y="12275"/>
                  <a:pt x="10513" y="16927"/>
                </a:cubicBezTo>
                <a:cubicBezTo>
                  <a:pt x="9387" y="21578"/>
                  <a:pt x="8824" y="26509"/>
                  <a:pt x="8824" y="31719"/>
                </a:cubicBezTo>
                <a:cubicBezTo>
                  <a:pt x="8824" y="35310"/>
                  <a:pt x="9157" y="38987"/>
                  <a:pt x="9824" y="42753"/>
                </a:cubicBezTo>
                <a:cubicBezTo>
                  <a:pt x="10491" y="46517"/>
                  <a:pt x="11404" y="50096"/>
                  <a:pt x="12563" y="53489"/>
                </a:cubicBezTo>
                <a:cubicBezTo>
                  <a:pt x="13328" y="55722"/>
                  <a:pt x="14673" y="58929"/>
                  <a:pt x="16598" y="63110"/>
                </a:cubicBezTo>
                <a:close/>
                <a:moveTo>
                  <a:pt x="39663" y="14105"/>
                </a:moveTo>
                <a:lnTo>
                  <a:pt x="39663" y="21452"/>
                </a:lnTo>
                <a:lnTo>
                  <a:pt x="33365" y="21452"/>
                </a:lnTo>
                <a:lnTo>
                  <a:pt x="33365" y="35469"/>
                </a:lnTo>
                <a:cubicBezTo>
                  <a:pt x="33365" y="38307"/>
                  <a:pt x="33425" y="39962"/>
                  <a:pt x="33545" y="40431"/>
                </a:cubicBezTo>
                <a:cubicBezTo>
                  <a:pt x="33666" y="40900"/>
                  <a:pt x="33939" y="41287"/>
                  <a:pt x="34365" y="41593"/>
                </a:cubicBezTo>
                <a:cubicBezTo>
                  <a:pt x="34792" y="41899"/>
                  <a:pt x="35311" y="42052"/>
                  <a:pt x="35924" y="42052"/>
                </a:cubicBezTo>
                <a:cubicBezTo>
                  <a:pt x="36776" y="42052"/>
                  <a:pt x="38012" y="41756"/>
                  <a:pt x="39630" y="41166"/>
                </a:cubicBezTo>
                <a:lnTo>
                  <a:pt x="40417" y="48343"/>
                </a:lnTo>
                <a:cubicBezTo>
                  <a:pt x="38274" y="49266"/>
                  <a:pt x="35847" y="49727"/>
                  <a:pt x="33135" y="49727"/>
                </a:cubicBezTo>
                <a:cubicBezTo>
                  <a:pt x="31473" y="49727"/>
                  <a:pt x="29976" y="49448"/>
                  <a:pt x="28642" y="48891"/>
                </a:cubicBezTo>
                <a:cubicBezTo>
                  <a:pt x="27308" y="48333"/>
                  <a:pt x="26329" y="47612"/>
                  <a:pt x="25706" y="46726"/>
                </a:cubicBezTo>
                <a:cubicBezTo>
                  <a:pt x="25083" y="45840"/>
                  <a:pt x="24651" y="44643"/>
                  <a:pt x="24410" y="43134"/>
                </a:cubicBezTo>
                <a:cubicBezTo>
                  <a:pt x="24213" y="42063"/>
                  <a:pt x="24115" y="39898"/>
                  <a:pt x="24115" y="36639"/>
                </a:cubicBezTo>
                <a:lnTo>
                  <a:pt x="24115" y="21452"/>
                </a:lnTo>
                <a:lnTo>
                  <a:pt x="19884" y="21452"/>
                </a:lnTo>
                <a:lnTo>
                  <a:pt x="19884" y="14105"/>
                </a:lnTo>
                <a:lnTo>
                  <a:pt x="24115" y="14105"/>
                </a:lnTo>
                <a:lnTo>
                  <a:pt x="24115" y="7151"/>
                </a:lnTo>
                <a:lnTo>
                  <a:pt x="33365" y="1706"/>
                </a:lnTo>
                <a:lnTo>
                  <a:pt x="33365" y="14105"/>
                </a:lnTo>
                <a:lnTo>
                  <a:pt x="39663" y="14105"/>
                </a:lnTo>
                <a:close/>
                <a:moveTo>
                  <a:pt x="43934" y="31030"/>
                </a:moveTo>
                <a:cubicBezTo>
                  <a:pt x="43934" y="27969"/>
                  <a:pt x="44688" y="25006"/>
                  <a:pt x="46197" y="22141"/>
                </a:cubicBezTo>
                <a:cubicBezTo>
                  <a:pt x="47706" y="19276"/>
                  <a:pt x="49844" y="17090"/>
                  <a:pt x="52610" y="15581"/>
                </a:cubicBezTo>
                <a:cubicBezTo>
                  <a:pt x="55376" y="14072"/>
                  <a:pt x="58465" y="13317"/>
                  <a:pt x="61876" y="13317"/>
                </a:cubicBezTo>
                <a:cubicBezTo>
                  <a:pt x="67146" y="13317"/>
                  <a:pt x="71465" y="15029"/>
                  <a:pt x="74833" y="18451"/>
                </a:cubicBezTo>
                <a:cubicBezTo>
                  <a:pt x="78201" y="21873"/>
                  <a:pt x="79884" y="26198"/>
                  <a:pt x="79884" y="31424"/>
                </a:cubicBezTo>
                <a:cubicBezTo>
                  <a:pt x="79884" y="36694"/>
                  <a:pt x="78184" y="41062"/>
                  <a:pt x="74784" y="44528"/>
                </a:cubicBezTo>
                <a:cubicBezTo>
                  <a:pt x="71383" y="47994"/>
                  <a:pt x="67103" y="49727"/>
                  <a:pt x="61942" y="49727"/>
                </a:cubicBezTo>
                <a:cubicBezTo>
                  <a:pt x="58749" y="49727"/>
                  <a:pt x="55704" y="49006"/>
                  <a:pt x="52807" y="47562"/>
                </a:cubicBezTo>
                <a:cubicBezTo>
                  <a:pt x="49909" y="46119"/>
                  <a:pt x="47706" y="44003"/>
                  <a:pt x="46197" y="41215"/>
                </a:cubicBezTo>
                <a:cubicBezTo>
                  <a:pt x="44688" y="38427"/>
                  <a:pt x="43934" y="35032"/>
                  <a:pt x="43934" y="31030"/>
                </a:cubicBezTo>
                <a:moveTo>
                  <a:pt x="53381" y="31522"/>
                </a:moveTo>
                <a:cubicBezTo>
                  <a:pt x="53381" y="34966"/>
                  <a:pt x="54201" y="37604"/>
                  <a:pt x="55841" y="39436"/>
                </a:cubicBezTo>
                <a:cubicBezTo>
                  <a:pt x="57481" y="41267"/>
                  <a:pt x="59504" y="42183"/>
                  <a:pt x="61909" y="42183"/>
                </a:cubicBezTo>
                <a:cubicBezTo>
                  <a:pt x="64315" y="42183"/>
                  <a:pt x="66332" y="41267"/>
                  <a:pt x="67961" y="39436"/>
                </a:cubicBezTo>
                <a:cubicBezTo>
                  <a:pt x="69590" y="37604"/>
                  <a:pt x="70405" y="34945"/>
                  <a:pt x="70405" y="31457"/>
                </a:cubicBezTo>
                <a:cubicBezTo>
                  <a:pt x="70405" y="28056"/>
                  <a:pt x="69590" y="25440"/>
                  <a:pt x="67961" y="23609"/>
                </a:cubicBezTo>
                <a:cubicBezTo>
                  <a:pt x="66332" y="21778"/>
                  <a:pt x="64315" y="20862"/>
                  <a:pt x="61909" y="20862"/>
                </a:cubicBezTo>
                <a:cubicBezTo>
                  <a:pt x="59504" y="20862"/>
                  <a:pt x="57481" y="21778"/>
                  <a:pt x="55841" y="23609"/>
                </a:cubicBezTo>
                <a:cubicBezTo>
                  <a:pt x="54201" y="25440"/>
                  <a:pt x="53381" y="28078"/>
                  <a:pt x="53381" y="31522"/>
                </a:cubicBezTo>
                <a:close/>
                <a:moveTo>
                  <a:pt x="103073" y="14105"/>
                </a:moveTo>
                <a:lnTo>
                  <a:pt x="103073" y="21452"/>
                </a:lnTo>
                <a:lnTo>
                  <a:pt x="96775" y="21452"/>
                </a:lnTo>
                <a:lnTo>
                  <a:pt x="96775" y="35469"/>
                </a:lnTo>
                <a:cubicBezTo>
                  <a:pt x="96775" y="38307"/>
                  <a:pt x="96835" y="39962"/>
                  <a:pt x="96955" y="40431"/>
                </a:cubicBezTo>
                <a:cubicBezTo>
                  <a:pt x="97075" y="40900"/>
                  <a:pt x="97349" y="41287"/>
                  <a:pt x="97775" y="41593"/>
                </a:cubicBezTo>
                <a:cubicBezTo>
                  <a:pt x="98202" y="41899"/>
                  <a:pt x="98721" y="42052"/>
                  <a:pt x="99333" y="42052"/>
                </a:cubicBezTo>
                <a:cubicBezTo>
                  <a:pt x="100186" y="42052"/>
                  <a:pt x="101422" y="41756"/>
                  <a:pt x="103040" y="41166"/>
                </a:cubicBezTo>
                <a:lnTo>
                  <a:pt x="103827" y="48343"/>
                </a:lnTo>
                <a:cubicBezTo>
                  <a:pt x="101684" y="49266"/>
                  <a:pt x="99257" y="49727"/>
                  <a:pt x="96545" y="49727"/>
                </a:cubicBezTo>
                <a:cubicBezTo>
                  <a:pt x="94883" y="49727"/>
                  <a:pt x="93385" y="49448"/>
                  <a:pt x="92051" y="48891"/>
                </a:cubicBezTo>
                <a:cubicBezTo>
                  <a:pt x="90717" y="48333"/>
                  <a:pt x="89739" y="47612"/>
                  <a:pt x="89116" y="46726"/>
                </a:cubicBezTo>
                <a:cubicBezTo>
                  <a:pt x="88492" y="45840"/>
                  <a:pt x="88060" y="44643"/>
                  <a:pt x="87820" y="43134"/>
                </a:cubicBezTo>
                <a:cubicBezTo>
                  <a:pt x="87623" y="42063"/>
                  <a:pt x="87525" y="39898"/>
                  <a:pt x="87525" y="36639"/>
                </a:cubicBezTo>
                <a:lnTo>
                  <a:pt x="87525" y="21452"/>
                </a:lnTo>
                <a:lnTo>
                  <a:pt x="83293" y="21452"/>
                </a:lnTo>
                <a:lnTo>
                  <a:pt x="83293" y="14105"/>
                </a:lnTo>
                <a:lnTo>
                  <a:pt x="87525" y="14105"/>
                </a:lnTo>
                <a:lnTo>
                  <a:pt x="87525" y="7151"/>
                </a:lnTo>
                <a:lnTo>
                  <a:pt x="96775" y="1706"/>
                </a:lnTo>
                <a:lnTo>
                  <a:pt x="96775" y="14105"/>
                </a:lnTo>
                <a:lnTo>
                  <a:pt x="103073" y="14105"/>
                </a:lnTo>
                <a:close/>
                <a:moveTo>
                  <a:pt x="116362" y="24864"/>
                </a:moveTo>
                <a:lnTo>
                  <a:pt x="107998" y="23355"/>
                </a:lnTo>
                <a:cubicBezTo>
                  <a:pt x="108938" y="19943"/>
                  <a:pt x="110557" y="17417"/>
                  <a:pt x="112853" y="15778"/>
                </a:cubicBezTo>
                <a:cubicBezTo>
                  <a:pt x="115149" y="14137"/>
                  <a:pt x="118560" y="13317"/>
                  <a:pt x="123087" y="13317"/>
                </a:cubicBezTo>
                <a:cubicBezTo>
                  <a:pt x="127198" y="13317"/>
                  <a:pt x="130259" y="13804"/>
                  <a:pt x="132271" y="14777"/>
                </a:cubicBezTo>
                <a:cubicBezTo>
                  <a:pt x="134283" y="15750"/>
                  <a:pt x="135699" y="16986"/>
                  <a:pt x="136519" y="18484"/>
                </a:cubicBezTo>
                <a:cubicBezTo>
                  <a:pt x="137339" y="19982"/>
                  <a:pt x="137749" y="22732"/>
                  <a:pt x="137749" y="26733"/>
                </a:cubicBezTo>
                <a:lnTo>
                  <a:pt x="137651" y="37492"/>
                </a:lnTo>
                <a:cubicBezTo>
                  <a:pt x="137651" y="40554"/>
                  <a:pt x="137798" y="42812"/>
                  <a:pt x="138094" y="44266"/>
                </a:cubicBezTo>
                <a:cubicBezTo>
                  <a:pt x="138389" y="45720"/>
                  <a:pt x="138941" y="47278"/>
                  <a:pt x="139750" y="48940"/>
                </a:cubicBezTo>
                <a:lnTo>
                  <a:pt x="130631" y="48940"/>
                </a:lnTo>
                <a:cubicBezTo>
                  <a:pt x="130391" y="48328"/>
                  <a:pt x="130095" y="47420"/>
                  <a:pt x="129746" y="46217"/>
                </a:cubicBezTo>
                <a:cubicBezTo>
                  <a:pt x="129592" y="45671"/>
                  <a:pt x="129483" y="45310"/>
                  <a:pt x="129418" y="45135"/>
                </a:cubicBezTo>
                <a:cubicBezTo>
                  <a:pt x="127843" y="46666"/>
                  <a:pt x="126159" y="47814"/>
                  <a:pt x="124366" y="48579"/>
                </a:cubicBezTo>
                <a:cubicBezTo>
                  <a:pt x="122573" y="49345"/>
                  <a:pt x="120659" y="49727"/>
                  <a:pt x="118626" y="49727"/>
                </a:cubicBezTo>
                <a:cubicBezTo>
                  <a:pt x="115039" y="49727"/>
                  <a:pt x="112213" y="48758"/>
                  <a:pt x="110147" y="46820"/>
                </a:cubicBezTo>
                <a:cubicBezTo>
                  <a:pt x="108080" y="44882"/>
                  <a:pt x="107047" y="42432"/>
                  <a:pt x="107047" y="39471"/>
                </a:cubicBezTo>
                <a:cubicBezTo>
                  <a:pt x="107047" y="37511"/>
                  <a:pt x="107517" y="35763"/>
                  <a:pt x="108457" y="34228"/>
                </a:cubicBezTo>
                <a:cubicBezTo>
                  <a:pt x="109398" y="32693"/>
                  <a:pt x="110715" y="31517"/>
                  <a:pt x="112410" y="30700"/>
                </a:cubicBezTo>
                <a:cubicBezTo>
                  <a:pt x="114105" y="29884"/>
                  <a:pt x="116548" y="29171"/>
                  <a:pt x="119741" y="28561"/>
                </a:cubicBezTo>
                <a:cubicBezTo>
                  <a:pt x="124049" y="27755"/>
                  <a:pt x="127034" y="27004"/>
                  <a:pt x="128696" y="26307"/>
                </a:cubicBezTo>
                <a:lnTo>
                  <a:pt x="128696" y="25378"/>
                </a:lnTo>
                <a:cubicBezTo>
                  <a:pt x="128696" y="23587"/>
                  <a:pt x="128259" y="22310"/>
                  <a:pt x="127384" y="21548"/>
                </a:cubicBezTo>
                <a:cubicBezTo>
                  <a:pt x="126509" y="20784"/>
                  <a:pt x="124858" y="20403"/>
                  <a:pt x="122431" y="20403"/>
                </a:cubicBezTo>
                <a:cubicBezTo>
                  <a:pt x="120791" y="20403"/>
                  <a:pt x="119511" y="20733"/>
                  <a:pt x="118593" y="21393"/>
                </a:cubicBezTo>
                <a:cubicBezTo>
                  <a:pt x="117675" y="22052"/>
                  <a:pt x="116931" y="23209"/>
                  <a:pt x="116362" y="24864"/>
                </a:cubicBezTo>
                <a:moveTo>
                  <a:pt x="128696" y="32342"/>
                </a:moveTo>
                <a:cubicBezTo>
                  <a:pt x="127515" y="32731"/>
                  <a:pt x="125645" y="33196"/>
                  <a:pt x="123087" y="33736"/>
                </a:cubicBezTo>
                <a:cubicBezTo>
                  <a:pt x="120528" y="34276"/>
                  <a:pt x="118855" y="34806"/>
                  <a:pt x="118068" y="35324"/>
                </a:cubicBezTo>
                <a:cubicBezTo>
                  <a:pt x="116865" y="36167"/>
                  <a:pt x="116264" y="37236"/>
                  <a:pt x="116264" y="38533"/>
                </a:cubicBezTo>
                <a:cubicBezTo>
                  <a:pt x="116264" y="39808"/>
                  <a:pt x="116745" y="40910"/>
                  <a:pt x="117707" y="41839"/>
                </a:cubicBezTo>
                <a:cubicBezTo>
                  <a:pt x="118670" y="42768"/>
                  <a:pt x="119894" y="43232"/>
                  <a:pt x="121381" y="43232"/>
                </a:cubicBezTo>
                <a:cubicBezTo>
                  <a:pt x="123043" y="43232"/>
                  <a:pt x="124628" y="42692"/>
                  <a:pt x="126137" y="41612"/>
                </a:cubicBezTo>
                <a:cubicBezTo>
                  <a:pt x="127253" y="40791"/>
                  <a:pt x="127985" y="39786"/>
                  <a:pt x="128335" y="38597"/>
                </a:cubicBezTo>
                <a:cubicBezTo>
                  <a:pt x="128576" y="37820"/>
                  <a:pt x="128696" y="36340"/>
                  <a:pt x="128696" y="34158"/>
                </a:cubicBezTo>
                <a:lnTo>
                  <a:pt x="128696" y="32342"/>
                </a:lnTo>
                <a:close/>
                <a:moveTo>
                  <a:pt x="146839" y="48940"/>
                </a:moveTo>
                <a:lnTo>
                  <a:pt x="146839" y="853"/>
                </a:lnTo>
                <a:lnTo>
                  <a:pt x="156056" y="853"/>
                </a:lnTo>
                <a:lnTo>
                  <a:pt x="156056" y="48940"/>
                </a:lnTo>
                <a:lnTo>
                  <a:pt x="146839" y="48940"/>
                </a:lnTo>
                <a:close/>
                <a:moveTo>
                  <a:pt x="165501" y="48940"/>
                </a:moveTo>
                <a:lnTo>
                  <a:pt x="165501" y="853"/>
                </a:lnTo>
                <a:lnTo>
                  <a:pt x="174718" y="853"/>
                </a:lnTo>
                <a:lnTo>
                  <a:pt x="174718" y="48940"/>
                </a:lnTo>
                <a:lnTo>
                  <a:pt x="165501" y="48940"/>
                </a:lnTo>
                <a:close/>
                <a:moveTo>
                  <a:pt x="179801" y="14105"/>
                </a:moveTo>
                <a:lnTo>
                  <a:pt x="189608" y="14105"/>
                </a:lnTo>
                <a:lnTo>
                  <a:pt x="197940" y="38861"/>
                </a:lnTo>
                <a:lnTo>
                  <a:pt x="206075" y="14105"/>
                </a:lnTo>
                <a:lnTo>
                  <a:pt x="215620" y="14105"/>
                </a:lnTo>
                <a:lnTo>
                  <a:pt x="203319" y="47639"/>
                </a:lnTo>
                <a:lnTo>
                  <a:pt x="201122" y="53729"/>
                </a:lnTo>
                <a:cubicBezTo>
                  <a:pt x="200313" y="55763"/>
                  <a:pt x="199542" y="57315"/>
                  <a:pt x="198809" y="58387"/>
                </a:cubicBezTo>
                <a:cubicBezTo>
                  <a:pt x="198077" y="59458"/>
                  <a:pt x="197235" y="60328"/>
                  <a:pt x="196283" y="60995"/>
                </a:cubicBezTo>
                <a:cubicBezTo>
                  <a:pt x="195332" y="61662"/>
                  <a:pt x="194162" y="62181"/>
                  <a:pt x="192774" y="62553"/>
                </a:cubicBezTo>
                <a:cubicBezTo>
                  <a:pt x="191385" y="62924"/>
                  <a:pt x="189816" y="63110"/>
                  <a:pt x="188067" y="63110"/>
                </a:cubicBezTo>
                <a:cubicBezTo>
                  <a:pt x="186295" y="63110"/>
                  <a:pt x="184557" y="62924"/>
                  <a:pt x="182851" y="62553"/>
                </a:cubicBezTo>
                <a:lnTo>
                  <a:pt x="182031" y="55336"/>
                </a:lnTo>
                <a:cubicBezTo>
                  <a:pt x="183474" y="55621"/>
                  <a:pt x="184775" y="55763"/>
                  <a:pt x="185934" y="55763"/>
                </a:cubicBezTo>
                <a:cubicBezTo>
                  <a:pt x="188078" y="55763"/>
                  <a:pt x="189663" y="55134"/>
                  <a:pt x="190691" y="53877"/>
                </a:cubicBezTo>
                <a:cubicBezTo>
                  <a:pt x="191719" y="52619"/>
                  <a:pt x="192506" y="51017"/>
                  <a:pt x="193052" y="49071"/>
                </a:cubicBezTo>
                <a:lnTo>
                  <a:pt x="179801" y="14105"/>
                </a:lnTo>
                <a:close/>
                <a:moveTo>
                  <a:pt x="263117" y="48940"/>
                </a:moveTo>
                <a:lnTo>
                  <a:pt x="263117" y="43725"/>
                </a:lnTo>
                <a:cubicBezTo>
                  <a:pt x="261849" y="45583"/>
                  <a:pt x="260182" y="47048"/>
                  <a:pt x="258115" y="48120"/>
                </a:cubicBezTo>
                <a:cubicBezTo>
                  <a:pt x="256049" y="49191"/>
                  <a:pt x="253867" y="49727"/>
                  <a:pt x="251571" y="49727"/>
                </a:cubicBezTo>
                <a:cubicBezTo>
                  <a:pt x="249231" y="49727"/>
                  <a:pt x="247132" y="49213"/>
                  <a:pt x="245273" y="48186"/>
                </a:cubicBezTo>
                <a:cubicBezTo>
                  <a:pt x="243415" y="47158"/>
                  <a:pt x="242070" y="45714"/>
                  <a:pt x="241239" y="43856"/>
                </a:cubicBezTo>
                <a:cubicBezTo>
                  <a:pt x="240408" y="41997"/>
                  <a:pt x="239992" y="39428"/>
                  <a:pt x="239992" y="36147"/>
                </a:cubicBezTo>
                <a:lnTo>
                  <a:pt x="239992" y="14105"/>
                </a:lnTo>
                <a:lnTo>
                  <a:pt x="249210" y="14105"/>
                </a:lnTo>
                <a:lnTo>
                  <a:pt x="249210" y="30075"/>
                </a:lnTo>
                <a:cubicBezTo>
                  <a:pt x="249210" y="34962"/>
                  <a:pt x="249379" y="37957"/>
                  <a:pt x="249718" y="39058"/>
                </a:cubicBezTo>
                <a:cubicBezTo>
                  <a:pt x="250057" y="40160"/>
                  <a:pt x="250675" y="41033"/>
                  <a:pt x="251571" y="41676"/>
                </a:cubicBezTo>
                <a:cubicBezTo>
                  <a:pt x="252468" y="42320"/>
                  <a:pt x="253605" y="42642"/>
                  <a:pt x="254983" y="42642"/>
                </a:cubicBezTo>
                <a:cubicBezTo>
                  <a:pt x="256557" y="42642"/>
                  <a:pt x="257968" y="42211"/>
                  <a:pt x="259214" y="41349"/>
                </a:cubicBezTo>
                <a:cubicBezTo>
                  <a:pt x="260460" y="40488"/>
                  <a:pt x="261313" y="39419"/>
                  <a:pt x="261773" y="38142"/>
                </a:cubicBezTo>
                <a:cubicBezTo>
                  <a:pt x="262232" y="36866"/>
                  <a:pt x="262461" y="33740"/>
                  <a:pt x="262461" y="28766"/>
                </a:cubicBezTo>
                <a:lnTo>
                  <a:pt x="262461" y="14105"/>
                </a:lnTo>
                <a:lnTo>
                  <a:pt x="271679" y="14105"/>
                </a:lnTo>
                <a:lnTo>
                  <a:pt x="271679" y="48940"/>
                </a:lnTo>
                <a:lnTo>
                  <a:pt x="263117" y="48940"/>
                </a:lnTo>
                <a:close/>
                <a:moveTo>
                  <a:pt x="312907" y="48940"/>
                </a:moveTo>
                <a:lnTo>
                  <a:pt x="303690" y="48940"/>
                </a:lnTo>
                <a:lnTo>
                  <a:pt x="303690" y="31182"/>
                </a:lnTo>
                <a:cubicBezTo>
                  <a:pt x="303690" y="27425"/>
                  <a:pt x="303493" y="24995"/>
                  <a:pt x="303100" y="23892"/>
                </a:cubicBezTo>
                <a:cubicBezTo>
                  <a:pt x="302706" y="22789"/>
                  <a:pt x="302066" y="21932"/>
                  <a:pt x="301181" y="21320"/>
                </a:cubicBezTo>
                <a:cubicBezTo>
                  <a:pt x="300295" y="20708"/>
                  <a:pt x="299229" y="20403"/>
                  <a:pt x="297983" y="20403"/>
                </a:cubicBezTo>
                <a:cubicBezTo>
                  <a:pt x="296386" y="20403"/>
                  <a:pt x="294954" y="20840"/>
                  <a:pt x="293686" y="21714"/>
                </a:cubicBezTo>
                <a:cubicBezTo>
                  <a:pt x="292417" y="22587"/>
                  <a:pt x="291548" y="23745"/>
                  <a:pt x="291078" y="25186"/>
                </a:cubicBezTo>
                <a:cubicBezTo>
                  <a:pt x="290608" y="26628"/>
                  <a:pt x="290373" y="29293"/>
                  <a:pt x="290373" y="33181"/>
                </a:cubicBezTo>
                <a:lnTo>
                  <a:pt x="290373" y="48940"/>
                </a:lnTo>
                <a:lnTo>
                  <a:pt x="281155" y="48940"/>
                </a:lnTo>
                <a:lnTo>
                  <a:pt x="281155" y="14105"/>
                </a:lnTo>
                <a:lnTo>
                  <a:pt x="289717" y="14105"/>
                </a:lnTo>
                <a:lnTo>
                  <a:pt x="289717" y="19222"/>
                </a:lnTo>
                <a:cubicBezTo>
                  <a:pt x="292756" y="15286"/>
                  <a:pt x="296583" y="13317"/>
                  <a:pt x="301197" y="13317"/>
                </a:cubicBezTo>
                <a:cubicBezTo>
                  <a:pt x="303231" y="13317"/>
                  <a:pt x="305090" y="13684"/>
                  <a:pt x="306773" y="14416"/>
                </a:cubicBezTo>
                <a:cubicBezTo>
                  <a:pt x="308457" y="15149"/>
                  <a:pt x="309731" y="16084"/>
                  <a:pt x="310595" y="17221"/>
                </a:cubicBezTo>
                <a:cubicBezTo>
                  <a:pt x="311459" y="18358"/>
                  <a:pt x="312060" y="19648"/>
                  <a:pt x="312399" y="21091"/>
                </a:cubicBezTo>
                <a:cubicBezTo>
                  <a:pt x="312738" y="22535"/>
                  <a:pt x="312907" y="24601"/>
                  <a:pt x="312907" y="27291"/>
                </a:cubicBezTo>
                <a:lnTo>
                  <a:pt x="312907" y="48940"/>
                </a:lnTo>
                <a:close/>
                <a:moveTo>
                  <a:pt x="352628" y="24404"/>
                </a:moveTo>
                <a:lnTo>
                  <a:pt x="343542" y="26044"/>
                </a:lnTo>
                <a:cubicBezTo>
                  <a:pt x="343235" y="24240"/>
                  <a:pt x="342541" y="22882"/>
                  <a:pt x="341459" y="21969"/>
                </a:cubicBezTo>
                <a:cubicBezTo>
                  <a:pt x="340376" y="21056"/>
                  <a:pt x="338971" y="20599"/>
                  <a:pt x="337244" y="20599"/>
                </a:cubicBezTo>
                <a:cubicBezTo>
                  <a:pt x="334948" y="20599"/>
                  <a:pt x="333116" y="21390"/>
                  <a:pt x="331749" y="22970"/>
                </a:cubicBezTo>
                <a:cubicBezTo>
                  <a:pt x="330383" y="24551"/>
                  <a:pt x="329699" y="27194"/>
                  <a:pt x="329699" y="30900"/>
                </a:cubicBezTo>
                <a:cubicBezTo>
                  <a:pt x="329699" y="35021"/>
                  <a:pt x="330394" y="37932"/>
                  <a:pt x="331782" y="39633"/>
                </a:cubicBezTo>
                <a:cubicBezTo>
                  <a:pt x="333171" y="41333"/>
                  <a:pt x="335035" y="42183"/>
                  <a:pt x="337375" y="42183"/>
                </a:cubicBezTo>
                <a:cubicBezTo>
                  <a:pt x="339124" y="42183"/>
                  <a:pt x="340557" y="41685"/>
                  <a:pt x="341672" y="40690"/>
                </a:cubicBezTo>
                <a:cubicBezTo>
                  <a:pt x="342787" y="39695"/>
                  <a:pt x="343574" y="37984"/>
                  <a:pt x="344034" y="35557"/>
                </a:cubicBezTo>
                <a:lnTo>
                  <a:pt x="353087" y="37131"/>
                </a:lnTo>
                <a:cubicBezTo>
                  <a:pt x="352147" y="41286"/>
                  <a:pt x="350342" y="44424"/>
                  <a:pt x="347675" y="46545"/>
                </a:cubicBezTo>
                <a:cubicBezTo>
                  <a:pt x="345007" y="48667"/>
                  <a:pt x="341431" y="49727"/>
                  <a:pt x="336948" y="49727"/>
                </a:cubicBezTo>
                <a:cubicBezTo>
                  <a:pt x="331853" y="49727"/>
                  <a:pt x="327791" y="48120"/>
                  <a:pt x="324763" y="44905"/>
                </a:cubicBezTo>
                <a:cubicBezTo>
                  <a:pt x="321734" y="41691"/>
                  <a:pt x="320220" y="37241"/>
                  <a:pt x="320220" y="31555"/>
                </a:cubicBezTo>
                <a:cubicBezTo>
                  <a:pt x="320220" y="25804"/>
                  <a:pt x="321739" y="21327"/>
                  <a:pt x="324779" y="18123"/>
                </a:cubicBezTo>
                <a:cubicBezTo>
                  <a:pt x="327819" y="14919"/>
                  <a:pt x="331930" y="13317"/>
                  <a:pt x="337112" y="13317"/>
                </a:cubicBezTo>
                <a:cubicBezTo>
                  <a:pt x="341355" y="13317"/>
                  <a:pt x="344728" y="14230"/>
                  <a:pt x="347232" y="16056"/>
                </a:cubicBezTo>
                <a:cubicBezTo>
                  <a:pt x="349736" y="17882"/>
                  <a:pt x="351534" y="20665"/>
                  <a:pt x="352628" y="24404"/>
                </a:cubicBezTo>
                <a:close/>
                <a:moveTo>
                  <a:pt x="379790" y="37853"/>
                </a:moveTo>
                <a:lnTo>
                  <a:pt x="388974" y="39428"/>
                </a:lnTo>
                <a:cubicBezTo>
                  <a:pt x="387793" y="42784"/>
                  <a:pt x="385929" y="45340"/>
                  <a:pt x="383382" y="47095"/>
                </a:cubicBezTo>
                <a:cubicBezTo>
                  <a:pt x="380834" y="48850"/>
                  <a:pt x="377647" y="49727"/>
                  <a:pt x="373820" y="49727"/>
                </a:cubicBezTo>
                <a:cubicBezTo>
                  <a:pt x="367763" y="49727"/>
                  <a:pt x="363280" y="47748"/>
                  <a:pt x="360371" y="43790"/>
                </a:cubicBezTo>
                <a:cubicBezTo>
                  <a:pt x="358075" y="40619"/>
                  <a:pt x="356927" y="36618"/>
                  <a:pt x="356927" y="31785"/>
                </a:cubicBezTo>
                <a:cubicBezTo>
                  <a:pt x="356927" y="26012"/>
                  <a:pt x="358436" y="21491"/>
                  <a:pt x="361454" y="18221"/>
                </a:cubicBezTo>
                <a:cubicBezTo>
                  <a:pt x="364471" y="14952"/>
                  <a:pt x="368287" y="13317"/>
                  <a:pt x="372901" y="13317"/>
                </a:cubicBezTo>
                <a:cubicBezTo>
                  <a:pt x="378084" y="13317"/>
                  <a:pt x="382173" y="15029"/>
                  <a:pt x="385169" y="18451"/>
                </a:cubicBezTo>
                <a:cubicBezTo>
                  <a:pt x="388165" y="21873"/>
                  <a:pt x="389598" y="27116"/>
                  <a:pt x="389466" y="34179"/>
                </a:cubicBezTo>
                <a:lnTo>
                  <a:pt x="366374" y="34179"/>
                </a:lnTo>
                <a:cubicBezTo>
                  <a:pt x="366440" y="36913"/>
                  <a:pt x="367183" y="39039"/>
                  <a:pt x="368604" y="40559"/>
                </a:cubicBezTo>
                <a:cubicBezTo>
                  <a:pt x="370026" y="42079"/>
                  <a:pt x="371797" y="42839"/>
                  <a:pt x="373918" y="42839"/>
                </a:cubicBezTo>
                <a:cubicBezTo>
                  <a:pt x="375362" y="42839"/>
                  <a:pt x="376575" y="42445"/>
                  <a:pt x="377559" y="41658"/>
                </a:cubicBezTo>
                <a:cubicBezTo>
                  <a:pt x="378543" y="40871"/>
                  <a:pt x="379287" y="39602"/>
                  <a:pt x="379790" y="37853"/>
                </a:cubicBezTo>
                <a:moveTo>
                  <a:pt x="380315" y="28537"/>
                </a:moveTo>
                <a:cubicBezTo>
                  <a:pt x="380249" y="25880"/>
                  <a:pt x="379560" y="23860"/>
                  <a:pt x="378248" y="22477"/>
                </a:cubicBezTo>
                <a:cubicBezTo>
                  <a:pt x="376936" y="21094"/>
                  <a:pt x="375340" y="20403"/>
                  <a:pt x="373459" y="20403"/>
                </a:cubicBezTo>
                <a:cubicBezTo>
                  <a:pt x="371447" y="20403"/>
                  <a:pt x="369785" y="21132"/>
                  <a:pt x="368473" y="22591"/>
                </a:cubicBezTo>
                <a:cubicBezTo>
                  <a:pt x="367161" y="24051"/>
                  <a:pt x="366516" y="26033"/>
                  <a:pt x="366538" y="28537"/>
                </a:cubicBezTo>
                <a:lnTo>
                  <a:pt x="380315" y="28537"/>
                </a:lnTo>
                <a:close/>
                <a:moveTo>
                  <a:pt x="405805" y="48940"/>
                </a:moveTo>
                <a:lnTo>
                  <a:pt x="396588" y="48940"/>
                </a:lnTo>
                <a:lnTo>
                  <a:pt x="396588" y="14105"/>
                </a:lnTo>
                <a:lnTo>
                  <a:pt x="405149" y="14105"/>
                </a:lnTo>
                <a:lnTo>
                  <a:pt x="405149" y="19058"/>
                </a:lnTo>
                <a:cubicBezTo>
                  <a:pt x="406614" y="16718"/>
                  <a:pt x="407932" y="15176"/>
                  <a:pt x="409102" y="14433"/>
                </a:cubicBezTo>
                <a:cubicBezTo>
                  <a:pt x="410272" y="13689"/>
                  <a:pt x="411600" y="13317"/>
                  <a:pt x="413087" y="13317"/>
                </a:cubicBezTo>
                <a:cubicBezTo>
                  <a:pt x="415186" y="13317"/>
                  <a:pt x="417209" y="13897"/>
                  <a:pt x="419155" y="15056"/>
                </a:cubicBezTo>
                <a:lnTo>
                  <a:pt x="416302" y="23092"/>
                </a:lnTo>
                <a:cubicBezTo>
                  <a:pt x="414749" y="22086"/>
                  <a:pt x="413306" y="21583"/>
                  <a:pt x="411972" y="21583"/>
                </a:cubicBezTo>
                <a:cubicBezTo>
                  <a:pt x="410682" y="21583"/>
                  <a:pt x="409588" y="21939"/>
                  <a:pt x="408692" y="22649"/>
                </a:cubicBezTo>
                <a:cubicBezTo>
                  <a:pt x="407795" y="23360"/>
                  <a:pt x="407090" y="24645"/>
                  <a:pt x="406576" y="26504"/>
                </a:cubicBezTo>
                <a:cubicBezTo>
                  <a:pt x="406062" y="28362"/>
                  <a:pt x="405805" y="32255"/>
                  <a:pt x="405805" y="38181"/>
                </a:cubicBezTo>
                <a:lnTo>
                  <a:pt x="405805" y="48940"/>
                </a:lnTo>
                <a:close/>
                <a:moveTo>
                  <a:pt x="439102" y="14105"/>
                </a:moveTo>
                <a:lnTo>
                  <a:pt x="439102" y="21452"/>
                </a:lnTo>
                <a:lnTo>
                  <a:pt x="432804" y="21452"/>
                </a:lnTo>
                <a:lnTo>
                  <a:pt x="432804" y="35469"/>
                </a:lnTo>
                <a:cubicBezTo>
                  <a:pt x="432804" y="38307"/>
                  <a:pt x="432864" y="39962"/>
                  <a:pt x="432984" y="40431"/>
                </a:cubicBezTo>
                <a:cubicBezTo>
                  <a:pt x="433105" y="40900"/>
                  <a:pt x="433378" y="41287"/>
                  <a:pt x="433804" y="41593"/>
                </a:cubicBezTo>
                <a:cubicBezTo>
                  <a:pt x="434231" y="41899"/>
                  <a:pt x="434750" y="42052"/>
                  <a:pt x="435362" y="42052"/>
                </a:cubicBezTo>
                <a:cubicBezTo>
                  <a:pt x="436215" y="42052"/>
                  <a:pt x="437451" y="41756"/>
                  <a:pt x="439069" y="41166"/>
                </a:cubicBezTo>
                <a:lnTo>
                  <a:pt x="439856" y="48343"/>
                </a:lnTo>
                <a:cubicBezTo>
                  <a:pt x="437713" y="49266"/>
                  <a:pt x="435286" y="49727"/>
                  <a:pt x="432574" y="49727"/>
                </a:cubicBezTo>
                <a:cubicBezTo>
                  <a:pt x="430912" y="49727"/>
                  <a:pt x="429414" y="49448"/>
                  <a:pt x="428080" y="48891"/>
                </a:cubicBezTo>
                <a:cubicBezTo>
                  <a:pt x="426746" y="48333"/>
                  <a:pt x="425768" y="47612"/>
                  <a:pt x="425145" y="46726"/>
                </a:cubicBezTo>
                <a:cubicBezTo>
                  <a:pt x="424521" y="45840"/>
                  <a:pt x="424090" y="44643"/>
                  <a:pt x="423849" y="43134"/>
                </a:cubicBezTo>
                <a:cubicBezTo>
                  <a:pt x="423652" y="42063"/>
                  <a:pt x="423554" y="39898"/>
                  <a:pt x="423554" y="36639"/>
                </a:cubicBezTo>
                <a:lnTo>
                  <a:pt x="423554" y="21452"/>
                </a:lnTo>
                <a:lnTo>
                  <a:pt x="419322" y="21452"/>
                </a:lnTo>
                <a:lnTo>
                  <a:pt x="419322" y="14105"/>
                </a:lnTo>
                <a:lnTo>
                  <a:pt x="423554" y="14105"/>
                </a:lnTo>
                <a:lnTo>
                  <a:pt x="423554" y="7151"/>
                </a:lnTo>
                <a:lnTo>
                  <a:pt x="432804" y="1706"/>
                </a:lnTo>
                <a:lnTo>
                  <a:pt x="432804" y="14105"/>
                </a:lnTo>
                <a:lnTo>
                  <a:pt x="439102" y="14105"/>
                </a:lnTo>
                <a:close/>
                <a:moveTo>
                  <a:pt x="452392" y="24864"/>
                </a:moveTo>
                <a:lnTo>
                  <a:pt x="444028" y="23355"/>
                </a:lnTo>
                <a:cubicBezTo>
                  <a:pt x="444968" y="19943"/>
                  <a:pt x="446586" y="17417"/>
                  <a:pt x="448882" y="15778"/>
                </a:cubicBezTo>
                <a:cubicBezTo>
                  <a:pt x="451179" y="14137"/>
                  <a:pt x="454590" y="13317"/>
                  <a:pt x="459117" y="13317"/>
                </a:cubicBezTo>
                <a:cubicBezTo>
                  <a:pt x="463228" y="13317"/>
                  <a:pt x="466289" y="13804"/>
                  <a:pt x="468301" y="14777"/>
                </a:cubicBezTo>
                <a:cubicBezTo>
                  <a:pt x="470313" y="15750"/>
                  <a:pt x="471729" y="16986"/>
                  <a:pt x="472549" y="18484"/>
                </a:cubicBezTo>
                <a:cubicBezTo>
                  <a:pt x="473369" y="19982"/>
                  <a:pt x="473779" y="22732"/>
                  <a:pt x="473779" y="26733"/>
                </a:cubicBezTo>
                <a:lnTo>
                  <a:pt x="473680" y="37492"/>
                </a:lnTo>
                <a:cubicBezTo>
                  <a:pt x="473680" y="40554"/>
                  <a:pt x="473828" y="42812"/>
                  <a:pt x="474123" y="44266"/>
                </a:cubicBezTo>
                <a:cubicBezTo>
                  <a:pt x="474418" y="45720"/>
                  <a:pt x="474971" y="47278"/>
                  <a:pt x="475780" y="48940"/>
                </a:cubicBezTo>
                <a:lnTo>
                  <a:pt x="466661" y="48940"/>
                </a:lnTo>
                <a:cubicBezTo>
                  <a:pt x="466420" y="48328"/>
                  <a:pt x="466125" y="47420"/>
                  <a:pt x="465775" y="46217"/>
                </a:cubicBezTo>
                <a:cubicBezTo>
                  <a:pt x="465622" y="45671"/>
                  <a:pt x="465513" y="45310"/>
                  <a:pt x="465447" y="45135"/>
                </a:cubicBezTo>
                <a:cubicBezTo>
                  <a:pt x="463873" y="46666"/>
                  <a:pt x="462189" y="47814"/>
                  <a:pt x="460396" y="48579"/>
                </a:cubicBezTo>
                <a:cubicBezTo>
                  <a:pt x="458603" y="49345"/>
                  <a:pt x="456689" y="49727"/>
                  <a:pt x="454656" y="49727"/>
                </a:cubicBezTo>
                <a:cubicBezTo>
                  <a:pt x="451069" y="49727"/>
                  <a:pt x="448243" y="48758"/>
                  <a:pt x="446176" y="46820"/>
                </a:cubicBezTo>
                <a:cubicBezTo>
                  <a:pt x="444110" y="44882"/>
                  <a:pt x="443077" y="42432"/>
                  <a:pt x="443077" y="39471"/>
                </a:cubicBezTo>
                <a:cubicBezTo>
                  <a:pt x="443077" y="37511"/>
                  <a:pt x="443547" y="35763"/>
                  <a:pt x="444487" y="34228"/>
                </a:cubicBezTo>
                <a:cubicBezTo>
                  <a:pt x="445427" y="32693"/>
                  <a:pt x="446745" y="31517"/>
                  <a:pt x="448440" y="30700"/>
                </a:cubicBezTo>
                <a:cubicBezTo>
                  <a:pt x="450134" y="29884"/>
                  <a:pt x="452578" y="29171"/>
                  <a:pt x="455771" y="28561"/>
                </a:cubicBezTo>
                <a:cubicBezTo>
                  <a:pt x="460079" y="27755"/>
                  <a:pt x="463064" y="27004"/>
                  <a:pt x="464726" y="26307"/>
                </a:cubicBezTo>
                <a:lnTo>
                  <a:pt x="464726" y="25378"/>
                </a:lnTo>
                <a:cubicBezTo>
                  <a:pt x="464726" y="23587"/>
                  <a:pt x="464288" y="22310"/>
                  <a:pt x="463414" y="21548"/>
                </a:cubicBezTo>
                <a:cubicBezTo>
                  <a:pt x="462539" y="20784"/>
                  <a:pt x="460888" y="20403"/>
                  <a:pt x="458460" y="20403"/>
                </a:cubicBezTo>
                <a:cubicBezTo>
                  <a:pt x="456820" y="20403"/>
                  <a:pt x="455541" y="20733"/>
                  <a:pt x="454623" y="21393"/>
                </a:cubicBezTo>
                <a:cubicBezTo>
                  <a:pt x="453704" y="22052"/>
                  <a:pt x="452961" y="23209"/>
                  <a:pt x="452392" y="24864"/>
                </a:cubicBezTo>
                <a:moveTo>
                  <a:pt x="464726" y="32342"/>
                </a:moveTo>
                <a:cubicBezTo>
                  <a:pt x="463545" y="32731"/>
                  <a:pt x="461675" y="33196"/>
                  <a:pt x="459117" y="33736"/>
                </a:cubicBezTo>
                <a:cubicBezTo>
                  <a:pt x="456558" y="34276"/>
                  <a:pt x="454885" y="34806"/>
                  <a:pt x="454098" y="35324"/>
                </a:cubicBezTo>
                <a:cubicBezTo>
                  <a:pt x="452895" y="36167"/>
                  <a:pt x="452294" y="37236"/>
                  <a:pt x="452294" y="38533"/>
                </a:cubicBezTo>
                <a:cubicBezTo>
                  <a:pt x="452294" y="39808"/>
                  <a:pt x="452775" y="40910"/>
                  <a:pt x="453737" y="41839"/>
                </a:cubicBezTo>
                <a:cubicBezTo>
                  <a:pt x="454699" y="42768"/>
                  <a:pt x="455924" y="43232"/>
                  <a:pt x="457411" y="43232"/>
                </a:cubicBezTo>
                <a:cubicBezTo>
                  <a:pt x="459073" y="43232"/>
                  <a:pt x="460658" y="42692"/>
                  <a:pt x="462167" y="41612"/>
                </a:cubicBezTo>
                <a:cubicBezTo>
                  <a:pt x="463282" y="40791"/>
                  <a:pt x="464015" y="39786"/>
                  <a:pt x="464365" y="38597"/>
                </a:cubicBezTo>
                <a:cubicBezTo>
                  <a:pt x="464605" y="37820"/>
                  <a:pt x="464726" y="36340"/>
                  <a:pt x="464726" y="34158"/>
                </a:cubicBezTo>
                <a:lnTo>
                  <a:pt x="464726" y="32342"/>
                </a:lnTo>
                <a:close/>
                <a:moveTo>
                  <a:pt x="482868" y="9381"/>
                </a:moveTo>
                <a:lnTo>
                  <a:pt x="482868" y="853"/>
                </a:lnTo>
                <a:lnTo>
                  <a:pt x="492085" y="853"/>
                </a:lnTo>
                <a:lnTo>
                  <a:pt x="492085" y="9381"/>
                </a:lnTo>
                <a:lnTo>
                  <a:pt x="482868" y="9381"/>
                </a:lnTo>
                <a:moveTo>
                  <a:pt x="482868" y="48940"/>
                </a:moveTo>
                <a:lnTo>
                  <a:pt x="482868" y="14105"/>
                </a:lnTo>
                <a:lnTo>
                  <a:pt x="492085" y="14105"/>
                </a:lnTo>
                <a:lnTo>
                  <a:pt x="492085" y="48940"/>
                </a:lnTo>
                <a:lnTo>
                  <a:pt x="482868" y="48940"/>
                </a:lnTo>
                <a:close/>
                <a:moveTo>
                  <a:pt x="533217" y="48940"/>
                </a:moveTo>
                <a:lnTo>
                  <a:pt x="524000" y="48940"/>
                </a:lnTo>
                <a:lnTo>
                  <a:pt x="524000" y="31182"/>
                </a:lnTo>
                <a:cubicBezTo>
                  <a:pt x="524000" y="27425"/>
                  <a:pt x="523803" y="24995"/>
                  <a:pt x="523409" y="23892"/>
                </a:cubicBezTo>
                <a:cubicBezTo>
                  <a:pt x="523016" y="22789"/>
                  <a:pt x="522376" y="21932"/>
                  <a:pt x="521490" y="21320"/>
                </a:cubicBezTo>
                <a:cubicBezTo>
                  <a:pt x="520605" y="20708"/>
                  <a:pt x="519539" y="20403"/>
                  <a:pt x="518292" y="20403"/>
                </a:cubicBezTo>
                <a:cubicBezTo>
                  <a:pt x="516696" y="20403"/>
                  <a:pt x="515264" y="20840"/>
                  <a:pt x="513995" y="21714"/>
                </a:cubicBezTo>
                <a:cubicBezTo>
                  <a:pt x="512727" y="22587"/>
                  <a:pt x="511858" y="23745"/>
                  <a:pt x="511387" y="25186"/>
                </a:cubicBezTo>
                <a:cubicBezTo>
                  <a:pt x="510917" y="26628"/>
                  <a:pt x="510682" y="29293"/>
                  <a:pt x="510682" y="33181"/>
                </a:cubicBezTo>
                <a:lnTo>
                  <a:pt x="510682" y="48940"/>
                </a:lnTo>
                <a:lnTo>
                  <a:pt x="501465" y="48940"/>
                </a:lnTo>
                <a:lnTo>
                  <a:pt x="501465" y="14105"/>
                </a:lnTo>
                <a:lnTo>
                  <a:pt x="510026" y="14105"/>
                </a:lnTo>
                <a:lnTo>
                  <a:pt x="510026" y="19222"/>
                </a:lnTo>
                <a:cubicBezTo>
                  <a:pt x="513066" y="15286"/>
                  <a:pt x="516893" y="13317"/>
                  <a:pt x="521507" y="13317"/>
                </a:cubicBezTo>
                <a:cubicBezTo>
                  <a:pt x="523540" y="13317"/>
                  <a:pt x="525399" y="13684"/>
                  <a:pt x="527083" y="14416"/>
                </a:cubicBezTo>
                <a:cubicBezTo>
                  <a:pt x="528767" y="15149"/>
                  <a:pt x="530041" y="16084"/>
                  <a:pt x="530904" y="17221"/>
                </a:cubicBezTo>
                <a:cubicBezTo>
                  <a:pt x="531768" y="18358"/>
                  <a:pt x="532370" y="19648"/>
                  <a:pt x="532708" y="21091"/>
                </a:cubicBezTo>
                <a:cubicBezTo>
                  <a:pt x="533047" y="22535"/>
                  <a:pt x="533217" y="24601"/>
                  <a:pt x="533217" y="27291"/>
                </a:cubicBezTo>
                <a:lnTo>
                  <a:pt x="533217" y="48940"/>
                </a:lnTo>
                <a:close/>
                <a:moveTo>
                  <a:pt x="540004" y="63110"/>
                </a:moveTo>
                <a:cubicBezTo>
                  <a:pt x="541819" y="59214"/>
                  <a:pt x="543098" y="56226"/>
                  <a:pt x="543842" y="54146"/>
                </a:cubicBezTo>
                <a:cubicBezTo>
                  <a:pt x="544585" y="52067"/>
                  <a:pt x="545274" y="49670"/>
                  <a:pt x="545908" y="46955"/>
                </a:cubicBezTo>
                <a:cubicBezTo>
                  <a:pt x="546542" y="44240"/>
                  <a:pt x="547013" y="41663"/>
                  <a:pt x="547319" y="39223"/>
                </a:cubicBezTo>
                <a:cubicBezTo>
                  <a:pt x="547625" y="36782"/>
                  <a:pt x="547778" y="34280"/>
                  <a:pt x="547778" y="31719"/>
                </a:cubicBezTo>
                <a:cubicBezTo>
                  <a:pt x="547778" y="26509"/>
                  <a:pt x="547220" y="21578"/>
                  <a:pt x="546105" y="16927"/>
                </a:cubicBezTo>
                <a:cubicBezTo>
                  <a:pt x="544990" y="12275"/>
                  <a:pt x="542934" y="6633"/>
                  <a:pt x="539938" y="0"/>
                </a:cubicBezTo>
                <a:lnTo>
                  <a:pt x="546204" y="0"/>
                </a:lnTo>
                <a:cubicBezTo>
                  <a:pt x="549506" y="4706"/>
                  <a:pt x="552070" y="9697"/>
                  <a:pt x="553896" y="14973"/>
                </a:cubicBezTo>
                <a:cubicBezTo>
                  <a:pt x="555721" y="20248"/>
                  <a:pt x="556634" y="25601"/>
                  <a:pt x="556634" y="31029"/>
                </a:cubicBezTo>
                <a:cubicBezTo>
                  <a:pt x="556634" y="35604"/>
                  <a:pt x="555913" y="40508"/>
                  <a:pt x="554470" y="45740"/>
                </a:cubicBezTo>
                <a:cubicBezTo>
                  <a:pt x="552829" y="51606"/>
                  <a:pt x="550129" y="57397"/>
                  <a:pt x="546368" y="63110"/>
                </a:cubicBezTo>
                <a:lnTo>
                  <a:pt x="540004" y="63110"/>
                </a:ln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A4C6B-A70D-4B0B-975E-D83F94C2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021" y="552379"/>
            <a:ext cx="707567" cy="286659"/>
          </a:xfrm>
          <a:custGeom xmlns:a="http://schemas.openxmlformats.org/drawingml/2006/main">
            <a:pathLst>
              <a:path w="707567" h="286659">
                <a:moveTo>
                  <a:pt x="707567" y="143329"/>
                </a:moveTo>
                <a:cubicBezTo>
                  <a:pt x="707567" y="222437"/>
                  <a:pt x="643345" y="286659"/>
                  <a:pt x="564255" y="286659"/>
                </a:cubicBezTo>
                <a:lnTo>
                  <a:pt x="143329" y="286659"/>
                </a:lnTo>
                <a:cubicBezTo>
                  <a:pt x="64222" y="286659"/>
                  <a:pt x="0" y="222437"/>
                  <a:pt x="0" y="143329"/>
                </a:cubicBezTo>
                <a:cubicBezTo>
                  <a:pt x="0" y="64222"/>
                  <a:pt x="64222" y="0"/>
                  <a:pt x="143329" y="0"/>
                </a:cubicBezTo>
                <a:lnTo>
                  <a:pt x="564255" y="0"/>
                </a:lnTo>
                <a:cubicBezTo>
                  <a:pt x="643345" y="0"/>
                  <a:pt x="707567" y="64222"/>
                  <a:pt x="707567" y="143329"/>
                </a:cubicBezTo>
                <a:close/>
              </a:path>
            </a:pathLst>
          </a:custGeom>
          <a:solidFill xmlns:a="http://schemas.openxmlformats.org/drawingml/2006/main">
            <a:srgbClr val="7BA896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Intact">
            <a:extLst xmlns:a="http://schemas.openxmlformats.org/drawingml/2006/main">
              <a:ext uri="{FF2B5EF4-FFF2-40B4-BE49-F238E27FC236}">
                <a16:creationId xmlns:a16="http://schemas.microsoft.com/office/drawing/2014/main" id="{D5319E37-73F6-416B-BAD9-F75491E3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574" y="599277"/>
            <a:ext cx="491554" cy="112880"/>
          </a:xfrm>
          <a:custGeom xmlns:a="http://schemas.openxmlformats.org/drawingml/2006/main">
            <a:pathLst>
              <a:path w="491554" h="112880">
                <a:moveTo>
                  <a:pt x="0" y="0"/>
                </a:moveTo>
                <a:lnTo>
                  <a:pt x="34394" y="0"/>
                </a:lnTo>
                <a:lnTo>
                  <a:pt x="34394" y="111062"/>
                </a:lnTo>
                <a:lnTo>
                  <a:pt x="0" y="111062"/>
                </a:lnTo>
                <a:lnTo>
                  <a:pt x="0" y="0"/>
                </a:lnTo>
                <a:close/>
                <a:moveTo>
                  <a:pt x="56977" y="30607"/>
                </a:moveTo>
                <a:lnTo>
                  <a:pt x="85690" y="30607"/>
                </a:lnTo>
                <a:lnTo>
                  <a:pt x="85690" y="43758"/>
                </a:lnTo>
                <a:cubicBezTo>
                  <a:pt x="89983" y="38388"/>
                  <a:pt x="94326" y="34551"/>
                  <a:pt x="98720" y="32247"/>
                </a:cubicBezTo>
                <a:cubicBezTo>
                  <a:pt x="103114" y="29941"/>
                  <a:pt x="108468" y="28788"/>
                  <a:pt x="114781" y="28788"/>
                </a:cubicBezTo>
                <a:cubicBezTo>
                  <a:pt x="123316" y="28788"/>
                  <a:pt x="129996" y="31326"/>
                  <a:pt x="134819" y="36402"/>
                </a:cubicBezTo>
                <a:cubicBezTo>
                  <a:pt x="139642" y="41478"/>
                  <a:pt x="142054" y="49319"/>
                  <a:pt x="142054" y="59925"/>
                </a:cubicBezTo>
                <a:lnTo>
                  <a:pt x="142054" y="111062"/>
                </a:lnTo>
                <a:lnTo>
                  <a:pt x="111069" y="111062"/>
                </a:lnTo>
                <a:lnTo>
                  <a:pt x="111069" y="66876"/>
                </a:lnTo>
                <a:cubicBezTo>
                  <a:pt x="111069" y="61833"/>
                  <a:pt x="110134" y="58266"/>
                  <a:pt x="108266" y="56173"/>
                </a:cubicBezTo>
                <a:cubicBezTo>
                  <a:pt x="106397" y="54078"/>
                  <a:pt x="103771" y="53031"/>
                  <a:pt x="100387" y="53031"/>
                </a:cubicBezTo>
                <a:cubicBezTo>
                  <a:pt x="96649" y="53031"/>
                  <a:pt x="93619" y="54444"/>
                  <a:pt x="91296" y="57269"/>
                </a:cubicBezTo>
                <a:cubicBezTo>
                  <a:pt x="88972" y="60092"/>
                  <a:pt x="87811" y="65161"/>
                  <a:pt x="87811" y="72475"/>
                </a:cubicBezTo>
                <a:lnTo>
                  <a:pt x="87811" y="111062"/>
                </a:lnTo>
                <a:lnTo>
                  <a:pt x="56977" y="111062"/>
                </a:lnTo>
                <a:lnTo>
                  <a:pt x="56977" y="30607"/>
                </a:lnTo>
                <a:close/>
                <a:moveTo>
                  <a:pt x="197646" y="0"/>
                </a:moveTo>
                <a:lnTo>
                  <a:pt x="197646" y="30607"/>
                </a:lnTo>
                <a:lnTo>
                  <a:pt x="214616" y="30607"/>
                </a:lnTo>
                <a:lnTo>
                  <a:pt x="214616" y="53183"/>
                </a:lnTo>
                <a:lnTo>
                  <a:pt x="197646" y="53183"/>
                </a:lnTo>
                <a:lnTo>
                  <a:pt x="197646" y="81687"/>
                </a:lnTo>
                <a:cubicBezTo>
                  <a:pt x="197646" y="85115"/>
                  <a:pt x="197974" y="87383"/>
                  <a:pt x="198631" y="88491"/>
                </a:cubicBezTo>
                <a:cubicBezTo>
                  <a:pt x="199641" y="90205"/>
                  <a:pt x="201409" y="91062"/>
                  <a:pt x="203934" y="91062"/>
                </a:cubicBezTo>
                <a:cubicBezTo>
                  <a:pt x="206207" y="91062"/>
                  <a:pt x="209389" y="90407"/>
                  <a:pt x="213480" y="89097"/>
                </a:cubicBezTo>
                <a:lnTo>
                  <a:pt x="215752" y="110380"/>
                </a:lnTo>
                <a:cubicBezTo>
                  <a:pt x="208126" y="112047"/>
                  <a:pt x="201005" y="112880"/>
                  <a:pt x="194388" y="112880"/>
                </a:cubicBezTo>
                <a:cubicBezTo>
                  <a:pt x="186711" y="112880"/>
                  <a:pt x="181055" y="111897"/>
                  <a:pt x="177418" y="109931"/>
                </a:cubicBezTo>
                <a:cubicBezTo>
                  <a:pt x="173782" y="107962"/>
                  <a:pt x="171093" y="104974"/>
                  <a:pt x="169350" y="100965"/>
                </a:cubicBezTo>
                <a:cubicBezTo>
                  <a:pt x="167608" y="96955"/>
                  <a:pt x="166736" y="90460"/>
                  <a:pt x="166736" y="81481"/>
                </a:cubicBezTo>
                <a:lnTo>
                  <a:pt x="166736" y="53183"/>
                </a:lnTo>
                <a:lnTo>
                  <a:pt x="155373" y="53183"/>
                </a:lnTo>
                <a:lnTo>
                  <a:pt x="155373" y="30607"/>
                </a:lnTo>
                <a:lnTo>
                  <a:pt x="166736" y="30607"/>
                </a:lnTo>
                <a:lnTo>
                  <a:pt x="166736" y="15834"/>
                </a:lnTo>
                <a:lnTo>
                  <a:pt x="197646" y="0"/>
                </a:lnTo>
                <a:close/>
                <a:moveTo>
                  <a:pt x="257412" y="56667"/>
                </a:moveTo>
                <a:lnTo>
                  <a:pt x="227942" y="53486"/>
                </a:lnTo>
                <a:cubicBezTo>
                  <a:pt x="229053" y="48350"/>
                  <a:pt x="230657" y="44309"/>
                  <a:pt x="232753" y="41364"/>
                </a:cubicBezTo>
                <a:cubicBezTo>
                  <a:pt x="234849" y="38418"/>
                  <a:pt x="237866" y="35862"/>
                  <a:pt x="241806" y="33698"/>
                </a:cubicBezTo>
                <a:cubicBezTo>
                  <a:pt x="244634" y="32137"/>
                  <a:pt x="248523" y="30929"/>
                  <a:pt x="253473" y="30074"/>
                </a:cubicBezTo>
                <a:cubicBezTo>
                  <a:pt x="258422" y="29217"/>
                  <a:pt x="263776" y="28788"/>
                  <a:pt x="269534" y="28788"/>
                </a:cubicBezTo>
                <a:cubicBezTo>
                  <a:pt x="278776" y="28788"/>
                  <a:pt x="286200" y="29306"/>
                  <a:pt x="291807" y="30341"/>
                </a:cubicBezTo>
                <a:cubicBezTo>
                  <a:pt x="297413" y="31377"/>
                  <a:pt x="302085" y="33536"/>
                  <a:pt x="305822" y="36819"/>
                </a:cubicBezTo>
                <a:cubicBezTo>
                  <a:pt x="308448" y="39091"/>
                  <a:pt x="310519" y="42311"/>
                  <a:pt x="312034" y="46478"/>
                </a:cubicBezTo>
                <a:cubicBezTo>
                  <a:pt x="313549" y="50645"/>
                  <a:pt x="314307" y="54622"/>
                  <a:pt x="314307" y="58410"/>
                </a:cubicBezTo>
                <a:lnTo>
                  <a:pt x="314307" y="93941"/>
                </a:lnTo>
                <a:cubicBezTo>
                  <a:pt x="314307" y="97729"/>
                  <a:pt x="314547" y="100696"/>
                  <a:pt x="315027" y="102842"/>
                </a:cubicBezTo>
                <a:cubicBezTo>
                  <a:pt x="315506" y="104989"/>
                  <a:pt x="316554" y="107729"/>
                  <a:pt x="318171" y="111062"/>
                </a:cubicBezTo>
                <a:lnTo>
                  <a:pt x="289231" y="111062"/>
                </a:lnTo>
                <a:cubicBezTo>
                  <a:pt x="288069" y="108991"/>
                  <a:pt x="287312" y="107413"/>
                  <a:pt x="286958" y="106327"/>
                </a:cubicBezTo>
                <a:cubicBezTo>
                  <a:pt x="286604" y="105241"/>
                  <a:pt x="286251" y="103537"/>
                  <a:pt x="285897" y="101214"/>
                </a:cubicBezTo>
                <a:cubicBezTo>
                  <a:pt x="281857" y="105103"/>
                  <a:pt x="277842" y="107880"/>
                  <a:pt x="273852" y="109547"/>
                </a:cubicBezTo>
                <a:cubicBezTo>
                  <a:pt x="268397" y="111769"/>
                  <a:pt x="262059" y="112880"/>
                  <a:pt x="254836" y="112880"/>
                </a:cubicBezTo>
                <a:cubicBezTo>
                  <a:pt x="245240" y="112880"/>
                  <a:pt x="237955" y="110655"/>
                  <a:pt x="232980" y="106204"/>
                </a:cubicBezTo>
                <a:cubicBezTo>
                  <a:pt x="228005" y="101753"/>
                  <a:pt x="225518" y="96266"/>
                  <a:pt x="225518" y="89743"/>
                </a:cubicBezTo>
                <a:cubicBezTo>
                  <a:pt x="225518" y="83623"/>
                  <a:pt x="227311" y="78590"/>
                  <a:pt x="230897" y="74646"/>
                </a:cubicBezTo>
                <a:cubicBezTo>
                  <a:pt x="234483" y="70702"/>
                  <a:pt x="241099" y="67769"/>
                  <a:pt x="250745" y="65846"/>
                </a:cubicBezTo>
                <a:cubicBezTo>
                  <a:pt x="262311" y="63520"/>
                  <a:pt x="269811" y="61889"/>
                  <a:pt x="273246" y="60953"/>
                </a:cubicBezTo>
                <a:cubicBezTo>
                  <a:pt x="276680" y="60017"/>
                  <a:pt x="280317" y="58790"/>
                  <a:pt x="284155" y="57274"/>
                </a:cubicBezTo>
                <a:cubicBezTo>
                  <a:pt x="284155" y="53514"/>
                  <a:pt x="283372" y="50882"/>
                  <a:pt x="281806" y="49378"/>
                </a:cubicBezTo>
                <a:cubicBezTo>
                  <a:pt x="280241" y="47874"/>
                  <a:pt x="277488" y="47122"/>
                  <a:pt x="273549" y="47122"/>
                </a:cubicBezTo>
                <a:cubicBezTo>
                  <a:pt x="268498" y="47122"/>
                  <a:pt x="264710" y="47930"/>
                  <a:pt x="262185" y="49546"/>
                </a:cubicBezTo>
                <a:cubicBezTo>
                  <a:pt x="260215" y="50809"/>
                  <a:pt x="258624" y="53183"/>
                  <a:pt x="257412" y="56667"/>
                </a:cubicBezTo>
                <a:moveTo>
                  <a:pt x="284155" y="72880"/>
                </a:moveTo>
                <a:cubicBezTo>
                  <a:pt x="279912" y="74395"/>
                  <a:pt x="275493" y="75733"/>
                  <a:pt x="270897" y="76895"/>
                </a:cubicBezTo>
                <a:cubicBezTo>
                  <a:pt x="264634" y="78562"/>
                  <a:pt x="260670" y="80203"/>
                  <a:pt x="259003" y="81819"/>
                </a:cubicBezTo>
                <a:cubicBezTo>
                  <a:pt x="257286" y="83486"/>
                  <a:pt x="256427" y="85380"/>
                  <a:pt x="256427" y="87501"/>
                </a:cubicBezTo>
                <a:cubicBezTo>
                  <a:pt x="256427" y="89926"/>
                  <a:pt x="257273" y="91908"/>
                  <a:pt x="258965" y="93448"/>
                </a:cubicBezTo>
                <a:cubicBezTo>
                  <a:pt x="260657" y="94989"/>
                  <a:pt x="263145" y="95759"/>
                  <a:pt x="266427" y="95759"/>
                </a:cubicBezTo>
                <a:cubicBezTo>
                  <a:pt x="269862" y="95759"/>
                  <a:pt x="273056" y="94926"/>
                  <a:pt x="276011" y="93259"/>
                </a:cubicBezTo>
                <a:cubicBezTo>
                  <a:pt x="278965" y="91592"/>
                  <a:pt x="281061" y="89559"/>
                  <a:pt x="282299" y="87160"/>
                </a:cubicBezTo>
                <a:cubicBezTo>
                  <a:pt x="283536" y="84761"/>
                  <a:pt x="284155" y="81643"/>
                  <a:pt x="284155" y="77804"/>
                </a:cubicBezTo>
                <a:lnTo>
                  <a:pt x="284155" y="72880"/>
                </a:lnTo>
                <a:close/>
                <a:moveTo>
                  <a:pt x="392779" y="79547"/>
                </a:moveTo>
                <a:lnTo>
                  <a:pt x="422098" y="82880"/>
                </a:lnTo>
                <a:cubicBezTo>
                  <a:pt x="420481" y="88991"/>
                  <a:pt x="417830" y="94282"/>
                  <a:pt x="414143" y="98751"/>
                </a:cubicBezTo>
                <a:cubicBezTo>
                  <a:pt x="410456" y="103221"/>
                  <a:pt x="405746" y="106693"/>
                  <a:pt x="400014" y="109168"/>
                </a:cubicBezTo>
                <a:cubicBezTo>
                  <a:pt x="394281" y="111643"/>
                  <a:pt x="386996" y="112880"/>
                  <a:pt x="378157" y="112880"/>
                </a:cubicBezTo>
                <a:cubicBezTo>
                  <a:pt x="369622" y="112880"/>
                  <a:pt x="362513" y="112086"/>
                  <a:pt x="356831" y="110496"/>
                </a:cubicBezTo>
                <a:cubicBezTo>
                  <a:pt x="351150" y="108907"/>
                  <a:pt x="346263" y="106334"/>
                  <a:pt x="342172" y="102776"/>
                </a:cubicBezTo>
                <a:cubicBezTo>
                  <a:pt x="338081" y="99219"/>
                  <a:pt x="334874" y="95043"/>
                  <a:pt x="332551" y="90250"/>
                </a:cubicBezTo>
                <a:cubicBezTo>
                  <a:pt x="330227" y="85455"/>
                  <a:pt x="329066" y="79097"/>
                  <a:pt x="329066" y="71175"/>
                </a:cubicBezTo>
                <a:cubicBezTo>
                  <a:pt x="329066" y="62900"/>
                  <a:pt x="330480" y="56012"/>
                  <a:pt x="333308" y="50512"/>
                </a:cubicBezTo>
                <a:cubicBezTo>
                  <a:pt x="335379" y="46475"/>
                  <a:pt x="338207" y="42854"/>
                  <a:pt x="341793" y="39650"/>
                </a:cubicBezTo>
                <a:cubicBezTo>
                  <a:pt x="345379" y="36446"/>
                  <a:pt x="349066" y="34062"/>
                  <a:pt x="352854" y="32498"/>
                </a:cubicBezTo>
                <a:cubicBezTo>
                  <a:pt x="358864" y="30025"/>
                  <a:pt x="366566" y="28788"/>
                  <a:pt x="375960" y="28788"/>
                </a:cubicBezTo>
                <a:cubicBezTo>
                  <a:pt x="389092" y="28788"/>
                  <a:pt x="399105" y="31143"/>
                  <a:pt x="405999" y="35853"/>
                </a:cubicBezTo>
                <a:cubicBezTo>
                  <a:pt x="412893" y="40562"/>
                  <a:pt x="417729" y="47450"/>
                  <a:pt x="420507" y="56516"/>
                </a:cubicBezTo>
                <a:lnTo>
                  <a:pt x="391491" y="60304"/>
                </a:lnTo>
                <a:cubicBezTo>
                  <a:pt x="390582" y="56895"/>
                  <a:pt x="388928" y="54325"/>
                  <a:pt x="386529" y="52595"/>
                </a:cubicBezTo>
                <a:cubicBezTo>
                  <a:pt x="384130" y="50866"/>
                  <a:pt x="380910" y="50001"/>
                  <a:pt x="376870" y="50001"/>
                </a:cubicBezTo>
                <a:cubicBezTo>
                  <a:pt x="371768" y="50001"/>
                  <a:pt x="367640" y="51815"/>
                  <a:pt x="364483" y="55444"/>
                </a:cubicBezTo>
                <a:cubicBezTo>
                  <a:pt x="361326" y="59072"/>
                  <a:pt x="359748" y="64565"/>
                  <a:pt x="359748" y="71923"/>
                </a:cubicBezTo>
                <a:cubicBezTo>
                  <a:pt x="359748" y="78481"/>
                  <a:pt x="361314" y="83462"/>
                  <a:pt x="364445" y="86867"/>
                </a:cubicBezTo>
                <a:cubicBezTo>
                  <a:pt x="367577" y="90270"/>
                  <a:pt x="371566" y="91971"/>
                  <a:pt x="376415" y="91971"/>
                </a:cubicBezTo>
                <a:cubicBezTo>
                  <a:pt x="380455" y="91971"/>
                  <a:pt x="383852" y="90955"/>
                  <a:pt x="386605" y="88922"/>
                </a:cubicBezTo>
                <a:cubicBezTo>
                  <a:pt x="389357" y="86887"/>
                  <a:pt x="391415" y="83762"/>
                  <a:pt x="392779" y="79547"/>
                </a:cubicBezTo>
                <a:close/>
                <a:moveTo>
                  <a:pt x="473447" y="0"/>
                </a:moveTo>
                <a:lnTo>
                  <a:pt x="473447" y="30607"/>
                </a:lnTo>
                <a:lnTo>
                  <a:pt x="490417" y="30607"/>
                </a:lnTo>
                <a:lnTo>
                  <a:pt x="490417" y="53183"/>
                </a:lnTo>
                <a:lnTo>
                  <a:pt x="473447" y="53183"/>
                </a:lnTo>
                <a:lnTo>
                  <a:pt x="473447" y="81687"/>
                </a:lnTo>
                <a:cubicBezTo>
                  <a:pt x="473447" y="85115"/>
                  <a:pt x="473776" y="87383"/>
                  <a:pt x="474432" y="88491"/>
                </a:cubicBezTo>
                <a:cubicBezTo>
                  <a:pt x="475442" y="90205"/>
                  <a:pt x="477210" y="91062"/>
                  <a:pt x="479735" y="91062"/>
                </a:cubicBezTo>
                <a:cubicBezTo>
                  <a:pt x="482008" y="91062"/>
                  <a:pt x="485190" y="90407"/>
                  <a:pt x="489281" y="89097"/>
                </a:cubicBezTo>
                <a:lnTo>
                  <a:pt x="491554" y="110380"/>
                </a:lnTo>
                <a:cubicBezTo>
                  <a:pt x="483927" y="112047"/>
                  <a:pt x="476806" y="112880"/>
                  <a:pt x="470190" y="112880"/>
                </a:cubicBezTo>
                <a:cubicBezTo>
                  <a:pt x="462513" y="112880"/>
                  <a:pt x="456856" y="111897"/>
                  <a:pt x="453220" y="109931"/>
                </a:cubicBezTo>
                <a:cubicBezTo>
                  <a:pt x="449583" y="107962"/>
                  <a:pt x="446894" y="104974"/>
                  <a:pt x="445151" y="100965"/>
                </a:cubicBezTo>
                <a:cubicBezTo>
                  <a:pt x="443409" y="96955"/>
                  <a:pt x="442538" y="90460"/>
                  <a:pt x="442538" y="81481"/>
                </a:cubicBezTo>
                <a:lnTo>
                  <a:pt x="442538" y="53183"/>
                </a:lnTo>
                <a:lnTo>
                  <a:pt x="431174" y="53183"/>
                </a:lnTo>
                <a:lnTo>
                  <a:pt x="431174" y="30607"/>
                </a:lnTo>
                <a:lnTo>
                  <a:pt x="442538" y="30607"/>
                </a:lnTo>
                <a:lnTo>
                  <a:pt x="442538" y="15834"/>
                </a:lnTo>
                <a:lnTo>
                  <a:pt x="473447" y="0"/>
                </a:lnTo>
                <a:close/>
              </a:path>
            </a:pathLst>
          </a:custGeom>
          <a:solidFill xmlns:a="http://schemas.openxmlformats.org/drawingml/2006/main">
            <a:srgbClr val="7BA8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(ratheruncertain)">
            <a:extLst xmlns:a="http://schemas.openxmlformats.org/drawingml/2006/main">
              <a:ext uri="{FF2B5EF4-FFF2-40B4-BE49-F238E27FC236}">
                <a16:creationId xmlns:a16="http://schemas.microsoft.com/office/drawing/2014/main" id="{C439C904-C6BC-4809-9DF7-4D120A32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545" y="736976"/>
            <a:ext cx="549225" cy="63110"/>
          </a:xfrm>
          <a:custGeom xmlns:a="http://schemas.openxmlformats.org/drawingml/2006/main">
            <a:pathLst>
              <a:path w="549225" h="63110">
                <a:moveTo>
                  <a:pt x="16598" y="63110"/>
                </a:moveTo>
                <a:lnTo>
                  <a:pt x="10267" y="63110"/>
                </a:lnTo>
                <a:cubicBezTo>
                  <a:pt x="6921" y="58053"/>
                  <a:pt x="4374" y="52800"/>
                  <a:pt x="2624" y="47349"/>
                </a:cubicBezTo>
                <a:cubicBezTo>
                  <a:pt x="875" y="41899"/>
                  <a:pt x="0" y="36623"/>
                  <a:pt x="0" y="31522"/>
                </a:cubicBezTo>
                <a:cubicBezTo>
                  <a:pt x="0" y="25196"/>
                  <a:pt x="1082" y="19209"/>
                  <a:pt x="3247" y="13561"/>
                </a:cubicBezTo>
                <a:cubicBezTo>
                  <a:pt x="5128" y="8658"/>
                  <a:pt x="7512" y="4137"/>
                  <a:pt x="10398" y="0"/>
                </a:cubicBezTo>
                <a:lnTo>
                  <a:pt x="16696" y="0"/>
                </a:lnTo>
                <a:cubicBezTo>
                  <a:pt x="13700" y="6633"/>
                  <a:pt x="11639" y="12275"/>
                  <a:pt x="10513" y="16927"/>
                </a:cubicBezTo>
                <a:cubicBezTo>
                  <a:pt x="9387" y="21578"/>
                  <a:pt x="8824" y="26509"/>
                  <a:pt x="8824" y="31719"/>
                </a:cubicBezTo>
                <a:cubicBezTo>
                  <a:pt x="8824" y="35310"/>
                  <a:pt x="9157" y="38987"/>
                  <a:pt x="9824" y="42753"/>
                </a:cubicBezTo>
                <a:cubicBezTo>
                  <a:pt x="10491" y="46517"/>
                  <a:pt x="11404" y="50096"/>
                  <a:pt x="12563" y="53489"/>
                </a:cubicBezTo>
                <a:cubicBezTo>
                  <a:pt x="13328" y="55722"/>
                  <a:pt x="14673" y="58929"/>
                  <a:pt x="16598" y="63110"/>
                </a:cubicBezTo>
                <a:close/>
                <a:moveTo>
                  <a:pt x="32512" y="48940"/>
                </a:moveTo>
                <a:lnTo>
                  <a:pt x="23295" y="48940"/>
                </a:lnTo>
                <a:lnTo>
                  <a:pt x="23295" y="14105"/>
                </a:lnTo>
                <a:lnTo>
                  <a:pt x="31856" y="14105"/>
                </a:lnTo>
                <a:lnTo>
                  <a:pt x="31856" y="19058"/>
                </a:lnTo>
                <a:cubicBezTo>
                  <a:pt x="33321" y="16718"/>
                  <a:pt x="34639" y="15176"/>
                  <a:pt x="35809" y="14433"/>
                </a:cubicBezTo>
                <a:cubicBezTo>
                  <a:pt x="36979" y="13689"/>
                  <a:pt x="38307" y="13317"/>
                  <a:pt x="39794" y="13317"/>
                </a:cubicBezTo>
                <a:cubicBezTo>
                  <a:pt x="41893" y="13317"/>
                  <a:pt x="43916" y="13897"/>
                  <a:pt x="45862" y="15056"/>
                </a:cubicBezTo>
                <a:lnTo>
                  <a:pt x="43009" y="23092"/>
                </a:lnTo>
                <a:cubicBezTo>
                  <a:pt x="41456" y="22086"/>
                  <a:pt x="40013" y="21583"/>
                  <a:pt x="38679" y="21583"/>
                </a:cubicBezTo>
                <a:cubicBezTo>
                  <a:pt x="37389" y="21583"/>
                  <a:pt x="36295" y="21939"/>
                  <a:pt x="35399" y="22649"/>
                </a:cubicBezTo>
                <a:cubicBezTo>
                  <a:pt x="34502" y="23360"/>
                  <a:pt x="33797" y="24645"/>
                  <a:pt x="33283" y="26504"/>
                </a:cubicBezTo>
                <a:cubicBezTo>
                  <a:pt x="32769" y="28362"/>
                  <a:pt x="32512" y="32255"/>
                  <a:pt x="32512" y="38181"/>
                </a:cubicBezTo>
                <a:lnTo>
                  <a:pt x="32512" y="48940"/>
                </a:lnTo>
                <a:close/>
                <a:moveTo>
                  <a:pt x="56722" y="24864"/>
                </a:moveTo>
                <a:lnTo>
                  <a:pt x="48358" y="23355"/>
                </a:lnTo>
                <a:cubicBezTo>
                  <a:pt x="49298" y="19943"/>
                  <a:pt x="50917" y="17417"/>
                  <a:pt x="53213" y="15778"/>
                </a:cubicBezTo>
                <a:cubicBezTo>
                  <a:pt x="55509" y="14137"/>
                  <a:pt x="58920" y="13317"/>
                  <a:pt x="63447" y="13317"/>
                </a:cubicBezTo>
                <a:cubicBezTo>
                  <a:pt x="67558" y="13317"/>
                  <a:pt x="70619" y="13804"/>
                  <a:pt x="72631" y="14777"/>
                </a:cubicBezTo>
                <a:cubicBezTo>
                  <a:pt x="74643" y="15750"/>
                  <a:pt x="76059" y="16986"/>
                  <a:pt x="76879" y="18484"/>
                </a:cubicBezTo>
                <a:cubicBezTo>
                  <a:pt x="77699" y="19982"/>
                  <a:pt x="78109" y="22732"/>
                  <a:pt x="78109" y="26733"/>
                </a:cubicBezTo>
                <a:lnTo>
                  <a:pt x="78011" y="37492"/>
                </a:lnTo>
                <a:cubicBezTo>
                  <a:pt x="78011" y="40554"/>
                  <a:pt x="78158" y="42812"/>
                  <a:pt x="78454" y="44266"/>
                </a:cubicBezTo>
                <a:cubicBezTo>
                  <a:pt x="78749" y="45720"/>
                  <a:pt x="79301" y="47278"/>
                  <a:pt x="80110" y="48940"/>
                </a:cubicBezTo>
                <a:lnTo>
                  <a:pt x="70991" y="48940"/>
                </a:lnTo>
                <a:cubicBezTo>
                  <a:pt x="70751" y="48328"/>
                  <a:pt x="70455" y="47420"/>
                  <a:pt x="70106" y="46217"/>
                </a:cubicBezTo>
                <a:cubicBezTo>
                  <a:pt x="69952" y="45671"/>
                  <a:pt x="69843" y="45310"/>
                  <a:pt x="69777" y="45135"/>
                </a:cubicBezTo>
                <a:cubicBezTo>
                  <a:pt x="68203" y="46666"/>
                  <a:pt x="66519" y="47814"/>
                  <a:pt x="64726" y="48579"/>
                </a:cubicBezTo>
                <a:cubicBezTo>
                  <a:pt x="62933" y="49345"/>
                  <a:pt x="61019" y="49727"/>
                  <a:pt x="58986" y="49727"/>
                </a:cubicBezTo>
                <a:cubicBezTo>
                  <a:pt x="55399" y="49727"/>
                  <a:pt x="52573" y="48758"/>
                  <a:pt x="50507" y="46820"/>
                </a:cubicBezTo>
                <a:cubicBezTo>
                  <a:pt x="48440" y="44882"/>
                  <a:pt x="47407" y="42432"/>
                  <a:pt x="47407" y="39471"/>
                </a:cubicBezTo>
                <a:cubicBezTo>
                  <a:pt x="47407" y="37511"/>
                  <a:pt x="47877" y="35763"/>
                  <a:pt x="48817" y="34228"/>
                </a:cubicBezTo>
                <a:cubicBezTo>
                  <a:pt x="49758" y="32693"/>
                  <a:pt x="51075" y="31517"/>
                  <a:pt x="52770" y="30700"/>
                </a:cubicBezTo>
                <a:cubicBezTo>
                  <a:pt x="54465" y="29884"/>
                  <a:pt x="56908" y="29171"/>
                  <a:pt x="60101" y="28561"/>
                </a:cubicBezTo>
                <a:cubicBezTo>
                  <a:pt x="64409" y="27755"/>
                  <a:pt x="67394" y="27004"/>
                  <a:pt x="69056" y="26307"/>
                </a:cubicBezTo>
                <a:lnTo>
                  <a:pt x="69056" y="25378"/>
                </a:lnTo>
                <a:cubicBezTo>
                  <a:pt x="69056" y="23587"/>
                  <a:pt x="68619" y="22310"/>
                  <a:pt x="67744" y="21548"/>
                </a:cubicBezTo>
                <a:cubicBezTo>
                  <a:pt x="66869" y="20784"/>
                  <a:pt x="65218" y="20403"/>
                  <a:pt x="62791" y="20403"/>
                </a:cubicBezTo>
                <a:cubicBezTo>
                  <a:pt x="61151" y="20403"/>
                  <a:pt x="59871" y="20733"/>
                  <a:pt x="58953" y="21393"/>
                </a:cubicBezTo>
                <a:cubicBezTo>
                  <a:pt x="58035" y="22052"/>
                  <a:pt x="57291" y="23209"/>
                  <a:pt x="56722" y="24864"/>
                </a:cubicBezTo>
                <a:moveTo>
                  <a:pt x="69056" y="32342"/>
                </a:moveTo>
                <a:cubicBezTo>
                  <a:pt x="67875" y="32731"/>
                  <a:pt x="66005" y="33196"/>
                  <a:pt x="63447" y="33736"/>
                </a:cubicBezTo>
                <a:cubicBezTo>
                  <a:pt x="60888" y="34276"/>
                  <a:pt x="59215" y="34806"/>
                  <a:pt x="58428" y="35324"/>
                </a:cubicBezTo>
                <a:cubicBezTo>
                  <a:pt x="57225" y="36167"/>
                  <a:pt x="56624" y="37236"/>
                  <a:pt x="56624" y="38533"/>
                </a:cubicBezTo>
                <a:cubicBezTo>
                  <a:pt x="56624" y="39808"/>
                  <a:pt x="57105" y="40910"/>
                  <a:pt x="58067" y="41839"/>
                </a:cubicBezTo>
                <a:cubicBezTo>
                  <a:pt x="59030" y="42768"/>
                  <a:pt x="60254" y="43232"/>
                  <a:pt x="61741" y="43232"/>
                </a:cubicBezTo>
                <a:cubicBezTo>
                  <a:pt x="63403" y="43232"/>
                  <a:pt x="64988" y="42692"/>
                  <a:pt x="66497" y="41612"/>
                </a:cubicBezTo>
                <a:cubicBezTo>
                  <a:pt x="67613" y="40791"/>
                  <a:pt x="68345" y="39786"/>
                  <a:pt x="68695" y="38597"/>
                </a:cubicBezTo>
                <a:cubicBezTo>
                  <a:pt x="68936" y="37820"/>
                  <a:pt x="69056" y="36340"/>
                  <a:pt x="69056" y="34158"/>
                </a:cubicBezTo>
                <a:lnTo>
                  <a:pt x="69056" y="32342"/>
                </a:lnTo>
                <a:close/>
                <a:moveTo>
                  <a:pt x="103173" y="14105"/>
                </a:moveTo>
                <a:lnTo>
                  <a:pt x="103173" y="21452"/>
                </a:lnTo>
                <a:lnTo>
                  <a:pt x="96875" y="21452"/>
                </a:lnTo>
                <a:lnTo>
                  <a:pt x="96875" y="35469"/>
                </a:lnTo>
                <a:cubicBezTo>
                  <a:pt x="96875" y="38307"/>
                  <a:pt x="96935" y="39962"/>
                  <a:pt x="97055" y="40431"/>
                </a:cubicBezTo>
                <a:cubicBezTo>
                  <a:pt x="97175" y="40900"/>
                  <a:pt x="97449" y="41287"/>
                  <a:pt x="97875" y="41593"/>
                </a:cubicBezTo>
                <a:cubicBezTo>
                  <a:pt x="98302" y="41899"/>
                  <a:pt x="98821" y="42052"/>
                  <a:pt x="99433" y="42052"/>
                </a:cubicBezTo>
                <a:cubicBezTo>
                  <a:pt x="100286" y="42052"/>
                  <a:pt x="101522" y="41756"/>
                  <a:pt x="103140" y="41166"/>
                </a:cubicBezTo>
                <a:lnTo>
                  <a:pt x="103927" y="48343"/>
                </a:lnTo>
                <a:cubicBezTo>
                  <a:pt x="101784" y="49266"/>
                  <a:pt x="99357" y="49727"/>
                  <a:pt x="96645" y="49727"/>
                </a:cubicBezTo>
                <a:cubicBezTo>
                  <a:pt x="94983" y="49727"/>
                  <a:pt x="93485" y="49448"/>
                  <a:pt x="92151" y="48891"/>
                </a:cubicBezTo>
                <a:cubicBezTo>
                  <a:pt x="90817" y="48333"/>
                  <a:pt x="89839" y="47612"/>
                  <a:pt x="89216" y="46726"/>
                </a:cubicBezTo>
                <a:cubicBezTo>
                  <a:pt x="88592" y="45840"/>
                  <a:pt x="88160" y="44643"/>
                  <a:pt x="87920" y="43134"/>
                </a:cubicBezTo>
                <a:cubicBezTo>
                  <a:pt x="87723" y="42063"/>
                  <a:pt x="87625" y="39898"/>
                  <a:pt x="87625" y="36639"/>
                </a:cubicBezTo>
                <a:lnTo>
                  <a:pt x="87625" y="21452"/>
                </a:lnTo>
                <a:lnTo>
                  <a:pt x="83393" y="21452"/>
                </a:lnTo>
                <a:lnTo>
                  <a:pt x="83393" y="14105"/>
                </a:lnTo>
                <a:lnTo>
                  <a:pt x="87625" y="14105"/>
                </a:lnTo>
                <a:lnTo>
                  <a:pt x="87625" y="7151"/>
                </a:lnTo>
                <a:lnTo>
                  <a:pt x="96875" y="1706"/>
                </a:lnTo>
                <a:lnTo>
                  <a:pt x="96875" y="14105"/>
                </a:lnTo>
                <a:lnTo>
                  <a:pt x="103173" y="14105"/>
                </a:lnTo>
                <a:close/>
                <a:moveTo>
                  <a:pt x="118760" y="853"/>
                </a:moveTo>
                <a:lnTo>
                  <a:pt x="118760" y="18557"/>
                </a:lnTo>
                <a:cubicBezTo>
                  <a:pt x="121734" y="15064"/>
                  <a:pt x="125288" y="13317"/>
                  <a:pt x="129421" y="13317"/>
                </a:cubicBezTo>
                <a:cubicBezTo>
                  <a:pt x="131542" y="13317"/>
                  <a:pt x="133455" y="13711"/>
                  <a:pt x="135161" y="14498"/>
                </a:cubicBezTo>
                <a:cubicBezTo>
                  <a:pt x="136867" y="15286"/>
                  <a:pt x="138151" y="16291"/>
                  <a:pt x="139015" y="17516"/>
                </a:cubicBezTo>
                <a:cubicBezTo>
                  <a:pt x="139879" y="18741"/>
                  <a:pt x="140469" y="20096"/>
                  <a:pt x="140786" y="21583"/>
                </a:cubicBezTo>
                <a:cubicBezTo>
                  <a:pt x="141103" y="23070"/>
                  <a:pt x="141262" y="25377"/>
                  <a:pt x="141262" y="28505"/>
                </a:cubicBezTo>
                <a:lnTo>
                  <a:pt x="141262" y="48940"/>
                </a:lnTo>
                <a:lnTo>
                  <a:pt x="132045" y="48940"/>
                </a:lnTo>
                <a:lnTo>
                  <a:pt x="132045" y="30560"/>
                </a:lnTo>
                <a:cubicBezTo>
                  <a:pt x="132045" y="26912"/>
                  <a:pt x="131870" y="24597"/>
                  <a:pt x="131520" y="23614"/>
                </a:cubicBezTo>
                <a:cubicBezTo>
                  <a:pt x="131170" y="22631"/>
                  <a:pt x="130552" y="21850"/>
                  <a:pt x="129667" y="21271"/>
                </a:cubicBezTo>
                <a:cubicBezTo>
                  <a:pt x="128781" y="20692"/>
                  <a:pt x="127671" y="20403"/>
                  <a:pt x="126337" y="20403"/>
                </a:cubicBezTo>
                <a:cubicBezTo>
                  <a:pt x="124806" y="20403"/>
                  <a:pt x="123440" y="20774"/>
                  <a:pt x="122237" y="21517"/>
                </a:cubicBezTo>
                <a:cubicBezTo>
                  <a:pt x="121034" y="22260"/>
                  <a:pt x="120154" y="23379"/>
                  <a:pt x="119596" y="24875"/>
                </a:cubicBezTo>
                <a:cubicBezTo>
                  <a:pt x="119039" y="26371"/>
                  <a:pt x="118760" y="28582"/>
                  <a:pt x="118760" y="31510"/>
                </a:cubicBezTo>
                <a:lnTo>
                  <a:pt x="118760" y="48940"/>
                </a:lnTo>
                <a:lnTo>
                  <a:pt x="109543" y="48940"/>
                </a:lnTo>
                <a:lnTo>
                  <a:pt x="109543" y="853"/>
                </a:lnTo>
                <a:lnTo>
                  <a:pt x="118760" y="853"/>
                </a:lnTo>
                <a:close/>
                <a:moveTo>
                  <a:pt x="170781" y="37853"/>
                </a:moveTo>
                <a:lnTo>
                  <a:pt x="179965" y="39428"/>
                </a:lnTo>
                <a:cubicBezTo>
                  <a:pt x="178784" y="42784"/>
                  <a:pt x="176920" y="45340"/>
                  <a:pt x="174373" y="47095"/>
                </a:cubicBezTo>
                <a:cubicBezTo>
                  <a:pt x="171825" y="48850"/>
                  <a:pt x="168638" y="49727"/>
                  <a:pt x="164811" y="49727"/>
                </a:cubicBezTo>
                <a:cubicBezTo>
                  <a:pt x="158754" y="49727"/>
                  <a:pt x="154271" y="47748"/>
                  <a:pt x="151362" y="43790"/>
                </a:cubicBezTo>
                <a:cubicBezTo>
                  <a:pt x="149066" y="40619"/>
                  <a:pt x="147918" y="36618"/>
                  <a:pt x="147918" y="31785"/>
                </a:cubicBezTo>
                <a:cubicBezTo>
                  <a:pt x="147918" y="26012"/>
                  <a:pt x="149427" y="21491"/>
                  <a:pt x="152445" y="18221"/>
                </a:cubicBezTo>
                <a:cubicBezTo>
                  <a:pt x="155463" y="14952"/>
                  <a:pt x="159278" y="13317"/>
                  <a:pt x="163893" y="13317"/>
                </a:cubicBezTo>
                <a:cubicBezTo>
                  <a:pt x="169075" y="13317"/>
                  <a:pt x="173164" y="15029"/>
                  <a:pt x="176160" y="18451"/>
                </a:cubicBezTo>
                <a:cubicBezTo>
                  <a:pt x="179156" y="21873"/>
                  <a:pt x="180589" y="27116"/>
                  <a:pt x="180457" y="34179"/>
                </a:cubicBezTo>
                <a:lnTo>
                  <a:pt x="157365" y="34179"/>
                </a:lnTo>
                <a:cubicBezTo>
                  <a:pt x="157431" y="36913"/>
                  <a:pt x="158174" y="39039"/>
                  <a:pt x="159596" y="40559"/>
                </a:cubicBezTo>
                <a:cubicBezTo>
                  <a:pt x="161017" y="42079"/>
                  <a:pt x="162788" y="42839"/>
                  <a:pt x="164909" y="42839"/>
                </a:cubicBezTo>
                <a:cubicBezTo>
                  <a:pt x="166353" y="42839"/>
                  <a:pt x="167566" y="42445"/>
                  <a:pt x="168550" y="41658"/>
                </a:cubicBezTo>
                <a:cubicBezTo>
                  <a:pt x="169534" y="40871"/>
                  <a:pt x="170278" y="39602"/>
                  <a:pt x="170781" y="37853"/>
                </a:cubicBezTo>
                <a:moveTo>
                  <a:pt x="171306" y="28537"/>
                </a:moveTo>
                <a:cubicBezTo>
                  <a:pt x="171240" y="25880"/>
                  <a:pt x="170551" y="23860"/>
                  <a:pt x="169239" y="22477"/>
                </a:cubicBezTo>
                <a:cubicBezTo>
                  <a:pt x="167927" y="21094"/>
                  <a:pt x="166331" y="20403"/>
                  <a:pt x="164450" y="20403"/>
                </a:cubicBezTo>
                <a:cubicBezTo>
                  <a:pt x="162438" y="20403"/>
                  <a:pt x="160776" y="21132"/>
                  <a:pt x="159464" y="22591"/>
                </a:cubicBezTo>
                <a:cubicBezTo>
                  <a:pt x="158152" y="24051"/>
                  <a:pt x="157507" y="26033"/>
                  <a:pt x="157529" y="28537"/>
                </a:cubicBezTo>
                <a:lnTo>
                  <a:pt x="171306" y="28537"/>
                </a:lnTo>
                <a:close/>
                <a:moveTo>
                  <a:pt x="196796" y="48940"/>
                </a:moveTo>
                <a:lnTo>
                  <a:pt x="187578" y="48940"/>
                </a:lnTo>
                <a:lnTo>
                  <a:pt x="187578" y="14105"/>
                </a:lnTo>
                <a:lnTo>
                  <a:pt x="196140" y="14105"/>
                </a:lnTo>
                <a:lnTo>
                  <a:pt x="196140" y="19058"/>
                </a:lnTo>
                <a:cubicBezTo>
                  <a:pt x="197605" y="16718"/>
                  <a:pt x="198922" y="15176"/>
                  <a:pt x="200092" y="14433"/>
                </a:cubicBezTo>
                <a:cubicBezTo>
                  <a:pt x="201262" y="13689"/>
                  <a:pt x="202591" y="13317"/>
                  <a:pt x="204078" y="13317"/>
                </a:cubicBezTo>
                <a:cubicBezTo>
                  <a:pt x="206177" y="13317"/>
                  <a:pt x="208200" y="13897"/>
                  <a:pt x="210146" y="15056"/>
                </a:cubicBezTo>
                <a:lnTo>
                  <a:pt x="207292" y="23092"/>
                </a:lnTo>
                <a:cubicBezTo>
                  <a:pt x="205739" y="22086"/>
                  <a:pt x="204296" y="21583"/>
                  <a:pt x="202962" y="21583"/>
                </a:cubicBezTo>
                <a:cubicBezTo>
                  <a:pt x="201672" y="21583"/>
                  <a:pt x="200579" y="21939"/>
                  <a:pt x="199682" y="22649"/>
                </a:cubicBezTo>
                <a:cubicBezTo>
                  <a:pt x="198786" y="23360"/>
                  <a:pt x="198080" y="24645"/>
                  <a:pt x="197566" y="26504"/>
                </a:cubicBezTo>
                <a:cubicBezTo>
                  <a:pt x="197053" y="28362"/>
                  <a:pt x="196796" y="32255"/>
                  <a:pt x="196796" y="38181"/>
                </a:cubicBezTo>
                <a:lnTo>
                  <a:pt x="196796" y="48940"/>
                </a:lnTo>
                <a:close/>
                <a:moveTo>
                  <a:pt x="255708" y="48940"/>
                </a:moveTo>
                <a:lnTo>
                  <a:pt x="255708" y="43725"/>
                </a:lnTo>
                <a:cubicBezTo>
                  <a:pt x="254439" y="45583"/>
                  <a:pt x="252772" y="47048"/>
                  <a:pt x="250705" y="48120"/>
                </a:cubicBezTo>
                <a:cubicBezTo>
                  <a:pt x="248639" y="49191"/>
                  <a:pt x="246458" y="49727"/>
                  <a:pt x="244161" y="49727"/>
                </a:cubicBezTo>
                <a:cubicBezTo>
                  <a:pt x="241822" y="49727"/>
                  <a:pt x="239722" y="49213"/>
                  <a:pt x="237864" y="48186"/>
                </a:cubicBezTo>
                <a:cubicBezTo>
                  <a:pt x="236005" y="47158"/>
                  <a:pt x="234660" y="45714"/>
                  <a:pt x="233829" y="43856"/>
                </a:cubicBezTo>
                <a:cubicBezTo>
                  <a:pt x="232998" y="41997"/>
                  <a:pt x="232582" y="39428"/>
                  <a:pt x="232582" y="36147"/>
                </a:cubicBezTo>
                <a:lnTo>
                  <a:pt x="232582" y="14105"/>
                </a:lnTo>
                <a:lnTo>
                  <a:pt x="241800" y="14105"/>
                </a:lnTo>
                <a:lnTo>
                  <a:pt x="241800" y="30075"/>
                </a:lnTo>
                <a:cubicBezTo>
                  <a:pt x="241800" y="34962"/>
                  <a:pt x="241969" y="37957"/>
                  <a:pt x="242308" y="39058"/>
                </a:cubicBezTo>
                <a:cubicBezTo>
                  <a:pt x="242647" y="40160"/>
                  <a:pt x="243265" y="41033"/>
                  <a:pt x="244161" y="41676"/>
                </a:cubicBezTo>
                <a:cubicBezTo>
                  <a:pt x="245058" y="42320"/>
                  <a:pt x="246195" y="42642"/>
                  <a:pt x="247573" y="42642"/>
                </a:cubicBezTo>
                <a:cubicBezTo>
                  <a:pt x="249147" y="42642"/>
                  <a:pt x="250558" y="42211"/>
                  <a:pt x="251804" y="41349"/>
                </a:cubicBezTo>
                <a:cubicBezTo>
                  <a:pt x="253051" y="40488"/>
                  <a:pt x="253904" y="39419"/>
                  <a:pt x="254363" y="38142"/>
                </a:cubicBezTo>
                <a:cubicBezTo>
                  <a:pt x="254822" y="36866"/>
                  <a:pt x="255052" y="33740"/>
                  <a:pt x="255052" y="28766"/>
                </a:cubicBezTo>
                <a:lnTo>
                  <a:pt x="255052" y="14105"/>
                </a:lnTo>
                <a:lnTo>
                  <a:pt x="264269" y="14105"/>
                </a:lnTo>
                <a:lnTo>
                  <a:pt x="264269" y="48940"/>
                </a:lnTo>
                <a:lnTo>
                  <a:pt x="255708" y="48940"/>
                </a:lnTo>
                <a:close/>
                <a:moveTo>
                  <a:pt x="305498" y="48940"/>
                </a:moveTo>
                <a:lnTo>
                  <a:pt x="296280" y="48940"/>
                </a:lnTo>
                <a:lnTo>
                  <a:pt x="296280" y="31182"/>
                </a:lnTo>
                <a:cubicBezTo>
                  <a:pt x="296280" y="27425"/>
                  <a:pt x="296084" y="24995"/>
                  <a:pt x="295690" y="23892"/>
                </a:cubicBezTo>
                <a:cubicBezTo>
                  <a:pt x="295296" y="22789"/>
                  <a:pt x="294657" y="21932"/>
                  <a:pt x="293771" y="21320"/>
                </a:cubicBezTo>
                <a:cubicBezTo>
                  <a:pt x="292885" y="20708"/>
                  <a:pt x="291819" y="20403"/>
                  <a:pt x="290573" y="20403"/>
                </a:cubicBezTo>
                <a:cubicBezTo>
                  <a:pt x="288977" y="20403"/>
                  <a:pt x="287544" y="20840"/>
                  <a:pt x="286276" y="21714"/>
                </a:cubicBezTo>
                <a:cubicBezTo>
                  <a:pt x="285008" y="22587"/>
                  <a:pt x="284138" y="23745"/>
                  <a:pt x="283668" y="25186"/>
                </a:cubicBezTo>
                <a:cubicBezTo>
                  <a:pt x="283198" y="26628"/>
                  <a:pt x="282963" y="29293"/>
                  <a:pt x="282963" y="33181"/>
                </a:cubicBezTo>
                <a:lnTo>
                  <a:pt x="282963" y="48940"/>
                </a:lnTo>
                <a:lnTo>
                  <a:pt x="273746" y="48940"/>
                </a:lnTo>
                <a:lnTo>
                  <a:pt x="273746" y="14105"/>
                </a:lnTo>
                <a:lnTo>
                  <a:pt x="282307" y="14105"/>
                </a:lnTo>
                <a:lnTo>
                  <a:pt x="282307" y="19222"/>
                </a:lnTo>
                <a:cubicBezTo>
                  <a:pt x="285346" y="15286"/>
                  <a:pt x="289173" y="13317"/>
                  <a:pt x="293787" y="13317"/>
                </a:cubicBezTo>
                <a:cubicBezTo>
                  <a:pt x="295821" y="13317"/>
                  <a:pt x="297680" y="13684"/>
                  <a:pt x="299364" y="14416"/>
                </a:cubicBezTo>
                <a:cubicBezTo>
                  <a:pt x="301048" y="15149"/>
                  <a:pt x="302321" y="16084"/>
                  <a:pt x="303185" y="17221"/>
                </a:cubicBezTo>
                <a:cubicBezTo>
                  <a:pt x="304049" y="18358"/>
                  <a:pt x="304650" y="19648"/>
                  <a:pt x="304989" y="21091"/>
                </a:cubicBezTo>
                <a:cubicBezTo>
                  <a:pt x="305328" y="22535"/>
                  <a:pt x="305498" y="24601"/>
                  <a:pt x="305498" y="27291"/>
                </a:cubicBezTo>
                <a:lnTo>
                  <a:pt x="305498" y="48940"/>
                </a:lnTo>
                <a:close/>
                <a:moveTo>
                  <a:pt x="345217" y="24404"/>
                </a:moveTo>
                <a:lnTo>
                  <a:pt x="336131" y="26044"/>
                </a:lnTo>
                <a:cubicBezTo>
                  <a:pt x="335825" y="24240"/>
                  <a:pt x="335131" y="22882"/>
                  <a:pt x="334048" y="21969"/>
                </a:cubicBezTo>
                <a:cubicBezTo>
                  <a:pt x="332966" y="21056"/>
                  <a:pt x="331561" y="20599"/>
                  <a:pt x="329833" y="20599"/>
                </a:cubicBezTo>
                <a:cubicBezTo>
                  <a:pt x="327537" y="20599"/>
                  <a:pt x="325706" y="21390"/>
                  <a:pt x="324339" y="22970"/>
                </a:cubicBezTo>
                <a:cubicBezTo>
                  <a:pt x="322972" y="24551"/>
                  <a:pt x="322289" y="27194"/>
                  <a:pt x="322289" y="30900"/>
                </a:cubicBezTo>
                <a:cubicBezTo>
                  <a:pt x="322289" y="35021"/>
                  <a:pt x="322983" y="37932"/>
                  <a:pt x="324372" y="39633"/>
                </a:cubicBezTo>
                <a:cubicBezTo>
                  <a:pt x="325760" y="41333"/>
                  <a:pt x="327625" y="42183"/>
                  <a:pt x="329964" y="42183"/>
                </a:cubicBezTo>
                <a:cubicBezTo>
                  <a:pt x="331714" y="42183"/>
                  <a:pt x="333146" y="41685"/>
                  <a:pt x="334262" y="40690"/>
                </a:cubicBezTo>
                <a:cubicBezTo>
                  <a:pt x="335377" y="39695"/>
                  <a:pt x="336164" y="37984"/>
                  <a:pt x="336623" y="35557"/>
                </a:cubicBezTo>
                <a:lnTo>
                  <a:pt x="345676" y="37131"/>
                </a:lnTo>
                <a:cubicBezTo>
                  <a:pt x="344736" y="41286"/>
                  <a:pt x="342932" y="44424"/>
                  <a:pt x="340264" y="46545"/>
                </a:cubicBezTo>
                <a:cubicBezTo>
                  <a:pt x="337596" y="48667"/>
                  <a:pt x="334021" y="49727"/>
                  <a:pt x="329538" y="49727"/>
                </a:cubicBezTo>
                <a:cubicBezTo>
                  <a:pt x="324443" y="49727"/>
                  <a:pt x="320381" y="48120"/>
                  <a:pt x="317352" y="44905"/>
                </a:cubicBezTo>
                <a:cubicBezTo>
                  <a:pt x="314324" y="41691"/>
                  <a:pt x="312809" y="37241"/>
                  <a:pt x="312809" y="31555"/>
                </a:cubicBezTo>
                <a:cubicBezTo>
                  <a:pt x="312809" y="25804"/>
                  <a:pt x="314329" y="21327"/>
                  <a:pt x="317369" y="18123"/>
                </a:cubicBezTo>
                <a:cubicBezTo>
                  <a:pt x="320408" y="14919"/>
                  <a:pt x="324519" y="13317"/>
                  <a:pt x="329702" y="13317"/>
                </a:cubicBezTo>
                <a:cubicBezTo>
                  <a:pt x="333944" y="13317"/>
                  <a:pt x="337318" y="14230"/>
                  <a:pt x="339821" y="16056"/>
                </a:cubicBezTo>
                <a:cubicBezTo>
                  <a:pt x="342325" y="17882"/>
                  <a:pt x="344124" y="20665"/>
                  <a:pt x="345217" y="24404"/>
                </a:cubicBezTo>
                <a:close/>
                <a:moveTo>
                  <a:pt x="372381" y="37853"/>
                </a:moveTo>
                <a:lnTo>
                  <a:pt x="381565" y="39428"/>
                </a:lnTo>
                <a:cubicBezTo>
                  <a:pt x="380384" y="42784"/>
                  <a:pt x="378520" y="45340"/>
                  <a:pt x="375972" y="47095"/>
                </a:cubicBezTo>
                <a:cubicBezTo>
                  <a:pt x="373425" y="48850"/>
                  <a:pt x="370238" y="49727"/>
                  <a:pt x="366411" y="49727"/>
                </a:cubicBezTo>
                <a:cubicBezTo>
                  <a:pt x="360353" y="49727"/>
                  <a:pt x="355870" y="47748"/>
                  <a:pt x="352962" y="43790"/>
                </a:cubicBezTo>
                <a:cubicBezTo>
                  <a:pt x="350666" y="40619"/>
                  <a:pt x="349518" y="36618"/>
                  <a:pt x="349518" y="31785"/>
                </a:cubicBezTo>
                <a:cubicBezTo>
                  <a:pt x="349518" y="26012"/>
                  <a:pt x="351027" y="21491"/>
                  <a:pt x="354045" y="18221"/>
                </a:cubicBezTo>
                <a:cubicBezTo>
                  <a:pt x="357062" y="14952"/>
                  <a:pt x="360878" y="13317"/>
                  <a:pt x="365492" y="13317"/>
                </a:cubicBezTo>
                <a:cubicBezTo>
                  <a:pt x="370675" y="13317"/>
                  <a:pt x="374764" y="15029"/>
                  <a:pt x="377760" y="18451"/>
                </a:cubicBezTo>
                <a:cubicBezTo>
                  <a:pt x="380756" y="21873"/>
                  <a:pt x="382188" y="27116"/>
                  <a:pt x="382057" y="34179"/>
                </a:cubicBezTo>
                <a:lnTo>
                  <a:pt x="358965" y="34179"/>
                </a:lnTo>
                <a:cubicBezTo>
                  <a:pt x="359030" y="36913"/>
                  <a:pt x="359774" y="39039"/>
                  <a:pt x="361195" y="40559"/>
                </a:cubicBezTo>
                <a:cubicBezTo>
                  <a:pt x="362617" y="42079"/>
                  <a:pt x="364388" y="42839"/>
                  <a:pt x="366509" y="42839"/>
                </a:cubicBezTo>
                <a:cubicBezTo>
                  <a:pt x="367952" y="42839"/>
                  <a:pt x="369166" y="42445"/>
                  <a:pt x="370150" y="41658"/>
                </a:cubicBezTo>
                <a:cubicBezTo>
                  <a:pt x="371134" y="40871"/>
                  <a:pt x="371878" y="39602"/>
                  <a:pt x="372381" y="37853"/>
                </a:cubicBezTo>
                <a:moveTo>
                  <a:pt x="372905" y="28537"/>
                </a:moveTo>
                <a:cubicBezTo>
                  <a:pt x="372840" y="25880"/>
                  <a:pt x="372151" y="23860"/>
                  <a:pt x="370839" y="22477"/>
                </a:cubicBezTo>
                <a:cubicBezTo>
                  <a:pt x="369527" y="21094"/>
                  <a:pt x="367931" y="20403"/>
                  <a:pt x="366050" y="20403"/>
                </a:cubicBezTo>
                <a:cubicBezTo>
                  <a:pt x="364038" y="20403"/>
                  <a:pt x="362376" y="21132"/>
                  <a:pt x="361064" y="22591"/>
                </a:cubicBezTo>
                <a:cubicBezTo>
                  <a:pt x="359752" y="24051"/>
                  <a:pt x="359107" y="26033"/>
                  <a:pt x="359129" y="28537"/>
                </a:cubicBezTo>
                <a:lnTo>
                  <a:pt x="372905" y="28537"/>
                </a:lnTo>
                <a:close/>
                <a:moveTo>
                  <a:pt x="398396" y="48940"/>
                </a:moveTo>
                <a:lnTo>
                  <a:pt x="389178" y="48940"/>
                </a:lnTo>
                <a:lnTo>
                  <a:pt x="389178" y="14105"/>
                </a:lnTo>
                <a:lnTo>
                  <a:pt x="397740" y="14105"/>
                </a:lnTo>
                <a:lnTo>
                  <a:pt x="397740" y="19058"/>
                </a:lnTo>
                <a:cubicBezTo>
                  <a:pt x="399205" y="16718"/>
                  <a:pt x="400522" y="15176"/>
                  <a:pt x="401692" y="14433"/>
                </a:cubicBezTo>
                <a:cubicBezTo>
                  <a:pt x="402862" y="13689"/>
                  <a:pt x="404191" y="13317"/>
                  <a:pt x="405678" y="13317"/>
                </a:cubicBezTo>
                <a:cubicBezTo>
                  <a:pt x="407777" y="13317"/>
                  <a:pt x="409800" y="13897"/>
                  <a:pt x="411746" y="15056"/>
                </a:cubicBezTo>
                <a:lnTo>
                  <a:pt x="408892" y="23092"/>
                </a:lnTo>
                <a:cubicBezTo>
                  <a:pt x="407340" y="22086"/>
                  <a:pt x="405896" y="21583"/>
                  <a:pt x="404562" y="21583"/>
                </a:cubicBezTo>
                <a:cubicBezTo>
                  <a:pt x="403272" y="21583"/>
                  <a:pt x="402179" y="21939"/>
                  <a:pt x="401282" y="22649"/>
                </a:cubicBezTo>
                <a:cubicBezTo>
                  <a:pt x="400386" y="23360"/>
                  <a:pt x="399680" y="24645"/>
                  <a:pt x="399166" y="26504"/>
                </a:cubicBezTo>
                <a:cubicBezTo>
                  <a:pt x="398653" y="28362"/>
                  <a:pt x="398396" y="32255"/>
                  <a:pt x="398396" y="38181"/>
                </a:cubicBezTo>
                <a:lnTo>
                  <a:pt x="398396" y="48940"/>
                </a:lnTo>
                <a:close/>
                <a:moveTo>
                  <a:pt x="431692" y="14105"/>
                </a:moveTo>
                <a:lnTo>
                  <a:pt x="431692" y="21452"/>
                </a:lnTo>
                <a:lnTo>
                  <a:pt x="425394" y="21452"/>
                </a:lnTo>
                <a:lnTo>
                  <a:pt x="425394" y="35469"/>
                </a:lnTo>
                <a:cubicBezTo>
                  <a:pt x="425394" y="38307"/>
                  <a:pt x="425454" y="39962"/>
                  <a:pt x="425574" y="40431"/>
                </a:cubicBezTo>
                <a:cubicBezTo>
                  <a:pt x="425695" y="40900"/>
                  <a:pt x="425968" y="41287"/>
                  <a:pt x="426394" y="41593"/>
                </a:cubicBezTo>
                <a:cubicBezTo>
                  <a:pt x="426821" y="41899"/>
                  <a:pt x="427340" y="42052"/>
                  <a:pt x="427953" y="42052"/>
                </a:cubicBezTo>
                <a:cubicBezTo>
                  <a:pt x="428805" y="42052"/>
                  <a:pt x="430041" y="41756"/>
                  <a:pt x="431659" y="41166"/>
                </a:cubicBezTo>
                <a:lnTo>
                  <a:pt x="432446" y="48343"/>
                </a:lnTo>
                <a:cubicBezTo>
                  <a:pt x="430303" y="49266"/>
                  <a:pt x="427876" y="49727"/>
                  <a:pt x="425164" y="49727"/>
                </a:cubicBezTo>
                <a:cubicBezTo>
                  <a:pt x="423502" y="49727"/>
                  <a:pt x="422005" y="49448"/>
                  <a:pt x="420671" y="48891"/>
                </a:cubicBezTo>
                <a:cubicBezTo>
                  <a:pt x="419337" y="48333"/>
                  <a:pt x="418358" y="47612"/>
                  <a:pt x="417735" y="46726"/>
                </a:cubicBezTo>
                <a:cubicBezTo>
                  <a:pt x="417112" y="45840"/>
                  <a:pt x="416680" y="44643"/>
                  <a:pt x="416439" y="43134"/>
                </a:cubicBezTo>
                <a:cubicBezTo>
                  <a:pt x="416242" y="42063"/>
                  <a:pt x="416144" y="39898"/>
                  <a:pt x="416144" y="36639"/>
                </a:cubicBezTo>
                <a:lnTo>
                  <a:pt x="416144" y="21452"/>
                </a:lnTo>
                <a:lnTo>
                  <a:pt x="411913" y="21452"/>
                </a:lnTo>
                <a:lnTo>
                  <a:pt x="411913" y="14105"/>
                </a:lnTo>
                <a:lnTo>
                  <a:pt x="416144" y="14105"/>
                </a:lnTo>
                <a:lnTo>
                  <a:pt x="416144" y="7151"/>
                </a:lnTo>
                <a:lnTo>
                  <a:pt x="425394" y="1706"/>
                </a:lnTo>
                <a:lnTo>
                  <a:pt x="425394" y="14105"/>
                </a:lnTo>
                <a:lnTo>
                  <a:pt x="431692" y="14105"/>
                </a:lnTo>
                <a:close/>
                <a:moveTo>
                  <a:pt x="444982" y="24864"/>
                </a:moveTo>
                <a:lnTo>
                  <a:pt x="436618" y="23355"/>
                </a:lnTo>
                <a:cubicBezTo>
                  <a:pt x="437558" y="19943"/>
                  <a:pt x="439177" y="17417"/>
                  <a:pt x="441473" y="15778"/>
                </a:cubicBezTo>
                <a:cubicBezTo>
                  <a:pt x="443769" y="14137"/>
                  <a:pt x="447180" y="13317"/>
                  <a:pt x="451707" y="13317"/>
                </a:cubicBezTo>
                <a:cubicBezTo>
                  <a:pt x="455818" y="13317"/>
                  <a:pt x="458879" y="13804"/>
                  <a:pt x="460891" y="14777"/>
                </a:cubicBezTo>
                <a:cubicBezTo>
                  <a:pt x="462903" y="15750"/>
                  <a:pt x="464319" y="16986"/>
                  <a:pt x="465139" y="18484"/>
                </a:cubicBezTo>
                <a:cubicBezTo>
                  <a:pt x="465959" y="19982"/>
                  <a:pt x="466369" y="22732"/>
                  <a:pt x="466369" y="26733"/>
                </a:cubicBezTo>
                <a:lnTo>
                  <a:pt x="466271" y="37492"/>
                </a:lnTo>
                <a:cubicBezTo>
                  <a:pt x="466271" y="40554"/>
                  <a:pt x="466418" y="42812"/>
                  <a:pt x="466713" y="44266"/>
                </a:cubicBezTo>
                <a:cubicBezTo>
                  <a:pt x="467009" y="45720"/>
                  <a:pt x="467561" y="47278"/>
                  <a:pt x="468370" y="48940"/>
                </a:cubicBezTo>
                <a:lnTo>
                  <a:pt x="459251" y="48940"/>
                </a:lnTo>
                <a:cubicBezTo>
                  <a:pt x="459011" y="48328"/>
                  <a:pt x="458715" y="47420"/>
                  <a:pt x="458365" y="46217"/>
                </a:cubicBezTo>
                <a:cubicBezTo>
                  <a:pt x="458212" y="45671"/>
                  <a:pt x="458103" y="45310"/>
                  <a:pt x="458037" y="45135"/>
                </a:cubicBezTo>
                <a:cubicBezTo>
                  <a:pt x="456463" y="46666"/>
                  <a:pt x="454779" y="47814"/>
                  <a:pt x="452986" y="48579"/>
                </a:cubicBezTo>
                <a:cubicBezTo>
                  <a:pt x="451193" y="49345"/>
                  <a:pt x="449279" y="49727"/>
                  <a:pt x="447246" y="49727"/>
                </a:cubicBezTo>
                <a:cubicBezTo>
                  <a:pt x="443659" y="49727"/>
                  <a:pt x="440833" y="48758"/>
                  <a:pt x="438767" y="46820"/>
                </a:cubicBezTo>
                <a:cubicBezTo>
                  <a:pt x="436700" y="44882"/>
                  <a:pt x="435667" y="42432"/>
                  <a:pt x="435667" y="39471"/>
                </a:cubicBezTo>
                <a:cubicBezTo>
                  <a:pt x="435667" y="37511"/>
                  <a:pt x="436137" y="35763"/>
                  <a:pt x="437077" y="34228"/>
                </a:cubicBezTo>
                <a:cubicBezTo>
                  <a:pt x="438018" y="32693"/>
                  <a:pt x="439335" y="31517"/>
                  <a:pt x="441030" y="30700"/>
                </a:cubicBezTo>
                <a:cubicBezTo>
                  <a:pt x="442725" y="29884"/>
                  <a:pt x="445168" y="29171"/>
                  <a:pt x="448361" y="28561"/>
                </a:cubicBezTo>
                <a:cubicBezTo>
                  <a:pt x="452669" y="27755"/>
                  <a:pt x="455654" y="27004"/>
                  <a:pt x="457316" y="26307"/>
                </a:cubicBezTo>
                <a:lnTo>
                  <a:pt x="457316" y="25378"/>
                </a:lnTo>
                <a:cubicBezTo>
                  <a:pt x="457316" y="23587"/>
                  <a:pt x="456878" y="22310"/>
                  <a:pt x="456004" y="21548"/>
                </a:cubicBezTo>
                <a:cubicBezTo>
                  <a:pt x="455129" y="20784"/>
                  <a:pt x="453478" y="20403"/>
                  <a:pt x="451051" y="20403"/>
                </a:cubicBezTo>
                <a:cubicBezTo>
                  <a:pt x="449411" y="20403"/>
                  <a:pt x="448131" y="20733"/>
                  <a:pt x="447213" y="21393"/>
                </a:cubicBezTo>
                <a:cubicBezTo>
                  <a:pt x="446294" y="22052"/>
                  <a:pt x="445551" y="23209"/>
                  <a:pt x="444982" y="24864"/>
                </a:cubicBezTo>
                <a:moveTo>
                  <a:pt x="457316" y="32342"/>
                </a:moveTo>
                <a:cubicBezTo>
                  <a:pt x="456135" y="32731"/>
                  <a:pt x="454265" y="33196"/>
                  <a:pt x="451707" y="33736"/>
                </a:cubicBezTo>
                <a:cubicBezTo>
                  <a:pt x="449148" y="34276"/>
                  <a:pt x="447475" y="34806"/>
                  <a:pt x="446688" y="35324"/>
                </a:cubicBezTo>
                <a:cubicBezTo>
                  <a:pt x="445485" y="36167"/>
                  <a:pt x="444884" y="37236"/>
                  <a:pt x="444884" y="38533"/>
                </a:cubicBezTo>
                <a:cubicBezTo>
                  <a:pt x="444884" y="39808"/>
                  <a:pt x="445365" y="40910"/>
                  <a:pt x="446327" y="41839"/>
                </a:cubicBezTo>
                <a:cubicBezTo>
                  <a:pt x="447289" y="42768"/>
                  <a:pt x="448514" y="43232"/>
                  <a:pt x="450001" y="43232"/>
                </a:cubicBezTo>
                <a:cubicBezTo>
                  <a:pt x="451663" y="43232"/>
                  <a:pt x="453248" y="42692"/>
                  <a:pt x="454757" y="41612"/>
                </a:cubicBezTo>
                <a:cubicBezTo>
                  <a:pt x="455873" y="40791"/>
                  <a:pt x="456605" y="39786"/>
                  <a:pt x="456955" y="38597"/>
                </a:cubicBezTo>
                <a:cubicBezTo>
                  <a:pt x="457196" y="37820"/>
                  <a:pt x="457316" y="36340"/>
                  <a:pt x="457316" y="34158"/>
                </a:cubicBezTo>
                <a:lnTo>
                  <a:pt x="457316" y="32342"/>
                </a:lnTo>
                <a:close/>
                <a:moveTo>
                  <a:pt x="475458" y="9381"/>
                </a:moveTo>
                <a:lnTo>
                  <a:pt x="475458" y="853"/>
                </a:lnTo>
                <a:lnTo>
                  <a:pt x="484675" y="853"/>
                </a:lnTo>
                <a:lnTo>
                  <a:pt x="484675" y="9381"/>
                </a:lnTo>
                <a:lnTo>
                  <a:pt x="475458" y="9381"/>
                </a:lnTo>
                <a:moveTo>
                  <a:pt x="475458" y="48940"/>
                </a:moveTo>
                <a:lnTo>
                  <a:pt x="475458" y="14105"/>
                </a:lnTo>
                <a:lnTo>
                  <a:pt x="484675" y="14105"/>
                </a:lnTo>
                <a:lnTo>
                  <a:pt x="484675" y="48940"/>
                </a:lnTo>
                <a:lnTo>
                  <a:pt x="475458" y="48940"/>
                </a:lnTo>
                <a:close/>
                <a:moveTo>
                  <a:pt x="525807" y="48940"/>
                </a:moveTo>
                <a:lnTo>
                  <a:pt x="516590" y="48940"/>
                </a:lnTo>
                <a:lnTo>
                  <a:pt x="516590" y="31182"/>
                </a:lnTo>
                <a:cubicBezTo>
                  <a:pt x="516590" y="27425"/>
                  <a:pt x="516393" y="24995"/>
                  <a:pt x="515999" y="23892"/>
                </a:cubicBezTo>
                <a:cubicBezTo>
                  <a:pt x="515606" y="22789"/>
                  <a:pt x="514966" y="21932"/>
                  <a:pt x="514081" y="21320"/>
                </a:cubicBezTo>
                <a:cubicBezTo>
                  <a:pt x="513195" y="20708"/>
                  <a:pt x="512129" y="20403"/>
                  <a:pt x="510882" y="20403"/>
                </a:cubicBezTo>
                <a:cubicBezTo>
                  <a:pt x="509286" y="20403"/>
                  <a:pt x="507854" y="20840"/>
                  <a:pt x="506585" y="21714"/>
                </a:cubicBezTo>
                <a:cubicBezTo>
                  <a:pt x="505317" y="22587"/>
                  <a:pt x="504448" y="23745"/>
                  <a:pt x="503978" y="25186"/>
                </a:cubicBezTo>
                <a:cubicBezTo>
                  <a:pt x="503508" y="26628"/>
                  <a:pt x="503272" y="29293"/>
                  <a:pt x="503272" y="33181"/>
                </a:cubicBezTo>
                <a:lnTo>
                  <a:pt x="503272" y="48940"/>
                </a:lnTo>
                <a:lnTo>
                  <a:pt x="494055" y="48940"/>
                </a:lnTo>
                <a:lnTo>
                  <a:pt x="494055" y="14105"/>
                </a:lnTo>
                <a:lnTo>
                  <a:pt x="502616" y="14105"/>
                </a:lnTo>
                <a:lnTo>
                  <a:pt x="502616" y="19222"/>
                </a:lnTo>
                <a:cubicBezTo>
                  <a:pt x="505656" y="15286"/>
                  <a:pt x="509483" y="13317"/>
                  <a:pt x="514097" y="13317"/>
                </a:cubicBezTo>
                <a:cubicBezTo>
                  <a:pt x="516131" y="13317"/>
                  <a:pt x="517989" y="13684"/>
                  <a:pt x="519673" y="14416"/>
                </a:cubicBezTo>
                <a:cubicBezTo>
                  <a:pt x="521357" y="15149"/>
                  <a:pt x="522631" y="16084"/>
                  <a:pt x="523495" y="17221"/>
                </a:cubicBezTo>
                <a:cubicBezTo>
                  <a:pt x="524358" y="18358"/>
                  <a:pt x="524960" y="19648"/>
                  <a:pt x="525299" y="21091"/>
                </a:cubicBezTo>
                <a:cubicBezTo>
                  <a:pt x="525638" y="22535"/>
                  <a:pt x="525807" y="24601"/>
                  <a:pt x="525807" y="27291"/>
                </a:cubicBezTo>
                <a:lnTo>
                  <a:pt x="525807" y="48940"/>
                </a:lnTo>
                <a:close/>
                <a:moveTo>
                  <a:pt x="532594" y="63110"/>
                </a:moveTo>
                <a:cubicBezTo>
                  <a:pt x="534409" y="59214"/>
                  <a:pt x="535689" y="56226"/>
                  <a:pt x="536432" y="54146"/>
                </a:cubicBezTo>
                <a:cubicBezTo>
                  <a:pt x="537176" y="52067"/>
                  <a:pt x="537864" y="49670"/>
                  <a:pt x="538499" y="46955"/>
                </a:cubicBezTo>
                <a:cubicBezTo>
                  <a:pt x="539133" y="44240"/>
                  <a:pt x="539603" y="41663"/>
                  <a:pt x="539909" y="39223"/>
                </a:cubicBezTo>
                <a:cubicBezTo>
                  <a:pt x="540215" y="36782"/>
                  <a:pt x="540368" y="34280"/>
                  <a:pt x="540368" y="31719"/>
                </a:cubicBezTo>
                <a:cubicBezTo>
                  <a:pt x="540368" y="26509"/>
                  <a:pt x="539811" y="21578"/>
                  <a:pt x="538695" y="16927"/>
                </a:cubicBezTo>
                <a:cubicBezTo>
                  <a:pt x="537580" y="12275"/>
                  <a:pt x="535525" y="6633"/>
                  <a:pt x="532529" y="0"/>
                </a:cubicBezTo>
                <a:lnTo>
                  <a:pt x="538794" y="0"/>
                </a:lnTo>
                <a:cubicBezTo>
                  <a:pt x="542096" y="4706"/>
                  <a:pt x="544660" y="9697"/>
                  <a:pt x="546486" y="14973"/>
                </a:cubicBezTo>
                <a:cubicBezTo>
                  <a:pt x="548312" y="20248"/>
                  <a:pt x="549225" y="25601"/>
                  <a:pt x="549225" y="31029"/>
                </a:cubicBezTo>
                <a:cubicBezTo>
                  <a:pt x="549225" y="35604"/>
                  <a:pt x="548503" y="40508"/>
                  <a:pt x="547060" y="45740"/>
                </a:cubicBezTo>
                <a:cubicBezTo>
                  <a:pt x="545420" y="51606"/>
                  <a:pt x="542719" y="57397"/>
                  <a:pt x="538958" y="63110"/>
                </a:cubicBezTo>
                <a:lnTo>
                  <a:pt x="532594" y="63110"/>
                </a:lnTo>
                <a:close/>
              </a:path>
            </a:pathLst>
          </a:custGeom>
          <a:solidFill xmlns:a="http://schemas.openxmlformats.org/drawingml/2006/main">
            <a:srgbClr val="7BA8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09765-EEC8-4338-9E3E-D40CBE92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467" y="550580"/>
            <a:ext cx="1299113" cy="286659"/>
          </a:xfrm>
          <a:custGeom xmlns:a="http://schemas.openxmlformats.org/drawingml/2006/main">
            <a:pathLst>
              <a:path w="1299113" h="286659">
                <a:moveTo>
                  <a:pt x="1299113" y="143329"/>
                </a:moveTo>
                <a:cubicBezTo>
                  <a:pt x="1299113" y="222437"/>
                  <a:pt x="1234891" y="286659"/>
                  <a:pt x="1155784" y="286659"/>
                </a:cubicBezTo>
                <a:lnTo>
                  <a:pt x="143329" y="286659"/>
                </a:lnTo>
                <a:cubicBezTo>
                  <a:pt x="64239" y="286659"/>
                  <a:pt x="0" y="222437"/>
                  <a:pt x="0" y="143329"/>
                </a:cubicBezTo>
                <a:cubicBezTo>
                  <a:pt x="0" y="64222"/>
                  <a:pt x="64239" y="0"/>
                  <a:pt x="143329" y="0"/>
                </a:cubicBezTo>
                <a:lnTo>
                  <a:pt x="1155784" y="0"/>
                </a:lnTo>
                <a:cubicBezTo>
                  <a:pt x="1234891" y="0"/>
                  <a:pt x="1299113" y="64222"/>
                  <a:pt x="1299113" y="143329"/>
                </a:cubicBezTo>
                <a:close/>
              </a:path>
            </a:pathLst>
          </a:custGeom>
          <a:solidFill xmlns:a="http://schemas.openxmlformats.org/drawingml/2006/main">
            <a:srgbClr val="AD7175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Compromised">
            <a:extLst xmlns:a="http://schemas.openxmlformats.org/drawingml/2006/main">
              <a:ext uri="{FF2B5EF4-FFF2-40B4-BE49-F238E27FC236}">
                <a16:creationId xmlns:a16="http://schemas.microsoft.com/office/drawing/2014/main" id="{98E23F82-ABFC-44E7-9ABD-5A28741F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597" y="595525"/>
            <a:ext cx="1149332" cy="143638"/>
          </a:xfrm>
          <a:custGeom xmlns:a="http://schemas.openxmlformats.org/drawingml/2006/main">
            <a:pathLst>
              <a:path w="1149332" h="143638">
                <a:moveTo>
                  <a:pt x="77956" y="67577"/>
                </a:moveTo>
                <a:lnTo>
                  <a:pt x="108032" y="76699"/>
                </a:lnTo>
                <a:cubicBezTo>
                  <a:pt x="106012" y="85143"/>
                  <a:pt x="102830" y="92197"/>
                  <a:pt x="98486" y="97861"/>
                </a:cubicBezTo>
                <a:cubicBezTo>
                  <a:pt x="94143" y="103524"/>
                  <a:pt x="88751" y="107797"/>
                  <a:pt x="82312" y="110679"/>
                </a:cubicBezTo>
                <a:cubicBezTo>
                  <a:pt x="75872" y="113561"/>
                  <a:pt x="67678" y="115002"/>
                  <a:pt x="57728" y="115002"/>
                </a:cubicBezTo>
                <a:cubicBezTo>
                  <a:pt x="45657" y="115002"/>
                  <a:pt x="35796" y="113246"/>
                  <a:pt x="28144" y="109734"/>
                </a:cubicBezTo>
                <a:cubicBezTo>
                  <a:pt x="20493" y="106221"/>
                  <a:pt x="13889" y="100042"/>
                  <a:pt x="8333" y="91199"/>
                </a:cubicBezTo>
                <a:cubicBezTo>
                  <a:pt x="2778" y="82354"/>
                  <a:pt x="0" y="71033"/>
                  <a:pt x="0" y="57236"/>
                </a:cubicBezTo>
                <a:cubicBezTo>
                  <a:pt x="0" y="38839"/>
                  <a:pt x="4886" y="24700"/>
                  <a:pt x="14659" y="14820"/>
                </a:cubicBezTo>
                <a:cubicBezTo>
                  <a:pt x="24432" y="4940"/>
                  <a:pt x="38258" y="0"/>
                  <a:pt x="56137" y="0"/>
                </a:cubicBezTo>
                <a:cubicBezTo>
                  <a:pt x="70127" y="0"/>
                  <a:pt x="81125" y="2828"/>
                  <a:pt x="89130" y="8483"/>
                </a:cubicBezTo>
                <a:cubicBezTo>
                  <a:pt x="97135" y="14138"/>
                  <a:pt x="103082" y="22822"/>
                  <a:pt x="106971" y="34536"/>
                </a:cubicBezTo>
                <a:lnTo>
                  <a:pt x="76668" y="41213"/>
                </a:lnTo>
                <a:cubicBezTo>
                  <a:pt x="75607" y="37862"/>
                  <a:pt x="74496" y="35411"/>
                  <a:pt x="73334" y="33859"/>
                </a:cubicBezTo>
                <a:cubicBezTo>
                  <a:pt x="71415" y="31260"/>
                  <a:pt x="69067" y="29260"/>
                  <a:pt x="66289" y="27860"/>
                </a:cubicBezTo>
                <a:cubicBezTo>
                  <a:pt x="63511" y="26459"/>
                  <a:pt x="60405" y="25758"/>
                  <a:pt x="56971" y="25758"/>
                </a:cubicBezTo>
                <a:cubicBezTo>
                  <a:pt x="49193" y="25758"/>
                  <a:pt x="43233" y="28889"/>
                  <a:pt x="39091" y="35152"/>
                </a:cubicBezTo>
                <a:cubicBezTo>
                  <a:pt x="35960" y="39799"/>
                  <a:pt x="34394" y="47097"/>
                  <a:pt x="34394" y="57046"/>
                </a:cubicBezTo>
                <a:cubicBezTo>
                  <a:pt x="34394" y="69370"/>
                  <a:pt x="36263" y="77817"/>
                  <a:pt x="40001" y="82388"/>
                </a:cubicBezTo>
                <a:cubicBezTo>
                  <a:pt x="43738" y="86958"/>
                  <a:pt x="48991" y="89244"/>
                  <a:pt x="55758" y="89244"/>
                </a:cubicBezTo>
                <a:cubicBezTo>
                  <a:pt x="62324" y="89244"/>
                  <a:pt x="67286" y="87394"/>
                  <a:pt x="70645" y="83694"/>
                </a:cubicBezTo>
                <a:cubicBezTo>
                  <a:pt x="74004" y="79995"/>
                  <a:pt x="76441" y="74622"/>
                  <a:pt x="77956" y="67577"/>
                </a:cubicBezTo>
                <a:close/>
                <a:moveTo>
                  <a:pt x="118861" y="73031"/>
                </a:moveTo>
                <a:cubicBezTo>
                  <a:pt x="118861" y="60758"/>
                  <a:pt x="123002" y="50645"/>
                  <a:pt x="131285" y="42690"/>
                </a:cubicBezTo>
                <a:cubicBezTo>
                  <a:pt x="139568" y="34735"/>
                  <a:pt x="150755" y="30758"/>
                  <a:pt x="164846" y="30758"/>
                </a:cubicBezTo>
                <a:cubicBezTo>
                  <a:pt x="180957" y="30758"/>
                  <a:pt x="193129" y="35430"/>
                  <a:pt x="201362" y="44773"/>
                </a:cubicBezTo>
                <a:cubicBezTo>
                  <a:pt x="207978" y="52299"/>
                  <a:pt x="211286" y="61567"/>
                  <a:pt x="211286" y="72577"/>
                </a:cubicBezTo>
                <a:cubicBezTo>
                  <a:pt x="211286" y="84951"/>
                  <a:pt x="207183" y="95090"/>
                  <a:pt x="198975" y="102994"/>
                </a:cubicBezTo>
                <a:cubicBezTo>
                  <a:pt x="190768" y="110898"/>
                  <a:pt x="179417" y="114850"/>
                  <a:pt x="164922" y="114850"/>
                </a:cubicBezTo>
                <a:cubicBezTo>
                  <a:pt x="151992" y="114850"/>
                  <a:pt x="141538" y="111567"/>
                  <a:pt x="133558" y="105002"/>
                </a:cubicBezTo>
                <a:cubicBezTo>
                  <a:pt x="123760" y="96870"/>
                  <a:pt x="118861" y="86213"/>
                  <a:pt x="118861" y="73031"/>
                </a:cubicBezTo>
                <a:moveTo>
                  <a:pt x="149770" y="72918"/>
                </a:moveTo>
                <a:cubicBezTo>
                  <a:pt x="149770" y="80077"/>
                  <a:pt x="151222" y="85371"/>
                  <a:pt x="154126" y="88799"/>
                </a:cubicBezTo>
                <a:cubicBezTo>
                  <a:pt x="157030" y="92227"/>
                  <a:pt x="160679" y="93941"/>
                  <a:pt x="165073" y="93941"/>
                </a:cubicBezTo>
                <a:cubicBezTo>
                  <a:pt x="169518" y="93941"/>
                  <a:pt x="173167" y="92252"/>
                  <a:pt x="176021" y="88874"/>
                </a:cubicBezTo>
                <a:cubicBezTo>
                  <a:pt x="178874" y="85497"/>
                  <a:pt x="180301" y="80077"/>
                  <a:pt x="180301" y="72615"/>
                </a:cubicBezTo>
                <a:cubicBezTo>
                  <a:pt x="180301" y="65658"/>
                  <a:pt x="178861" y="60478"/>
                  <a:pt x="175983" y="57075"/>
                </a:cubicBezTo>
                <a:cubicBezTo>
                  <a:pt x="173104" y="53672"/>
                  <a:pt x="169543" y="51970"/>
                  <a:pt x="165301" y="51970"/>
                </a:cubicBezTo>
                <a:cubicBezTo>
                  <a:pt x="160806" y="51970"/>
                  <a:pt x="157093" y="53697"/>
                  <a:pt x="154164" y="57150"/>
                </a:cubicBezTo>
                <a:cubicBezTo>
                  <a:pt x="151235" y="60604"/>
                  <a:pt x="149770" y="65860"/>
                  <a:pt x="149770" y="72918"/>
                </a:cubicBezTo>
                <a:close/>
                <a:moveTo>
                  <a:pt x="226348" y="32576"/>
                </a:moveTo>
                <a:lnTo>
                  <a:pt x="255136" y="32576"/>
                </a:lnTo>
                <a:lnTo>
                  <a:pt x="255136" y="44361"/>
                </a:lnTo>
                <a:cubicBezTo>
                  <a:pt x="259278" y="39447"/>
                  <a:pt x="263457" y="35951"/>
                  <a:pt x="267674" y="33874"/>
                </a:cubicBezTo>
                <a:cubicBezTo>
                  <a:pt x="271891" y="31797"/>
                  <a:pt x="276980" y="30758"/>
                  <a:pt x="282940" y="30758"/>
                </a:cubicBezTo>
                <a:cubicBezTo>
                  <a:pt x="289354" y="30758"/>
                  <a:pt x="294430" y="31898"/>
                  <a:pt x="298167" y="34179"/>
                </a:cubicBezTo>
                <a:cubicBezTo>
                  <a:pt x="301905" y="36458"/>
                  <a:pt x="304960" y="39852"/>
                  <a:pt x="307334" y="44361"/>
                </a:cubicBezTo>
                <a:cubicBezTo>
                  <a:pt x="312182" y="39093"/>
                  <a:pt x="316602" y="35509"/>
                  <a:pt x="320592" y="33608"/>
                </a:cubicBezTo>
                <a:cubicBezTo>
                  <a:pt x="324582" y="31708"/>
                  <a:pt x="329506" y="30758"/>
                  <a:pt x="335365" y="30758"/>
                </a:cubicBezTo>
                <a:cubicBezTo>
                  <a:pt x="344001" y="30758"/>
                  <a:pt x="350744" y="33321"/>
                  <a:pt x="355592" y="38448"/>
                </a:cubicBezTo>
                <a:cubicBezTo>
                  <a:pt x="360441" y="43574"/>
                  <a:pt x="362865" y="51592"/>
                  <a:pt x="362865" y="62501"/>
                </a:cubicBezTo>
                <a:lnTo>
                  <a:pt x="362865" y="113032"/>
                </a:lnTo>
                <a:lnTo>
                  <a:pt x="331955" y="113032"/>
                </a:lnTo>
                <a:lnTo>
                  <a:pt x="331955" y="67139"/>
                </a:lnTo>
                <a:cubicBezTo>
                  <a:pt x="331955" y="63498"/>
                  <a:pt x="331248" y="60792"/>
                  <a:pt x="329834" y="59021"/>
                </a:cubicBezTo>
                <a:cubicBezTo>
                  <a:pt x="327764" y="56240"/>
                  <a:pt x="325188" y="54849"/>
                  <a:pt x="322107" y="54849"/>
                </a:cubicBezTo>
                <a:cubicBezTo>
                  <a:pt x="318470" y="54849"/>
                  <a:pt x="315541" y="56164"/>
                  <a:pt x="313319" y="58793"/>
                </a:cubicBezTo>
                <a:cubicBezTo>
                  <a:pt x="311097" y="61423"/>
                  <a:pt x="309985" y="65646"/>
                  <a:pt x="309985" y="71462"/>
                </a:cubicBezTo>
                <a:lnTo>
                  <a:pt x="309985" y="113032"/>
                </a:lnTo>
                <a:lnTo>
                  <a:pt x="279076" y="113032"/>
                </a:lnTo>
                <a:lnTo>
                  <a:pt x="279076" y="68770"/>
                </a:lnTo>
                <a:cubicBezTo>
                  <a:pt x="279076" y="65239"/>
                  <a:pt x="278874" y="62843"/>
                  <a:pt x="278470" y="61582"/>
                </a:cubicBezTo>
                <a:cubicBezTo>
                  <a:pt x="277813" y="59565"/>
                  <a:pt x="276677" y="57939"/>
                  <a:pt x="275061" y="56703"/>
                </a:cubicBezTo>
                <a:cubicBezTo>
                  <a:pt x="273445" y="55467"/>
                  <a:pt x="271551" y="54849"/>
                  <a:pt x="269379" y="54849"/>
                </a:cubicBezTo>
                <a:cubicBezTo>
                  <a:pt x="265843" y="54849"/>
                  <a:pt x="262939" y="56186"/>
                  <a:pt x="260667" y="58860"/>
                </a:cubicBezTo>
                <a:cubicBezTo>
                  <a:pt x="258394" y="61533"/>
                  <a:pt x="257257" y="65922"/>
                  <a:pt x="257257" y="72025"/>
                </a:cubicBezTo>
                <a:lnTo>
                  <a:pt x="257257" y="113032"/>
                </a:lnTo>
                <a:lnTo>
                  <a:pt x="226348" y="113032"/>
                </a:lnTo>
                <a:lnTo>
                  <a:pt x="226348" y="32576"/>
                </a:lnTo>
                <a:close/>
                <a:moveTo>
                  <a:pt x="381410" y="143638"/>
                </a:moveTo>
                <a:lnTo>
                  <a:pt x="381410" y="32576"/>
                </a:lnTo>
                <a:lnTo>
                  <a:pt x="410274" y="32576"/>
                </a:lnTo>
                <a:lnTo>
                  <a:pt x="410274" y="44513"/>
                </a:lnTo>
                <a:cubicBezTo>
                  <a:pt x="414264" y="39497"/>
                  <a:pt x="417926" y="36103"/>
                  <a:pt x="421259" y="34331"/>
                </a:cubicBezTo>
                <a:cubicBezTo>
                  <a:pt x="425754" y="31949"/>
                  <a:pt x="430729" y="30758"/>
                  <a:pt x="436184" y="30758"/>
                </a:cubicBezTo>
                <a:cubicBezTo>
                  <a:pt x="446942" y="30758"/>
                  <a:pt x="455262" y="34874"/>
                  <a:pt x="461146" y="43107"/>
                </a:cubicBezTo>
                <a:cubicBezTo>
                  <a:pt x="467030" y="51339"/>
                  <a:pt x="469972" y="61516"/>
                  <a:pt x="469972" y="73637"/>
                </a:cubicBezTo>
                <a:cubicBezTo>
                  <a:pt x="469972" y="87021"/>
                  <a:pt x="466765" y="97236"/>
                  <a:pt x="460351" y="104282"/>
                </a:cubicBezTo>
                <a:cubicBezTo>
                  <a:pt x="453937" y="111327"/>
                  <a:pt x="445831" y="114850"/>
                  <a:pt x="436032" y="114850"/>
                </a:cubicBezTo>
                <a:cubicBezTo>
                  <a:pt x="431285" y="114850"/>
                  <a:pt x="426954" y="114042"/>
                  <a:pt x="423040" y="112426"/>
                </a:cubicBezTo>
                <a:cubicBezTo>
                  <a:pt x="419126" y="110810"/>
                  <a:pt x="415628" y="108411"/>
                  <a:pt x="412547" y="105229"/>
                </a:cubicBezTo>
                <a:lnTo>
                  <a:pt x="412547" y="143638"/>
                </a:lnTo>
                <a:lnTo>
                  <a:pt x="381410" y="143638"/>
                </a:lnTo>
                <a:moveTo>
                  <a:pt x="412320" y="73069"/>
                </a:moveTo>
                <a:cubicBezTo>
                  <a:pt x="412320" y="79420"/>
                  <a:pt x="413658" y="84133"/>
                  <a:pt x="416335" y="87208"/>
                </a:cubicBezTo>
                <a:cubicBezTo>
                  <a:pt x="419012" y="90282"/>
                  <a:pt x="422396" y="91820"/>
                  <a:pt x="426487" y="91820"/>
                </a:cubicBezTo>
                <a:cubicBezTo>
                  <a:pt x="430073" y="91820"/>
                  <a:pt x="433078" y="90345"/>
                  <a:pt x="435502" y="87397"/>
                </a:cubicBezTo>
                <a:cubicBezTo>
                  <a:pt x="437926" y="84447"/>
                  <a:pt x="439138" y="79444"/>
                  <a:pt x="439138" y="72387"/>
                </a:cubicBezTo>
                <a:cubicBezTo>
                  <a:pt x="439138" y="65885"/>
                  <a:pt x="437876" y="61109"/>
                  <a:pt x="435351" y="58060"/>
                </a:cubicBezTo>
                <a:cubicBezTo>
                  <a:pt x="432825" y="55010"/>
                  <a:pt x="429744" y="53486"/>
                  <a:pt x="426108" y="53486"/>
                </a:cubicBezTo>
                <a:cubicBezTo>
                  <a:pt x="422169" y="53486"/>
                  <a:pt x="418886" y="55023"/>
                  <a:pt x="416259" y="58097"/>
                </a:cubicBezTo>
                <a:cubicBezTo>
                  <a:pt x="413633" y="61172"/>
                  <a:pt x="412320" y="66163"/>
                  <a:pt x="412320" y="73069"/>
                </a:cubicBezTo>
                <a:close/>
                <a:moveTo>
                  <a:pt x="485034" y="32576"/>
                </a:moveTo>
                <a:lnTo>
                  <a:pt x="513898" y="32576"/>
                </a:lnTo>
                <a:lnTo>
                  <a:pt x="513898" y="45758"/>
                </a:lnTo>
                <a:cubicBezTo>
                  <a:pt x="516676" y="40051"/>
                  <a:pt x="519542" y="36124"/>
                  <a:pt x="522497" y="33978"/>
                </a:cubicBezTo>
                <a:cubicBezTo>
                  <a:pt x="525451" y="31831"/>
                  <a:pt x="529100" y="30758"/>
                  <a:pt x="533444" y="30758"/>
                </a:cubicBezTo>
                <a:cubicBezTo>
                  <a:pt x="537989" y="30758"/>
                  <a:pt x="542964" y="32172"/>
                  <a:pt x="548368" y="35001"/>
                </a:cubicBezTo>
                <a:lnTo>
                  <a:pt x="538823" y="56971"/>
                </a:lnTo>
                <a:cubicBezTo>
                  <a:pt x="535186" y="55455"/>
                  <a:pt x="532307" y="54698"/>
                  <a:pt x="530186" y="54698"/>
                </a:cubicBezTo>
                <a:cubicBezTo>
                  <a:pt x="526146" y="54698"/>
                  <a:pt x="523014" y="56364"/>
                  <a:pt x="520792" y="59698"/>
                </a:cubicBezTo>
                <a:cubicBezTo>
                  <a:pt x="517610" y="64395"/>
                  <a:pt x="516019" y="73183"/>
                  <a:pt x="516019" y="86062"/>
                </a:cubicBezTo>
                <a:lnTo>
                  <a:pt x="516019" y="113032"/>
                </a:lnTo>
                <a:lnTo>
                  <a:pt x="485034" y="113032"/>
                </a:lnTo>
                <a:lnTo>
                  <a:pt x="485034" y="32576"/>
                </a:lnTo>
                <a:close/>
                <a:moveTo>
                  <a:pt x="552313" y="73031"/>
                </a:moveTo>
                <a:cubicBezTo>
                  <a:pt x="552313" y="60758"/>
                  <a:pt x="556455" y="50645"/>
                  <a:pt x="564738" y="42690"/>
                </a:cubicBezTo>
                <a:cubicBezTo>
                  <a:pt x="573021" y="34735"/>
                  <a:pt x="584208" y="30758"/>
                  <a:pt x="598299" y="30758"/>
                </a:cubicBezTo>
                <a:cubicBezTo>
                  <a:pt x="614410" y="30758"/>
                  <a:pt x="626582" y="35430"/>
                  <a:pt x="634815" y="44773"/>
                </a:cubicBezTo>
                <a:cubicBezTo>
                  <a:pt x="641431" y="52299"/>
                  <a:pt x="644739" y="61567"/>
                  <a:pt x="644739" y="72577"/>
                </a:cubicBezTo>
                <a:cubicBezTo>
                  <a:pt x="644739" y="84951"/>
                  <a:pt x="640635" y="95090"/>
                  <a:pt x="632428" y="102994"/>
                </a:cubicBezTo>
                <a:cubicBezTo>
                  <a:pt x="624221" y="110898"/>
                  <a:pt x="612870" y="114850"/>
                  <a:pt x="598375" y="114850"/>
                </a:cubicBezTo>
                <a:cubicBezTo>
                  <a:pt x="585445" y="114850"/>
                  <a:pt x="574990" y="111567"/>
                  <a:pt x="567011" y="105002"/>
                </a:cubicBezTo>
                <a:cubicBezTo>
                  <a:pt x="557212" y="96870"/>
                  <a:pt x="552313" y="86213"/>
                  <a:pt x="552313" y="73031"/>
                </a:cubicBezTo>
                <a:moveTo>
                  <a:pt x="583223" y="72918"/>
                </a:moveTo>
                <a:cubicBezTo>
                  <a:pt x="583223" y="80077"/>
                  <a:pt x="584675" y="85371"/>
                  <a:pt x="587579" y="88799"/>
                </a:cubicBezTo>
                <a:cubicBezTo>
                  <a:pt x="590483" y="92227"/>
                  <a:pt x="594132" y="93941"/>
                  <a:pt x="598526" y="93941"/>
                </a:cubicBezTo>
                <a:cubicBezTo>
                  <a:pt x="602971" y="93941"/>
                  <a:pt x="606620" y="92252"/>
                  <a:pt x="609473" y="88874"/>
                </a:cubicBezTo>
                <a:cubicBezTo>
                  <a:pt x="612327" y="85497"/>
                  <a:pt x="613754" y="80077"/>
                  <a:pt x="613754" y="72615"/>
                </a:cubicBezTo>
                <a:cubicBezTo>
                  <a:pt x="613754" y="65658"/>
                  <a:pt x="612314" y="60478"/>
                  <a:pt x="609435" y="57075"/>
                </a:cubicBezTo>
                <a:cubicBezTo>
                  <a:pt x="606557" y="53672"/>
                  <a:pt x="602996" y="51970"/>
                  <a:pt x="598753" y="51970"/>
                </a:cubicBezTo>
                <a:cubicBezTo>
                  <a:pt x="594258" y="51970"/>
                  <a:pt x="590546" y="53697"/>
                  <a:pt x="587617" y="57150"/>
                </a:cubicBezTo>
                <a:cubicBezTo>
                  <a:pt x="584688" y="60604"/>
                  <a:pt x="583223" y="65860"/>
                  <a:pt x="583223" y="72918"/>
                </a:cubicBezTo>
                <a:close/>
                <a:moveTo>
                  <a:pt x="659800" y="32576"/>
                </a:moveTo>
                <a:lnTo>
                  <a:pt x="688588" y="32576"/>
                </a:lnTo>
                <a:lnTo>
                  <a:pt x="688588" y="44361"/>
                </a:lnTo>
                <a:cubicBezTo>
                  <a:pt x="692730" y="39447"/>
                  <a:pt x="696909" y="35951"/>
                  <a:pt x="701126" y="33874"/>
                </a:cubicBezTo>
                <a:cubicBezTo>
                  <a:pt x="705344" y="31797"/>
                  <a:pt x="710432" y="30758"/>
                  <a:pt x="716392" y="30758"/>
                </a:cubicBezTo>
                <a:cubicBezTo>
                  <a:pt x="722806" y="30758"/>
                  <a:pt x="727882" y="31898"/>
                  <a:pt x="731619" y="34179"/>
                </a:cubicBezTo>
                <a:cubicBezTo>
                  <a:pt x="735357" y="36458"/>
                  <a:pt x="738412" y="39852"/>
                  <a:pt x="740786" y="44361"/>
                </a:cubicBezTo>
                <a:cubicBezTo>
                  <a:pt x="745635" y="39093"/>
                  <a:pt x="750054" y="35509"/>
                  <a:pt x="754044" y="33608"/>
                </a:cubicBezTo>
                <a:cubicBezTo>
                  <a:pt x="758034" y="31708"/>
                  <a:pt x="762958" y="30758"/>
                  <a:pt x="768817" y="30758"/>
                </a:cubicBezTo>
                <a:cubicBezTo>
                  <a:pt x="777453" y="30758"/>
                  <a:pt x="784196" y="33321"/>
                  <a:pt x="789044" y="38448"/>
                </a:cubicBezTo>
                <a:cubicBezTo>
                  <a:pt x="793893" y="43574"/>
                  <a:pt x="796317" y="51592"/>
                  <a:pt x="796317" y="62501"/>
                </a:cubicBezTo>
                <a:lnTo>
                  <a:pt x="796317" y="113032"/>
                </a:lnTo>
                <a:lnTo>
                  <a:pt x="765408" y="113032"/>
                </a:lnTo>
                <a:lnTo>
                  <a:pt x="765408" y="67139"/>
                </a:lnTo>
                <a:cubicBezTo>
                  <a:pt x="765408" y="63498"/>
                  <a:pt x="764701" y="60792"/>
                  <a:pt x="763286" y="59021"/>
                </a:cubicBezTo>
                <a:cubicBezTo>
                  <a:pt x="761216" y="56240"/>
                  <a:pt x="758640" y="54849"/>
                  <a:pt x="755559" y="54849"/>
                </a:cubicBezTo>
                <a:cubicBezTo>
                  <a:pt x="751923" y="54849"/>
                  <a:pt x="748993" y="56164"/>
                  <a:pt x="746771" y="58793"/>
                </a:cubicBezTo>
                <a:cubicBezTo>
                  <a:pt x="744549" y="61423"/>
                  <a:pt x="743438" y="65646"/>
                  <a:pt x="743438" y="71462"/>
                </a:cubicBezTo>
                <a:lnTo>
                  <a:pt x="743438" y="113032"/>
                </a:lnTo>
                <a:lnTo>
                  <a:pt x="712528" y="113032"/>
                </a:lnTo>
                <a:lnTo>
                  <a:pt x="712528" y="68770"/>
                </a:lnTo>
                <a:cubicBezTo>
                  <a:pt x="712528" y="65239"/>
                  <a:pt x="712326" y="62843"/>
                  <a:pt x="711922" y="61582"/>
                </a:cubicBezTo>
                <a:cubicBezTo>
                  <a:pt x="711265" y="59565"/>
                  <a:pt x="710129" y="57939"/>
                  <a:pt x="708513" y="56703"/>
                </a:cubicBezTo>
                <a:cubicBezTo>
                  <a:pt x="706897" y="55467"/>
                  <a:pt x="705003" y="54849"/>
                  <a:pt x="702831" y="54849"/>
                </a:cubicBezTo>
                <a:cubicBezTo>
                  <a:pt x="699296" y="54849"/>
                  <a:pt x="696391" y="56186"/>
                  <a:pt x="694119" y="58860"/>
                </a:cubicBezTo>
                <a:cubicBezTo>
                  <a:pt x="691846" y="61533"/>
                  <a:pt x="690710" y="65922"/>
                  <a:pt x="690710" y="72025"/>
                </a:cubicBezTo>
                <a:lnTo>
                  <a:pt x="690710" y="113032"/>
                </a:lnTo>
                <a:lnTo>
                  <a:pt x="659800" y="113032"/>
                </a:lnTo>
                <a:lnTo>
                  <a:pt x="659800" y="32576"/>
                </a:lnTo>
                <a:close/>
                <a:moveTo>
                  <a:pt x="815848" y="1970"/>
                </a:moveTo>
                <a:lnTo>
                  <a:pt x="846682" y="1970"/>
                </a:lnTo>
                <a:lnTo>
                  <a:pt x="846682" y="22879"/>
                </a:lnTo>
                <a:lnTo>
                  <a:pt x="815848" y="22879"/>
                </a:lnTo>
                <a:lnTo>
                  <a:pt x="815848" y="1970"/>
                </a:lnTo>
                <a:moveTo>
                  <a:pt x="815848" y="32576"/>
                </a:moveTo>
                <a:lnTo>
                  <a:pt x="846682" y="32576"/>
                </a:lnTo>
                <a:lnTo>
                  <a:pt x="846682" y="113032"/>
                </a:lnTo>
                <a:lnTo>
                  <a:pt x="815848" y="113032"/>
                </a:lnTo>
                <a:lnTo>
                  <a:pt x="815848" y="32576"/>
                </a:lnTo>
                <a:close/>
                <a:moveTo>
                  <a:pt x="860938" y="90607"/>
                </a:moveTo>
                <a:lnTo>
                  <a:pt x="891545" y="87729"/>
                </a:lnTo>
                <a:cubicBezTo>
                  <a:pt x="892807" y="91365"/>
                  <a:pt x="894575" y="93966"/>
                  <a:pt x="896848" y="95532"/>
                </a:cubicBezTo>
                <a:cubicBezTo>
                  <a:pt x="899121" y="97097"/>
                  <a:pt x="902151" y="97880"/>
                  <a:pt x="905939" y="97880"/>
                </a:cubicBezTo>
                <a:cubicBezTo>
                  <a:pt x="910080" y="97880"/>
                  <a:pt x="913288" y="97000"/>
                  <a:pt x="915560" y="95241"/>
                </a:cubicBezTo>
                <a:cubicBezTo>
                  <a:pt x="917328" y="93934"/>
                  <a:pt x="918212" y="92299"/>
                  <a:pt x="918212" y="90337"/>
                </a:cubicBezTo>
                <a:cubicBezTo>
                  <a:pt x="918212" y="88125"/>
                  <a:pt x="917050" y="86415"/>
                  <a:pt x="914727" y="85210"/>
                </a:cubicBezTo>
                <a:cubicBezTo>
                  <a:pt x="913060" y="84354"/>
                  <a:pt x="908641" y="83298"/>
                  <a:pt x="901469" y="82042"/>
                </a:cubicBezTo>
                <a:cubicBezTo>
                  <a:pt x="890762" y="80181"/>
                  <a:pt x="883325" y="78457"/>
                  <a:pt x="879158" y="76869"/>
                </a:cubicBezTo>
                <a:cubicBezTo>
                  <a:pt x="874992" y="75280"/>
                  <a:pt x="871481" y="72594"/>
                  <a:pt x="868628" y="68813"/>
                </a:cubicBezTo>
                <a:cubicBezTo>
                  <a:pt x="865774" y="65029"/>
                  <a:pt x="864347" y="60717"/>
                  <a:pt x="864347" y="55874"/>
                </a:cubicBezTo>
                <a:cubicBezTo>
                  <a:pt x="864347" y="50579"/>
                  <a:pt x="865888" y="46016"/>
                  <a:pt x="868969" y="42183"/>
                </a:cubicBezTo>
                <a:cubicBezTo>
                  <a:pt x="872050" y="38350"/>
                  <a:pt x="876292" y="35487"/>
                  <a:pt x="881696" y="33597"/>
                </a:cubicBezTo>
                <a:cubicBezTo>
                  <a:pt x="887100" y="31704"/>
                  <a:pt x="894348" y="30758"/>
                  <a:pt x="903439" y="30758"/>
                </a:cubicBezTo>
                <a:cubicBezTo>
                  <a:pt x="913035" y="30758"/>
                  <a:pt x="920118" y="31490"/>
                  <a:pt x="924689" y="32955"/>
                </a:cubicBezTo>
                <a:cubicBezTo>
                  <a:pt x="929260" y="34420"/>
                  <a:pt x="933073" y="36692"/>
                  <a:pt x="936129" y="39773"/>
                </a:cubicBezTo>
                <a:cubicBezTo>
                  <a:pt x="939184" y="42854"/>
                  <a:pt x="941722" y="47021"/>
                  <a:pt x="943743" y="52273"/>
                </a:cubicBezTo>
                <a:lnTo>
                  <a:pt x="914500" y="55152"/>
                </a:lnTo>
                <a:cubicBezTo>
                  <a:pt x="913742" y="52600"/>
                  <a:pt x="912479" y="50724"/>
                  <a:pt x="910712" y="49523"/>
                </a:cubicBezTo>
                <a:cubicBezTo>
                  <a:pt x="908287" y="47922"/>
                  <a:pt x="905358" y="47122"/>
                  <a:pt x="901924" y="47122"/>
                </a:cubicBezTo>
                <a:cubicBezTo>
                  <a:pt x="898439" y="47122"/>
                  <a:pt x="895901" y="47738"/>
                  <a:pt x="894310" y="48971"/>
                </a:cubicBezTo>
                <a:cubicBezTo>
                  <a:pt x="892719" y="50202"/>
                  <a:pt x="891924" y="51697"/>
                  <a:pt x="891924" y="53457"/>
                </a:cubicBezTo>
                <a:cubicBezTo>
                  <a:pt x="891924" y="55419"/>
                  <a:pt x="892934" y="56903"/>
                  <a:pt x="894954" y="57908"/>
                </a:cubicBezTo>
                <a:cubicBezTo>
                  <a:pt x="896974" y="58913"/>
                  <a:pt x="901368" y="59819"/>
                  <a:pt x="908136" y="60624"/>
                </a:cubicBezTo>
                <a:cubicBezTo>
                  <a:pt x="918389" y="61779"/>
                  <a:pt x="926015" y="63390"/>
                  <a:pt x="931015" y="65458"/>
                </a:cubicBezTo>
                <a:cubicBezTo>
                  <a:pt x="936015" y="67525"/>
                  <a:pt x="939841" y="70475"/>
                  <a:pt x="942493" y="74307"/>
                </a:cubicBezTo>
                <a:cubicBezTo>
                  <a:pt x="945144" y="78140"/>
                  <a:pt x="946470" y="82350"/>
                  <a:pt x="946470" y="86940"/>
                </a:cubicBezTo>
                <a:cubicBezTo>
                  <a:pt x="946470" y="91579"/>
                  <a:pt x="945068" y="96092"/>
                  <a:pt x="942265" y="100480"/>
                </a:cubicBezTo>
                <a:cubicBezTo>
                  <a:pt x="939462" y="104866"/>
                  <a:pt x="935043" y="108358"/>
                  <a:pt x="929007" y="110956"/>
                </a:cubicBezTo>
                <a:cubicBezTo>
                  <a:pt x="922972" y="113552"/>
                  <a:pt x="914752" y="114850"/>
                  <a:pt x="904348" y="114850"/>
                </a:cubicBezTo>
                <a:cubicBezTo>
                  <a:pt x="889651" y="114850"/>
                  <a:pt x="879184" y="112748"/>
                  <a:pt x="872946" y="108543"/>
                </a:cubicBezTo>
                <a:cubicBezTo>
                  <a:pt x="866709" y="104337"/>
                  <a:pt x="862706" y="98358"/>
                  <a:pt x="860938" y="90607"/>
                </a:cubicBezTo>
                <a:close/>
                <a:moveTo>
                  <a:pt x="1050481" y="80456"/>
                </a:moveTo>
                <a:lnTo>
                  <a:pt x="988661" y="80456"/>
                </a:lnTo>
                <a:cubicBezTo>
                  <a:pt x="989217" y="85382"/>
                  <a:pt x="990555" y="89051"/>
                  <a:pt x="992677" y="91464"/>
                </a:cubicBezTo>
                <a:cubicBezTo>
                  <a:pt x="995656" y="94934"/>
                  <a:pt x="999545" y="96668"/>
                  <a:pt x="1004343" y="96668"/>
                </a:cubicBezTo>
                <a:cubicBezTo>
                  <a:pt x="1007374" y="96668"/>
                  <a:pt x="1010253" y="95918"/>
                  <a:pt x="1012980" y="94419"/>
                </a:cubicBezTo>
                <a:cubicBezTo>
                  <a:pt x="1014647" y="93469"/>
                  <a:pt x="1016440" y="91794"/>
                  <a:pt x="1018359" y="89395"/>
                </a:cubicBezTo>
                <a:lnTo>
                  <a:pt x="1048738" y="92123"/>
                </a:lnTo>
                <a:cubicBezTo>
                  <a:pt x="1044092" y="100230"/>
                  <a:pt x="1038485" y="106046"/>
                  <a:pt x="1031920" y="109568"/>
                </a:cubicBezTo>
                <a:cubicBezTo>
                  <a:pt x="1025354" y="113090"/>
                  <a:pt x="1015935" y="114850"/>
                  <a:pt x="1003662" y="114850"/>
                </a:cubicBezTo>
                <a:cubicBezTo>
                  <a:pt x="993005" y="114850"/>
                  <a:pt x="984621" y="113348"/>
                  <a:pt x="978510" y="110343"/>
                </a:cubicBezTo>
                <a:cubicBezTo>
                  <a:pt x="972399" y="107337"/>
                  <a:pt x="967335" y="102565"/>
                  <a:pt x="963320" y="96024"/>
                </a:cubicBezTo>
                <a:cubicBezTo>
                  <a:pt x="959305" y="89484"/>
                  <a:pt x="957297" y="81794"/>
                  <a:pt x="957297" y="72956"/>
                </a:cubicBezTo>
                <a:cubicBezTo>
                  <a:pt x="957297" y="60380"/>
                  <a:pt x="961325" y="50203"/>
                  <a:pt x="969381" y="42425"/>
                </a:cubicBezTo>
                <a:cubicBezTo>
                  <a:pt x="977437" y="34647"/>
                  <a:pt x="988560" y="30758"/>
                  <a:pt x="1002753" y="30758"/>
                </a:cubicBezTo>
                <a:cubicBezTo>
                  <a:pt x="1014268" y="30758"/>
                  <a:pt x="1023359" y="32500"/>
                  <a:pt x="1030026" y="35985"/>
                </a:cubicBezTo>
                <a:cubicBezTo>
                  <a:pt x="1036692" y="39470"/>
                  <a:pt x="1041768" y="44521"/>
                  <a:pt x="1045253" y="51137"/>
                </a:cubicBezTo>
                <a:cubicBezTo>
                  <a:pt x="1048738" y="57753"/>
                  <a:pt x="1050481" y="66365"/>
                  <a:pt x="1050481" y="76971"/>
                </a:cubicBezTo>
                <a:lnTo>
                  <a:pt x="1050481" y="80456"/>
                </a:lnTo>
                <a:moveTo>
                  <a:pt x="1019116" y="65607"/>
                </a:moveTo>
                <a:cubicBezTo>
                  <a:pt x="1018510" y="59701"/>
                  <a:pt x="1016907" y="55472"/>
                  <a:pt x="1014306" y="52920"/>
                </a:cubicBezTo>
                <a:cubicBezTo>
                  <a:pt x="1011705" y="50368"/>
                  <a:pt x="1008283" y="49092"/>
                  <a:pt x="1004040" y="49092"/>
                </a:cubicBezTo>
                <a:cubicBezTo>
                  <a:pt x="999141" y="49092"/>
                  <a:pt x="995227" y="51019"/>
                  <a:pt x="992298" y="54873"/>
                </a:cubicBezTo>
                <a:cubicBezTo>
                  <a:pt x="990429" y="57275"/>
                  <a:pt x="989242" y="60853"/>
                  <a:pt x="988737" y="65607"/>
                </a:cubicBezTo>
                <a:lnTo>
                  <a:pt x="1019116" y="65607"/>
                </a:lnTo>
                <a:close/>
                <a:moveTo>
                  <a:pt x="1149332" y="1970"/>
                </a:moveTo>
                <a:lnTo>
                  <a:pt x="1149332" y="113032"/>
                </a:lnTo>
                <a:lnTo>
                  <a:pt x="1120468" y="113032"/>
                </a:lnTo>
                <a:lnTo>
                  <a:pt x="1120468" y="101138"/>
                </a:lnTo>
                <a:cubicBezTo>
                  <a:pt x="1116428" y="106188"/>
                  <a:pt x="1112741" y="109598"/>
                  <a:pt x="1109407" y="111365"/>
                </a:cubicBezTo>
                <a:cubicBezTo>
                  <a:pt x="1104963" y="113689"/>
                  <a:pt x="1100013" y="114850"/>
                  <a:pt x="1094559" y="114850"/>
                </a:cubicBezTo>
                <a:cubicBezTo>
                  <a:pt x="1083599" y="114850"/>
                  <a:pt x="1075228" y="110683"/>
                  <a:pt x="1069445" y="102350"/>
                </a:cubicBezTo>
                <a:cubicBezTo>
                  <a:pt x="1063662" y="94017"/>
                  <a:pt x="1060770" y="83890"/>
                  <a:pt x="1060770" y="71971"/>
                </a:cubicBezTo>
                <a:cubicBezTo>
                  <a:pt x="1060770" y="58637"/>
                  <a:pt x="1063965" y="48435"/>
                  <a:pt x="1070354" y="41364"/>
                </a:cubicBezTo>
                <a:cubicBezTo>
                  <a:pt x="1076743" y="34293"/>
                  <a:pt x="1084862" y="30758"/>
                  <a:pt x="1094710" y="30758"/>
                </a:cubicBezTo>
                <a:cubicBezTo>
                  <a:pt x="1099508" y="30758"/>
                  <a:pt x="1103864" y="31566"/>
                  <a:pt x="1107779" y="33182"/>
                </a:cubicBezTo>
                <a:cubicBezTo>
                  <a:pt x="1111693" y="34798"/>
                  <a:pt x="1115165" y="37223"/>
                  <a:pt x="1118195" y="40455"/>
                </a:cubicBezTo>
                <a:lnTo>
                  <a:pt x="1118195" y="1970"/>
                </a:lnTo>
                <a:lnTo>
                  <a:pt x="1149332" y="1970"/>
                </a:lnTo>
                <a:moveTo>
                  <a:pt x="1118423" y="72577"/>
                </a:moveTo>
                <a:cubicBezTo>
                  <a:pt x="1118423" y="66264"/>
                  <a:pt x="1117084" y="61554"/>
                  <a:pt x="1114407" y="58448"/>
                </a:cubicBezTo>
                <a:cubicBezTo>
                  <a:pt x="1111731" y="55342"/>
                  <a:pt x="1108347" y="53789"/>
                  <a:pt x="1104256" y="53789"/>
                </a:cubicBezTo>
                <a:cubicBezTo>
                  <a:pt x="1100670" y="53789"/>
                  <a:pt x="1097665" y="55279"/>
                  <a:pt x="1095240" y="58258"/>
                </a:cubicBezTo>
                <a:cubicBezTo>
                  <a:pt x="1092816" y="61238"/>
                  <a:pt x="1091604" y="66238"/>
                  <a:pt x="1091604" y="73259"/>
                </a:cubicBezTo>
                <a:cubicBezTo>
                  <a:pt x="1091604" y="79824"/>
                  <a:pt x="1092854" y="84635"/>
                  <a:pt x="1095354" y="87691"/>
                </a:cubicBezTo>
                <a:cubicBezTo>
                  <a:pt x="1097854" y="90746"/>
                  <a:pt x="1100948" y="92274"/>
                  <a:pt x="1104635" y="92274"/>
                </a:cubicBezTo>
                <a:cubicBezTo>
                  <a:pt x="1108574" y="92274"/>
                  <a:pt x="1111857" y="90734"/>
                  <a:pt x="1114483" y="87653"/>
                </a:cubicBezTo>
                <a:cubicBezTo>
                  <a:pt x="1117109" y="84572"/>
                  <a:pt x="1118423" y="79547"/>
                  <a:pt x="1118423" y="72577"/>
                </a:cubicBezTo>
                <a:close/>
              </a:path>
            </a:pathLst>
          </a:custGeom>
          <a:solidFill xmlns:a="http://schemas.openxmlformats.org/drawingml/2006/main">
            <a:srgbClr val="AD71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F44A2-BA7B-4959-830B-22294989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597" y="595590"/>
            <a:ext cx="1149402" cy="143567"/>
          </a:xfrm>
          <a:custGeom xmlns:a="http://schemas.openxmlformats.org/drawingml/2006/main">
            <a:pathLst>
              <a:path w="1149402" h="143567">
                <a:moveTo>
                  <a:pt x="485080" y="32502"/>
                </a:moveTo>
                <a:lnTo>
                  <a:pt x="513933" y="32502"/>
                </a:lnTo>
                <a:lnTo>
                  <a:pt x="513933" y="45689"/>
                </a:lnTo>
                <a:cubicBezTo>
                  <a:pt x="516716" y="39986"/>
                  <a:pt x="519584" y="36049"/>
                  <a:pt x="522537" y="33910"/>
                </a:cubicBezTo>
                <a:cubicBezTo>
                  <a:pt x="525491" y="31755"/>
                  <a:pt x="529140" y="30686"/>
                  <a:pt x="533484" y="30686"/>
                </a:cubicBezTo>
                <a:cubicBezTo>
                  <a:pt x="538033" y="30686"/>
                  <a:pt x="543006" y="32094"/>
                  <a:pt x="548403" y="34929"/>
                </a:cubicBezTo>
                <a:lnTo>
                  <a:pt x="538865" y="56907"/>
                </a:lnTo>
                <a:cubicBezTo>
                  <a:pt x="535233" y="55380"/>
                  <a:pt x="532347" y="54633"/>
                  <a:pt x="530226" y="54633"/>
                </a:cubicBezTo>
                <a:cubicBezTo>
                  <a:pt x="526186" y="54633"/>
                  <a:pt x="523064" y="56296"/>
                  <a:pt x="520840" y="59623"/>
                </a:cubicBezTo>
                <a:cubicBezTo>
                  <a:pt x="517649" y="64324"/>
                  <a:pt x="516054" y="73116"/>
                  <a:pt x="516054" y="85998"/>
                </a:cubicBezTo>
                <a:lnTo>
                  <a:pt x="516054" y="112966"/>
                </a:lnTo>
                <a:lnTo>
                  <a:pt x="485080" y="112966"/>
                </a:lnTo>
                <a:lnTo>
                  <a:pt x="485080" y="32502"/>
                </a:lnTo>
                <a:close/>
                <a:moveTo>
                  <a:pt x="489153" y="36575"/>
                </a:moveTo>
                <a:lnTo>
                  <a:pt x="489153" y="108893"/>
                </a:lnTo>
                <a:lnTo>
                  <a:pt x="511981" y="108893"/>
                </a:lnTo>
                <a:lnTo>
                  <a:pt x="511981" y="85998"/>
                </a:lnTo>
                <a:cubicBezTo>
                  <a:pt x="511981" y="71962"/>
                  <a:pt x="514000" y="62457"/>
                  <a:pt x="517446" y="57366"/>
                </a:cubicBezTo>
                <a:cubicBezTo>
                  <a:pt x="520467" y="52834"/>
                  <a:pt x="524727" y="50560"/>
                  <a:pt x="530226" y="50560"/>
                </a:cubicBezTo>
                <a:cubicBezTo>
                  <a:pt x="531940" y="50560"/>
                  <a:pt x="534095" y="50933"/>
                  <a:pt x="536658" y="51748"/>
                </a:cubicBezTo>
                <a:lnTo>
                  <a:pt x="543108" y="36931"/>
                </a:lnTo>
                <a:cubicBezTo>
                  <a:pt x="539679" y="35506"/>
                  <a:pt x="536488" y="34759"/>
                  <a:pt x="533484" y="34759"/>
                </a:cubicBezTo>
                <a:cubicBezTo>
                  <a:pt x="530107" y="34759"/>
                  <a:pt x="527239" y="35523"/>
                  <a:pt x="524930" y="37203"/>
                </a:cubicBezTo>
                <a:cubicBezTo>
                  <a:pt x="522385" y="39053"/>
                  <a:pt x="520009" y="42532"/>
                  <a:pt x="517599" y="47471"/>
                </a:cubicBezTo>
                <a:cubicBezTo>
                  <a:pt x="516767" y="49168"/>
                  <a:pt x="514883" y="50085"/>
                  <a:pt x="513033" y="49660"/>
                </a:cubicBezTo>
                <a:cubicBezTo>
                  <a:pt x="511183" y="49236"/>
                  <a:pt x="509859" y="47590"/>
                  <a:pt x="509859" y="45689"/>
                </a:cubicBezTo>
                <a:lnTo>
                  <a:pt x="509859" y="36575"/>
                </a:lnTo>
                <a:lnTo>
                  <a:pt x="489153" y="36575"/>
                </a:lnTo>
                <a:close/>
                <a:moveTo>
                  <a:pt x="860995" y="90614"/>
                </a:moveTo>
                <a:lnTo>
                  <a:pt x="891596" y="87729"/>
                </a:lnTo>
                <a:cubicBezTo>
                  <a:pt x="892869" y="91361"/>
                  <a:pt x="894634" y="93975"/>
                  <a:pt x="896908" y="95536"/>
                </a:cubicBezTo>
                <a:cubicBezTo>
                  <a:pt x="899166" y="97097"/>
                  <a:pt x="902204" y="97878"/>
                  <a:pt x="905988" y="97878"/>
                </a:cubicBezTo>
                <a:cubicBezTo>
                  <a:pt x="910130" y="97878"/>
                  <a:pt x="913337" y="96996"/>
                  <a:pt x="915612" y="95231"/>
                </a:cubicBezTo>
                <a:cubicBezTo>
                  <a:pt x="917377" y="93924"/>
                  <a:pt x="918259" y="92294"/>
                  <a:pt x="918259" y="90326"/>
                </a:cubicBezTo>
                <a:cubicBezTo>
                  <a:pt x="918259" y="88102"/>
                  <a:pt x="917105" y="86388"/>
                  <a:pt x="914780" y="85183"/>
                </a:cubicBezTo>
                <a:cubicBezTo>
                  <a:pt x="913117" y="84317"/>
                  <a:pt x="908687" y="83265"/>
                  <a:pt x="901525" y="81992"/>
                </a:cubicBezTo>
                <a:cubicBezTo>
                  <a:pt x="890815" y="80125"/>
                  <a:pt x="883381" y="78411"/>
                  <a:pt x="879206" y="76816"/>
                </a:cubicBezTo>
                <a:cubicBezTo>
                  <a:pt x="875048" y="75220"/>
                  <a:pt x="871535" y="72539"/>
                  <a:pt x="868684" y="68754"/>
                </a:cubicBezTo>
                <a:cubicBezTo>
                  <a:pt x="865832" y="64969"/>
                  <a:pt x="864407" y="60658"/>
                  <a:pt x="864407" y="55821"/>
                </a:cubicBezTo>
                <a:cubicBezTo>
                  <a:pt x="864407" y="50509"/>
                  <a:pt x="865934" y="45944"/>
                  <a:pt x="869023" y="42108"/>
                </a:cubicBezTo>
                <a:cubicBezTo>
                  <a:pt x="872095" y="38272"/>
                  <a:pt x="876338" y="35421"/>
                  <a:pt x="881752" y="33520"/>
                </a:cubicBezTo>
                <a:cubicBezTo>
                  <a:pt x="887149" y="31636"/>
                  <a:pt x="894396" y="30686"/>
                  <a:pt x="903493" y="30686"/>
                </a:cubicBezTo>
                <a:cubicBezTo>
                  <a:pt x="913083" y="30686"/>
                  <a:pt x="920177" y="31415"/>
                  <a:pt x="924743" y="32892"/>
                </a:cubicBezTo>
                <a:cubicBezTo>
                  <a:pt x="929308" y="34352"/>
                  <a:pt x="933127" y="36626"/>
                  <a:pt x="936182" y="39698"/>
                </a:cubicBezTo>
                <a:cubicBezTo>
                  <a:pt x="939237" y="42787"/>
                  <a:pt x="941783" y="46945"/>
                  <a:pt x="943802" y="52206"/>
                </a:cubicBezTo>
                <a:lnTo>
                  <a:pt x="914559" y="55075"/>
                </a:lnTo>
                <a:cubicBezTo>
                  <a:pt x="913796" y="52512"/>
                  <a:pt x="912540" y="50611"/>
                  <a:pt x="910758" y="49406"/>
                </a:cubicBezTo>
                <a:cubicBezTo>
                  <a:pt x="908347" y="47776"/>
                  <a:pt x="905411" y="46979"/>
                  <a:pt x="901983" y="46979"/>
                </a:cubicBezTo>
                <a:cubicBezTo>
                  <a:pt x="898487" y="46979"/>
                  <a:pt x="895958" y="47590"/>
                  <a:pt x="894362" y="48829"/>
                </a:cubicBezTo>
                <a:cubicBezTo>
                  <a:pt x="892767" y="50068"/>
                  <a:pt x="891969" y="51561"/>
                  <a:pt x="891969" y="53326"/>
                </a:cubicBezTo>
                <a:cubicBezTo>
                  <a:pt x="891969" y="55295"/>
                  <a:pt x="892988" y="56789"/>
                  <a:pt x="895007" y="57790"/>
                </a:cubicBezTo>
                <a:cubicBezTo>
                  <a:pt x="897027" y="58808"/>
                  <a:pt x="901423" y="59708"/>
                  <a:pt x="908195" y="60523"/>
                </a:cubicBezTo>
                <a:cubicBezTo>
                  <a:pt x="918446" y="61677"/>
                  <a:pt x="926066" y="63289"/>
                  <a:pt x="931073" y="65360"/>
                </a:cubicBezTo>
                <a:cubicBezTo>
                  <a:pt x="936063" y="67430"/>
                  <a:pt x="939899" y="70383"/>
                  <a:pt x="942546" y="74219"/>
                </a:cubicBezTo>
                <a:cubicBezTo>
                  <a:pt x="945194" y="78055"/>
                  <a:pt x="946518" y="82264"/>
                  <a:pt x="946518" y="86846"/>
                </a:cubicBezTo>
                <a:cubicBezTo>
                  <a:pt x="946518" y="91497"/>
                  <a:pt x="945126" y="96011"/>
                  <a:pt x="942326" y="100407"/>
                </a:cubicBezTo>
                <a:cubicBezTo>
                  <a:pt x="939508" y="104786"/>
                  <a:pt x="935096" y="108282"/>
                  <a:pt x="929053" y="110879"/>
                </a:cubicBezTo>
                <a:cubicBezTo>
                  <a:pt x="923028" y="113476"/>
                  <a:pt x="914797" y="114782"/>
                  <a:pt x="904393" y="114782"/>
                </a:cubicBezTo>
                <a:cubicBezTo>
                  <a:pt x="889712" y="114782"/>
                  <a:pt x="879240" y="112678"/>
                  <a:pt x="872995" y="108486"/>
                </a:cubicBezTo>
                <a:cubicBezTo>
                  <a:pt x="866766" y="104294"/>
                  <a:pt x="862760" y="98336"/>
                  <a:pt x="860995" y="90614"/>
                </a:cubicBezTo>
                <a:close/>
                <a:moveTo>
                  <a:pt x="866375" y="94195"/>
                </a:moveTo>
                <a:cubicBezTo>
                  <a:pt x="868225" y="98710"/>
                  <a:pt x="871179" y="102359"/>
                  <a:pt x="875269" y="105108"/>
                </a:cubicBezTo>
                <a:cubicBezTo>
                  <a:pt x="881056" y="108995"/>
                  <a:pt x="890781" y="110709"/>
                  <a:pt x="904393" y="110709"/>
                </a:cubicBezTo>
                <a:cubicBezTo>
                  <a:pt x="914118" y="110709"/>
                  <a:pt x="921806" y="109572"/>
                  <a:pt x="927458" y="107145"/>
                </a:cubicBezTo>
                <a:cubicBezTo>
                  <a:pt x="932635" y="104905"/>
                  <a:pt x="936470" y="101968"/>
                  <a:pt x="938880" y="98201"/>
                </a:cubicBezTo>
                <a:cubicBezTo>
                  <a:pt x="941239" y="94518"/>
                  <a:pt x="942444" y="90750"/>
                  <a:pt x="942444" y="86846"/>
                </a:cubicBezTo>
                <a:cubicBezTo>
                  <a:pt x="942444" y="83095"/>
                  <a:pt x="941358" y="79667"/>
                  <a:pt x="939203" y="76527"/>
                </a:cubicBezTo>
                <a:cubicBezTo>
                  <a:pt x="936962" y="73303"/>
                  <a:pt x="933721" y="70859"/>
                  <a:pt x="929512" y="69127"/>
                </a:cubicBezTo>
                <a:cubicBezTo>
                  <a:pt x="924760" y="67159"/>
                  <a:pt x="917478" y="65665"/>
                  <a:pt x="907736" y="64562"/>
                </a:cubicBezTo>
                <a:lnTo>
                  <a:pt x="907703" y="64562"/>
                </a:lnTo>
                <a:cubicBezTo>
                  <a:pt x="900235" y="63662"/>
                  <a:pt x="895415" y="62542"/>
                  <a:pt x="893191" y="61439"/>
                </a:cubicBezTo>
                <a:cubicBezTo>
                  <a:pt x="889559" y="59623"/>
                  <a:pt x="887896" y="56857"/>
                  <a:pt x="887896" y="53326"/>
                </a:cubicBezTo>
                <a:cubicBezTo>
                  <a:pt x="887896" y="50322"/>
                  <a:pt x="889152" y="47709"/>
                  <a:pt x="891868" y="45604"/>
                </a:cubicBezTo>
                <a:cubicBezTo>
                  <a:pt x="893989" y="43958"/>
                  <a:pt x="897316" y="42906"/>
                  <a:pt x="901983" y="42906"/>
                </a:cubicBezTo>
                <a:cubicBezTo>
                  <a:pt x="906294" y="42906"/>
                  <a:pt x="909977" y="43975"/>
                  <a:pt x="913032" y="46011"/>
                </a:cubicBezTo>
                <a:lnTo>
                  <a:pt x="913066" y="46045"/>
                </a:lnTo>
                <a:cubicBezTo>
                  <a:pt x="914729" y="47182"/>
                  <a:pt x="916121" y="48727"/>
                  <a:pt x="917173" y="50730"/>
                </a:cubicBezTo>
                <a:lnTo>
                  <a:pt x="937726" y="48710"/>
                </a:lnTo>
                <a:cubicBezTo>
                  <a:pt x="936436" y="46300"/>
                  <a:pt x="934960" y="44246"/>
                  <a:pt x="933296" y="42566"/>
                </a:cubicBezTo>
                <a:cubicBezTo>
                  <a:pt x="930683" y="39935"/>
                  <a:pt x="927407" y="38018"/>
                  <a:pt x="923504" y="36762"/>
                </a:cubicBezTo>
                <a:cubicBezTo>
                  <a:pt x="919193" y="35387"/>
                  <a:pt x="912523" y="34759"/>
                  <a:pt x="903493" y="34759"/>
                </a:cubicBezTo>
                <a:cubicBezTo>
                  <a:pt x="894973" y="34759"/>
                  <a:pt x="888168" y="35591"/>
                  <a:pt x="883093" y="37373"/>
                </a:cubicBezTo>
                <a:cubicBezTo>
                  <a:pt x="878477" y="38985"/>
                  <a:pt x="874828" y="41395"/>
                  <a:pt x="872197" y="44671"/>
                </a:cubicBezTo>
                <a:cubicBezTo>
                  <a:pt x="869685" y="47776"/>
                  <a:pt x="868480" y="51510"/>
                  <a:pt x="868480" y="55821"/>
                </a:cubicBezTo>
                <a:cubicBezTo>
                  <a:pt x="868480" y="59742"/>
                  <a:pt x="869617" y="63238"/>
                  <a:pt x="871925" y="66310"/>
                </a:cubicBezTo>
                <a:cubicBezTo>
                  <a:pt x="874301" y="69450"/>
                  <a:pt x="877204" y="71690"/>
                  <a:pt x="880666" y="73014"/>
                </a:cubicBezTo>
                <a:cubicBezTo>
                  <a:pt x="884688" y="74542"/>
                  <a:pt x="891885" y="76188"/>
                  <a:pt x="902221" y="77987"/>
                </a:cubicBezTo>
                <a:cubicBezTo>
                  <a:pt x="910045" y="79362"/>
                  <a:pt x="914831" y="80618"/>
                  <a:pt x="916647" y="81551"/>
                </a:cubicBezTo>
                <a:lnTo>
                  <a:pt x="916664" y="81568"/>
                </a:lnTo>
                <a:cubicBezTo>
                  <a:pt x="920567" y="83605"/>
                  <a:pt x="922332" y="86592"/>
                  <a:pt x="922332" y="90326"/>
                </a:cubicBezTo>
                <a:cubicBezTo>
                  <a:pt x="922332" y="93567"/>
                  <a:pt x="920975" y="96317"/>
                  <a:pt x="918072" y="98489"/>
                </a:cubicBezTo>
                <a:cubicBezTo>
                  <a:pt x="915204" y="100696"/>
                  <a:pt x="911199" y="101951"/>
                  <a:pt x="905988" y="101951"/>
                </a:cubicBezTo>
                <a:cubicBezTo>
                  <a:pt x="901236" y="101951"/>
                  <a:pt x="897451" y="100865"/>
                  <a:pt x="894583" y="98897"/>
                </a:cubicBezTo>
                <a:cubicBezTo>
                  <a:pt x="892377" y="97369"/>
                  <a:pt x="890476" y="95112"/>
                  <a:pt x="888982" y="92074"/>
                </a:cubicBezTo>
                <a:lnTo>
                  <a:pt x="866375" y="94195"/>
                </a:lnTo>
                <a:close/>
                <a:moveTo>
                  <a:pt x="77953" y="67498"/>
                </a:moveTo>
                <a:lnTo>
                  <a:pt x="108027" y="76595"/>
                </a:lnTo>
                <a:cubicBezTo>
                  <a:pt x="106008" y="85030"/>
                  <a:pt x="102817" y="92074"/>
                  <a:pt x="98472" y="97725"/>
                </a:cubicBezTo>
                <a:cubicBezTo>
                  <a:pt x="94144" y="103394"/>
                  <a:pt x="88747" y="107654"/>
                  <a:pt x="82298" y="110539"/>
                </a:cubicBezTo>
                <a:cubicBezTo>
                  <a:pt x="75865" y="113408"/>
                  <a:pt x="67668" y="114850"/>
                  <a:pt x="57722" y="114850"/>
                </a:cubicBezTo>
                <a:cubicBezTo>
                  <a:pt x="45655" y="114850"/>
                  <a:pt x="35794" y="113102"/>
                  <a:pt x="28140" y="109589"/>
                </a:cubicBezTo>
                <a:cubicBezTo>
                  <a:pt x="20485" y="106093"/>
                  <a:pt x="13883" y="99915"/>
                  <a:pt x="8333" y="91089"/>
                </a:cubicBezTo>
                <a:cubicBezTo>
                  <a:pt x="2766" y="82247"/>
                  <a:pt x="0" y="70943"/>
                  <a:pt x="0" y="57162"/>
                </a:cubicBezTo>
                <a:cubicBezTo>
                  <a:pt x="0" y="38798"/>
                  <a:pt x="4888" y="24677"/>
                  <a:pt x="14647" y="14800"/>
                </a:cubicBezTo>
                <a:cubicBezTo>
                  <a:pt x="24423" y="4939"/>
                  <a:pt x="38255" y="0"/>
                  <a:pt x="56127" y="0"/>
                </a:cubicBezTo>
                <a:cubicBezTo>
                  <a:pt x="70129" y="0"/>
                  <a:pt x="81127" y="2834"/>
                  <a:pt x="89121" y="8486"/>
                </a:cubicBezTo>
                <a:cubicBezTo>
                  <a:pt x="97131" y="14138"/>
                  <a:pt x="103072" y="22827"/>
                  <a:pt x="106958" y="34555"/>
                </a:cubicBezTo>
                <a:lnTo>
                  <a:pt x="76663" y="41293"/>
                </a:lnTo>
                <a:cubicBezTo>
                  <a:pt x="75594" y="37916"/>
                  <a:pt x="74491" y="35438"/>
                  <a:pt x="73336" y="33876"/>
                </a:cubicBezTo>
                <a:cubicBezTo>
                  <a:pt x="71402" y="31246"/>
                  <a:pt x="69060" y="29226"/>
                  <a:pt x="66276" y="27800"/>
                </a:cubicBezTo>
                <a:cubicBezTo>
                  <a:pt x="63510" y="26392"/>
                  <a:pt x="60404" y="25679"/>
                  <a:pt x="56958" y="25679"/>
                </a:cubicBezTo>
                <a:cubicBezTo>
                  <a:pt x="49185" y="25679"/>
                  <a:pt x="43228" y="28819"/>
                  <a:pt x="39087" y="35064"/>
                </a:cubicBezTo>
                <a:cubicBezTo>
                  <a:pt x="35947" y="39715"/>
                  <a:pt x="34386" y="46996"/>
                  <a:pt x="34386" y="56941"/>
                </a:cubicBezTo>
                <a:cubicBezTo>
                  <a:pt x="34386" y="69246"/>
                  <a:pt x="36252" y="77681"/>
                  <a:pt x="40003" y="82247"/>
                </a:cubicBezTo>
                <a:cubicBezTo>
                  <a:pt x="43737" y="86812"/>
                  <a:pt x="48982" y="89104"/>
                  <a:pt x="55753" y="89104"/>
                </a:cubicBezTo>
                <a:cubicBezTo>
                  <a:pt x="62322" y="89104"/>
                  <a:pt x="67277" y="87254"/>
                  <a:pt x="70638" y="83571"/>
                </a:cubicBezTo>
                <a:cubicBezTo>
                  <a:pt x="73998" y="79871"/>
                  <a:pt x="76442" y="74525"/>
                  <a:pt x="77953" y="67498"/>
                </a:cubicBezTo>
                <a:close/>
                <a:moveTo>
                  <a:pt x="80838" y="72641"/>
                </a:moveTo>
                <a:cubicBezTo>
                  <a:pt x="79124" y="78428"/>
                  <a:pt x="76697" y="82960"/>
                  <a:pt x="73642" y="86303"/>
                </a:cubicBezTo>
                <a:cubicBezTo>
                  <a:pt x="69603" y="90767"/>
                  <a:pt x="63679" y="93177"/>
                  <a:pt x="55753" y="93177"/>
                </a:cubicBezTo>
                <a:cubicBezTo>
                  <a:pt x="47607" y="93177"/>
                  <a:pt x="41344" y="90326"/>
                  <a:pt x="36846" y="84827"/>
                </a:cubicBezTo>
                <a:cubicBezTo>
                  <a:pt x="32705" y="79786"/>
                  <a:pt x="30312" y="70536"/>
                  <a:pt x="30312" y="56941"/>
                </a:cubicBezTo>
                <a:cubicBezTo>
                  <a:pt x="30312" y="45960"/>
                  <a:pt x="32247" y="37950"/>
                  <a:pt x="35692" y="32807"/>
                </a:cubicBezTo>
                <a:cubicBezTo>
                  <a:pt x="40631" y="25373"/>
                  <a:pt x="47709" y="21605"/>
                  <a:pt x="56958" y="21605"/>
                </a:cubicBezTo>
                <a:cubicBezTo>
                  <a:pt x="61083" y="21605"/>
                  <a:pt x="64800" y="22488"/>
                  <a:pt x="68126" y="24185"/>
                </a:cubicBezTo>
                <a:cubicBezTo>
                  <a:pt x="71470" y="25882"/>
                  <a:pt x="74304" y="28309"/>
                  <a:pt x="76595" y="31449"/>
                </a:cubicBezTo>
                <a:cubicBezTo>
                  <a:pt x="77512" y="32671"/>
                  <a:pt x="78428" y="34352"/>
                  <a:pt x="79294" y="36541"/>
                </a:cubicBezTo>
                <a:lnTo>
                  <a:pt x="101544" y="31585"/>
                </a:lnTo>
                <a:cubicBezTo>
                  <a:pt x="98014" y="22929"/>
                  <a:pt x="93126" y="16310"/>
                  <a:pt x="86778" y="11813"/>
                </a:cubicBezTo>
                <a:cubicBezTo>
                  <a:pt x="79345" y="6568"/>
                  <a:pt x="69110" y="4073"/>
                  <a:pt x="56127" y="4073"/>
                </a:cubicBezTo>
                <a:cubicBezTo>
                  <a:pt x="39528" y="4073"/>
                  <a:pt x="26629" y="8503"/>
                  <a:pt x="17549" y="17668"/>
                </a:cubicBezTo>
                <a:cubicBezTo>
                  <a:pt x="8452" y="26867"/>
                  <a:pt x="4073" y="40054"/>
                  <a:pt x="4073" y="57162"/>
                </a:cubicBezTo>
                <a:cubicBezTo>
                  <a:pt x="4073" y="70061"/>
                  <a:pt x="6585" y="80651"/>
                  <a:pt x="11779" y="88917"/>
                </a:cubicBezTo>
                <a:cubicBezTo>
                  <a:pt x="16853" y="96996"/>
                  <a:pt x="22844" y="102681"/>
                  <a:pt x="29837" y="105889"/>
                </a:cubicBezTo>
                <a:cubicBezTo>
                  <a:pt x="37050" y="109199"/>
                  <a:pt x="46351" y="110777"/>
                  <a:pt x="57722" y="110777"/>
                </a:cubicBezTo>
                <a:cubicBezTo>
                  <a:pt x="66989" y="110777"/>
                  <a:pt x="74643" y="109504"/>
                  <a:pt x="80651" y="106822"/>
                </a:cubicBezTo>
                <a:cubicBezTo>
                  <a:pt x="86456" y="104226"/>
                  <a:pt x="91327" y="100356"/>
                  <a:pt x="95247" y="95247"/>
                </a:cubicBezTo>
                <a:cubicBezTo>
                  <a:pt x="98625" y="90869"/>
                  <a:pt x="101222" y="85556"/>
                  <a:pt x="103072" y="79362"/>
                </a:cubicBezTo>
                <a:lnTo>
                  <a:pt x="80838" y="72641"/>
                </a:lnTo>
                <a:close/>
                <a:moveTo>
                  <a:pt x="118856" y="72963"/>
                </a:moveTo>
                <a:cubicBezTo>
                  <a:pt x="118856" y="60692"/>
                  <a:pt x="122997" y="50577"/>
                  <a:pt x="131279" y="42617"/>
                </a:cubicBezTo>
                <a:cubicBezTo>
                  <a:pt x="139562" y="34657"/>
                  <a:pt x="150746" y="30686"/>
                  <a:pt x="164850" y="30686"/>
                </a:cubicBezTo>
                <a:cubicBezTo>
                  <a:pt x="180957" y="30686"/>
                  <a:pt x="193126" y="35353"/>
                  <a:pt x="201357" y="44705"/>
                </a:cubicBezTo>
                <a:cubicBezTo>
                  <a:pt x="207976" y="52223"/>
                  <a:pt x="211286" y="61490"/>
                  <a:pt x="211286" y="72505"/>
                </a:cubicBezTo>
                <a:cubicBezTo>
                  <a:pt x="211286" y="84878"/>
                  <a:pt x="207179" y="95010"/>
                  <a:pt x="198981" y="102919"/>
                </a:cubicBezTo>
                <a:cubicBezTo>
                  <a:pt x="190767" y="110828"/>
                  <a:pt x="179412" y="114782"/>
                  <a:pt x="164918" y="114782"/>
                </a:cubicBezTo>
                <a:cubicBezTo>
                  <a:pt x="151985" y="114782"/>
                  <a:pt x="141530" y="111490"/>
                  <a:pt x="133554" y="104939"/>
                </a:cubicBezTo>
                <a:cubicBezTo>
                  <a:pt x="123761" y="96792"/>
                  <a:pt x="118856" y="86133"/>
                  <a:pt x="118856" y="72963"/>
                </a:cubicBezTo>
                <a:close/>
                <a:moveTo>
                  <a:pt x="122929" y="72963"/>
                </a:moveTo>
                <a:cubicBezTo>
                  <a:pt x="122929" y="84844"/>
                  <a:pt x="127325" y="94467"/>
                  <a:pt x="136150" y="101782"/>
                </a:cubicBezTo>
                <a:cubicBezTo>
                  <a:pt x="143465" y="107807"/>
                  <a:pt x="153071" y="110709"/>
                  <a:pt x="164918" y="110709"/>
                </a:cubicBezTo>
                <a:cubicBezTo>
                  <a:pt x="178190" y="110709"/>
                  <a:pt x="188628" y="107230"/>
                  <a:pt x="196147" y="99983"/>
                </a:cubicBezTo>
                <a:cubicBezTo>
                  <a:pt x="203564" y="92854"/>
                  <a:pt x="207213" y="83673"/>
                  <a:pt x="207213" y="72505"/>
                </a:cubicBezTo>
                <a:cubicBezTo>
                  <a:pt x="207213" y="62576"/>
                  <a:pt x="204276" y="54192"/>
                  <a:pt x="198302" y="47386"/>
                </a:cubicBezTo>
                <a:cubicBezTo>
                  <a:pt x="190784" y="38849"/>
                  <a:pt x="179582" y="34759"/>
                  <a:pt x="164850" y="34759"/>
                </a:cubicBezTo>
                <a:cubicBezTo>
                  <a:pt x="151951" y="34759"/>
                  <a:pt x="141683" y="38272"/>
                  <a:pt x="134114" y="45553"/>
                </a:cubicBezTo>
                <a:cubicBezTo>
                  <a:pt x="126629" y="52732"/>
                  <a:pt x="122929" y="61880"/>
                  <a:pt x="122929" y="72963"/>
                </a:cubicBezTo>
                <a:close/>
                <a:moveTo>
                  <a:pt x="145689" y="72878"/>
                </a:moveTo>
                <a:cubicBezTo>
                  <a:pt x="145689" y="64613"/>
                  <a:pt x="147623" y="58503"/>
                  <a:pt x="151052" y="54464"/>
                </a:cubicBezTo>
                <a:cubicBezTo>
                  <a:pt x="154803" y="50034"/>
                  <a:pt x="159555" y="47827"/>
                  <a:pt x="165291" y="47827"/>
                </a:cubicBezTo>
                <a:cubicBezTo>
                  <a:pt x="170773" y="47827"/>
                  <a:pt x="175373" y="49983"/>
                  <a:pt x="179090" y="54379"/>
                </a:cubicBezTo>
                <a:cubicBezTo>
                  <a:pt x="182467" y="58384"/>
                  <a:pt x="184368" y="64409"/>
                  <a:pt x="184368" y="72573"/>
                </a:cubicBezTo>
                <a:cubicBezTo>
                  <a:pt x="184368" y="81296"/>
                  <a:pt x="182467" y="87559"/>
                  <a:pt x="179141" y="91497"/>
                </a:cubicBezTo>
                <a:cubicBezTo>
                  <a:pt x="175475" y="95842"/>
                  <a:pt x="170773" y="98014"/>
                  <a:pt x="165071" y="98014"/>
                </a:cubicBezTo>
                <a:cubicBezTo>
                  <a:pt x="159436" y="98014"/>
                  <a:pt x="154735" y="95825"/>
                  <a:pt x="151018" y="91429"/>
                </a:cubicBezTo>
                <a:cubicBezTo>
                  <a:pt x="147623" y="87406"/>
                  <a:pt x="145689" y="81262"/>
                  <a:pt x="145689" y="72878"/>
                </a:cubicBezTo>
                <a:close/>
                <a:moveTo>
                  <a:pt x="149762" y="72878"/>
                </a:moveTo>
                <a:cubicBezTo>
                  <a:pt x="149762" y="80057"/>
                  <a:pt x="151222" y="85353"/>
                  <a:pt x="154124" y="88798"/>
                </a:cubicBezTo>
                <a:cubicBezTo>
                  <a:pt x="157026" y="92226"/>
                  <a:pt x="160675" y="93941"/>
                  <a:pt x="165071" y="93941"/>
                </a:cubicBezTo>
                <a:cubicBezTo>
                  <a:pt x="169517" y="93941"/>
                  <a:pt x="173166" y="92260"/>
                  <a:pt x="176018" y="88866"/>
                </a:cubicBezTo>
                <a:cubicBezTo>
                  <a:pt x="178869" y="85489"/>
                  <a:pt x="180295" y="80057"/>
                  <a:pt x="180295" y="72573"/>
                </a:cubicBezTo>
                <a:cubicBezTo>
                  <a:pt x="180295" y="65614"/>
                  <a:pt x="178852" y="60421"/>
                  <a:pt x="175984" y="57009"/>
                </a:cubicBezTo>
                <a:cubicBezTo>
                  <a:pt x="173099" y="53598"/>
                  <a:pt x="169534" y="51901"/>
                  <a:pt x="165291" y="51901"/>
                </a:cubicBezTo>
                <a:cubicBezTo>
                  <a:pt x="160811" y="51901"/>
                  <a:pt x="157094" y="53632"/>
                  <a:pt x="154158" y="57094"/>
                </a:cubicBezTo>
                <a:cubicBezTo>
                  <a:pt x="151238" y="60556"/>
                  <a:pt x="149762" y="65818"/>
                  <a:pt x="149762" y="72878"/>
                </a:cubicBezTo>
                <a:close/>
                <a:moveTo>
                  <a:pt x="226357" y="32502"/>
                </a:moveTo>
                <a:lnTo>
                  <a:pt x="255142" y="32502"/>
                </a:lnTo>
                <a:lnTo>
                  <a:pt x="255142" y="44246"/>
                </a:lnTo>
                <a:cubicBezTo>
                  <a:pt x="259283" y="39341"/>
                  <a:pt x="263475" y="35862"/>
                  <a:pt x="267684" y="33791"/>
                </a:cubicBezTo>
                <a:cubicBezTo>
                  <a:pt x="271910" y="31721"/>
                  <a:pt x="276985" y="30686"/>
                  <a:pt x="282959" y="30686"/>
                </a:cubicBezTo>
                <a:cubicBezTo>
                  <a:pt x="289375" y="30686"/>
                  <a:pt x="294449" y="31823"/>
                  <a:pt x="298183" y="34097"/>
                </a:cubicBezTo>
                <a:cubicBezTo>
                  <a:pt x="301917" y="36371"/>
                  <a:pt x="304972" y="39749"/>
                  <a:pt x="307348" y="44246"/>
                </a:cubicBezTo>
                <a:cubicBezTo>
                  <a:pt x="312202" y="39002"/>
                  <a:pt x="316615" y="35421"/>
                  <a:pt x="320603" y="33520"/>
                </a:cubicBezTo>
                <a:cubicBezTo>
                  <a:pt x="324592" y="31636"/>
                  <a:pt x="329514" y="30686"/>
                  <a:pt x="335386" y="30686"/>
                </a:cubicBezTo>
                <a:cubicBezTo>
                  <a:pt x="344008" y="30686"/>
                  <a:pt x="350763" y="33248"/>
                  <a:pt x="355600" y="38374"/>
                </a:cubicBezTo>
                <a:cubicBezTo>
                  <a:pt x="360454" y="43500"/>
                  <a:pt x="362881" y="51527"/>
                  <a:pt x="362881" y="62423"/>
                </a:cubicBezTo>
                <a:lnTo>
                  <a:pt x="362881" y="112966"/>
                </a:lnTo>
                <a:lnTo>
                  <a:pt x="331975" y="112966"/>
                </a:lnTo>
                <a:lnTo>
                  <a:pt x="331975" y="67125"/>
                </a:lnTo>
                <a:cubicBezTo>
                  <a:pt x="331975" y="63493"/>
                  <a:pt x="331262" y="60794"/>
                  <a:pt x="329853" y="59012"/>
                </a:cubicBezTo>
                <a:cubicBezTo>
                  <a:pt x="327782" y="56246"/>
                  <a:pt x="325203" y="54854"/>
                  <a:pt x="322114" y="54854"/>
                </a:cubicBezTo>
                <a:cubicBezTo>
                  <a:pt x="318482" y="54854"/>
                  <a:pt x="315562" y="56161"/>
                  <a:pt x="313339" y="58791"/>
                </a:cubicBezTo>
                <a:cubicBezTo>
                  <a:pt x="311116" y="61422"/>
                  <a:pt x="309996" y="65631"/>
                  <a:pt x="309996" y="71453"/>
                </a:cubicBezTo>
                <a:lnTo>
                  <a:pt x="309996" y="112966"/>
                </a:lnTo>
                <a:lnTo>
                  <a:pt x="279089" y="112966"/>
                </a:lnTo>
                <a:lnTo>
                  <a:pt x="279089" y="68635"/>
                </a:lnTo>
                <a:cubicBezTo>
                  <a:pt x="279089" y="65105"/>
                  <a:pt x="278886" y="62712"/>
                  <a:pt x="278478" y="61439"/>
                </a:cubicBezTo>
                <a:cubicBezTo>
                  <a:pt x="277833" y="59419"/>
                  <a:pt x="276696" y="57790"/>
                  <a:pt x="275067" y="56551"/>
                </a:cubicBezTo>
                <a:cubicBezTo>
                  <a:pt x="273455" y="55329"/>
                  <a:pt x="271571" y="54701"/>
                  <a:pt x="269398" y="54701"/>
                </a:cubicBezTo>
                <a:cubicBezTo>
                  <a:pt x="265851" y="54701"/>
                  <a:pt x="262949" y="56042"/>
                  <a:pt x="260675" y="58724"/>
                </a:cubicBezTo>
                <a:cubicBezTo>
                  <a:pt x="258400" y="61388"/>
                  <a:pt x="257263" y="65784"/>
                  <a:pt x="257263" y="71894"/>
                </a:cubicBezTo>
                <a:lnTo>
                  <a:pt x="257263" y="112966"/>
                </a:lnTo>
                <a:lnTo>
                  <a:pt x="226357" y="112966"/>
                </a:lnTo>
                <a:lnTo>
                  <a:pt x="226357" y="32502"/>
                </a:lnTo>
                <a:close/>
                <a:moveTo>
                  <a:pt x="230430" y="36575"/>
                </a:moveTo>
                <a:lnTo>
                  <a:pt x="230430" y="108893"/>
                </a:lnTo>
                <a:lnTo>
                  <a:pt x="253190" y="108893"/>
                </a:lnTo>
                <a:lnTo>
                  <a:pt x="253190" y="71894"/>
                </a:lnTo>
                <a:cubicBezTo>
                  <a:pt x="253190" y="64528"/>
                  <a:pt x="254836" y="59301"/>
                  <a:pt x="257569" y="56076"/>
                </a:cubicBezTo>
                <a:cubicBezTo>
                  <a:pt x="260658" y="52444"/>
                  <a:pt x="264595" y="50628"/>
                  <a:pt x="269398" y="50628"/>
                </a:cubicBezTo>
                <a:cubicBezTo>
                  <a:pt x="272521" y="50628"/>
                  <a:pt x="275220" y="51544"/>
                  <a:pt x="277545" y="53326"/>
                </a:cubicBezTo>
                <a:cubicBezTo>
                  <a:pt x="279819" y="55058"/>
                  <a:pt x="281432" y="57349"/>
                  <a:pt x="282365" y="60183"/>
                </a:cubicBezTo>
                <a:lnTo>
                  <a:pt x="282365" y="60200"/>
                </a:lnTo>
                <a:cubicBezTo>
                  <a:pt x="282840" y="61677"/>
                  <a:pt x="283163" y="64494"/>
                  <a:pt x="283163" y="68635"/>
                </a:cubicBezTo>
                <a:lnTo>
                  <a:pt x="283163" y="108893"/>
                </a:lnTo>
                <a:lnTo>
                  <a:pt x="305922" y="108893"/>
                </a:lnTo>
                <a:lnTo>
                  <a:pt x="305922" y="71453"/>
                </a:lnTo>
                <a:cubicBezTo>
                  <a:pt x="305922" y="64392"/>
                  <a:pt x="307518" y="59351"/>
                  <a:pt x="310216" y="56161"/>
                </a:cubicBezTo>
                <a:cubicBezTo>
                  <a:pt x="313237" y="52597"/>
                  <a:pt x="317192" y="50781"/>
                  <a:pt x="322114" y="50781"/>
                </a:cubicBezTo>
                <a:cubicBezTo>
                  <a:pt x="326459" y="50781"/>
                  <a:pt x="330159" y="52631"/>
                  <a:pt x="333078" y="56534"/>
                </a:cubicBezTo>
                <a:cubicBezTo>
                  <a:pt x="334911" y="58876"/>
                  <a:pt x="336048" y="62373"/>
                  <a:pt x="336048" y="67125"/>
                </a:cubicBezTo>
                <a:lnTo>
                  <a:pt x="336048" y="108893"/>
                </a:lnTo>
                <a:lnTo>
                  <a:pt x="358807" y="108893"/>
                </a:lnTo>
                <a:lnTo>
                  <a:pt x="358807" y="62423"/>
                </a:lnTo>
                <a:cubicBezTo>
                  <a:pt x="358807" y="52817"/>
                  <a:pt x="356924" y="45689"/>
                  <a:pt x="352647" y="41174"/>
                </a:cubicBezTo>
                <a:cubicBezTo>
                  <a:pt x="348522" y="36813"/>
                  <a:pt x="342735" y="34759"/>
                  <a:pt x="335386" y="34759"/>
                </a:cubicBezTo>
                <a:cubicBezTo>
                  <a:pt x="330209" y="34759"/>
                  <a:pt x="325865" y="35540"/>
                  <a:pt x="322351" y="37203"/>
                </a:cubicBezTo>
                <a:cubicBezTo>
                  <a:pt x="318719" y="38934"/>
                  <a:pt x="314748" y="42227"/>
                  <a:pt x="310335" y="47013"/>
                </a:cubicBezTo>
                <a:cubicBezTo>
                  <a:pt x="309436" y="47980"/>
                  <a:pt x="308129" y="48455"/>
                  <a:pt x="306822" y="48286"/>
                </a:cubicBezTo>
                <a:cubicBezTo>
                  <a:pt x="305515" y="48116"/>
                  <a:pt x="304361" y="47318"/>
                  <a:pt x="303750" y="46147"/>
                </a:cubicBezTo>
                <a:cubicBezTo>
                  <a:pt x="301747" y="42362"/>
                  <a:pt x="299201" y="39494"/>
                  <a:pt x="296062" y="37576"/>
                </a:cubicBezTo>
                <a:cubicBezTo>
                  <a:pt x="292854" y="35624"/>
                  <a:pt x="288458" y="34759"/>
                  <a:pt x="282959" y="34759"/>
                </a:cubicBezTo>
                <a:cubicBezTo>
                  <a:pt x="277698" y="34759"/>
                  <a:pt x="273200" y="35624"/>
                  <a:pt x="269483" y="37457"/>
                </a:cubicBezTo>
                <a:cubicBezTo>
                  <a:pt x="265698" y="39307"/>
                  <a:pt x="261982" y="42481"/>
                  <a:pt x="258265" y="46877"/>
                </a:cubicBezTo>
                <a:cubicBezTo>
                  <a:pt x="257161" y="48184"/>
                  <a:pt x="255362" y="48659"/>
                  <a:pt x="253750" y="48065"/>
                </a:cubicBezTo>
                <a:cubicBezTo>
                  <a:pt x="252138" y="47488"/>
                  <a:pt x="251068" y="45960"/>
                  <a:pt x="251068" y="44246"/>
                </a:cubicBezTo>
                <a:lnTo>
                  <a:pt x="251068" y="36575"/>
                </a:lnTo>
                <a:lnTo>
                  <a:pt x="230430" y="36575"/>
                </a:lnTo>
                <a:close/>
                <a:moveTo>
                  <a:pt x="381431" y="143567"/>
                </a:moveTo>
                <a:lnTo>
                  <a:pt x="381431" y="32502"/>
                </a:lnTo>
                <a:lnTo>
                  <a:pt x="410301" y="32502"/>
                </a:lnTo>
                <a:lnTo>
                  <a:pt x="410301" y="44399"/>
                </a:lnTo>
                <a:cubicBezTo>
                  <a:pt x="414289" y="39392"/>
                  <a:pt x="417955" y="36015"/>
                  <a:pt x="421282" y="34250"/>
                </a:cubicBezTo>
                <a:cubicBezTo>
                  <a:pt x="425779" y="31874"/>
                  <a:pt x="430752" y="30686"/>
                  <a:pt x="436217" y="30686"/>
                </a:cubicBezTo>
                <a:cubicBezTo>
                  <a:pt x="446978" y="30686"/>
                  <a:pt x="455294" y="34810"/>
                  <a:pt x="461183" y="43041"/>
                </a:cubicBezTo>
                <a:cubicBezTo>
                  <a:pt x="467056" y="51273"/>
                  <a:pt x="470009" y="61439"/>
                  <a:pt x="470009" y="73574"/>
                </a:cubicBezTo>
                <a:cubicBezTo>
                  <a:pt x="470009" y="86948"/>
                  <a:pt x="466801" y="97165"/>
                  <a:pt x="460386" y="104209"/>
                </a:cubicBezTo>
                <a:cubicBezTo>
                  <a:pt x="453970" y="111252"/>
                  <a:pt x="445857" y="114782"/>
                  <a:pt x="436064" y="114782"/>
                </a:cubicBezTo>
                <a:cubicBezTo>
                  <a:pt x="431312" y="114782"/>
                  <a:pt x="426984" y="113968"/>
                  <a:pt x="423064" y="112355"/>
                </a:cubicBezTo>
                <a:cubicBezTo>
                  <a:pt x="419160" y="110743"/>
                  <a:pt x="415664" y="108333"/>
                  <a:pt x="412575" y="105159"/>
                </a:cubicBezTo>
                <a:lnTo>
                  <a:pt x="412575" y="143567"/>
                </a:lnTo>
                <a:lnTo>
                  <a:pt x="381431" y="143567"/>
                </a:lnTo>
                <a:close/>
                <a:moveTo>
                  <a:pt x="385505" y="139494"/>
                </a:moveTo>
                <a:lnTo>
                  <a:pt x="408502" y="139494"/>
                </a:lnTo>
                <a:lnTo>
                  <a:pt x="408502" y="105159"/>
                </a:lnTo>
                <a:cubicBezTo>
                  <a:pt x="408502" y="103496"/>
                  <a:pt x="409503" y="102002"/>
                  <a:pt x="411048" y="101374"/>
                </a:cubicBezTo>
                <a:cubicBezTo>
                  <a:pt x="412592" y="100763"/>
                  <a:pt x="414340" y="101137"/>
                  <a:pt x="415494" y="102325"/>
                </a:cubicBezTo>
                <a:cubicBezTo>
                  <a:pt x="418176" y="105091"/>
                  <a:pt x="421214" y="107179"/>
                  <a:pt x="424625" y="108588"/>
                </a:cubicBezTo>
                <a:cubicBezTo>
                  <a:pt x="428071" y="110013"/>
                  <a:pt x="431889" y="110709"/>
                  <a:pt x="436064" y="110709"/>
                </a:cubicBezTo>
                <a:cubicBezTo>
                  <a:pt x="444635" y="110709"/>
                  <a:pt x="451747" y="107637"/>
                  <a:pt x="457364" y="101476"/>
                </a:cubicBezTo>
                <a:cubicBezTo>
                  <a:pt x="463203" y="95061"/>
                  <a:pt x="465935" y="85726"/>
                  <a:pt x="465935" y="73574"/>
                </a:cubicBezTo>
                <a:cubicBezTo>
                  <a:pt x="465935" y="62389"/>
                  <a:pt x="463288" y="52987"/>
                  <a:pt x="457857" y="45400"/>
                </a:cubicBezTo>
                <a:cubicBezTo>
                  <a:pt x="452765" y="38272"/>
                  <a:pt x="445535" y="34759"/>
                  <a:pt x="436217" y="34759"/>
                </a:cubicBezTo>
                <a:cubicBezTo>
                  <a:pt x="431448" y="34759"/>
                  <a:pt x="427120" y="35777"/>
                  <a:pt x="423200" y="37848"/>
                </a:cubicBezTo>
                <a:cubicBezTo>
                  <a:pt x="420230" y="39426"/>
                  <a:pt x="417039" y="42498"/>
                  <a:pt x="413492" y="46945"/>
                </a:cubicBezTo>
                <a:cubicBezTo>
                  <a:pt x="412405" y="48286"/>
                  <a:pt x="410589" y="48812"/>
                  <a:pt x="408960" y="48252"/>
                </a:cubicBezTo>
                <a:cubicBezTo>
                  <a:pt x="407331" y="47675"/>
                  <a:pt x="406228" y="46130"/>
                  <a:pt x="406228" y="44399"/>
                </a:cubicBezTo>
                <a:lnTo>
                  <a:pt x="406228" y="36575"/>
                </a:lnTo>
                <a:lnTo>
                  <a:pt x="385505" y="36575"/>
                </a:lnTo>
                <a:lnTo>
                  <a:pt x="385505" y="139494"/>
                </a:lnTo>
                <a:close/>
                <a:moveTo>
                  <a:pt x="408281" y="72963"/>
                </a:moveTo>
                <a:cubicBezTo>
                  <a:pt x="408281" y="64783"/>
                  <a:pt x="410080" y="58961"/>
                  <a:pt x="413186" y="55312"/>
                </a:cubicBezTo>
                <a:cubicBezTo>
                  <a:pt x="416631" y="51273"/>
                  <a:pt x="420959" y="49270"/>
                  <a:pt x="426136" y="49270"/>
                </a:cubicBezTo>
                <a:cubicBezTo>
                  <a:pt x="430990" y="49270"/>
                  <a:pt x="435148" y="51239"/>
                  <a:pt x="438525" y="55329"/>
                </a:cubicBezTo>
                <a:cubicBezTo>
                  <a:pt x="441513" y="58944"/>
                  <a:pt x="443244" y="64562"/>
                  <a:pt x="443244" y="72284"/>
                </a:cubicBezTo>
                <a:cubicBezTo>
                  <a:pt x="443244" y="80601"/>
                  <a:pt x="441530" y="86422"/>
                  <a:pt x="438678" y="89901"/>
                </a:cubicBezTo>
                <a:cubicBezTo>
                  <a:pt x="435420" y="93873"/>
                  <a:pt x="431346" y="95825"/>
                  <a:pt x="426509" y="95825"/>
                </a:cubicBezTo>
                <a:cubicBezTo>
                  <a:pt x="421180" y="95825"/>
                  <a:pt x="416784" y="93805"/>
                  <a:pt x="413288" y="89799"/>
                </a:cubicBezTo>
                <a:cubicBezTo>
                  <a:pt x="410097" y="86116"/>
                  <a:pt x="408281" y="80550"/>
                  <a:pt x="408281" y="72963"/>
                </a:cubicBezTo>
                <a:close/>
                <a:moveTo>
                  <a:pt x="412354" y="72963"/>
                </a:moveTo>
                <a:cubicBezTo>
                  <a:pt x="412354" y="79328"/>
                  <a:pt x="413695" y="84046"/>
                  <a:pt x="416360" y="87135"/>
                </a:cubicBezTo>
                <a:cubicBezTo>
                  <a:pt x="419041" y="90207"/>
                  <a:pt x="422419" y="91751"/>
                  <a:pt x="426509" y="91751"/>
                </a:cubicBezTo>
                <a:cubicBezTo>
                  <a:pt x="430107" y="91751"/>
                  <a:pt x="433111" y="90275"/>
                  <a:pt x="435538" y="87322"/>
                </a:cubicBezTo>
                <a:cubicBezTo>
                  <a:pt x="437948" y="84368"/>
                  <a:pt x="439170" y="79345"/>
                  <a:pt x="439170" y="72284"/>
                </a:cubicBezTo>
                <a:cubicBezTo>
                  <a:pt x="439170" y="65767"/>
                  <a:pt x="437897" y="60981"/>
                  <a:pt x="435386" y="57926"/>
                </a:cubicBezTo>
                <a:cubicBezTo>
                  <a:pt x="432857" y="54871"/>
                  <a:pt x="429768" y="53343"/>
                  <a:pt x="426136" y="53343"/>
                </a:cubicBezTo>
                <a:cubicBezTo>
                  <a:pt x="422198" y="53343"/>
                  <a:pt x="418923" y="54871"/>
                  <a:pt x="416292" y="57960"/>
                </a:cubicBezTo>
                <a:cubicBezTo>
                  <a:pt x="413661" y="61049"/>
                  <a:pt x="412354" y="66038"/>
                  <a:pt x="412354" y="72963"/>
                </a:cubicBezTo>
                <a:close/>
                <a:moveTo>
                  <a:pt x="552357" y="72963"/>
                </a:moveTo>
                <a:cubicBezTo>
                  <a:pt x="552357" y="60692"/>
                  <a:pt x="556499" y="50577"/>
                  <a:pt x="564781" y="42617"/>
                </a:cubicBezTo>
                <a:cubicBezTo>
                  <a:pt x="573063" y="34657"/>
                  <a:pt x="584248" y="30686"/>
                  <a:pt x="598335" y="30686"/>
                </a:cubicBezTo>
                <a:cubicBezTo>
                  <a:pt x="614441" y="30686"/>
                  <a:pt x="626627" y="35353"/>
                  <a:pt x="634859" y="44705"/>
                </a:cubicBezTo>
                <a:cubicBezTo>
                  <a:pt x="641461" y="52223"/>
                  <a:pt x="644771" y="61490"/>
                  <a:pt x="644771" y="72505"/>
                </a:cubicBezTo>
                <a:cubicBezTo>
                  <a:pt x="644771" y="84878"/>
                  <a:pt x="640680" y="95010"/>
                  <a:pt x="632466" y="102919"/>
                </a:cubicBezTo>
                <a:cubicBezTo>
                  <a:pt x="624251" y="110828"/>
                  <a:pt x="612914" y="114782"/>
                  <a:pt x="598420" y="114782"/>
                </a:cubicBezTo>
                <a:cubicBezTo>
                  <a:pt x="585487" y="114782"/>
                  <a:pt x="575032" y="111490"/>
                  <a:pt x="567055" y="104939"/>
                </a:cubicBezTo>
                <a:cubicBezTo>
                  <a:pt x="557245" y="96792"/>
                  <a:pt x="552357" y="86133"/>
                  <a:pt x="552357" y="72963"/>
                </a:cubicBezTo>
                <a:close/>
                <a:moveTo>
                  <a:pt x="556431" y="72963"/>
                </a:moveTo>
                <a:cubicBezTo>
                  <a:pt x="556431" y="84844"/>
                  <a:pt x="560810" y="94467"/>
                  <a:pt x="569635" y="101782"/>
                </a:cubicBezTo>
                <a:cubicBezTo>
                  <a:pt x="576950" y="107807"/>
                  <a:pt x="586573" y="110709"/>
                  <a:pt x="598420" y="110709"/>
                </a:cubicBezTo>
                <a:cubicBezTo>
                  <a:pt x="611692" y="110709"/>
                  <a:pt x="622130" y="107230"/>
                  <a:pt x="629631" y="99983"/>
                </a:cubicBezTo>
                <a:cubicBezTo>
                  <a:pt x="637048" y="92854"/>
                  <a:pt x="640697" y="83673"/>
                  <a:pt x="640697" y="72505"/>
                </a:cubicBezTo>
                <a:cubicBezTo>
                  <a:pt x="640697" y="62576"/>
                  <a:pt x="637761" y="54192"/>
                  <a:pt x="631787" y="47386"/>
                </a:cubicBezTo>
                <a:cubicBezTo>
                  <a:pt x="624268" y="38849"/>
                  <a:pt x="613067" y="34759"/>
                  <a:pt x="598335" y="34759"/>
                </a:cubicBezTo>
                <a:cubicBezTo>
                  <a:pt x="585453" y="34759"/>
                  <a:pt x="575168" y="38272"/>
                  <a:pt x="567598" y="45553"/>
                </a:cubicBezTo>
                <a:cubicBezTo>
                  <a:pt x="560114" y="52732"/>
                  <a:pt x="556431" y="61880"/>
                  <a:pt x="556431" y="72963"/>
                </a:cubicBezTo>
                <a:close/>
                <a:moveTo>
                  <a:pt x="579190" y="72878"/>
                </a:moveTo>
                <a:cubicBezTo>
                  <a:pt x="579190" y="64613"/>
                  <a:pt x="581125" y="58503"/>
                  <a:pt x="584554" y="54464"/>
                </a:cubicBezTo>
                <a:cubicBezTo>
                  <a:pt x="588287" y="50034"/>
                  <a:pt x="593040" y="47827"/>
                  <a:pt x="598793" y="47827"/>
                </a:cubicBezTo>
                <a:cubicBezTo>
                  <a:pt x="604258" y="47827"/>
                  <a:pt x="608875" y="49983"/>
                  <a:pt x="612591" y="54379"/>
                </a:cubicBezTo>
                <a:cubicBezTo>
                  <a:pt x="615969" y="58384"/>
                  <a:pt x="617870" y="64409"/>
                  <a:pt x="617870" y="72573"/>
                </a:cubicBezTo>
                <a:cubicBezTo>
                  <a:pt x="617870" y="81296"/>
                  <a:pt x="615952" y="87559"/>
                  <a:pt x="612625" y="91497"/>
                </a:cubicBezTo>
                <a:cubicBezTo>
                  <a:pt x="608959" y="95842"/>
                  <a:pt x="604275" y="98014"/>
                  <a:pt x="598555" y="98014"/>
                </a:cubicBezTo>
                <a:cubicBezTo>
                  <a:pt x="592921" y="98014"/>
                  <a:pt x="588236" y="95825"/>
                  <a:pt x="584503" y="91429"/>
                </a:cubicBezTo>
                <a:cubicBezTo>
                  <a:pt x="581108" y="87406"/>
                  <a:pt x="579190" y="81262"/>
                  <a:pt x="579190" y="72878"/>
                </a:cubicBezTo>
                <a:close/>
                <a:moveTo>
                  <a:pt x="583264" y="72878"/>
                </a:moveTo>
                <a:cubicBezTo>
                  <a:pt x="583264" y="80057"/>
                  <a:pt x="584706" y="85353"/>
                  <a:pt x="587608" y="88798"/>
                </a:cubicBezTo>
                <a:cubicBezTo>
                  <a:pt x="590528" y="92226"/>
                  <a:pt x="594177" y="93941"/>
                  <a:pt x="598555" y="93941"/>
                </a:cubicBezTo>
                <a:cubicBezTo>
                  <a:pt x="603002" y="93941"/>
                  <a:pt x="606651" y="92260"/>
                  <a:pt x="609503" y="88866"/>
                </a:cubicBezTo>
                <a:cubicBezTo>
                  <a:pt x="612371" y="85489"/>
                  <a:pt x="613796" y="80057"/>
                  <a:pt x="613796" y="72573"/>
                </a:cubicBezTo>
                <a:cubicBezTo>
                  <a:pt x="613796" y="65614"/>
                  <a:pt x="612354" y="60421"/>
                  <a:pt x="609469" y="57009"/>
                </a:cubicBezTo>
                <a:cubicBezTo>
                  <a:pt x="606600" y="53598"/>
                  <a:pt x="603036" y="51901"/>
                  <a:pt x="598793" y="51901"/>
                </a:cubicBezTo>
                <a:cubicBezTo>
                  <a:pt x="594295" y="51901"/>
                  <a:pt x="590579" y="53632"/>
                  <a:pt x="587659" y="57094"/>
                </a:cubicBezTo>
                <a:cubicBezTo>
                  <a:pt x="584723" y="60556"/>
                  <a:pt x="583264" y="65818"/>
                  <a:pt x="583264" y="72878"/>
                </a:cubicBezTo>
                <a:close/>
                <a:moveTo>
                  <a:pt x="659859" y="32502"/>
                </a:moveTo>
                <a:lnTo>
                  <a:pt x="688643" y="32502"/>
                </a:lnTo>
                <a:lnTo>
                  <a:pt x="688643" y="44246"/>
                </a:lnTo>
                <a:cubicBezTo>
                  <a:pt x="692785" y="39341"/>
                  <a:pt x="696960" y="35862"/>
                  <a:pt x="701186" y="33791"/>
                </a:cubicBezTo>
                <a:cubicBezTo>
                  <a:pt x="705395" y="31721"/>
                  <a:pt x="710487" y="30686"/>
                  <a:pt x="716444" y="30686"/>
                </a:cubicBezTo>
                <a:cubicBezTo>
                  <a:pt x="722859" y="30686"/>
                  <a:pt x="727934" y="31823"/>
                  <a:pt x="731668" y="34097"/>
                </a:cubicBezTo>
                <a:cubicBezTo>
                  <a:pt x="735402" y="36371"/>
                  <a:pt x="738457" y="39749"/>
                  <a:pt x="740833" y="44246"/>
                </a:cubicBezTo>
                <a:cubicBezTo>
                  <a:pt x="745687" y="39002"/>
                  <a:pt x="750099" y="35421"/>
                  <a:pt x="754088" y="33520"/>
                </a:cubicBezTo>
                <a:cubicBezTo>
                  <a:pt x="758093" y="31636"/>
                  <a:pt x="763015" y="30686"/>
                  <a:pt x="768871" y="30686"/>
                </a:cubicBezTo>
                <a:cubicBezTo>
                  <a:pt x="777509" y="30686"/>
                  <a:pt x="784247" y="33248"/>
                  <a:pt x="789101" y="38374"/>
                </a:cubicBezTo>
                <a:cubicBezTo>
                  <a:pt x="793938" y="43500"/>
                  <a:pt x="796365" y="51527"/>
                  <a:pt x="796365" y="62423"/>
                </a:cubicBezTo>
                <a:lnTo>
                  <a:pt x="796365" y="112966"/>
                </a:lnTo>
                <a:lnTo>
                  <a:pt x="765459" y="112966"/>
                </a:lnTo>
                <a:lnTo>
                  <a:pt x="765459" y="67125"/>
                </a:lnTo>
                <a:cubicBezTo>
                  <a:pt x="765459" y="63493"/>
                  <a:pt x="764746" y="60794"/>
                  <a:pt x="763338" y="59012"/>
                </a:cubicBezTo>
                <a:cubicBezTo>
                  <a:pt x="761267" y="56246"/>
                  <a:pt x="758687" y="54854"/>
                  <a:pt x="755615" y="54854"/>
                </a:cubicBezTo>
                <a:cubicBezTo>
                  <a:pt x="751966" y="54854"/>
                  <a:pt x="749047" y="56161"/>
                  <a:pt x="746824" y="58791"/>
                </a:cubicBezTo>
                <a:cubicBezTo>
                  <a:pt x="744601" y="61422"/>
                  <a:pt x="743497" y="65631"/>
                  <a:pt x="743497" y="71453"/>
                </a:cubicBezTo>
                <a:lnTo>
                  <a:pt x="743497" y="112966"/>
                </a:lnTo>
                <a:lnTo>
                  <a:pt x="712574" y="112966"/>
                </a:lnTo>
                <a:lnTo>
                  <a:pt x="712574" y="68635"/>
                </a:lnTo>
                <a:cubicBezTo>
                  <a:pt x="712574" y="65105"/>
                  <a:pt x="712370" y="62712"/>
                  <a:pt x="711980" y="61439"/>
                </a:cubicBezTo>
                <a:cubicBezTo>
                  <a:pt x="711318" y="59419"/>
                  <a:pt x="710181" y="57790"/>
                  <a:pt x="708569" y="56551"/>
                </a:cubicBezTo>
                <a:cubicBezTo>
                  <a:pt x="706956" y="55329"/>
                  <a:pt x="705056" y="54701"/>
                  <a:pt x="702883" y="54701"/>
                </a:cubicBezTo>
                <a:cubicBezTo>
                  <a:pt x="699353" y="54701"/>
                  <a:pt x="696451" y="56042"/>
                  <a:pt x="694176" y="58724"/>
                </a:cubicBezTo>
                <a:cubicBezTo>
                  <a:pt x="691902" y="61388"/>
                  <a:pt x="690765" y="65784"/>
                  <a:pt x="690765" y="71894"/>
                </a:cubicBezTo>
                <a:lnTo>
                  <a:pt x="690765" y="112966"/>
                </a:lnTo>
                <a:lnTo>
                  <a:pt x="659859" y="112966"/>
                </a:lnTo>
                <a:lnTo>
                  <a:pt x="659859" y="32502"/>
                </a:lnTo>
                <a:close/>
                <a:moveTo>
                  <a:pt x="663932" y="36575"/>
                </a:moveTo>
                <a:lnTo>
                  <a:pt x="663932" y="108893"/>
                </a:lnTo>
                <a:lnTo>
                  <a:pt x="686692" y="108893"/>
                </a:lnTo>
                <a:lnTo>
                  <a:pt x="686692" y="71894"/>
                </a:lnTo>
                <a:cubicBezTo>
                  <a:pt x="686692" y="64528"/>
                  <a:pt x="688321" y="59301"/>
                  <a:pt x="691070" y="56076"/>
                </a:cubicBezTo>
                <a:cubicBezTo>
                  <a:pt x="694142" y="52444"/>
                  <a:pt x="698080" y="50628"/>
                  <a:pt x="702883" y="50628"/>
                </a:cubicBezTo>
                <a:cubicBezTo>
                  <a:pt x="706006" y="50628"/>
                  <a:pt x="708721" y="51544"/>
                  <a:pt x="711047" y="53326"/>
                </a:cubicBezTo>
                <a:cubicBezTo>
                  <a:pt x="713321" y="55058"/>
                  <a:pt x="714916" y="57349"/>
                  <a:pt x="715850" y="60183"/>
                </a:cubicBezTo>
                <a:lnTo>
                  <a:pt x="715850" y="60200"/>
                </a:lnTo>
                <a:cubicBezTo>
                  <a:pt x="716325" y="61677"/>
                  <a:pt x="716647" y="64494"/>
                  <a:pt x="716647" y="68635"/>
                </a:cubicBezTo>
                <a:lnTo>
                  <a:pt x="716647" y="108893"/>
                </a:lnTo>
                <a:lnTo>
                  <a:pt x="739424" y="108893"/>
                </a:lnTo>
                <a:lnTo>
                  <a:pt x="739424" y="71453"/>
                </a:lnTo>
                <a:cubicBezTo>
                  <a:pt x="739424" y="64392"/>
                  <a:pt x="741019" y="59351"/>
                  <a:pt x="743718" y="56161"/>
                </a:cubicBezTo>
                <a:cubicBezTo>
                  <a:pt x="746722" y="52597"/>
                  <a:pt x="750677" y="50781"/>
                  <a:pt x="755615" y="50781"/>
                </a:cubicBezTo>
                <a:cubicBezTo>
                  <a:pt x="759960" y="50781"/>
                  <a:pt x="763643" y="52631"/>
                  <a:pt x="766562" y="56534"/>
                </a:cubicBezTo>
                <a:cubicBezTo>
                  <a:pt x="768412" y="58876"/>
                  <a:pt x="769533" y="62373"/>
                  <a:pt x="769533" y="67125"/>
                </a:cubicBezTo>
                <a:lnTo>
                  <a:pt x="769533" y="108893"/>
                </a:lnTo>
                <a:lnTo>
                  <a:pt x="792292" y="108893"/>
                </a:lnTo>
                <a:lnTo>
                  <a:pt x="792292" y="62423"/>
                </a:lnTo>
                <a:cubicBezTo>
                  <a:pt x="792292" y="52817"/>
                  <a:pt x="790408" y="45689"/>
                  <a:pt x="786131" y="41174"/>
                </a:cubicBezTo>
                <a:cubicBezTo>
                  <a:pt x="782007" y="36813"/>
                  <a:pt x="776220" y="34759"/>
                  <a:pt x="768871" y="34759"/>
                </a:cubicBezTo>
                <a:cubicBezTo>
                  <a:pt x="763711" y="34759"/>
                  <a:pt x="759366" y="35540"/>
                  <a:pt x="755836" y="37203"/>
                </a:cubicBezTo>
                <a:cubicBezTo>
                  <a:pt x="752221" y="38934"/>
                  <a:pt x="748233" y="42227"/>
                  <a:pt x="743837" y="47013"/>
                </a:cubicBezTo>
                <a:cubicBezTo>
                  <a:pt x="742937" y="47980"/>
                  <a:pt x="741630" y="48455"/>
                  <a:pt x="740307" y="48286"/>
                </a:cubicBezTo>
                <a:cubicBezTo>
                  <a:pt x="739000" y="48116"/>
                  <a:pt x="737846" y="47318"/>
                  <a:pt x="737235" y="46147"/>
                </a:cubicBezTo>
                <a:cubicBezTo>
                  <a:pt x="735232" y="42362"/>
                  <a:pt x="732703" y="39494"/>
                  <a:pt x="729563" y="37576"/>
                </a:cubicBezTo>
                <a:cubicBezTo>
                  <a:pt x="726339" y="35624"/>
                  <a:pt x="721960" y="34759"/>
                  <a:pt x="716444" y="34759"/>
                </a:cubicBezTo>
                <a:cubicBezTo>
                  <a:pt x="711182" y="34759"/>
                  <a:pt x="706685" y="35624"/>
                  <a:pt x="702968" y="37457"/>
                </a:cubicBezTo>
                <a:cubicBezTo>
                  <a:pt x="699183" y="39307"/>
                  <a:pt x="695466" y="42481"/>
                  <a:pt x="691749" y="46877"/>
                </a:cubicBezTo>
                <a:cubicBezTo>
                  <a:pt x="690646" y="48184"/>
                  <a:pt x="688847" y="48659"/>
                  <a:pt x="687235" y="48065"/>
                </a:cubicBezTo>
                <a:cubicBezTo>
                  <a:pt x="685639" y="47488"/>
                  <a:pt x="684570" y="45960"/>
                  <a:pt x="684570" y="44246"/>
                </a:cubicBezTo>
                <a:lnTo>
                  <a:pt x="684570" y="36575"/>
                </a:lnTo>
                <a:lnTo>
                  <a:pt x="663932" y="36575"/>
                </a:lnTo>
                <a:close/>
                <a:moveTo>
                  <a:pt x="815917" y="22878"/>
                </a:moveTo>
                <a:lnTo>
                  <a:pt x="815917" y="1893"/>
                </a:lnTo>
                <a:lnTo>
                  <a:pt x="846751" y="1893"/>
                </a:lnTo>
                <a:lnTo>
                  <a:pt x="846751" y="22878"/>
                </a:lnTo>
                <a:lnTo>
                  <a:pt x="815917" y="22878"/>
                </a:lnTo>
                <a:close/>
                <a:moveTo>
                  <a:pt x="819991" y="5974"/>
                </a:moveTo>
                <a:lnTo>
                  <a:pt x="819991" y="18805"/>
                </a:lnTo>
                <a:lnTo>
                  <a:pt x="842682" y="18805"/>
                </a:lnTo>
                <a:lnTo>
                  <a:pt x="842682" y="5974"/>
                </a:lnTo>
                <a:lnTo>
                  <a:pt x="819991" y="5974"/>
                </a:lnTo>
                <a:close/>
                <a:moveTo>
                  <a:pt x="815917" y="112966"/>
                </a:moveTo>
                <a:lnTo>
                  <a:pt x="815917" y="32511"/>
                </a:lnTo>
                <a:lnTo>
                  <a:pt x="846751" y="32511"/>
                </a:lnTo>
                <a:lnTo>
                  <a:pt x="846751" y="112966"/>
                </a:lnTo>
                <a:lnTo>
                  <a:pt x="815917" y="112966"/>
                </a:lnTo>
                <a:close/>
                <a:moveTo>
                  <a:pt x="819991" y="36575"/>
                </a:moveTo>
                <a:lnTo>
                  <a:pt x="819991" y="108893"/>
                </a:lnTo>
                <a:lnTo>
                  <a:pt x="842682" y="108893"/>
                </a:lnTo>
                <a:lnTo>
                  <a:pt x="842682" y="36575"/>
                </a:lnTo>
                <a:lnTo>
                  <a:pt x="819991" y="36575"/>
                </a:lnTo>
                <a:close/>
                <a:moveTo>
                  <a:pt x="1050540" y="80380"/>
                </a:moveTo>
                <a:lnTo>
                  <a:pt x="988727" y="80380"/>
                </a:lnTo>
                <a:cubicBezTo>
                  <a:pt x="989271" y="85336"/>
                  <a:pt x="990611" y="89019"/>
                  <a:pt x="992733" y="91446"/>
                </a:cubicBezTo>
                <a:cubicBezTo>
                  <a:pt x="995720" y="94925"/>
                  <a:pt x="999607" y="96673"/>
                  <a:pt x="1004410" y="96673"/>
                </a:cubicBezTo>
                <a:cubicBezTo>
                  <a:pt x="1007431" y="96673"/>
                  <a:pt x="1010316" y="95909"/>
                  <a:pt x="1013031" y="94399"/>
                </a:cubicBezTo>
                <a:cubicBezTo>
                  <a:pt x="1014712" y="93448"/>
                  <a:pt x="1016494" y="91751"/>
                  <a:pt x="1018412" y="89324"/>
                </a:cubicBezTo>
                <a:lnTo>
                  <a:pt x="1048792" y="92125"/>
                </a:lnTo>
                <a:cubicBezTo>
                  <a:pt x="1044158" y="100203"/>
                  <a:pt x="1038541" y="106008"/>
                  <a:pt x="1031972" y="109521"/>
                </a:cubicBezTo>
                <a:cubicBezTo>
                  <a:pt x="1025421" y="113017"/>
                  <a:pt x="1016002" y="114782"/>
                  <a:pt x="1003714" y="114782"/>
                </a:cubicBezTo>
                <a:cubicBezTo>
                  <a:pt x="993072" y="114782"/>
                  <a:pt x="984688" y="113272"/>
                  <a:pt x="978561" y="110268"/>
                </a:cubicBezTo>
                <a:cubicBezTo>
                  <a:pt x="972451" y="107264"/>
                  <a:pt x="967393" y="102495"/>
                  <a:pt x="963371" y="95960"/>
                </a:cubicBezTo>
                <a:cubicBezTo>
                  <a:pt x="959366" y="89409"/>
                  <a:pt x="957363" y="81721"/>
                  <a:pt x="957363" y="72878"/>
                </a:cubicBezTo>
                <a:cubicBezTo>
                  <a:pt x="957363" y="60302"/>
                  <a:pt x="961385" y="50136"/>
                  <a:pt x="969447" y="42345"/>
                </a:cubicBezTo>
                <a:cubicBezTo>
                  <a:pt x="977492" y="34572"/>
                  <a:pt x="988626" y="30686"/>
                  <a:pt x="1002814" y="30686"/>
                </a:cubicBezTo>
                <a:cubicBezTo>
                  <a:pt x="1014321" y="30686"/>
                  <a:pt x="1023418" y="32434"/>
                  <a:pt x="1030088" y="35913"/>
                </a:cubicBezTo>
                <a:cubicBezTo>
                  <a:pt x="1036758" y="39392"/>
                  <a:pt x="1041833" y="44450"/>
                  <a:pt x="1045312" y="51069"/>
                </a:cubicBezTo>
                <a:cubicBezTo>
                  <a:pt x="1048792" y="57688"/>
                  <a:pt x="1050540" y="66293"/>
                  <a:pt x="1050540" y="76901"/>
                </a:cubicBezTo>
                <a:lnTo>
                  <a:pt x="1050540" y="80380"/>
                </a:lnTo>
                <a:close/>
                <a:moveTo>
                  <a:pt x="1046467" y="76307"/>
                </a:moveTo>
                <a:cubicBezTo>
                  <a:pt x="1046399" y="66751"/>
                  <a:pt x="1044871" y="58961"/>
                  <a:pt x="1041714" y="52970"/>
                </a:cubicBezTo>
                <a:cubicBezTo>
                  <a:pt x="1038608" y="47098"/>
                  <a:pt x="1034111" y="42617"/>
                  <a:pt x="1028205" y="39528"/>
                </a:cubicBezTo>
                <a:cubicBezTo>
                  <a:pt x="1021993" y="36286"/>
                  <a:pt x="1013524" y="34759"/>
                  <a:pt x="1002814" y="34759"/>
                </a:cubicBezTo>
                <a:cubicBezTo>
                  <a:pt x="989848" y="34759"/>
                  <a:pt x="979630" y="38170"/>
                  <a:pt x="972264" y="45282"/>
                </a:cubicBezTo>
                <a:cubicBezTo>
                  <a:pt x="965000" y="52308"/>
                  <a:pt x="961436" y="61524"/>
                  <a:pt x="961436" y="72878"/>
                </a:cubicBezTo>
                <a:cubicBezTo>
                  <a:pt x="961436" y="80906"/>
                  <a:pt x="963201" y="87882"/>
                  <a:pt x="966850" y="93822"/>
                </a:cubicBezTo>
                <a:cubicBezTo>
                  <a:pt x="970431" y="99660"/>
                  <a:pt x="974912" y="103937"/>
                  <a:pt x="980360" y="106619"/>
                </a:cubicBezTo>
                <a:cubicBezTo>
                  <a:pt x="986029" y="109402"/>
                  <a:pt x="993836" y="110709"/>
                  <a:pt x="1003714" y="110709"/>
                </a:cubicBezTo>
                <a:cubicBezTo>
                  <a:pt x="1015153" y="110709"/>
                  <a:pt x="1023945" y="109199"/>
                  <a:pt x="1030054" y="105923"/>
                </a:cubicBezTo>
                <a:cubicBezTo>
                  <a:pt x="1034416" y="103598"/>
                  <a:pt x="1038286" y="100118"/>
                  <a:pt x="1041697" y="95570"/>
                </a:cubicBezTo>
                <a:lnTo>
                  <a:pt x="1020160" y="93567"/>
                </a:lnTo>
                <a:cubicBezTo>
                  <a:pt x="1018378" y="95587"/>
                  <a:pt x="1016663" y="97013"/>
                  <a:pt x="1015068" y="97929"/>
                </a:cubicBezTo>
                <a:lnTo>
                  <a:pt x="1015017" y="97963"/>
                </a:lnTo>
                <a:cubicBezTo>
                  <a:pt x="1011674" y="99830"/>
                  <a:pt x="1008127" y="100746"/>
                  <a:pt x="1004410" y="100746"/>
                </a:cubicBezTo>
                <a:cubicBezTo>
                  <a:pt x="998334" y="100746"/>
                  <a:pt x="993412" y="98506"/>
                  <a:pt x="989678" y="94127"/>
                </a:cubicBezTo>
                <a:cubicBezTo>
                  <a:pt x="987115" y="91208"/>
                  <a:pt x="985350" y="86812"/>
                  <a:pt x="984671" y="80838"/>
                </a:cubicBezTo>
                <a:cubicBezTo>
                  <a:pt x="984535" y="79684"/>
                  <a:pt x="984909" y="78530"/>
                  <a:pt x="985689" y="77664"/>
                </a:cubicBezTo>
                <a:cubicBezTo>
                  <a:pt x="986453" y="76799"/>
                  <a:pt x="987556" y="76307"/>
                  <a:pt x="988727" y="76307"/>
                </a:cubicBezTo>
                <a:lnTo>
                  <a:pt x="1046467" y="76307"/>
                </a:lnTo>
                <a:close/>
                <a:moveTo>
                  <a:pt x="1019175" y="69687"/>
                </a:moveTo>
                <a:lnTo>
                  <a:pt x="988795" y="69687"/>
                </a:lnTo>
                <a:cubicBezTo>
                  <a:pt x="987641" y="69687"/>
                  <a:pt x="986538" y="69195"/>
                  <a:pt x="985774" y="68330"/>
                </a:cubicBezTo>
                <a:cubicBezTo>
                  <a:pt x="984994" y="67481"/>
                  <a:pt x="984620" y="66327"/>
                  <a:pt x="984739" y="65190"/>
                </a:cubicBezTo>
                <a:cubicBezTo>
                  <a:pt x="985350" y="59453"/>
                  <a:pt x="986894" y="55193"/>
                  <a:pt x="989101" y="52325"/>
                </a:cubicBezTo>
                <a:cubicBezTo>
                  <a:pt x="992852" y="47352"/>
                  <a:pt x="997841" y="44874"/>
                  <a:pt x="1004104" y="44874"/>
                </a:cubicBezTo>
                <a:cubicBezTo>
                  <a:pt x="1009535" y="44874"/>
                  <a:pt x="1013897" y="46605"/>
                  <a:pt x="1017224" y="49915"/>
                </a:cubicBezTo>
                <a:cubicBezTo>
                  <a:pt x="1020346" y="53004"/>
                  <a:pt x="1022502" y="58045"/>
                  <a:pt x="1023232" y="65207"/>
                </a:cubicBezTo>
                <a:cubicBezTo>
                  <a:pt x="1023351" y="66344"/>
                  <a:pt x="1022977" y="67481"/>
                  <a:pt x="1022196" y="68347"/>
                </a:cubicBezTo>
                <a:cubicBezTo>
                  <a:pt x="1021433" y="69195"/>
                  <a:pt x="1020329" y="69687"/>
                  <a:pt x="1019175" y="69687"/>
                </a:cubicBezTo>
                <a:close/>
                <a:moveTo>
                  <a:pt x="1019175" y="65614"/>
                </a:moveTo>
                <a:cubicBezTo>
                  <a:pt x="1018564" y="59657"/>
                  <a:pt x="1016969" y="55380"/>
                  <a:pt x="1014372" y="52800"/>
                </a:cubicBezTo>
                <a:cubicBezTo>
                  <a:pt x="1011759" y="50237"/>
                  <a:pt x="1008347" y="48948"/>
                  <a:pt x="1004104" y="48948"/>
                </a:cubicBezTo>
                <a:cubicBezTo>
                  <a:pt x="999199" y="48948"/>
                  <a:pt x="995279" y="50882"/>
                  <a:pt x="992359" y="54786"/>
                </a:cubicBezTo>
                <a:cubicBezTo>
                  <a:pt x="990492" y="57196"/>
                  <a:pt x="989304" y="60811"/>
                  <a:pt x="988795" y="65614"/>
                </a:cubicBezTo>
                <a:lnTo>
                  <a:pt x="1019175" y="65614"/>
                </a:lnTo>
                <a:close/>
                <a:moveTo>
                  <a:pt x="1149402" y="1901"/>
                </a:moveTo>
                <a:lnTo>
                  <a:pt x="1149402" y="112966"/>
                </a:lnTo>
                <a:lnTo>
                  <a:pt x="1120533" y="112966"/>
                </a:lnTo>
                <a:lnTo>
                  <a:pt x="1120533" y="101069"/>
                </a:lnTo>
                <a:cubicBezTo>
                  <a:pt x="1116493" y="106110"/>
                  <a:pt x="1112811" y="109521"/>
                  <a:pt x="1109484" y="111286"/>
                </a:cubicBezTo>
                <a:cubicBezTo>
                  <a:pt x="1105037" y="113611"/>
                  <a:pt x="1100081" y="114782"/>
                  <a:pt x="1094633" y="114782"/>
                </a:cubicBezTo>
                <a:cubicBezTo>
                  <a:pt x="1083669" y="114782"/>
                  <a:pt x="1075302" y="110607"/>
                  <a:pt x="1069515" y="102274"/>
                </a:cubicBezTo>
                <a:cubicBezTo>
                  <a:pt x="1063727" y="93941"/>
                  <a:pt x="1060842" y="83825"/>
                  <a:pt x="1060842" y="71894"/>
                </a:cubicBezTo>
                <a:cubicBezTo>
                  <a:pt x="1060842" y="58571"/>
                  <a:pt x="1064033" y="48371"/>
                  <a:pt x="1070431" y="41293"/>
                </a:cubicBezTo>
                <a:cubicBezTo>
                  <a:pt x="1076813" y="34216"/>
                  <a:pt x="1084942" y="30686"/>
                  <a:pt x="1094786" y="30686"/>
                </a:cubicBezTo>
                <a:cubicBezTo>
                  <a:pt x="1099572" y="30686"/>
                  <a:pt x="1103934" y="31500"/>
                  <a:pt x="1107855" y="33113"/>
                </a:cubicBezTo>
                <a:cubicBezTo>
                  <a:pt x="1111758" y="34725"/>
                  <a:pt x="1115238" y="37152"/>
                  <a:pt x="1118276" y="40377"/>
                </a:cubicBezTo>
                <a:lnTo>
                  <a:pt x="1118276" y="1901"/>
                </a:lnTo>
                <a:lnTo>
                  <a:pt x="1149402" y="1901"/>
                </a:lnTo>
                <a:close/>
                <a:moveTo>
                  <a:pt x="1145329" y="5974"/>
                </a:moveTo>
                <a:lnTo>
                  <a:pt x="1122349" y="5974"/>
                </a:lnTo>
                <a:lnTo>
                  <a:pt x="1122349" y="40377"/>
                </a:lnTo>
                <a:cubicBezTo>
                  <a:pt x="1122349" y="42057"/>
                  <a:pt x="1121314" y="43550"/>
                  <a:pt x="1119769" y="44178"/>
                </a:cubicBezTo>
                <a:cubicBezTo>
                  <a:pt x="1118208" y="44789"/>
                  <a:pt x="1116443" y="44382"/>
                  <a:pt x="1115288" y="43177"/>
                </a:cubicBezTo>
                <a:cubicBezTo>
                  <a:pt x="1112675" y="40377"/>
                  <a:pt x="1109688" y="38272"/>
                  <a:pt x="1106293" y="36880"/>
                </a:cubicBezTo>
                <a:cubicBezTo>
                  <a:pt x="1102848" y="35455"/>
                  <a:pt x="1099012" y="34759"/>
                  <a:pt x="1094786" y="34759"/>
                </a:cubicBezTo>
                <a:cubicBezTo>
                  <a:pt x="1086164" y="34759"/>
                  <a:pt x="1079036" y="37831"/>
                  <a:pt x="1073452" y="44026"/>
                </a:cubicBezTo>
                <a:cubicBezTo>
                  <a:pt x="1067648" y="50458"/>
                  <a:pt x="1064915" y="59776"/>
                  <a:pt x="1064915" y="71894"/>
                </a:cubicBezTo>
                <a:cubicBezTo>
                  <a:pt x="1064915" y="82909"/>
                  <a:pt x="1067529" y="92260"/>
                  <a:pt x="1072858" y="99949"/>
                </a:cubicBezTo>
                <a:cubicBezTo>
                  <a:pt x="1077865" y="107162"/>
                  <a:pt x="1085146" y="110709"/>
                  <a:pt x="1094633" y="110709"/>
                </a:cubicBezTo>
                <a:cubicBezTo>
                  <a:pt x="1099386" y="110709"/>
                  <a:pt x="1103713" y="109708"/>
                  <a:pt x="1107583" y="107688"/>
                </a:cubicBezTo>
                <a:cubicBezTo>
                  <a:pt x="1110553" y="106110"/>
                  <a:pt x="1113761" y="103021"/>
                  <a:pt x="1117359" y="98523"/>
                </a:cubicBezTo>
                <a:cubicBezTo>
                  <a:pt x="1118445" y="97165"/>
                  <a:pt x="1120261" y="96656"/>
                  <a:pt x="1121891" y="97216"/>
                </a:cubicBezTo>
                <a:cubicBezTo>
                  <a:pt x="1123520" y="97793"/>
                  <a:pt x="1124606" y="99338"/>
                  <a:pt x="1124606" y="101069"/>
                </a:cubicBezTo>
                <a:lnTo>
                  <a:pt x="1124606" y="108893"/>
                </a:lnTo>
                <a:lnTo>
                  <a:pt x="1145329" y="108893"/>
                </a:lnTo>
                <a:lnTo>
                  <a:pt x="1145329" y="5974"/>
                </a:lnTo>
                <a:close/>
                <a:moveTo>
                  <a:pt x="1122569" y="72505"/>
                </a:moveTo>
                <a:cubicBezTo>
                  <a:pt x="1122569" y="80736"/>
                  <a:pt x="1120753" y="86592"/>
                  <a:pt x="1117648" y="90224"/>
                </a:cubicBezTo>
                <a:cubicBezTo>
                  <a:pt x="1114202" y="94263"/>
                  <a:pt x="1109874" y="96283"/>
                  <a:pt x="1104715" y="96283"/>
                </a:cubicBezTo>
                <a:cubicBezTo>
                  <a:pt x="1099776" y="96283"/>
                  <a:pt x="1095618" y="94280"/>
                  <a:pt x="1092274" y="90207"/>
                </a:cubicBezTo>
                <a:cubicBezTo>
                  <a:pt x="1089321" y="86592"/>
                  <a:pt x="1087607" y="80957"/>
                  <a:pt x="1087607" y="73184"/>
                </a:cubicBezTo>
                <a:cubicBezTo>
                  <a:pt x="1087607" y="64935"/>
                  <a:pt x="1089304" y="59114"/>
                  <a:pt x="1092155" y="55618"/>
                </a:cubicBezTo>
                <a:cubicBezTo>
                  <a:pt x="1095414" y="51595"/>
                  <a:pt x="1099487" y="49643"/>
                  <a:pt x="1104324" y="49643"/>
                </a:cubicBezTo>
                <a:cubicBezTo>
                  <a:pt x="1109671" y="49643"/>
                  <a:pt x="1114083" y="51663"/>
                  <a:pt x="1117563" y="55719"/>
                </a:cubicBezTo>
                <a:cubicBezTo>
                  <a:pt x="1120753" y="59419"/>
                  <a:pt x="1122569" y="64969"/>
                  <a:pt x="1122569" y="72505"/>
                </a:cubicBezTo>
                <a:close/>
                <a:moveTo>
                  <a:pt x="1118496" y="72505"/>
                </a:moveTo>
                <a:cubicBezTo>
                  <a:pt x="1118496" y="66191"/>
                  <a:pt x="1117155" y="61490"/>
                  <a:pt x="1114474" y="58384"/>
                </a:cubicBezTo>
                <a:cubicBezTo>
                  <a:pt x="1111809" y="55278"/>
                  <a:pt x="1108415" y="53717"/>
                  <a:pt x="1104324" y="53717"/>
                </a:cubicBezTo>
                <a:cubicBezTo>
                  <a:pt x="1100743" y="53717"/>
                  <a:pt x="1097739" y="55210"/>
                  <a:pt x="1095312" y="58180"/>
                </a:cubicBezTo>
                <a:cubicBezTo>
                  <a:pt x="1092885" y="61167"/>
                  <a:pt x="1091680" y="66174"/>
                  <a:pt x="1091680" y="73184"/>
                </a:cubicBezTo>
                <a:cubicBezTo>
                  <a:pt x="1091680" y="79752"/>
                  <a:pt x="1092919" y="84572"/>
                  <a:pt x="1095431" y="87627"/>
                </a:cubicBezTo>
                <a:cubicBezTo>
                  <a:pt x="1097926" y="90682"/>
                  <a:pt x="1101015" y="92209"/>
                  <a:pt x="1104715" y="92209"/>
                </a:cubicBezTo>
                <a:cubicBezTo>
                  <a:pt x="1108652" y="92209"/>
                  <a:pt x="1111928" y="90665"/>
                  <a:pt x="1114559" y="87576"/>
                </a:cubicBezTo>
                <a:cubicBezTo>
                  <a:pt x="1117189" y="84504"/>
                  <a:pt x="1118496" y="79480"/>
                  <a:pt x="1118496" y="72505"/>
                </a:cubicBezTo>
                <a:close/>
              </a:path>
            </a:pathLst>
          </a:custGeom>
          <a:solidFill xmlns:a="http://schemas.openxmlformats.org/drawingml/2006/main">
            <a:srgbClr val="AD71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(ratheruncertain)">
            <a:extLst xmlns:a="http://schemas.openxmlformats.org/drawingml/2006/main">
              <a:ext uri="{FF2B5EF4-FFF2-40B4-BE49-F238E27FC236}">
                <a16:creationId xmlns:a16="http://schemas.microsoft.com/office/drawing/2014/main" id="{8F35C1E5-BE79-4336-B162-4819CA07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781" y="735193"/>
            <a:ext cx="549225" cy="63110"/>
          </a:xfrm>
          <a:custGeom xmlns:a="http://schemas.openxmlformats.org/drawingml/2006/main">
            <a:pathLst>
              <a:path w="549225" h="63110">
                <a:moveTo>
                  <a:pt x="16598" y="63110"/>
                </a:moveTo>
                <a:lnTo>
                  <a:pt x="10267" y="63110"/>
                </a:lnTo>
                <a:cubicBezTo>
                  <a:pt x="6921" y="58053"/>
                  <a:pt x="4374" y="52800"/>
                  <a:pt x="2624" y="47349"/>
                </a:cubicBezTo>
                <a:cubicBezTo>
                  <a:pt x="875" y="41899"/>
                  <a:pt x="0" y="36623"/>
                  <a:pt x="0" y="31522"/>
                </a:cubicBezTo>
                <a:cubicBezTo>
                  <a:pt x="0" y="25196"/>
                  <a:pt x="1082" y="19209"/>
                  <a:pt x="3247" y="13561"/>
                </a:cubicBezTo>
                <a:cubicBezTo>
                  <a:pt x="5128" y="8658"/>
                  <a:pt x="7512" y="4137"/>
                  <a:pt x="10398" y="0"/>
                </a:cubicBezTo>
                <a:lnTo>
                  <a:pt x="16696" y="0"/>
                </a:lnTo>
                <a:cubicBezTo>
                  <a:pt x="13700" y="6633"/>
                  <a:pt x="11639" y="12275"/>
                  <a:pt x="10513" y="16927"/>
                </a:cubicBezTo>
                <a:cubicBezTo>
                  <a:pt x="9387" y="21578"/>
                  <a:pt x="8824" y="26509"/>
                  <a:pt x="8824" y="31719"/>
                </a:cubicBezTo>
                <a:cubicBezTo>
                  <a:pt x="8824" y="35310"/>
                  <a:pt x="9157" y="38987"/>
                  <a:pt x="9824" y="42753"/>
                </a:cubicBezTo>
                <a:cubicBezTo>
                  <a:pt x="10491" y="46517"/>
                  <a:pt x="11404" y="50096"/>
                  <a:pt x="12563" y="53489"/>
                </a:cubicBezTo>
                <a:cubicBezTo>
                  <a:pt x="13328" y="55722"/>
                  <a:pt x="14673" y="58929"/>
                  <a:pt x="16598" y="63110"/>
                </a:cubicBezTo>
                <a:close/>
                <a:moveTo>
                  <a:pt x="32512" y="48940"/>
                </a:moveTo>
                <a:lnTo>
                  <a:pt x="23294" y="48940"/>
                </a:lnTo>
                <a:lnTo>
                  <a:pt x="23294" y="14105"/>
                </a:lnTo>
                <a:lnTo>
                  <a:pt x="31856" y="14105"/>
                </a:lnTo>
                <a:lnTo>
                  <a:pt x="31856" y="19058"/>
                </a:lnTo>
                <a:cubicBezTo>
                  <a:pt x="33321" y="16718"/>
                  <a:pt x="34638" y="15176"/>
                  <a:pt x="35808" y="14433"/>
                </a:cubicBezTo>
                <a:cubicBezTo>
                  <a:pt x="36978" y="13689"/>
                  <a:pt x="38307" y="13317"/>
                  <a:pt x="39794" y="13317"/>
                </a:cubicBezTo>
                <a:cubicBezTo>
                  <a:pt x="41893" y="13317"/>
                  <a:pt x="43916" y="13897"/>
                  <a:pt x="45862" y="15056"/>
                </a:cubicBezTo>
                <a:lnTo>
                  <a:pt x="43008" y="23092"/>
                </a:lnTo>
                <a:cubicBezTo>
                  <a:pt x="41456" y="22086"/>
                  <a:pt x="40012" y="21583"/>
                  <a:pt x="38678" y="21583"/>
                </a:cubicBezTo>
                <a:cubicBezTo>
                  <a:pt x="37388" y="21583"/>
                  <a:pt x="36295" y="21939"/>
                  <a:pt x="35398" y="22649"/>
                </a:cubicBezTo>
                <a:cubicBezTo>
                  <a:pt x="34502" y="23360"/>
                  <a:pt x="33796" y="24645"/>
                  <a:pt x="33282" y="26504"/>
                </a:cubicBezTo>
                <a:cubicBezTo>
                  <a:pt x="32769" y="28362"/>
                  <a:pt x="32512" y="32255"/>
                  <a:pt x="32512" y="38181"/>
                </a:cubicBezTo>
                <a:lnTo>
                  <a:pt x="32512" y="48940"/>
                </a:lnTo>
                <a:close/>
                <a:moveTo>
                  <a:pt x="56722" y="24864"/>
                </a:moveTo>
                <a:lnTo>
                  <a:pt x="48358" y="23355"/>
                </a:lnTo>
                <a:cubicBezTo>
                  <a:pt x="49298" y="19943"/>
                  <a:pt x="50916" y="17417"/>
                  <a:pt x="53212" y="15778"/>
                </a:cubicBezTo>
                <a:cubicBezTo>
                  <a:pt x="55509" y="14137"/>
                  <a:pt x="58920" y="13317"/>
                  <a:pt x="63447" y="13317"/>
                </a:cubicBezTo>
                <a:cubicBezTo>
                  <a:pt x="67558" y="13317"/>
                  <a:pt x="70619" y="13804"/>
                  <a:pt x="72631" y="14777"/>
                </a:cubicBezTo>
                <a:cubicBezTo>
                  <a:pt x="74643" y="15750"/>
                  <a:pt x="76059" y="16986"/>
                  <a:pt x="76879" y="18484"/>
                </a:cubicBezTo>
                <a:cubicBezTo>
                  <a:pt x="77699" y="19982"/>
                  <a:pt x="78109" y="22732"/>
                  <a:pt x="78109" y="26733"/>
                </a:cubicBezTo>
                <a:lnTo>
                  <a:pt x="78010" y="37492"/>
                </a:lnTo>
                <a:cubicBezTo>
                  <a:pt x="78010" y="40554"/>
                  <a:pt x="78158" y="42812"/>
                  <a:pt x="78453" y="44266"/>
                </a:cubicBezTo>
                <a:cubicBezTo>
                  <a:pt x="78748" y="45720"/>
                  <a:pt x="79301" y="47278"/>
                  <a:pt x="80110" y="48940"/>
                </a:cubicBezTo>
                <a:lnTo>
                  <a:pt x="70991" y="48940"/>
                </a:lnTo>
                <a:cubicBezTo>
                  <a:pt x="70750" y="48328"/>
                  <a:pt x="70455" y="47420"/>
                  <a:pt x="70105" y="46217"/>
                </a:cubicBezTo>
                <a:cubicBezTo>
                  <a:pt x="69952" y="45671"/>
                  <a:pt x="69843" y="45310"/>
                  <a:pt x="69777" y="45135"/>
                </a:cubicBezTo>
                <a:cubicBezTo>
                  <a:pt x="68203" y="46666"/>
                  <a:pt x="66519" y="47814"/>
                  <a:pt x="64726" y="48579"/>
                </a:cubicBezTo>
                <a:cubicBezTo>
                  <a:pt x="62933" y="49345"/>
                  <a:pt x="61019" y="49727"/>
                  <a:pt x="58985" y="49727"/>
                </a:cubicBezTo>
                <a:cubicBezTo>
                  <a:pt x="55399" y="49727"/>
                  <a:pt x="52573" y="48758"/>
                  <a:pt x="50506" y="46820"/>
                </a:cubicBezTo>
                <a:cubicBezTo>
                  <a:pt x="48440" y="44882"/>
                  <a:pt x="47407" y="42432"/>
                  <a:pt x="47407" y="39471"/>
                </a:cubicBezTo>
                <a:cubicBezTo>
                  <a:pt x="47407" y="37511"/>
                  <a:pt x="47877" y="35763"/>
                  <a:pt x="48817" y="34228"/>
                </a:cubicBezTo>
                <a:cubicBezTo>
                  <a:pt x="49757" y="32693"/>
                  <a:pt x="51075" y="31517"/>
                  <a:pt x="52770" y="30700"/>
                </a:cubicBezTo>
                <a:cubicBezTo>
                  <a:pt x="54464" y="29884"/>
                  <a:pt x="56908" y="29171"/>
                  <a:pt x="60101" y="28561"/>
                </a:cubicBezTo>
                <a:cubicBezTo>
                  <a:pt x="64409" y="27755"/>
                  <a:pt x="67394" y="27004"/>
                  <a:pt x="69056" y="26307"/>
                </a:cubicBezTo>
                <a:lnTo>
                  <a:pt x="69056" y="25378"/>
                </a:lnTo>
                <a:cubicBezTo>
                  <a:pt x="69056" y="23587"/>
                  <a:pt x="68618" y="22310"/>
                  <a:pt x="67744" y="21548"/>
                </a:cubicBezTo>
                <a:cubicBezTo>
                  <a:pt x="66869" y="20784"/>
                  <a:pt x="65218" y="20403"/>
                  <a:pt x="62790" y="20403"/>
                </a:cubicBezTo>
                <a:cubicBezTo>
                  <a:pt x="61150" y="20403"/>
                  <a:pt x="59871" y="20733"/>
                  <a:pt x="58953" y="21393"/>
                </a:cubicBezTo>
                <a:cubicBezTo>
                  <a:pt x="58034" y="22052"/>
                  <a:pt x="57291" y="23209"/>
                  <a:pt x="56722" y="24864"/>
                </a:cubicBezTo>
                <a:moveTo>
                  <a:pt x="69056" y="32342"/>
                </a:moveTo>
                <a:cubicBezTo>
                  <a:pt x="67875" y="32731"/>
                  <a:pt x="66005" y="33196"/>
                  <a:pt x="63447" y="33736"/>
                </a:cubicBezTo>
                <a:cubicBezTo>
                  <a:pt x="60888" y="34276"/>
                  <a:pt x="59215" y="34806"/>
                  <a:pt x="58428" y="35324"/>
                </a:cubicBezTo>
                <a:cubicBezTo>
                  <a:pt x="57225" y="36167"/>
                  <a:pt x="56624" y="37236"/>
                  <a:pt x="56624" y="38533"/>
                </a:cubicBezTo>
                <a:cubicBezTo>
                  <a:pt x="56624" y="39808"/>
                  <a:pt x="57105" y="40910"/>
                  <a:pt x="58067" y="41839"/>
                </a:cubicBezTo>
                <a:cubicBezTo>
                  <a:pt x="59029" y="42768"/>
                  <a:pt x="60254" y="43232"/>
                  <a:pt x="61741" y="43232"/>
                </a:cubicBezTo>
                <a:cubicBezTo>
                  <a:pt x="63403" y="43232"/>
                  <a:pt x="64988" y="42692"/>
                  <a:pt x="66497" y="41612"/>
                </a:cubicBezTo>
                <a:cubicBezTo>
                  <a:pt x="67612" y="40791"/>
                  <a:pt x="68345" y="39786"/>
                  <a:pt x="68695" y="38597"/>
                </a:cubicBezTo>
                <a:cubicBezTo>
                  <a:pt x="68935" y="37820"/>
                  <a:pt x="69056" y="36340"/>
                  <a:pt x="69056" y="34158"/>
                </a:cubicBezTo>
                <a:lnTo>
                  <a:pt x="69056" y="32342"/>
                </a:lnTo>
                <a:close/>
                <a:moveTo>
                  <a:pt x="103173" y="14105"/>
                </a:moveTo>
                <a:lnTo>
                  <a:pt x="103173" y="21452"/>
                </a:lnTo>
                <a:lnTo>
                  <a:pt x="96875" y="21452"/>
                </a:lnTo>
                <a:lnTo>
                  <a:pt x="96875" y="35469"/>
                </a:lnTo>
                <a:cubicBezTo>
                  <a:pt x="96875" y="38307"/>
                  <a:pt x="96935" y="39962"/>
                  <a:pt x="97055" y="40431"/>
                </a:cubicBezTo>
                <a:cubicBezTo>
                  <a:pt x="97175" y="40900"/>
                  <a:pt x="97449" y="41287"/>
                  <a:pt x="97875" y="41593"/>
                </a:cubicBezTo>
                <a:cubicBezTo>
                  <a:pt x="98302" y="41899"/>
                  <a:pt x="98821" y="42052"/>
                  <a:pt x="99433" y="42052"/>
                </a:cubicBezTo>
                <a:cubicBezTo>
                  <a:pt x="100286" y="42052"/>
                  <a:pt x="101522" y="41756"/>
                  <a:pt x="103140" y="41166"/>
                </a:cubicBezTo>
                <a:lnTo>
                  <a:pt x="103927" y="48343"/>
                </a:lnTo>
                <a:cubicBezTo>
                  <a:pt x="101784" y="49266"/>
                  <a:pt x="99357" y="49727"/>
                  <a:pt x="96645" y="49727"/>
                </a:cubicBezTo>
                <a:cubicBezTo>
                  <a:pt x="94983" y="49727"/>
                  <a:pt x="93485" y="49448"/>
                  <a:pt x="92151" y="48891"/>
                </a:cubicBezTo>
                <a:cubicBezTo>
                  <a:pt x="90817" y="48333"/>
                  <a:pt x="89839" y="47612"/>
                  <a:pt x="89216" y="46726"/>
                </a:cubicBezTo>
                <a:cubicBezTo>
                  <a:pt x="88592" y="45840"/>
                  <a:pt x="88160" y="44643"/>
                  <a:pt x="87920" y="43134"/>
                </a:cubicBezTo>
                <a:cubicBezTo>
                  <a:pt x="87723" y="42063"/>
                  <a:pt x="87625" y="39898"/>
                  <a:pt x="87625" y="36639"/>
                </a:cubicBezTo>
                <a:lnTo>
                  <a:pt x="87625" y="21452"/>
                </a:lnTo>
                <a:lnTo>
                  <a:pt x="83393" y="21452"/>
                </a:lnTo>
                <a:lnTo>
                  <a:pt x="83393" y="14105"/>
                </a:lnTo>
                <a:lnTo>
                  <a:pt x="87625" y="14105"/>
                </a:lnTo>
                <a:lnTo>
                  <a:pt x="87625" y="7151"/>
                </a:lnTo>
                <a:lnTo>
                  <a:pt x="96875" y="1706"/>
                </a:lnTo>
                <a:lnTo>
                  <a:pt x="96875" y="14105"/>
                </a:lnTo>
                <a:lnTo>
                  <a:pt x="103173" y="14105"/>
                </a:lnTo>
                <a:close/>
                <a:moveTo>
                  <a:pt x="118760" y="853"/>
                </a:moveTo>
                <a:lnTo>
                  <a:pt x="118760" y="18557"/>
                </a:lnTo>
                <a:cubicBezTo>
                  <a:pt x="121734" y="15064"/>
                  <a:pt x="125288" y="13317"/>
                  <a:pt x="129421" y="13317"/>
                </a:cubicBezTo>
                <a:cubicBezTo>
                  <a:pt x="131542" y="13317"/>
                  <a:pt x="133455" y="13711"/>
                  <a:pt x="135161" y="14498"/>
                </a:cubicBezTo>
                <a:cubicBezTo>
                  <a:pt x="136867" y="15286"/>
                  <a:pt x="138151" y="16291"/>
                  <a:pt x="139015" y="17516"/>
                </a:cubicBezTo>
                <a:cubicBezTo>
                  <a:pt x="139879" y="18741"/>
                  <a:pt x="140469" y="20096"/>
                  <a:pt x="140786" y="21583"/>
                </a:cubicBezTo>
                <a:cubicBezTo>
                  <a:pt x="141103" y="23070"/>
                  <a:pt x="141262" y="25377"/>
                  <a:pt x="141262" y="28505"/>
                </a:cubicBezTo>
                <a:lnTo>
                  <a:pt x="141262" y="48940"/>
                </a:lnTo>
                <a:lnTo>
                  <a:pt x="132045" y="48940"/>
                </a:lnTo>
                <a:lnTo>
                  <a:pt x="132045" y="30560"/>
                </a:lnTo>
                <a:cubicBezTo>
                  <a:pt x="132045" y="26912"/>
                  <a:pt x="131870" y="24597"/>
                  <a:pt x="131520" y="23614"/>
                </a:cubicBezTo>
                <a:cubicBezTo>
                  <a:pt x="131170" y="22631"/>
                  <a:pt x="130552" y="21850"/>
                  <a:pt x="129667" y="21271"/>
                </a:cubicBezTo>
                <a:cubicBezTo>
                  <a:pt x="128781" y="20692"/>
                  <a:pt x="127671" y="20403"/>
                  <a:pt x="126337" y="20403"/>
                </a:cubicBezTo>
                <a:cubicBezTo>
                  <a:pt x="124806" y="20403"/>
                  <a:pt x="123440" y="20774"/>
                  <a:pt x="122237" y="21517"/>
                </a:cubicBezTo>
                <a:cubicBezTo>
                  <a:pt x="121034" y="22260"/>
                  <a:pt x="120154" y="23379"/>
                  <a:pt x="119596" y="24875"/>
                </a:cubicBezTo>
                <a:cubicBezTo>
                  <a:pt x="119039" y="26371"/>
                  <a:pt x="118760" y="28582"/>
                  <a:pt x="118760" y="31510"/>
                </a:cubicBezTo>
                <a:lnTo>
                  <a:pt x="118760" y="48940"/>
                </a:lnTo>
                <a:lnTo>
                  <a:pt x="109543" y="48940"/>
                </a:lnTo>
                <a:lnTo>
                  <a:pt x="109543" y="853"/>
                </a:lnTo>
                <a:lnTo>
                  <a:pt x="118760" y="853"/>
                </a:lnTo>
                <a:close/>
                <a:moveTo>
                  <a:pt x="170781" y="37853"/>
                </a:moveTo>
                <a:lnTo>
                  <a:pt x="179965" y="39428"/>
                </a:lnTo>
                <a:cubicBezTo>
                  <a:pt x="178784" y="42784"/>
                  <a:pt x="176920" y="45340"/>
                  <a:pt x="174373" y="47095"/>
                </a:cubicBezTo>
                <a:cubicBezTo>
                  <a:pt x="171825" y="48850"/>
                  <a:pt x="168638" y="49727"/>
                  <a:pt x="164811" y="49727"/>
                </a:cubicBezTo>
                <a:cubicBezTo>
                  <a:pt x="158754" y="49727"/>
                  <a:pt x="154271" y="47748"/>
                  <a:pt x="151362" y="43790"/>
                </a:cubicBezTo>
                <a:cubicBezTo>
                  <a:pt x="149066" y="40619"/>
                  <a:pt x="147918" y="36618"/>
                  <a:pt x="147918" y="31785"/>
                </a:cubicBezTo>
                <a:cubicBezTo>
                  <a:pt x="147918" y="26012"/>
                  <a:pt x="149427" y="21491"/>
                  <a:pt x="152445" y="18221"/>
                </a:cubicBezTo>
                <a:cubicBezTo>
                  <a:pt x="155463" y="14952"/>
                  <a:pt x="159278" y="13317"/>
                  <a:pt x="163893" y="13317"/>
                </a:cubicBezTo>
                <a:cubicBezTo>
                  <a:pt x="169075" y="13317"/>
                  <a:pt x="173164" y="15029"/>
                  <a:pt x="176160" y="18451"/>
                </a:cubicBezTo>
                <a:cubicBezTo>
                  <a:pt x="179156" y="21873"/>
                  <a:pt x="180589" y="27116"/>
                  <a:pt x="180457" y="34179"/>
                </a:cubicBezTo>
                <a:lnTo>
                  <a:pt x="157365" y="34179"/>
                </a:lnTo>
                <a:cubicBezTo>
                  <a:pt x="157431" y="36913"/>
                  <a:pt x="158174" y="39039"/>
                  <a:pt x="159596" y="40559"/>
                </a:cubicBezTo>
                <a:cubicBezTo>
                  <a:pt x="161017" y="42079"/>
                  <a:pt x="162788" y="42839"/>
                  <a:pt x="164909" y="42839"/>
                </a:cubicBezTo>
                <a:cubicBezTo>
                  <a:pt x="166353" y="42839"/>
                  <a:pt x="167566" y="42445"/>
                  <a:pt x="168550" y="41658"/>
                </a:cubicBezTo>
                <a:cubicBezTo>
                  <a:pt x="169534" y="40871"/>
                  <a:pt x="170278" y="39602"/>
                  <a:pt x="170781" y="37853"/>
                </a:cubicBezTo>
                <a:moveTo>
                  <a:pt x="171306" y="28537"/>
                </a:moveTo>
                <a:cubicBezTo>
                  <a:pt x="171240" y="25880"/>
                  <a:pt x="170551" y="23860"/>
                  <a:pt x="169239" y="22477"/>
                </a:cubicBezTo>
                <a:cubicBezTo>
                  <a:pt x="167927" y="21094"/>
                  <a:pt x="166331" y="20403"/>
                  <a:pt x="164450" y="20403"/>
                </a:cubicBezTo>
                <a:cubicBezTo>
                  <a:pt x="162438" y="20403"/>
                  <a:pt x="160776" y="21132"/>
                  <a:pt x="159464" y="22591"/>
                </a:cubicBezTo>
                <a:cubicBezTo>
                  <a:pt x="158152" y="24051"/>
                  <a:pt x="157507" y="26033"/>
                  <a:pt x="157529" y="28537"/>
                </a:cubicBezTo>
                <a:lnTo>
                  <a:pt x="171306" y="28537"/>
                </a:lnTo>
                <a:close/>
                <a:moveTo>
                  <a:pt x="196795" y="48940"/>
                </a:moveTo>
                <a:lnTo>
                  <a:pt x="187578" y="48940"/>
                </a:lnTo>
                <a:lnTo>
                  <a:pt x="187578" y="14105"/>
                </a:lnTo>
                <a:lnTo>
                  <a:pt x="196139" y="14105"/>
                </a:lnTo>
                <a:lnTo>
                  <a:pt x="196139" y="19058"/>
                </a:lnTo>
                <a:cubicBezTo>
                  <a:pt x="197604" y="16718"/>
                  <a:pt x="198922" y="15176"/>
                  <a:pt x="200092" y="14433"/>
                </a:cubicBezTo>
                <a:cubicBezTo>
                  <a:pt x="201262" y="13689"/>
                  <a:pt x="202590" y="13317"/>
                  <a:pt x="204077" y="13317"/>
                </a:cubicBezTo>
                <a:cubicBezTo>
                  <a:pt x="206176" y="13317"/>
                  <a:pt x="208199" y="13897"/>
                  <a:pt x="210145" y="15056"/>
                </a:cubicBezTo>
                <a:lnTo>
                  <a:pt x="207292" y="23092"/>
                </a:lnTo>
                <a:cubicBezTo>
                  <a:pt x="205739" y="22086"/>
                  <a:pt x="204296" y="21583"/>
                  <a:pt x="202962" y="21583"/>
                </a:cubicBezTo>
                <a:cubicBezTo>
                  <a:pt x="201672" y="21583"/>
                  <a:pt x="200578" y="21939"/>
                  <a:pt x="199682" y="22649"/>
                </a:cubicBezTo>
                <a:cubicBezTo>
                  <a:pt x="198785" y="23360"/>
                  <a:pt x="198080" y="24645"/>
                  <a:pt x="197566" y="26504"/>
                </a:cubicBezTo>
                <a:cubicBezTo>
                  <a:pt x="197052" y="28362"/>
                  <a:pt x="196795" y="32255"/>
                  <a:pt x="196795" y="38181"/>
                </a:cubicBezTo>
                <a:lnTo>
                  <a:pt x="196795" y="48940"/>
                </a:lnTo>
                <a:close/>
                <a:moveTo>
                  <a:pt x="255708" y="48940"/>
                </a:moveTo>
                <a:lnTo>
                  <a:pt x="255708" y="43725"/>
                </a:lnTo>
                <a:cubicBezTo>
                  <a:pt x="254439" y="45583"/>
                  <a:pt x="252772" y="47048"/>
                  <a:pt x="250705" y="48120"/>
                </a:cubicBezTo>
                <a:cubicBezTo>
                  <a:pt x="248639" y="49191"/>
                  <a:pt x="246458" y="49727"/>
                  <a:pt x="244161" y="49727"/>
                </a:cubicBezTo>
                <a:cubicBezTo>
                  <a:pt x="241822" y="49727"/>
                  <a:pt x="239722" y="49213"/>
                  <a:pt x="237864" y="48186"/>
                </a:cubicBezTo>
                <a:cubicBezTo>
                  <a:pt x="236005" y="47158"/>
                  <a:pt x="234660" y="45714"/>
                  <a:pt x="233829" y="43856"/>
                </a:cubicBezTo>
                <a:cubicBezTo>
                  <a:pt x="232998" y="41997"/>
                  <a:pt x="232582" y="39428"/>
                  <a:pt x="232582" y="36147"/>
                </a:cubicBezTo>
                <a:lnTo>
                  <a:pt x="232582" y="14105"/>
                </a:lnTo>
                <a:lnTo>
                  <a:pt x="241800" y="14105"/>
                </a:lnTo>
                <a:lnTo>
                  <a:pt x="241800" y="30075"/>
                </a:lnTo>
                <a:cubicBezTo>
                  <a:pt x="241800" y="34962"/>
                  <a:pt x="241969" y="37957"/>
                  <a:pt x="242308" y="39058"/>
                </a:cubicBezTo>
                <a:cubicBezTo>
                  <a:pt x="242647" y="40160"/>
                  <a:pt x="243265" y="41033"/>
                  <a:pt x="244161" y="41676"/>
                </a:cubicBezTo>
                <a:cubicBezTo>
                  <a:pt x="245058" y="42320"/>
                  <a:pt x="246195" y="42642"/>
                  <a:pt x="247573" y="42642"/>
                </a:cubicBezTo>
                <a:cubicBezTo>
                  <a:pt x="249147" y="42642"/>
                  <a:pt x="250558" y="42211"/>
                  <a:pt x="251804" y="41349"/>
                </a:cubicBezTo>
                <a:cubicBezTo>
                  <a:pt x="253051" y="40488"/>
                  <a:pt x="253904" y="39419"/>
                  <a:pt x="254363" y="38142"/>
                </a:cubicBezTo>
                <a:cubicBezTo>
                  <a:pt x="254822" y="36866"/>
                  <a:pt x="255052" y="33740"/>
                  <a:pt x="255052" y="28766"/>
                </a:cubicBezTo>
                <a:lnTo>
                  <a:pt x="255052" y="14105"/>
                </a:lnTo>
                <a:lnTo>
                  <a:pt x="264269" y="14105"/>
                </a:lnTo>
                <a:lnTo>
                  <a:pt x="264269" y="48940"/>
                </a:lnTo>
                <a:lnTo>
                  <a:pt x="255708" y="48940"/>
                </a:lnTo>
                <a:close/>
                <a:moveTo>
                  <a:pt x="305497" y="48940"/>
                </a:moveTo>
                <a:lnTo>
                  <a:pt x="296280" y="48940"/>
                </a:lnTo>
                <a:lnTo>
                  <a:pt x="296280" y="31182"/>
                </a:lnTo>
                <a:cubicBezTo>
                  <a:pt x="296280" y="27425"/>
                  <a:pt x="296083" y="24995"/>
                  <a:pt x="295689" y="23892"/>
                </a:cubicBezTo>
                <a:cubicBezTo>
                  <a:pt x="295296" y="22789"/>
                  <a:pt x="294656" y="21932"/>
                  <a:pt x="293770" y="21320"/>
                </a:cubicBezTo>
                <a:cubicBezTo>
                  <a:pt x="292885" y="20708"/>
                  <a:pt x="291819" y="20403"/>
                  <a:pt x="290572" y="20403"/>
                </a:cubicBezTo>
                <a:cubicBezTo>
                  <a:pt x="288976" y="20403"/>
                  <a:pt x="287544" y="20840"/>
                  <a:pt x="286275" y="21714"/>
                </a:cubicBezTo>
                <a:cubicBezTo>
                  <a:pt x="285007" y="22587"/>
                  <a:pt x="284138" y="23745"/>
                  <a:pt x="283668" y="25186"/>
                </a:cubicBezTo>
                <a:cubicBezTo>
                  <a:pt x="283197" y="26628"/>
                  <a:pt x="282962" y="29293"/>
                  <a:pt x="282962" y="33181"/>
                </a:cubicBezTo>
                <a:lnTo>
                  <a:pt x="282962" y="48940"/>
                </a:lnTo>
                <a:lnTo>
                  <a:pt x="273745" y="48940"/>
                </a:lnTo>
                <a:lnTo>
                  <a:pt x="273745" y="14105"/>
                </a:lnTo>
                <a:lnTo>
                  <a:pt x="282306" y="14105"/>
                </a:lnTo>
                <a:lnTo>
                  <a:pt x="282306" y="19222"/>
                </a:lnTo>
                <a:cubicBezTo>
                  <a:pt x="285346" y="15286"/>
                  <a:pt x="289173" y="13317"/>
                  <a:pt x="293787" y="13317"/>
                </a:cubicBezTo>
                <a:cubicBezTo>
                  <a:pt x="295821" y="13317"/>
                  <a:pt x="297679" y="13684"/>
                  <a:pt x="299363" y="14416"/>
                </a:cubicBezTo>
                <a:cubicBezTo>
                  <a:pt x="301047" y="15149"/>
                  <a:pt x="302321" y="16084"/>
                  <a:pt x="303185" y="17221"/>
                </a:cubicBezTo>
                <a:cubicBezTo>
                  <a:pt x="304048" y="18358"/>
                  <a:pt x="304650" y="19648"/>
                  <a:pt x="304989" y="21091"/>
                </a:cubicBezTo>
                <a:cubicBezTo>
                  <a:pt x="305328" y="22535"/>
                  <a:pt x="305497" y="24601"/>
                  <a:pt x="305497" y="27291"/>
                </a:cubicBezTo>
                <a:lnTo>
                  <a:pt x="305497" y="48940"/>
                </a:lnTo>
                <a:close/>
                <a:moveTo>
                  <a:pt x="345218" y="24404"/>
                </a:moveTo>
                <a:lnTo>
                  <a:pt x="336131" y="26044"/>
                </a:lnTo>
                <a:cubicBezTo>
                  <a:pt x="335825" y="24240"/>
                  <a:pt x="335131" y="22882"/>
                  <a:pt x="334049" y="21969"/>
                </a:cubicBezTo>
                <a:cubicBezTo>
                  <a:pt x="332966" y="21056"/>
                  <a:pt x="331561" y="20599"/>
                  <a:pt x="329834" y="20599"/>
                </a:cubicBezTo>
                <a:cubicBezTo>
                  <a:pt x="327537" y="20599"/>
                  <a:pt x="325706" y="21390"/>
                  <a:pt x="324339" y="22970"/>
                </a:cubicBezTo>
                <a:cubicBezTo>
                  <a:pt x="322973" y="24551"/>
                  <a:pt x="322289" y="27194"/>
                  <a:pt x="322289" y="30900"/>
                </a:cubicBezTo>
                <a:cubicBezTo>
                  <a:pt x="322289" y="35021"/>
                  <a:pt x="322984" y="37932"/>
                  <a:pt x="324372" y="39633"/>
                </a:cubicBezTo>
                <a:cubicBezTo>
                  <a:pt x="325761" y="41333"/>
                  <a:pt x="327625" y="42183"/>
                  <a:pt x="329965" y="42183"/>
                </a:cubicBezTo>
                <a:cubicBezTo>
                  <a:pt x="331714" y="42183"/>
                  <a:pt x="333147" y="41685"/>
                  <a:pt x="334262" y="40690"/>
                </a:cubicBezTo>
                <a:cubicBezTo>
                  <a:pt x="335377" y="39695"/>
                  <a:pt x="336164" y="37984"/>
                  <a:pt x="336624" y="35557"/>
                </a:cubicBezTo>
                <a:lnTo>
                  <a:pt x="345677" y="37131"/>
                </a:lnTo>
                <a:cubicBezTo>
                  <a:pt x="344736" y="41286"/>
                  <a:pt x="342932" y="44424"/>
                  <a:pt x="340264" y="46545"/>
                </a:cubicBezTo>
                <a:cubicBezTo>
                  <a:pt x="337597" y="48667"/>
                  <a:pt x="334021" y="49727"/>
                  <a:pt x="329538" y="49727"/>
                </a:cubicBezTo>
                <a:cubicBezTo>
                  <a:pt x="324443" y="49727"/>
                  <a:pt x="320381" y="48120"/>
                  <a:pt x="317353" y="44905"/>
                </a:cubicBezTo>
                <a:cubicBezTo>
                  <a:pt x="314324" y="41691"/>
                  <a:pt x="312810" y="37241"/>
                  <a:pt x="312810" y="31555"/>
                </a:cubicBezTo>
                <a:cubicBezTo>
                  <a:pt x="312810" y="25804"/>
                  <a:pt x="314329" y="21327"/>
                  <a:pt x="317369" y="18123"/>
                </a:cubicBezTo>
                <a:cubicBezTo>
                  <a:pt x="320409" y="14919"/>
                  <a:pt x="324520" y="13317"/>
                  <a:pt x="329702" y="13317"/>
                </a:cubicBezTo>
                <a:cubicBezTo>
                  <a:pt x="333945" y="13317"/>
                  <a:pt x="337318" y="14230"/>
                  <a:pt x="339822" y="16056"/>
                </a:cubicBezTo>
                <a:cubicBezTo>
                  <a:pt x="342326" y="17882"/>
                  <a:pt x="344124" y="20665"/>
                  <a:pt x="345218" y="24404"/>
                </a:cubicBezTo>
                <a:close/>
                <a:moveTo>
                  <a:pt x="372381" y="37853"/>
                </a:moveTo>
                <a:lnTo>
                  <a:pt x="381565" y="39428"/>
                </a:lnTo>
                <a:cubicBezTo>
                  <a:pt x="380384" y="42784"/>
                  <a:pt x="378520" y="45340"/>
                  <a:pt x="375972" y="47095"/>
                </a:cubicBezTo>
                <a:cubicBezTo>
                  <a:pt x="373425" y="48850"/>
                  <a:pt x="370238" y="49727"/>
                  <a:pt x="366411" y="49727"/>
                </a:cubicBezTo>
                <a:cubicBezTo>
                  <a:pt x="360353" y="49727"/>
                  <a:pt x="355870" y="47748"/>
                  <a:pt x="352962" y="43790"/>
                </a:cubicBezTo>
                <a:cubicBezTo>
                  <a:pt x="350666" y="40619"/>
                  <a:pt x="349518" y="36618"/>
                  <a:pt x="349518" y="31785"/>
                </a:cubicBezTo>
                <a:cubicBezTo>
                  <a:pt x="349518" y="26012"/>
                  <a:pt x="351027" y="21491"/>
                  <a:pt x="354045" y="18221"/>
                </a:cubicBezTo>
                <a:cubicBezTo>
                  <a:pt x="357062" y="14952"/>
                  <a:pt x="360878" y="13317"/>
                  <a:pt x="365492" y="13317"/>
                </a:cubicBezTo>
                <a:cubicBezTo>
                  <a:pt x="370675" y="13317"/>
                  <a:pt x="374764" y="15029"/>
                  <a:pt x="377760" y="18451"/>
                </a:cubicBezTo>
                <a:cubicBezTo>
                  <a:pt x="380756" y="21873"/>
                  <a:pt x="382188" y="27116"/>
                  <a:pt x="382057" y="34179"/>
                </a:cubicBezTo>
                <a:lnTo>
                  <a:pt x="358965" y="34179"/>
                </a:lnTo>
                <a:cubicBezTo>
                  <a:pt x="359030" y="36913"/>
                  <a:pt x="359774" y="39039"/>
                  <a:pt x="361195" y="40559"/>
                </a:cubicBezTo>
                <a:cubicBezTo>
                  <a:pt x="362617" y="42079"/>
                  <a:pt x="364388" y="42839"/>
                  <a:pt x="366509" y="42839"/>
                </a:cubicBezTo>
                <a:cubicBezTo>
                  <a:pt x="367952" y="42839"/>
                  <a:pt x="369166" y="42445"/>
                  <a:pt x="370150" y="41658"/>
                </a:cubicBezTo>
                <a:cubicBezTo>
                  <a:pt x="371134" y="40871"/>
                  <a:pt x="371878" y="39602"/>
                  <a:pt x="372381" y="37853"/>
                </a:cubicBezTo>
                <a:moveTo>
                  <a:pt x="372905" y="28537"/>
                </a:moveTo>
                <a:cubicBezTo>
                  <a:pt x="372840" y="25880"/>
                  <a:pt x="372151" y="23860"/>
                  <a:pt x="370839" y="22477"/>
                </a:cubicBezTo>
                <a:cubicBezTo>
                  <a:pt x="369527" y="21094"/>
                  <a:pt x="367931" y="20403"/>
                  <a:pt x="366050" y="20403"/>
                </a:cubicBezTo>
                <a:cubicBezTo>
                  <a:pt x="364038" y="20403"/>
                  <a:pt x="362376" y="21132"/>
                  <a:pt x="361064" y="22591"/>
                </a:cubicBezTo>
                <a:cubicBezTo>
                  <a:pt x="359752" y="24051"/>
                  <a:pt x="359107" y="26033"/>
                  <a:pt x="359129" y="28537"/>
                </a:cubicBezTo>
                <a:lnTo>
                  <a:pt x="372905" y="28537"/>
                </a:lnTo>
                <a:close/>
                <a:moveTo>
                  <a:pt x="398396" y="48940"/>
                </a:moveTo>
                <a:lnTo>
                  <a:pt x="389178" y="48940"/>
                </a:lnTo>
                <a:lnTo>
                  <a:pt x="389178" y="14105"/>
                </a:lnTo>
                <a:lnTo>
                  <a:pt x="397740" y="14105"/>
                </a:lnTo>
                <a:lnTo>
                  <a:pt x="397740" y="19058"/>
                </a:lnTo>
                <a:cubicBezTo>
                  <a:pt x="399205" y="16718"/>
                  <a:pt x="400522" y="15176"/>
                  <a:pt x="401692" y="14433"/>
                </a:cubicBezTo>
                <a:cubicBezTo>
                  <a:pt x="402862" y="13689"/>
                  <a:pt x="404191" y="13317"/>
                  <a:pt x="405678" y="13317"/>
                </a:cubicBezTo>
                <a:cubicBezTo>
                  <a:pt x="407777" y="13317"/>
                  <a:pt x="409800" y="13897"/>
                  <a:pt x="411746" y="15056"/>
                </a:cubicBezTo>
                <a:lnTo>
                  <a:pt x="408892" y="23092"/>
                </a:lnTo>
                <a:cubicBezTo>
                  <a:pt x="407340" y="22086"/>
                  <a:pt x="405896" y="21583"/>
                  <a:pt x="404562" y="21583"/>
                </a:cubicBezTo>
                <a:cubicBezTo>
                  <a:pt x="403272" y="21583"/>
                  <a:pt x="402179" y="21939"/>
                  <a:pt x="401282" y="22649"/>
                </a:cubicBezTo>
                <a:cubicBezTo>
                  <a:pt x="400386" y="23360"/>
                  <a:pt x="399680" y="24645"/>
                  <a:pt x="399166" y="26504"/>
                </a:cubicBezTo>
                <a:cubicBezTo>
                  <a:pt x="398653" y="28362"/>
                  <a:pt x="398396" y="32255"/>
                  <a:pt x="398396" y="38181"/>
                </a:cubicBezTo>
                <a:lnTo>
                  <a:pt x="398396" y="48940"/>
                </a:lnTo>
                <a:close/>
                <a:moveTo>
                  <a:pt x="431691" y="14105"/>
                </a:moveTo>
                <a:lnTo>
                  <a:pt x="431691" y="21452"/>
                </a:lnTo>
                <a:lnTo>
                  <a:pt x="425393" y="21452"/>
                </a:lnTo>
                <a:lnTo>
                  <a:pt x="425393" y="35469"/>
                </a:lnTo>
                <a:cubicBezTo>
                  <a:pt x="425393" y="38307"/>
                  <a:pt x="425454" y="39962"/>
                  <a:pt x="425574" y="40431"/>
                </a:cubicBezTo>
                <a:cubicBezTo>
                  <a:pt x="425694" y="40900"/>
                  <a:pt x="425967" y="41287"/>
                  <a:pt x="426394" y="41593"/>
                </a:cubicBezTo>
                <a:cubicBezTo>
                  <a:pt x="426820" y="41899"/>
                  <a:pt x="427340" y="42052"/>
                  <a:pt x="427952" y="42052"/>
                </a:cubicBezTo>
                <a:cubicBezTo>
                  <a:pt x="428805" y="42052"/>
                  <a:pt x="430040" y="41756"/>
                  <a:pt x="431659" y="41166"/>
                </a:cubicBezTo>
                <a:lnTo>
                  <a:pt x="432446" y="48343"/>
                </a:lnTo>
                <a:cubicBezTo>
                  <a:pt x="430303" y="49266"/>
                  <a:pt x="427875" y="49727"/>
                  <a:pt x="425164" y="49727"/>
                </a:cubicBezTo>
                <a:cubicBezTo>
                  <a:pt x="423502" y="49727"/>
                  <a:pt x="422004" y="49448"/>
                  <a:pt x="420670" y="48891"/>
                </a:cubicBezTo>
                <a:cubicBezTo>
                  <a:pt x="419336" y="48333"/>
                  <a:pt x="418358" y="47612"/>
                  <a:pt x="417734" y="46726"/>
                </a:cubicBezTo>
                <a:cubicBezTo>
                  <a:pt x="417111" y="45840"/>
                  <a:pt x="416679" y="44643"/>
                  <a:pt x="416439" y="43134"/>
                </a:cubicBezTo>
                <a:cubicBezTo>
                  <a:pt x="416242" y="42063"/>
                  <a:pt x="416143" y="39898"/>
                  <a:pt x="416143" y="36639"/>
                </a:cubicBezTo>
                <a:lnTo>
                  <a:pt x="416143" y="21452"/>
                </a:lnTo>
                <a:lnTo>
                  <a:pt x="411912" y="21452"/>
                </a:lnTo>
                <a:lnTo>
                  <a:pt x="411912" y="14105"/>
                </a:lnTo>
                <a:lnTo>
                  <a:pt x="416143" y="14105"/>
                </a:lnTo>
                <a:lnTo>
                  <a:pt x="416143" y="7151"/>
                </a:lnTo>
                <a:lnTo>
                  <a:pt x="425393" y="1706"/>
                </a:lnTo>
                <a:lnTo>
                  <a:pt x="425393" y="14105"/>
                </a:lnTo>
                <a:lnTo>
                  <a:pt x="431691" y="14105"/>
                </a:lnTo>
                <a:close/>
                <a:moveTo>
                  <a:pt x="444982" y="24864"/>
                </a:moveTo>
                <a:lnTo>
                  <a:pt x="436618" y="23355"/>
                </a:lnTo>
                <a:cubicBezTo>
                  <a:pt x="437558" y="19943"/>
                  <a:pt x="439177" y="17417"/>
                  <a:pt x="441473" y="15778"/>
                </a:cubicBezTo>
                <a:cubicBezTo>
                  <a:pt x="443769" y="14137"/>
                  <a:pt x="447180" y="13317"/>
                  <a:pt x="451707" y="13317"/>
                </a:cubicBezTo>
                <a:cubicBezTo>
                  <a:pt x="455818" y="13317"/>
                  <a:pt x="458879" y="13804"/>
                  <a:pt x="460891" y="14777"/>
                </a:cubicBezTo>
                <a:cubicBezTo>
                  <a:pt x="462903" y="15750"/>
                  <a:pt x="464319" y="16986"/>
                  <a:pt x="465139" y="18484"/>
                </a:cubicBezTo>
                <a:cubicBezTo>
                  <a:pt x="465959" y="19982"/>
                  <a:pt x="466369" y="22732"/>
                  <a:pt x="466369" y="26733"/>
                </a:cubicBezTo>
                <a:lnTo>
                  <a:pt x="466271" y="37492"/>
                </a:lnTo>
                <a:cubicBezTo>
                  <a:pt x="466271" y="40554"/>
                  <a:pt x="466418" y="42812"/>
                  <a:pt x="466713" y="44266"/>
                </a:cubicBezTo>
                <a:cubicBezTo>
                  <a:pt x="467009" y="45720"/>
                  <a:pt x="467561" y="47278"/>
                  <a:pt x="468370" y="48940"/>
                </a:cubicBezTo>
                <a:lnTo>
                  <a:pt x="459251" y="48940"/>
                </a:lnTo>
                <a:cubicBezTo>
                  <a:pt x="459011" y="48328"/>
                  <a:pt x="458715" y="47420"/>
                  <a:pt x="458365" y="46217"/>
                </a:cubicBezTo>
                <a:cubicBezTo>
                  <a:pt x="458212" y="45671"/>
                  <a:pt x="458103" y="45310"/>
                  <a:pt x="458037" y="45135"/>
                </a:cubicBezTo>
                <a:cubicBezTo>
                  <a:pt x="456463" y="46666"/>
                  <a:pt x="454779" y="47814"/>
                  <a:pt x="452986" y="48579"/>
                </a:cubicBezTo>
                <a:cubicBezTo>
                  <a:pt x="451193" y="49345"/>
                  <a:pt x="449279" y="49727"/>
                  <a:pt x="447246" y="49727"/>
                </a:cubicBezTo>
                <a:cubicBezTo>
                  <a:pt x="443659" y="49727"/>
                  <a:pt x="440833" y="48758"/>
                  <a:pt x="438767" y="46820"/>
                </a:cubicBezTo>
                <a:cubicBezTo>
                  <a:pt x="436700" y="44882"/>
                  <a:pt x="435667" y="42432"/>
                  <a:pt x="435667" y="39471"/>
                </a:cubicBezTo>
                <a:cubicBezTo>
                  <a:pt x="435667" y="37511"/>
                  <a:pt x="436137" y="35763"/>
                  <a:pt x="437077" y="34228"/>
                </a:cubicBezTo>
                <a:cubicBezTo>
                  <a:pt x="438018" y="32693"/>
                  <a:pt x="439335" y="31517"/>
                  <a:pt x="441030" y="30700"/>
                </a:cubicBezTo>
                <a:cubicBezTo>
                  <a:pt x="442725" y="29884"/>
                  <a:pt x="445168" y="29171"/>
                  <a:pt x="448361" y="28561"/>
                </a:cubicBezTo>
                <a:cubicBezTo>
                  <a:pt x="452669" y="27755"/>
                  <a:pt x="455654" y="27004"/>
                  <a:pt x="457316" y="26307"/>
                </a:cubicBezTo>
                <a:lnTo>
                  <a:pt x="457316" y="25378"/>
                </a:lnTo>
                <a:cubicBezTo>
                  <a:pt x="457316" y="23587"/>
                  <a:pt x="456878" y="22310"/>
                  <a:pt x="456004" y="21548"/>
                </a:cubicBezTo>
                <a:cubicBezTo>
                  <a:pt x="455129" y="20784"/>
                  <a:pt x="453478" y="20403"/>
                  <a:pt x="451051" y="20403"/>
                </a:cubicBezTo>
                <a:cubicBezTo>
                  <a:pt x="449411" y="20403"/>
                  <a:pt x="448131" y="20733"/>
                  <a:pt x="447213" y="21393"/>
                </a:cubicBezTo>
                <a:cubicBezTo>
                  <a:pt x="446294" y="22052"/>
                  <a:pt x="445551" y="23209"/>
                  <a:pt x="444982" y="24864"/>
                </a:cubicBezTo>
                <a:moveTo>
                  <a:pt x="457316" y="32342"/>
                </a:moveTo>
                <a:cubicBezTo>
                  <a:pt x="456135" y="32731"/>
                  <a:pt x="454265" y="33196"/>
                  <a:pt x="451707" y="33736"/>
                </a:cubicBezTo>
                <a:cubicBezTo>
                  <a:pt x="449148" y="34276"/>
                  <a:pt x="447475" y="34806"/>
                  <a:pt x="446688" y="35324"/>
                </a:cubicBezTo>
                <a:cubicBezTo>
                  <a:pt x="445485" y="36167"/>
                  <a:pt x="444884" y="37236"/>
                  <a:pt x="444884" y="38533"/>
                </a:cubicBezTo>
                <a:cubicBezTo>
                  <a:pt x="444884" y="39808"/>
                  <a:pt x="445365" y="40910"/>
                  <a:pt x="446327" y="41839"/>
                </a:cubicBezTo>
                <a:cubicBezTo>
                  <a:pt x="447289" y="42768"/>
                  <a:pt x="448514" y="43232"/>
                  <a:pt x="450001" y="43232"/>
                </a:cubicBezTo>
                <a:cubicBezTo>
                  <a:pt x="451663" y="43232"/>
                  <a:pt x="453248" y="42692"/>
                  <a:pt x="454757" y="41612"/>
                </a:cubicBezTo>
                <a:cubicBezTo>
                  <a:pt x="455873" y="40791"/>
                  <a:pt x="456605" y="39786"/>
                  <a:pt x="456955" y="38597"/>
                </a:cubicBezTo>
                <a:cubicBezTo>
                  <a:pt x="457196" y="37820"/>
                  <a:pt x="457316" y="36340"/>
                  <a:pt x="457316" y="34158"/>
                </a:cubicBezTo>
                <a:lnTo>
                  <a:pt x="457316" y="32342"/>
                </a:lnTo>
                <a:close/>
                <a:moveTo>
                  <a:pt x="475458" y="9381"/>
                </a:moveTo>
                <a:lnTo>
                  <a:pt x="475458" y="853"/>
                </a:lnTo>
                <a:lnTo>
                  <a:pt x="484675" y="853"/>
                </a:lnTo>
                <a:lnTo>
                  <a:pt x="484675" y="9381"/>
                </a:lnTo>
                <a:lnTo>
                  <a:pt x="475458" y="9381"/>
                </a:lnTo>
                <a:moveTo>
                  <a:pt x="475458" y="48940"/>
                </a:moveTo>
                <a:lnTo>
                  <a:pt x="475458" y="14105"/>
                </a:lnTo>
                <a:lnTo>
                  <a:pt x="484675" y="14105"/>
                </a:lnTo>
                <a:lnTo>
                  <a:pt x="484675" y="48940"/>
                </a:lnTo>
                <a:lnTo>
                  <a:pt x="475458" y="48940"/>
                </a:lnTo>
                <a:close/>
                <a:moveTo>
                  <a:pt x="525807" y="48940"/>
                </a:moveTo>
                <a:lnTo>
                  <a:pt x="516590" y="48940"/>
                </a:lnTo>
                <a:lnTo>
                  <a:pt x="516590" y="31182"/>
                </a:lnTo>
                <a:cubicBezTo>
                  <a:pt x="516590" y="27425"/>
                  <a:pt x="516393" y="24995"/>
                  <a:pt x="515999" y="23892"/>
                </a:cubicBezTo>
                <a:cubicBezTo>
                  <a:pt x="515606" y="22789"/>
                  <a:pt x="514966" y="21932"/>
                  <a:pt x="514081" y="21320"/>
                </a:cubicBezTo>
                <a:cubicBezTo>
                  <a:pt x="513195" y="20708"/>
                  <a:pt x="512129" y="20403"/>
                  <a:pt x="510882" y="20403"/>
                </a:cubicBezTo>
                <a:cubicBezTo>
                  <a:pt x="509286" y="20403"/>
                  <a:pt x="507854" y="20840"/>
                  <a:pt x="506585" y="21714"/>
                </a:cubicBezTo>
                <a:cubicBezTo>
                  <a:pt x="505317" y="22587"/>
                  <a:pt x="504448" y="23745"/>
                  <a:pt x="503978" y="25186"/>
                </a:cubicBezTo>
                <a:cubicBezTo>
                  <a:pt x="503508" y="26628"/>
                  <a:pt x="503272" y="29293"/>
                  <a:pt x="503272" y="33181"/>
                </a:cubicBezTo>
                <a:lnTo>
                  <a:pt x="503272" y="48940"/>
                </a:lnTo>
                <a:lnTo>
                  <a:pt x="494055" y="48940"/>
                </a:lnTo>
                <a:lnTo>
                  <a:pt x="494055" y="14105"/>
                </a:lnTo>
                <a:lnTo>
                  <a:pt x="502616" y="14105"/>
                </a:lnTo>
                <a:lnTo>
                  <a:pt x="502616" y="19222"/>
                </a:lnTo>
                <a:cubicBezTo>
                  <a:pt x="505656" y="15286"/>
                  <a:pt x="509483" y="13317"/>
                  <a:pt x="514097" y="13317"/>
                </a:cubicBezTo>
                <a:cubicBezTo>
                  <a:pt x="516131" y="13317"/>
                  <a:pt x="517989" y="13684"/>
                  <a:pt x="519673" y="14416"/>
                </a:cubicBezTo>
                <a:cubicBezTo>
                  <a:pt x="521357" y="15149"/>
                  <a:pt x="522631" y="16084"/>
                  <a:pt x="523495" y="17221"/>
                </a:cubicBezTo>
                <a:cubicBezTo>
                  <a:pt x="524358" y="18358"/>
                  <a:pt x="524960" y="19648"/>
                  <a:pt x="525299" y="21091"/>
                </a:cubicBezTo>
                <a:cubicBezTo>
                  <a:pt x="525638" y="22535"/>
                  <a:pt x="525807" y="24601"/>
                  <a:pt x="525807" y="27291"/>
                </a:cubicBezTo>
                <a:lnTo>
                  <a:pt x="525807" y="48940"/>
                </a:lnTo>
                <a:close/>
                <a:moveTo>
                  <a:pt x="532594" y="63110"/>
                </a:moveTo>
                <a:cubicBezTo>
                  <a:pt x="534409" y="59214"/>
                  <a:pt x="535689" y="56226"/>
                  <a:pt x="536432" y="54146"/>
                </a:cubicBezTo>
                <a:cubicBezTo>
                  <a:pt x="537176" y="52067"/>
                  <a:pt x="537864" y="49670"/>
                  <a:pt x="538499" y="46955"/>
                </a:cubicBezTo>
                <a:cubicBezTo>
                  <a:pt x="539133" y="44240"/>
                  <a:pt x="539603" y="41663"/>
                  <a:pt x="539909" y="39223"/>
                </a:cubicBezTo>
                <a:cubicBezTo>
                  <a:pt x="540215" y="36782"/>
                  <a:pt x="540368" y="34280"/>
                  <a:pt x="540368" y="31719"/>
                </a:cubicBezTo>
                <a:cubicBezTo>
                  <a:pt x="540368" y="26509"/>
                  <a:pt x="539811" y="21578"/>
                  <a:pt x="538695" y="16927"/>
                </a:cubicBezTo>
                <a:cubicBezTo>
                  <a:pt x="537580" y="12275"/>
                  <a:pt x="535525" y="6633"/>
                  <a:pt x="532529" y="0"/>
                </a:cubicBezTo>
                <a:lnTo>
                  <a:pt x="538794" y="0"/>
                </a:lnTo>
                <a:cubicBezTo>
                  <a:pt x="542096" y="4706"/>
                  <a:pt x="544660" y="9697"/>
                  <a:pt x="546486" y="14973"/>
                </a:cubicBezTo>
                <a:cubicBezTo>
                  <a:pt x="548312" y="20248"/>
                  <a:pt x="549225" y="25601"/>
                  <a:pt x="549225" y="31029"/>
                </a:cubicBezTo>
                <a:cubicBezTo>
                  <a:pt x="549225" y="35604"/>
                  <a:pt x="548503" y="40508"/>
                  <a:pt x="547060" y="45740"/>
                </a:cubicBezTo>
                <a:cubicBezTo>
                  <a:pt x="545420" y="51606"/>
                  <a:pt x="542719" y="57397"/>
                  <a:pt x="538958" y="63110"/>
                </a:cubicBezTo>
                <a:lnTo>
                  <a:pt x="532594" y="63110"/>
                </a:lnTo>
                <a:close/>
              </a:path>
            </a:pathLst>
          </a:custGeom>
          <a:solidFill xmlns:a="http://schemas.openxmlformats.org/drawingml/2006/main">
            <a:srgbClr val="AD71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BE3EF-DDAA-498A-8B94-934BA71B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767" y="735220"/>
            <a:ext cx="549201" cy="63051"/>
          </a:xfrm>
          <a:custGeom xmlns:a="http://schemas.openxmlformats.org/drawingml/2006/main">
            <a:pathLst>
              <a:path w="549201" h="63051">
                <a:moveTo>
                  <a:pt x="56721" y="24694"/>
                </a:moveTo>
                <a:lnTo>
                  <a:pt x="48354" y="23184"/>
                </a:lnTo>
                <a:cubicBezTo>
                  <a:pt x="49304" y="19823"/>
                  <a:pt x="50916" y="17329"/>
                  <a:pt x="53208" y="15716"/>
                </a:cubicBezTo>
                <a:cubicBezTo>
                  <a:pt x="55516" y="14087"/>
                  <a:pt x="58927" y="13289"/>
                  <a:pt x="63442" y="13289"/>
                </a:cubicBezTo>
                <a:cubicBezTo>
                  <a:pt x="67549" y="13289"/>
                  <a:pt x="70621" y="13764"/>
                  <a:pt x="72624" y="14749"/>
                </a:cubicBezTo>
                <a:cubicBezTo>
                  <a:pt x="74643" y="15716"/>
                  <a:pt x="76052" y="16955"/>
                  <a:pt x="76884" y="18449"/>
                </a:cubicBezTo>
                <a:cubicBezTo>
                  <a:pt x="77698" y="19942"/>
                  <a:pt x="78106" y="22692"/>
                  <a:pt x="78106" y="26697"/>
                </a:cubicBezTo>
                <a:lnTo>
                  <a:pt x="78004" y="37457"/>
                </a:lnTo>
                <a:cubicBezTo>
                  <a:pt x="78004" y="40512"/>
                  <a:pt x="78157" y="42770"/>
                  <a:pt x="78445" y="44229"/>
                </a:cubicBezTo>
                <a:cubicBezTo>
                  <a:pt x="78751" y="45689"/>
                  <a:pt x="79294" y="47250"/>
                  <a:pt x="80108" y="48914"/>
                </a:cubicBezTo>
                <a:lnTo>
                  <a:pt x="70994" y="48914"/>
                </a:lnTo>
                <a:cubicBezTo>
                  <a:pt x="70757" y="48286"/>
                  <a:pt x="70451" y="47386"/>
                  <a:pt x="70112" y="46181"/>
                </a:cubicBezTo>
                <a:cubicBezTo>
                  <a:pt x="69959" y="45638"/>
                  <a:pt x="69840" y="45282"/>
                  <a:pt x="69772" y="45095"/>
                </a:cubicBezTo>
                <a:cubicBezTo>
                  <a:pt x="68194" y="46639"/>
                  <a:pt x="66514" y="47776"/>
                  <a:pt x="64732" y="48540"/>
                </a:cubicBezTo>
                <a:cubicBezTo>
                  <a:pt x="62933" y="49304"/>
                  <a:pt x="61015" y="49694"/>
                  <a:pt x="58978" y="49694"/>
                </a:cubicBezTo>
                <a:cubicBezTo>
                  <a:pt x="55397" y="49694"/>
                  <a:pt x="52580" y="48727"/>
                  <a:pt x="50509" y="46775"/>
                </a:cubicBezTo>
                <a:cubicBezTo>
                  <a:pt x="48438" y="44823"/>
                  <a:pt x="47403" y="42362"/>
                  <a:pt x="47403" y="39392"/>
                </a:cubicBezTo>
                <a:cubicBezTo>
                  <a:pt x="47403" y="37424"/>
                  <a:pt x="47878" y="35675"/>
                  <a:pt x="48812" y="34131"/>
                </a:cubicBezTo>
                <a:cubicBezTo>
                  <a:pt x="49762" y="32586"/>
                  <a:pt x="51069" y="31398"/>
                  <a:pt x="52766" y="30584"/>
                </a:cubicBezTo>
                <a:cubicBezTo>
                  <a:pt x="54464" y="29769"/>
                  <a:pt x="56907" y="29056"/>
                  <a:pt x="60098" y="28445"/>
                </a:cubicBezTo>
                <a:cubicBezTo>
                  <a:pt x="64409" y="27631"/>
                  <a:pt x="67396" y="26867"/>
                  <a:pt x="69060" y="26171"/>
                </a:cubicBezTo>
                <a:lnTo>
                  <a:pt x="69060" y="25255"/>
                </a:lnTo>
                <a:cubicBezTo>
                  <a:pt x="69060" y="23489"/>
                  <a:pt x="68618" y="22216"/>
                  <a:pt x="67736" y="21470"/>
                </a:cubicBezTo>
                <a:cubicBezTo>
                  <a:pt x="66870" y="20706"/>
                  <a:pt x="65224" y="20333"/>
                  <a:pt x="62797" y="20333"/>
                </a:cubicBezTo>
                <a:cubicBezTo>
                  <a:pt x="61151" y="20333"/>
                  <a:pt x="59878" y="20655"/>
                  <a:pt x="58944" y="21300"/>
                </a:cubicBezTo>
                <a:cubicBezTo>
                  <a:pt x="58028" y="21945"/>
                  <a:pt x="57298" y="23082"/>
                  <a:pt x="56721" y="24694"/>
                </a:cubicBezTo>
                <a:close/>
                <a:moveTo>
                  <a:pt x="54956" y="19518"/>
                </a:moveTo>
                <a:cubicBezTo>
                  <a:pt x="54735" y="19705"/>
                  <a:pt x="54548" y="19908"/>
                  <a:pt x="54345" y="20129"/>
                </a:cubicBezTo>
                <a:lnTo>
                  <a:pt x="54480" y="20163"/>
                </a:lnTo>
                <a:cubicBezTo>
                  <a:pt x="54633" y="19925"/>
                  <a:pt x="54786" y="19722"/>
                  <a:pt x="54956" y="19518"/>
                </a:cubicBezTo>
                <a:close/>
                <a:moveTo>
                  <a:pt x="55770" y="45197"/>
                </a:moveTo>
                <a:cubicBezTo>
                  <a:pt x="55584" y="45044"/>
                  <a:pt x="55397" y="44874"/>
                  <a:pt x="55227" y="44705"/>
                </a:cubicBezTo>
                <a:cubicBezTo>
                  <a:pt x="53428" y="42939"/>
                  <a:pt x="52546" y="40852"/>
                  <a:pt x="52546" y="38442"/>
                </a:cubicBezTo>
                <a:lnTo>
                  <a:pt x="52783" y="36507"/>
                </a:lnTo>
                <a:lnTo>
                  <a:pt x="53394" y="34980"/>
                </a:lnTo>
                <a:cubicBezTo>
                  <a:pt x="52953" y="35336"/>
                  <a:pt x="52597" y="35760"/>
                  <a:pt x="52291" y="36252"/>
                </a:cubicBezTo>
                <a:cubicBezTo>
                  <a:pt x="51731" y="37169"/>
                  <a:pt x="51476" y="38221"/>
                  <a:pt x="51476" y="39392"/>
                </a:cubicBezTo>
                <a:cubicBezTo>
                  <a:pt x="51476" y="41174"/>
                  <a:pt x="52070" y="42651"/>
                  <a:pt x="53292" y="43805"/>
                </a:cubicBezTo>
                <a:cubicBezTo>
                  <a:pt x="53988" y="44467"/>
                  <a:pt x="54820" y="44908"/>
                  <a:pt x="55770" y="45197"/>
                </a:cubicBezTo>
                <a:close/>
                <a:moveTo>
                  <a:pt x="65818" y="33062"/>
                </a:moveTo>
                <a:cubicBezTo>
                  <a:pt x="65105" y="33231"/>
                  <a:pt x="64324" y="33401"/>
                  <a:pt x="63442" y="33588"/>
                </a:cubicBezTo>
                <a:cubicBezTo>
                  <a:pt x="60896" y="34131"/>
                  <a:pt x="59216" y="34674"/>
                  <a:pt x="58435" y="35200"/>
                </a:cubicBezTo>
                <a:cubicBezTo>
                  <a:pt x="57230" y="36049"/>
                  <a:pt x="56619" y="37135"/>
                  <a:pt x="56619" y="38442"/>
                </a:cubicBezTo>
                <a:cubicBezTo>
                  <a:pt x="56619" y="39732"/>
                  <a:pt x="57111" y="40852"/>
                  <a:pt x="58062" y="41785"/>
                </a:cubicBezTo>
                <a:cubicBezTo>
                  <a:pt x="59029" y="42736"/>
                  <a:pt x="60251" y="43194"/>
                  <a:pt x="61745" y="43194"/>
                </a:cubicBezTo>
                <a:cubicBezTo>
                  <a:pt x="63408" y="43194"/>
                  <a:pt x="64986" y="42651"/>
                  <a:pt x="66497" y="41565"/>
                </a:cubicBezTo>
                <a:cubicBezTo>
                  <a:pt x="67617" y="40733"/>
                  <a:pt x="68347" y="39715"/>
                  <a:pt x="68686" y="38510"/>
                </a:cubicBezTo>
                <a:cubicBezTo>
                  <a:pt x="68754" y="38323"/>
                  <a:pt x="68788" y="38119"/>
                  <a:pt x="68839" y="37865"/>
                </a:cubicBezTo>
                <a:cubicBezTo>
                  <a:pt x="68907" y="37424"/>
                  <a:pt x="68975" y="36863"/>
                  <a:pt x="69009" y="36202"/>
                </a:cubicBezTo>
                <a:lnTo>
                  <a:pt x="69060" y="36252"/>
                </a:lnTo>
                <a:lnTo>
                  <a:pt x="73133" y="32230"/>
                </a:lnTo>
                <a:lnTo>
                  <a:pt x="73133" y="33978"/>
                </a:lnTo>
                <a:lnTo>
                  <a:pt x="69060" y="38085"/>
                </a:lnTo>
                <a:lnTo>
                  <a:pt x="73133" y="34012"/>
                </a:lnTo>
                <a:cubicBezTo>
                  <a:pt x="73133" y="36813"/>
                  <a:pt x="72895" y="38696"/>
                  <a:pt x="72607" y="39647"/>
                </a:cubicBezTo>
                <a:cubicBezTo>
                  <a:pt x="72403" y="40326"/>
                  <a:pt x="72148" y="40971"/>
                  <a:pt x="71809" y="41565"/>
                </a:cubicBezTo>
                <a:cubicBezTo>
                  <a:pt x="72624" y="42040"/>
                  <a:pt x="73252" y="42770"/>
                  <a:pt x="73591" y="43669"/>
                </a:cubicBezTo>
                <a:cubicBezTo>
                  <a:pt x="73659" y="43873"/>
                  <a:pt x="73795" y="44263"/>
                  <a:pt x="73947" y="44840"/>
                </a:cubicBezTo>
                <a:lnTo>
                  <a:pt x="74423" y="44840"/>
                </a:lnTo>
                <a:cubicBezTo>
                  <a:pt x="74117" y="43194"/>
                  <a:pt x="73931" y="40750"/>
                  <a:pt x="73931" y="37457"/>
                </a:cubicBezTo>
                <a:lnTo>
                  <a:pt x="73931" y="37424"/>
                </a:lnTo>
                <a:lnTo>
                  <a:pt x="74032" y="26680"/>
                </a:lnTo>
                <a:cubicBezTo>
                  <a:pt x="74032" y="23659"/>
                  <a:pt x="73931" y="21538"/>
                  <a:pt x="73303" y="20400"/>
                </a:cubicBezTo>
                <a:cubicBezTo>
                  <a:pt x="72844" y="19569"/>
                  <a:pt x="71979" y="18958"/>
                  <a:pt x="70859" y="18415"/>
                </a:cubicBezTo>
                <a:cubicBezTo>
                  <a:pt x="70604" y="18279"/>
                  <a:pt x="70315" y="18177"/>
                  <a:pt x="70010" y="18075"/>
                </a:cubicBezTo>
                <a:cubicBezTo>
                  <a:pt x="70146" y="18177"/>
                  <a:pt x="70282" y="18279"/>
                  <a:pt x="70400" y="18381"/>
                </a:cubicBezTo>
                <a:cubicBezTo>
                  <a:pt x="72013" y="19773"/>
                  <a:pt x="73133" y="21996"/>
                  <a:pt x="73133" y="25255"/>
                </a:cubicBezTo>
                <a:lnTo>
                  <a:pt x="73133" y="26154"/>
                </a:lnTo>
                <a:lnTo>
                  <a:pt x="72997" y="26290"/>
                </a:lnTo>
                <a:cubicBezTo>
                  <a:pt x="72624" y="27698"/>
                  <a:pt x="71520" y="28819"/>
                  <a:pt x="70112" y="29192"/>
                </a:cubicBezTo>
                <a:lnTo>
                  <a:pt x="69060" y="30244"/>
                </a:lnTo>
                <a:lnTo>
                  <a:pt x="70638" y="29922"/>
                </a:lnTo>
                <a:cubicBezTo>
                  <a:pt x="69416" y="30448"/>
                  <a:pt x="67549" y="31008"/>
                  <a:pt x="65020" y="31585"/>
                </a:cubicBezTo>
                <a:cubicBezTo>
                  <a:pt x="64986" y="31789"/>
                  <a:pt x="64986" y="32009"/>
                  <a:pt x="64986" y="32230"/>
                </a:cubicBezTo>
                <a:lnTo>
                  <a:pt x="65818" y="33062"/>
                </a:lnTo>
                <a:close/>
                <a:moveTo>
                  <a:pt x="170773" y="37814"/>
                </a:moveTo>
                <a:lnTo>
                  <a:pt x="179955" y="39358"/>
                </a:lnTo>
                <a:cubicBezTo>
                  <a:pt x="178784" y="42736"/>
                  <a:pt x="176917" y="45299"/>
                  <a:pt x="174371" y="47047"/>
                </a:cubicBezTo>
                <a:cubicBezTo>
                  <a:pt x="171809" y="48812"/>
                  <a:pt x="168635" y="49694"/>
                  <a:pt x="164799" y="49694"/>
                </a:cubicBezTo>
                <a:cubicBezTo>
                  <a:pt x="158740" y="49694"/>
                  <a:pt x="154260" y="47709"/>
                  <a:pt x="151357" y="43754"/>
                </a:cubicBezTo>
                <a:cubicBezTo>
                  <a:pt x="149066" y="40580"/>
                  <a:pt x="147912" y="36575"/>
                  <a:pt x="147912" y="31755"/>
                </a:cubicBezTo>
                <a:cubicBezTo>
                  <a:pt x="147912" y="25984"/>
                  <a:pt x="149422" y="21453"/>
                  <a:pt x="152444" y="18194"/>
                </a:cubicBezTo>
                <a:cubicBezTo>
                  <a:pt x="155448" y="14918"/>
                  <a:pt x="159266" y="13289"/>
                  <a:pt x="163883" y="13289"/>
                </a:cubicBezTo>
                <a:cubicBezTo>
                  <a:pt x="169059" y="13289"/>
                  <a:pt x="173149" y="14986"/>
                  <a:pt x="176154" y="18415"/>
                </a:cubicBezTo>
                <a:cubicBezTo>
                  <a:pt x="179141" y="21843"/>
                  <a:pt x="180583" y="27087"/>
                  <a:pt x="180448" y="34148"/>
                </a:cubicBezTo>
                <a:lnTo>
                  <a:pt x="157365" y="34148"/>
                </a:lnTo>
                <a:cubicBezTo>
                  <a:pt x="157416" y="36880"/>
                  <a:pt x="158163" y="39002"/>
                  <a:pt x="159589" y="40529"/>
                </a:cubicBezTo>
                <a:cubicBezTo>
                  <a:pt x="161014" y="42040"/>
                  <a:pt x="162780" y="42804"/>
                  <a:pt x="164901" y="42804"/>
                </a:cubicBezTo>
                <a:cubicBezTo>
                  <a:pt x="166344" y="42804"/>
                  <a:pt x="167566" y="42413"/>
                  <a:pt x="168550" y="41616"/>
                </a:cubicBezTo>
                <a:cubicBezTo>
                  <a:pt x="169534" y="40835"/>
                  <a:pt x="170264" y="39562"/>
                  <a:pt x="170773" y="37814"/>
                </a:cubicBezTo>
                <a:close/>
                <a:moveTo>
                  <a:pt x="172522" y="43347"/>
                </a:moveTo>
                <a:cubicBezTo>
                  <a:pt x="172895" y="43058"/>
                  <a:pt x="173234" y="42753"/>
                  <a:pt x="173540" y="42413"/>
                </a:cubicBezTo>
                <a:lnTo>
                  <a:pt x="173217" y="42362"/>
                </a:lnTo>
                <a:cubicBezTo>
                  <a:pt x="172997" y="42719"/>
                  <a:pt x="172759" y="43041"/>
                  <a:pt x="172522" y="43347"/>
                </a:cubicBezTo>
                <a:close/>
                <a:moveTo>
                  <a:pt x="174151" y="22556"/>
                </a:moveTo>
                <a:cubicBezTo>
                  <a:pt x="174881" y="24185"/>
                  <a:pt x="175322" y="26120"/>
                  <a:pt x="175373" y="28411"/>
                </a:cubicBezTo>
                <a:cubicBezTo>
                  <a:pt x="175390" y="28988"/>
                  <a:pt x="175271" y="29548"/>
                  <a:pt x="175050" y="30075"/>
                </a:cubicBezTo>
                <a:lnTo>
                  <a:pt x="176255" y="30075"/>
                </a:lnTo>
                <a:cubicBezTo>
                  <a:pt x="176001" y="27037"/>
                  <a:pt x="175339" y="24525"/>
                  <a:pt x="174151" y="22556"/>
                </a:cubicBezTo>
                <a:close/>
                <a:moveTo>
                  <a:pt x="156737" y="43432"/>
                </a:moveTo>
                <a:lnTo>
                  <a:pt x="156619" y="43313"/>
                </a:lnTo>
                <a:cubicBezTo>
                  <a:pt x="154582" y="41140"/>
                  <a:pt x="153377" y="38153"/>
                  <a:pt x="153292" y="34250"/>
                </a:cubicBezTo>
                <a:cubicBezTo>
                  <a:pt x="153258" y="33147"/>
                  <a:pt x="153682" y="32077"/>
                  <a:pt x="154446" y="31297"/>
                </a:cubicBezTo>
                <a:lnTo>
                  <a:pt x="154497" y="31246"/>
                </a:lnTo>
                <a:cubicBezTo>
                  <a:pt x="153852" y="30516"/>
                  <a:pt x="153462" y="29582"/>
                  <a:pt x="153445" y="28547"/>
                </a:cubicBezTo>
                <a:cubicBezTo>
                  <a:pt x="153411" y="25238"/>
                  <a:pt x="154277" y="22590"/>
                  <a:pt x="155821" y="20536"/>
                </a:cubicBezTo>
                <a:cubicBezTo>
                  <a:pt x="155685" y="20672"/>
                  <a:pt x="155566" y="20808"/>
                  <a:pt x="155431" y="20944"/>
                </a:cubicBezTo>
                <a:cubicBezTo>
                  <a:pt x="153038" y="23540"/>
                  <a:pt x="151985" y="27172"/>
                  <a:pt x="151985" y="31755"/>
                </a:cubicBezTo>
                <a:cubicBezTo>
                  <a:pt x="151985" y="35607"/>
                  <a:pt x="152817" y="38832"/>
                  <a:pt x="154650" y="41361"/>
                </a:cubicBezTo>
                <a:cubicBezTo>
                  <a:pt x="155244" y="42176"/>
                  <a:pt x="155940" y="42855"/>
                  <a:pt x="156737" y="43432"/>
                </a:cubicBezTo>
                <a:close/>
                <a:moveTo>
                  <a:pt x="171300" y="28496"/>
                </a:moveTo>
                <a:cubicBezTo>
                  <a:pt x="171232" y="25832"/>
                  <a:pt x="170536" y="23812"/>
                  <a:pt x="169229" y="22420"/>
                </a:cubicBezTo>
                <a:cubicBezTo>
                  <a:pt x="167922" y="21028"/>
                  <a:pt x="166327" y="20333"/>
                  <a:pt x="164443" y="20333"/>
                </a:cubicBezTo>
                <a:cubicBezTo>
                  <a:pt x="162423" y="20333"/>
                  <a:pt x="160777" y="21062"/>
                  <a:pt x="159453" y="22539"/>
                </a:cubicBezTo>
                <a:cubicBezTo>
                  <a:pt x="158146" y="23999"/>
                  <a:pt x="157501" y="25984"/>
                  <a:pt x="157518" y="28496"/>
                </a:cubicBezTo>
                <a:lnTo>
                  <a:pt x="171300" y="28496"/>
                </a:lnTo>
                <a:close/>
                <a:moveTo>
                  <a:pt x="103173" y="14070"/>
                </a:moveTo>
                <a:lnTo>
                  <a:pt x="103173" y="21419"/>
                </a:lnTo>
                <a:lnTo>
                  <a:pt x="96877" y="21419"/>
                </a:lnTo>
                <a:lnTo>
                  <a:pt x="96877" y="35455"/>
                </a:lnTo>
                <a:cubicBezTo>
                  <a:pt x="96877" y="38306"/>
                  <a:pt x="96928" y="39952"/>
                  <a:pt x="97047" y="40428"/>
                </a:cubicBezTo>
                <a:cubicBezTo>
                  <a:pt x="97165" y="40903"/>
                  <a:pt x="97437" y="41293"/>
                  <a:pt x="97878" y="41599"/>
                </a:cubicBezTo>
                <a:cubicBezTo>
                  <a:pt x="98302" y="41904"/>
                  <a:pt x="98812" y="42057"/>
                  <a:pt x="99423" y="42057"/>
                </a:cubicBezTo>
                <a:cubicBezTo>
                  <a:pt x="100288" y="42057"/>
                  <a:pt x="101510" y="41751"/>
                  <a:pt x="103140" y="41157"/>
                </a:cubicBezTo>
                <a:lnTo>
                  <a:pt x="103920" y="48320"/>
                </a:lnTo>
                <a:cubicBezTo>
                  <a:pt x="101782" y="49236"/>
                  <a:pt x="99355" y="49694"/>
                  <a:pt x="96639" y="49694"/>
                </a:cubicBezTo>
                <a:cubicBezTo>
                  <a:pt x="94976" y="49694"/>
                  <a:pt x="93482" y="49406"/>
                  <a:pt x="92142" y="48863"/>
                </a:cubicBezTo>
                <a:cubicBezTo>
                  <a:pt x="90818" y="48303"/>
                  <a:pt x="89833" y="47573"/>
                  <a:pt x="89205" y="46690"/>
                </a:cubicBezTo>
                <a:cubicBezTo>
                  <a:pt x="88594" y="45808"/>
                  <a:pt x="88153" y="44603"/>
                  <a:pt x="87916" y="43092"/>
                </a:cubicBezTo>
                <a:cubicBezTo>
                  <a:pt x="87712" y="42023"/>
                  <a:pt x="87627" y="39867"/>
                  <a:pt x="87627" y="36609"/>
                </a:cubicBezTo>
                <a:lnTo>
                  <a:pt x="87627" y="21419"/>
                </a:lnTo>
                <a:lnTo>
                  <a:pt x="83384" y="21419"/>
                </a:lnTo>
                <a:lnTo>
                  <a:pt x="83384" y="14070"/>
                </a:lnTo>
                <a:lnTo>
                  <a:pt x="87627" y="14070"/>
                </a:lnTo>
                <a:lnTo>
                  <a:pt x="87627" y="7145"/>
                </a:lnTo>
                <a:lnTo>
                  <a:pt x="96877" y="1765"/>
                </a:lnTo>
                <a:lnTo>
                  <a:pt x="96877" y="14070"/>
                </a:lnTo>
                <a:lnTo>
                  <a:pt x="103173" y="14070"/>
                </a:lnTo>
                <a:close/>
                <a:moveTo>
                  <a:pt x="89375" y="17736"/>
                </a:moveTo>
                <a:cubicBezTo>
                  <a:pt x="90750" y="18398"/>
                  <a:pt x="91700" y="19806"/>
                  <a:pt x="91700" y="21419"/>
                </a:cubicBezTo>
                <a:lnTo>
                  <a:pt x="91700" y="36609"/>
                </a:lnTo>
                <a:cubicBezTo>
                  <a:pt x="91700" y="39494"/>
                  <a:pt x="91751" y="41412"/>
                  <a:pt x="91921" y="42362"/>
                </a:cubicBezTo>
                <a:lnTo>
                  <a:pt x="91938" y="42464"/>
                </a:lnTo>
                <a:cubicBezTo>
                  <a:pt x="92057" y="43245"/>
                  <a:pt x="92226" y="43890"/>
                  <a:pt x="92549" y="44348"/>
                </a:cubicBezTo>
                <a:cubicBezTo>
                  <a:pt x="92787" y="44688"/>
                  <a:pt x="93211" y="44891"/>
                  <a:pt x="93720" y="45095"/>
                </a:cubicBezTo>
                <a:cubicBezTo>
                  <a:pt x="94586" y="45468"/>
                  <a:pt x="95570" y="45621"/>
                  <a:pt x="96639" y="45621"/>
                </a:cubicBezTo>
                <a:lnTo>
                  <a:pt x="96962" y="45621"/>
                </a:lnTo>
                <a:lnTo>
                  <a:pt x="95502" y="44908"/>
                </a:lnTo>
                <a:lnTo>
                  <a:pt x="94009" y="43415"/>
                </a:lnTo>
                <a:lnTo>
                  <a:pt x="93109" y="41429"/>
                </a:lnTo>
                <a:cubicBezTo>
                  <a:pt x="92956" y="40869"/>
                  <a:pt x="92804" y="38883"/>
                  <a:pt x="92804" y="35455"/>
                </a:cubicBezTo>
                <a:lnTo>
                  <a:pt x="92804" y="21419"/>
                </a:lnTo>
                <a:cubicBezTo>
                  <a:pt x="92804" y="19806"/>
                  <a:pt x="93737" y="18398"/>
                  <a:pt x="95112" y="17736"/>
                </a:cubicBezTo>
                <a:cubicBezTo>
                  <a:pt x="93737" y="17091"/>
                  <a:pt x="92804" y="15682"/>
                  <a:pt x="92804" y="14070"/>
                </a:cubicBezTo>
                <a:lnTo>
                  <a:pt x="92804" y="8842"/>
                </a:lnTo>
                <a:lnTo>
                  <a:pt x="91700" y="9487"/>
                </a:lnTo>
                <a:lnTo>
                  <a:pt x="91700" y="14070"/>
                </a:lnTo>
                <a:cubicBezTo>
                  <a:pt x="91700" y="15682"/>
                  <a:pt x="90750" y="17091"/>
                  <a:pt x="89375" y="17736"/>
                </a:cubicBezTo>
                <a:close/>
                <a:moveTo>
                  <a:pt x="118754" y="815"/>
                </a:moveTo>
                <a:lnTo>
                  <a:pt x="118754" y="18500"/>
                </a:lnTo>
                <a:cubicBezTo>
                  <a:pt x="121724" y="15020"/>
                  <a:pt x="125271" y="13289"/>
                  <a:pt x="129412" y="13289"/>
                </a:cubicBezTo>
                <a:cubicBezTo>
                  <a:pt x="131534" y="13289"/>
                  <a:pt x="133452" y="13680"/>
                  <a:pt x="135149" y="14460"/>
                </a:cubicBezTo>
                <a:cubicBezTo>
                  <a:pt x="136863" y="15258"/>
                  <a:pt x="138136" y="16259"/>
                  <a:pt x="139002" y="17481"/>
                </a:cubicBezTo>
                <a:cubicBezTo>
                  <a:pt x="139867" y="18703"/>
                  <a:pt x="140461" y="20061"/>
                  <a:pt x="140784" y="21555"/>
                </a:cubicBezTo>
                <a:cubicBezTo>
                  <a:pt x="141089" y="23031"/>
                  <a:pt x="141259" y="25339"/>
                  <a:pt x="141259" y="28462"/>
                </a:cubicBezTo>
                <a:lnTo>
                  <a:pt x="141259" y="48914"/>
                </a:lnTo>
                <a:lnTo>
                  <a:pt x="132026" y="48914"/>
                </a:lnTo>
                <a:lnTo>
                  <a:pt x="132026" y="30499"/>
                </a:lnTo>
                <a:cubicBezTo>
                  <a:pt x="132026" y="26850"/>
                  <a:pt x="131856" y="24542"/>
                  <a:pt x="131517" y="23557"/>
                </a:cubicBezTo>
                <a:cubicBezTo>
                  <a:pt x="131160" y="22573"/>
                  <a:pt x="130549" y="21792"/>
                  <a:pt x="129650" y="21198"/>
                </a:cubicBezTo>
                <a:cubicBezTo>
                  <a:pt x="128767" y="20621"/>
                  <a:pt x="127664" y="20333"/>
                  <a:pt x="126323" y="20333"/>
                </a:cubicBezTo>
                <a:cubicBezTo>
                  <a:pt x="124796" y="20333"/>
                  <a:pt x="123421" y="20706"/>
                  <a:pt x="122233" y="21453"/>
                </a:cubicBezTo>
                <a:cubicBezTo>
                  <a:pt x="121028" y="22200"/>
                  <a:pt x="120146" y="23320"/>
                  <a:pt x="119586" y="24813"/>
                </a:cubicBezTo>
                <a:cubicBezTo>
                  <a:pt x="119025" y="26307"/>
                  <a:pt x="118754" y="28530"/>
                  <a:pt x="118754" y="31449"/>
                </a:cubicBezTo>
                <a:lnTo>
                  <a:pt x="118754" y="48914"/>
                </a:lnTo>
                <a:lnTo>
                  <a:pt x="109538" y="48914"/>
                </a:lnTo>
                <a:lnTo>
                  <a:pt x="109538" y="815"/>
                </a:lnTo>
                <a:lnTo>
                  <a:pt x="118754" y="815"/>
                </a:lnTo>
                <a:close/>
                <a:moveTo>
                  <a:pt x="131466" y="17532"/>
                </a:moveTo>
                <a:cubicBezTo>
                  <a:pt x="131619" y="17617"/>
                  <a:pt x="131755" y="17702"/>
                  <a:pt x="131890" y="17804"/>
                </a:cubicBezTo>
                <a:cubicBezTo>
                  <a:pt x="133537" y="18873"/>
                  <a:pt x="134691" y="20350"/>
                  <a:pt x="135353" y="22183"/>
                </a:cubicBezTo>
                <a:cubicBezTo>
                  <a:pt x="135760" y="23371"/>
                  <a:pt x="136099" y="26137"/>
                  <a:pt x="136099" y="30499"/>
                </a:cubicBezTo>
                <a:lnTo>
                  <a:pt x="136099" y="44840"/>
                </a:lnTo>
                <a:lnTo>
                  <a:pt x="137186" y="44840"/>
                </a:lnTo>
                <a:lnTo>
                  <a:pt x="137186" y="28462"/>
                </a:lnTo>
                <a:cubicBezTo>
                  <a:pt x="137186" y="25730"/>
                  <a:pt x="137067" y="23710"/>
                  <a:pt x="136795" y="22403"/>
                </a:cubicBezTo>
                <a:cubicBezTo>
                  <a:pt x="136592" y="21453"/>
                  <a:pt x="136218" y="20604"/>
                  <a:pt x="135675" y="19823"/>
                </a:cubicBezTo>
                <a:cubicBezTo>
                  <a:pt x="135183" y="19128"/>
                  <a:pt x="134419" y="18618"/>
                  <a:pt x="133452" y="18160"/>
                </a:cubicBezTo>
                <a:cubicBezTo>
                  <a:pt x="132824" y="17872"/>
                  <a:pt x="132162" y="17668"/>
                  <a:pt x="131466" y="17532"/>
                </a:cubicBezTo>
                <a:close/>
                <a:moveTo>
                  <a:pt x="116463" y="21860"/>
                </a:moveTo>
                <a:cubicBezTo>
                  <a:pt x="115359" y="21113"/>
                  <a:pt x="114681" y="19874"/>
                  <a:pt x="114681" y="18500"/>
                </a:cubicBezTo>
                <a:lnTo>
                  <a:pt x="114681" y="4888"/>
                </a:lnTo>
                <a:lnTo>
                  <a:pt x="113611" y="4888"/>
                </a:lnTo>
                <a:lnTo>
                  <a:pt x="113611" y="44840"/>
                </a:lnTo>
                <a:lnTo>
                  <a:pt x="114681" y="44840"/>
                </a:lnTo>
                <a:lnTo>
                  <a:pt x="114681" y="31449"/>
                </a:lnTo>
                <a:cubicBezTo>
                  <a:pt x="114681" y="27902"/>
                  <a:pt x="115088" y="25221"/>
                  <a:pt x="115767" y="23388"/>
                </a:cubicBezTo>
                <a:cubicBezTo>
                  <a:pt x="115970" y="22844"/>
                  <a:pt x="116191" y="22335"/>
                  <a:pt x="116463" y="21860"/>
                </a:cubicBezTo>
                <a:close/>
                <a:moveTo>
                  <a:pt x="32519" y="48914"/>
                </a:moveTo>
                <a:lnTo>
                  <a:pt x="23303" y="48914"/>
                </a:lnTo>
                <a:lnTo>
                  <a:pt x="23303" y="14070"/>
                </a:lnTo>
                <a:lnTo>
                  <a:pt x="31857" y="14070"/>
                </a:lnTo>
                <a:lnTo>
                  <a:pt x="31857" y="19026"/>
                </a:lnTo>
                <a:cubicBezTo>
                  <a:pt x="33316" y="16684"/>
                  <a:pt x="34640" y="15139"/>
                  <a:pt x="35811" y="14392"/>
                </a:cubicBezTo>
                <a:cubicBezTo>
                  <a:pt x="36982" y="13663"/>
                  <a:pt x="38306" y="13289"/>
                  <a:pt x="39800" y="13289"/>
                </a:cubicBezTo>
                <a:cubicBezTo>
                  <a:pt x="41887" y="13289"/>
                  <a:pt x="43924" y="13866"/>
                  <a:pt x="45859" y="15020"/>
                </a:cubicBezTo>
                <a:lnTo>
                  <a:pt x="43007" y="23065"/>
                </a:lnTo>
                <a:cubicBezTo>
                  <a:pt x="41463" y="22047"/>
                  <a:pt x="40020" y="21555"/>
                  <a:pt x="38679" y="21555"/>
                </a:cubicBezTo>
                <a:cubicBezTo>
                  <a:pt x="37390" y="21555"/>
                  <a:pt x="36303" y="21911"/>
                  <a:pt x="35404" y="22607"/>
                </a:cubicBezTo>
                <a:cubicBezTo>
                  <a:pt x="34504" y="23320"/>
                  <a:pt x="33791" y="24610"/>
                  <a:pt x="33282" y="26476"/>
                </a:cubicBezTo>
                <a:cubicBezTo>
                  <a:pt x="32773" y="28326"/>
                  <a:pt x="32519" y="32213"/>
                  <a:pt x="32519" y="38153"/>
                </a:cubicBezTo>
                <a:lnTo>
                  <a:pt x="32519" y="48914"/>
                </a:lnTo>
                <a:close/>
                <a:moveTo>
                  <a:pt x="38815" y="17481"/>
                </a:moveTo>
                <a:cubicBezTo>
                  <a:pt x="39392" y="17481"/>
                  <a:pt x="39986" y="17549"/>
                  <a:pt x="40597" y="17668"/>
                </a:cubicBezTo>
                <a:lnTo>
                  <a:pt x="40699" y="17413"/>
                </a:lnTo>
                <a:cubicBezTo>
                  <a:pt x="40394" y="17379"/>
                  <a:pt x="40105" y="17362"/>
                  <a:pt x="39800" y="17362"/>
                </a:cubicBezTo>
                <a:cubicBezTo>
                  <a:pt x="39460" y="17362"/>
                  <a:pt x="39121" y="17396"/>
                  <a:pt x="38815" y="17481"/>
                </a:cubicBezTo>
                <a:close/>
                <a:moveTo>
                  <a:pt x="30312" y="22794"/>
                </a:moveTo>
                <a:cubicBezTo>
                  <a:pt x="28802" y="22166"/>
                  <a:pt x="27783" y="20689"/>
                  <a:pt x="27783" y="19026"/>
                </a:cubicBezTo>
                <a:lnTo>
                  <a:pt x="27783" y="18143"/>
                </a:lnTo>
                <a:lnTo>
                  <a:pt x="27376" y="18143"/>
                </a:lnTo>
                <a:lnTo>
                  <a:pt x="27376" y="44840"/>
                </a:lnTo>
                <a:lnTo>
                  <a:pt x="28445" y="44840"/>
                </a:lnTo>
                <a:lnTo>
                  <a:pt x="28445" y="38153"/>
                </a:lnTo>
                <a:cubicBezTo>
                  <a:pt x="28445" y="31670"/>
                  <a:pt x="28802" y="27410"/>
                  <a:pt x="29362" y="25390"/>
                </a:cubicBezTo>
                <a:cubicBezTo>
                  <a:pt x="29633" y="24406"/>
                  <a:pt x="29956" y="23557"/>
                  <a:pt x="30312" y="22794"/>
                </a:cubicBezTo>
                <a:close/>
                <a:moveTo>
                  <a:pt x="196792" y="48914"/>
                </a:moveTo>
                <a:lnTo>
                  <a:pt x="187576" y="48914"/>
                </a:lnTo>
                <a:lnTo>
                  <a:pt x="187576" y="14070"/>
                </a:lnTo>
                <a:lnTo>
                  <a:pt x="196130" y="14070"/>
                </a:lnTo>
                <a:lnTo>
                  <a:pt x="196130" y="19026"/>
                </a:lnTo>
                <a:cubicBezTo>
                  <a:pt x="197589" y="16684"/>
                  <a:pt x="198913" y="15139"/>
                  <a:pt x="200084" y="14392"/>
                </a:cubicBezTo>
                <a:cubicBezTo>
                  <a:pt x="201255" y="13663"/>
                  <a:pt x="202579" y="13289"/>
                  <a:pt x="204073" y="13289"/>
                </a:cubicBezTo>
                <a:cubicBezTo>
                  <a:pt x="206160" y="13289"/>
                  <a:pt x="208197" y="13866"/>
                  <a:pt x="210132" y="15020"/>
                </a:cubicBezTo>
                <a:lnTo>
                  <a:pt x="207280" y="23065"/>
                </a:lnTo>
                <a:cubicBezTo>
                  <a:pt x="205736" y="22047"/>
                  <a:pt x="204293" y="21555"/>
                  <a:pt x="202953" y="21555"/>
                </a:cubicBezTo>
                <a:cubicBezTo>
                  <a:pt x="201663" y="21555"/>
                  <a:pt x="200559" y="21911"/>
                  <a:pt x="199677" y="22607"/>
                </a:cubicBezTo>
                <a:cubicBezTo>
                  <a:pt x="198777" y="23320"/>
                  <a:pt x="198065" y="24610"/>
                  <a:pt x="197555" y="26476"/>
                </a:cubicBezTo>
                <a:cubicBezTo>
                  <a:pt x="197046" y="28326"/>
                  <a:pt x="196792" y="32213"/>
                  <a:pt x="196792" y="38153"/>
                </a:cubicBezTo>
                <a:lnTo>
                  <a:pt x="196792" y="48914"/>
                </a:lnTo>
                <a:close/>
                <a:moveTo>
                  <a:pt x="203088" y="17481"/>
                </a:moveTo>
                <a:cubicBezTo>
                  <a:pt x="203665" y="17481"/>
                  <a:pt x="204259" y="17549"/>
                  <a:pt x="204870" y="17668"/>
                </a:cubicBezTo>
                <a:lnTo>
                  <a:pt x="204955" y="17413"/>
                </a:lnTo>
                <a:cubicBezTo>
                  <a:pt x="204667" y="17379"/>
                  <a:pt x="204361" y="17362"/>
                  <a:pt x="204073" y="17362"/>
                </a:cubicBezTo>
                <a:cubicBezTo>
                  <a:pt x="203716" y="17362"/>
                  <a:pt x="203394" y="17396"/>
                  <a:pt x="203088" y="17481"/>
                </a:cubicBezTo>
                <a:close/>
                <a:moveTo>
                  <a:pt x="194585" y="22794"/>
                </a:moveTo>
                <a:cubicBezTo>
                  <a:pt x="193075" y="22166"/>
                  <a:pt x="192056" y="20689"/>
                  <a:pt x="192056" y="19026"/>
                </a:cubicBezTo>
                <a:lnTo>
                  <a:pt x="192056" y="18143"/>
                </a:lnTo>
                <a:lnTo>
                  <a:pt x="191649" y="18143"/>
                </a:lnTo>
                <a:lnTo>
                  <a:pt x="191649" y="44840"/>
                </a:lnTo>
                <a:lnTo>
                  <a:pt x="192718" y="44840"/>
                </a:lnTo>
                <a:lnTo>
                  <a:pt x="192718" y="38153"/>
                </a:lnTo>
                <a:cubicBezTo>
                  <a:pt x="192718" y="31670"/>
                  <a:pt x="193075" y="27410"/>
                  <a:pt x="193635" y="25390"/>
                </a:cubicBezTo>
                <a:cubicBezTo>
                  <a:pt x="193906" y="24406"/>
                  <a:pt x="194229" y="23557"/>
                  <a:pt x="194585" y="22794"/>
                </a:cubicBezTo>
                <a:close/>
                <a:moveTo>
                  <a:pt x="255702" y="48914"/>
                </a:moveTo>
                <a:lnTo>
                  <a:pt x="255702" y="43686"/>
                </a:lnTo>
                <a:cubicBezTo>
                  <a:pt x="254429" y="45553"/>
                  <a:pt x="252766" y="47013"/>
                  <a:pt x="250695" y="48082"/>
                </a:cubicBezTo>
                <a:cubicBezTo>
                  <a:pt x="248624" y="49151"/>
                  <a:pt x="246452" y="49694"/>
                  <a:pt x="244144" y="49694"/>
                </a:cubicBezTo>
                <a:cubicBezTo>
                  <a:pt x="241819" y="49694"/>
                  <a:pt x="239714" y="49185"/>
                  <a:pt x="237847" y="48150"/>
                </a:cubicBezTo>
                <a:cubicBezTo>
                  <a:pt x="235997" y="47132"/>
                  <a:pt x="234656" y="45672"/>
                  <a:pt x="233825" y="43822"/>
                </a:cubicBezTo>
                <a:cubicBezTo>
                  <a:pt x="232993" y="41955"/>
                  <a:pt x="232569" y="39392"/>
                  <a:pt x="232569" y="36117"/>
                </a:cubicBezTo>
                <a:lnTo>
                  <a:pt x="232569" y="14070"/>
                </a:lnTo>
                <a:lnTo>
                  <a:pt x="241785" y="14070"/>
                </a:lnTo>
                <a:lnTo>
                  <a:pt x="241785" y="30075"/>
                </a:lnTo>
                <a:cubicBezTo>
                  <a:pt x="241785" y="34980"/>
                  <a:pt x="241954" y="37984"/>
                  <a:pt x="242294" y="39087"/>
                </a:cubicBezTo>
                <a:cubicBezTo>
                  <a:pt x="242633" y="40190"/>
                  <a:pt x="243261" y="41056"/>
                  <a:pt x="244144" y="41700"/>
                </a:cubicBezTo>
                <a:cubicBezTo>
                  <a:pt x="245043" y="42345"/>
                  <a:pt x="246180" y="42668"/>
                  <a:pt x="247555" y="42668"/>
                </a:cubicBezTo>
                <a:cubicBezTo>
                  <a:pt x="249134" y="42668"/>
                  <a:pt x="250542" y="42244"/>
                  <a:pt x="251798" y="41378"/>
                </a:cubicBezTo>
                <a:cubicBezTo>
                  <a:pt x="253037" y="40512"/>
                  <a:pt x="253886" y="39443"/>
                  <a:pt x="254344" y="38170"/>
                </a:cubicBezTo>
                <a:cubicBezTo>
                  <a:pt x="254802" y="36880"/>
                  <a:pt x="255040" y="33758"/>
                  <a:pt x="255040" y="28768"/>
                </a:cubicBezTo>
                <a:lnTo>
                  <a:pt x="255040" y="14070"/>
                </a:lnTo>
                <a:lnTo>
                  <a:pt x="264256" y="14070"/>
                </a:lnTo>
                <a:lnTo>
                  <a:pt x="264256" y="48914"/>
                </a:lnTo>
                <a:lnTo>
                  <a:pt x="255702" y="48914"/>
                </a:lnTo>
                <a:close/>
                <a:moveTo>
                  <a:pt x="242515" y="45502"/>
                </a:moveTo>
                <a:cubicBezTo>
                  <a:pt x="242260" y="45349"/>
                  <a:pt x="242005" y="45180"/>
                  <a:pt x="241768" y="45010"/>
                </a:cubicBezTo>
                <a:cubicBezTo>
                  <a:pt x="240155" y="43839"/>
                  <a:pt x="239018" y="42278"/>
                  <a:pt x="238407" y="40275"/>
                </a:cubicBezTo>
                <a:cubicBezTo>
                  <a:pt x="238017" y="39019"/>
                  <a:pt x="237711" y="35624"/>
                  <a:pt x="237711" y="30075"/>
                </a:cubicBezTo>
                <a:lnTo>
                  <a:pt x="237711" y="18143"/>
                </a:lnTo>
                <a:lnTo>
                  <a:pt x="236642" y="18143"/>
                </a:lnTo>
                <a:lnTo>
                  <a:pt x="236642" y="36117"/>
                </a:lnTo>
                <a:cubicBezTo>
                  <a:pt x="236642" y="38679"/>
                  <a:pt x="236880" y="40699"/>
                  <a:pt x="237542" y="42159"/>
                </a:cubicBezTo>
                <a:cubicBezTo>
                  <a:pt x="238000" y="43211"/>
                  <a:pt x="238781" y="44009"/>
                  <a:pt x="239816" y="44586"/>
                </a:cubicBezTo>
                <a:cubicBezTo>
                  <a:pt x="240648" y="45044"/>
                  <a:pt x="241547" y="45349"/>
                  <a:pt x="242515" y="45502"/>
                </a:cubicBezTo>
                <a:close/>
                <a:moveTo>
                  <a:pt x="257891" y="40258"/>
                </a:moveTo>
                <a:cubicBezTo>
                  <a:pt x="259045" y="41005"/>
                  <a:pt x="259775" y="42278"/>
                  <a:pt x="259775" y="43686"/>
                </a:cubicBezTo>
                <a:lnTo>
                  <a:pt x="259775" y="44840"/>
                </a:lnTo>
                <a:lnTo>
                  <a:pt x="260182" y="44840"/>
                </a:lnTo>
                <a:lnTo>
                  <a:pt x="260182" y="18143"/>
                </a:lnTo>
                <a:lnTo>
                  <a:pt x="259113" y="18143"/>
                </a:lnTo>
                <a:lnTo>
                  <a:pt x="259113" y="28768"/>
                </a:lnTo>
                <a:cubicBezTo>
                  <a:pt x="259113" y="34487"/>
                  <a:pt x="258706" y="38068"/>
                  <a:pt x="258180" y="39545"/>
                </a:cubicBezTo>
                <a:cubicBezTo>
                  <a:pt x="258095" y="39783"/>
                  <a:pt x="257993" y="40020"/>
                  <a:pt x="257891" y="40258"/>
                </a:cubicBezTo>
                <a:close/>
                <a:moveTo>
                  <a:pt x="305481" y="48914"/>
                </a:moveTo>
                <a:lnTo>
                  <a:pt x="296265" y="48914"/>
                </a:lnTo>
                <a:lnTo>
                  <a:pt x="296265" y="31127"/>
                </a:lnTo>
                <a:cubicBezTo>
                  <a:pt x="296265" y="27359"/>
                  <a:pt x="296079" y="24932"/>
                  <a:pt x="295688" y="23829"/>
                </a:cubicBezTo>
                <a:cubicBezTo>
                  <a:pt x="295281" y="22726"/>
                  <a:pt x="294653" y="21860"/>
                  <a:pt x="293770" y="21249"/>
                </a:cubicBezTo>
                <a:cubicBezTo>
                  <a:pt x="292871" y="20638"/>
                  <a:pt x="291819" y="20333"/>
                  <a:pt x="290563" y="20333"/>
                </a:cubicBezTo>
                <a:cubicBezTo>
                  <a:pt x="288967" y="20333"/>
                  <a:pt x="287542" y="20774"/>
                  <a:pt x="286269" y="21639"/>
                </a:cubicBezTo>
                <a:cubicBezTo>
                  <a:pt x="284996" y="22522"/>
                  <a:pt x="284130" y="23676"/>
                  <a:pt x="283655" y="25119"/>
                </a:cubicBezTo>
                <a:cubicBezTo>
                  <a:pt x="283197" y="26561"/>
                  <a:pt x="282959" y="29243"/>
                  <a:pt x="282959" y="33130"/>
                </a:cubicBezTo>
                <a:lnTo>
                  <a:pt x="282959" y="48914"/>
                </a:lnTo>
                <a:lnTo>
                  <a:pt x="273743" y="48914"/>
                </a:lnTo>
                <a:lnTo>
                  <a:pt x="273743" y="14070"/>
                </a:lnTo>
                <a:lnTo>
                  <a:pt x="282297" y="14070"/>
                </a:lnTo>
                <a:lnTo>
                  <a:pt x="282297" y="19195"/>
                </a:lnTo>
                <a:cubicBezTo>
                  <a:pt x="285335" y="15258"/>
                  <a:pt x="289171" y="13289"/>
                  <a:pt x="293787" y="13289"/>
                </a:cubicBezTo>
                <a:cubicBezTo>
                  <a:pt x="295807" y="13289"/>
                  <a:pt x="297674" y="13646"/>
                  <a:pt x="299354" y="14375"/>
                </a:cubicBezTo>
                <a:cubicBezTo>
                  <a:pt x="301034" y="15122"/>
                  <a:pt x="302307" y="16056"/>
                  <a:pt x="303173" y="17193"/>
                </a:cubicBezTo>
                <a:cubicBezTo>
                  <a:pt x="304038" y="18330"/>
                  <a:pt x="304649" y="19620"/>
                  <a:pt x="304989" y="21062"/>
                </a:cubicBezTo>
                <a:cubicBezTo>
                  <a:pt x="305311" y="22505"/>
                  <a:pt x="305481" y="24559"/>
                  <a:pt x="305481" y="27257"/>
                </a:cubicBezTo>
                <a:lnTo>
                  <a:pt x="305481" y="48914"/>
                </a:lnTo>
                <a:close/>
                <a:moveTo>
                  <a:pt x="295383" y="17464"/>
                </a:moveTo>
                <a:cubicBezTo>
                  <a:pt x="295620" y="17600"/>
                  <a:pt x="295858" y="17753"/>
                  <a:pt x="296079" y="17906"/>
                </a:cubicBezTo>
                <a:cubicBezTo>
                  <a:pt x="297657" y="18992"/>
                  <a:pt x="298811" y="20502"/>
                  <a:pt x="299524" y="22454"/>
                </a:cubicBezTo>
                <a:cubicBezTo>
                  <a:pt x="299982" y="23778"/>
                  <a:pt x="300339" y="26663"/>
                  <a:pt x="300339" y="31127"/>
                </a:cubicBezTo>
                <a:lnTo>
                  <a:pt x="300339" y="44840"/>
                </a:lnTo>
                <a:lnTo>
                  <a:pt x="301408" y="44840"/>
                </a:lnTo>
                <a:lnTo>
                  <a:pt x="301408" y="27257"/>
                </a:lnTo>
                <a:cubicBezTo>
                  <a:pt x="301408" y="24966"/>
                  <a:pt x="301306" y="23218"/>
                  <a:pt x="301017" y="21996"/>
                </a:cubicBezTo>
                <a:cubicBezTo>
                  <a:pt x="300814" y="21113"/>
                  <a:pt x="300457" y="20333"/>
                  <a:pt x="299931" y="19654"/>
                </a:cubicBezTo>
                <a:cubicBezTo>
                  <a:pt x="299439" y="19009"/>
                  <a:pt x="298675" y="18534"/>
                  <a:pt x="297725" y="18109"/>
                </a:cubicBezTo>
                <a:cubicBezTo>
                  <a:pt x="296995" y="17804"/>
                  <a:pt x="296214" y="17583"/>
                  <a:pt x="295383" y="17464"/>
                </a:cubicBezTo>
                <a:close/>
                <a:moveTo>
                  <a:pt x="280244" y="22709"/>
                </a:moveTo>
                <a:cubicBezTo>
                  <a:pt x="279005" y="21979"/>
                  <a:pt x="278224" y="20655"/>
                  <a:pt x="278224" y="19195"/>
                </a:cubicBezTo>
                <a:lnTo>
                  <a:pt x="278224" y="18143"/>
                </a:lnTo>
                <a:lnTo>
                  <a:pt x="277817" y="18143"/>
                </a:lnTo>
                <a:lnTo>
                  <a:pt x="277817" y="44840"/>
                </a:lnTo>
                <a:lnTo>
                  <a:pt x="278886" y="44840"/>
                </a:lnTo>
                <a:lnTo>
                  <a:pt x="278886" y="33130"/>
                </a:lnTo>
                <a:cubicBezTo>
                  <a:pt x="278886" y="28615"/>
                  <a:pt x="279242" y="25543"/>
                  <a:pt x="279785" y="23863"/>
                </a:cubicBezTo>
                <a:cubicBezTo>
                  <a:pt x="279921" y="23455"/>
                  <a:pt x="280074" y="23082"/>
                  <a:pt x="280244" y="22709"/>
                </a:cubicBezTo>
                <a:close/>
                <a:moveTo>
                  <a:pt x="431669" y="14070"/>
                </a:moveTo>
                <a:lnTo>
                  <a:pt x="431669" y="21419"/>
                </a:lnTo>
                <a:lnTo>
                  <a:pt x="425372" y="21419"/>
                </a:lnTo>
                <a:lnTo>
                  <a:pt x="425372" y="35455"/>
                </a:lnTo>
                <a:cubicBezTo>
                  <a:pt x="425372" y="38306"/>
                  <a:pt x="425440" y="39952"/>
                  <a:pt x="425559" y="40428"/>
                </a:cubicBezTo>
                <a:cubicBezTo>
                  <a:pt x="425678" y="40903"/>
                  <a:pt x="425949" y="41293"/>
                  <a:pt x="426373" y="41599"/>
                </a:cubicBezTo>
                <a:cubicBezTo>
                  <a:pt x="426798" y="41904"/>
                  <a:pt x="427324" y="42057"/>
                  <a:pt x="427935" y="42057"/>
                </a:cubicBezTo>
                <a:cubicBezTo>
                  <a:pt x="428783" y="42057"/>
                  <a:pt x="430022" y="41751"/>
                  <a:pt x="431652" y="41157"/>
                </a:cubicBezTo>
                <a:lnTo>
                  <a:pt x="432432" y="48320"/>
                </a:lnTo>
                <a:cubicBezTo>
                  <a:pt x="430294" y="49236"/>
                  <a:pt x="427867" y="49694"/>
                  <a:pt x="425151" y="49694"/>
                </a:cubicBezTo>
                <a:cubicBezTo>
                  <a:pt x="423488" y="49694"/>
                  <a:pt x="421995" y="49406"/>
                  <a:pt x="420654" y="48863"/>
                </a:cubicBezTo>
                <a:cubicBezTo>
                  <a:pt x="419313" y="48303"/>
                  <a:pt x="418346" y="47573"/>
                  <a:pt x="417718" y="46690"/>
                </a:cubicBezTo>
                <a:cubicBezTo>
                  <a:pt x="417090" y="45808"/>
                  <a:pt x="416665" y="44603"/>
                  <a:pt x="416428" y="43092"/>
                </a:cubicBezTo>
                <a:cubicBezTo>
                  <a:pt x="416224" y="42023"/>
                  <a:pt x="416122" y="39867"/>
                  <a:pt x="416122" y="36609"/>
                </a:cubicBezTo>
                <a:lnTo>
                  <a:pt x="416122" y="21419"/>
                </a:lnTo>
                <a:lnTo>
                  <a:pt x="411896" y="21419"/>
                </a:lnTo>
                <a:lnTo>
                  <a:pt x="411896" y="14070"/>
                </a:lnTo>
                <a:lnTo>
                  <a:pt x="416122" y="14070"/>
                </a:lnTo>
                <a:lnTo>
                  <a:pt x="416122" y="7145"/>
                </a:lnTo>
                <a:lnTo>
                  <a:pt x="425372" y="1765"/>
                </a:lnTo>
                <a:lnTo>
                  <a:pt x="425372" y="14070"/>
                </a:lnTo>
                <a:lnTo>
                  <a:pt x="431669" y="14070"/>
                </a:lnTo>
                <a:close/>
                <a:moveTo>
                  <a:pt x="417887" y="17736"/>
                </a:moveTo>
                <a:cubicBezTo>
                  <a:pt x="419262" y="18398"/>
                  <a:pt x="420196" y="19806"/>
                  <a:pt x="420196" y="21419"/>
                </a:cubicBezTo>
                <a:lnTo>
                  <a:pt x="420196" y="36609"/>
                </a:lnTo>
                <a:cubicBezTo>
                  <a:pt x="420196" y="39494"/>
                  <a:pt x="420263" y="41412"/>
                  <a:pt x="420433" y="42362"/>
                </a:cubicBezTo>
                <a:lnTo>
                  <a:pt x="420450" y="42464"/>
                </a:lnTo>
                <a:cubicBezTo>
                  <a:pt x="420569" y="43245"/>
                  <a:pt x="420722" y="43890"/>
                  <a:pt x="421044" y="44348"/>
                </a:cubicBezTo>
                <a:cubicBezTo>
                  <a:pt x="421282" y="44688"/>
                  <a:pt x="421723" y="44891"/>
                  <a:pt x="422232" y="45095"/>
                </a:cubicBezTo>
                <a:cubicBezTo>
                  <a:pt x="423098" y="45468"/>
                  <a:pt x="424065" y="45621"/>
                  <a:pt x="425151" y="45621"/>
                </a:cubicBezTo>
                <a:lnTo>
                  <a:pt x="425474" y="45621"/>
                </a:lnTo>
                <a:lnTo>
                  <a:pt x="423997" y="44908"/>
                </a:lnTo>
                <a:lnTo>
                  <a:pt x="422521" y="43415"/>
                </a:lnTo>
                <a:lnTo>
                  <a:pt x="421621" y="41429"/>
                </a:lnTo>
                <a:cubicBezTo>
                  <a:pt x="421468" y="40869"/>
                  <a:pt x="421299" y="38883"/>
                  <a:pt x="421299" y="35455"/>
                </a:cubicBezTo>
                <a:lnTo>
                  <a:pt x="421299" y="21419"/>
                </a:lnTo>
                <a:cubicBezTo>
                  <a:pt x="421299" y="19806"/>
                  <a:pt x="422249" y="18398"/>
                  <a:pt x="423624" y="17736"/>
                </a:cubicBezTo>
                <a:cubicBezTo>
                  <a:pt x="422249" y="17091"/>
                  <a:pt x="421299" y="15682"/>
                  <a:pt x="421299" y="14070"/>
                </a:cubicBezTo>
                <a:lnTo>
                  <a:pt x="421299" y="8842"/>
                </a:lnTo>
                <a:lnTo>
                  <a:pt x="420196" y="9487"/>
                </a:lnTo>
                <a:lnTo>
                  <a:pt x="420196" y="14070"/>
                </a:lnTo>
                <a:cubicBezTo>
                  <a:pt x="420196" y="15682"/>
                  <a:pt x="419262" y="17091"/>
                  <a:pt x="417887" y="17736"/>
                </a:cubicBezTo>
                <a:close/>
                <a:moveTo>
                  <a:pt x="444958" y="24694"/>
                </a:moveTo>
                <a:lnTo>
                  <a:pt x="436591" y="23184"/>
                </a:lnTo>
                <a:cubicBezTo>
                  <a:pt x="437541" y="19823"/>
                  <a:pt x="439153" y="17329"/>
                  <a:pt x="441445" y="15716"/>
                </a:cubicBezTo>
                <a:cubicBezTo>
                  <a:pt x="443753" y="14087"/>
                  <a:pt x="447164" y="13289"/>
                  <a:pt x="451679" y="13289"/>
                </a:cubicBezTo>
                <a:cubicBezTo>
                  <a:pt x="455803" y="13289"/>
                  <a:pt x="458858" y="13764"/>
                  <a:pt x="460878" y="14749"/>
                </a:cubicBezTo>
                <a:cubicBezTo>
                  <a:pt x="462880" y="15716"/>
                  <a:pt x="464306" y="16955"/>
                  <a:pt x="465121" y="18449"/>
                </a:cubicBezTo>
                <a:cubicBezTo>
                  <a:pt x="465935" y="19942"/>
                  <a:pt x="466343" y="22692"/>
                  <a:pt x="466343" y="26697"/>
                </a:cubicBezTo>
                <a:lnTo>
                  <a:pt x="466258" y="37457"/>
                </a:lnTo>
                <a:cubicBezTo>
                  <a:pt x="466258" y="40512"/>
                  <a:pt x="466394" y="42770"/>
                  <a:pt x="466699" y="44229"/>
                </a:cubicBezTo>
                <a:cubicBezTo>
                  <a:pt x="466988" y="45689"/>
                  <a:pt x="467548" y="47250"/>
                  <a:pt x="468345" y="48914"/>
                </a:cubicBezTo>
                <a:lnTo>
                  <a:pt x="459231" y="48914"/>
                </a:lnTo>
                <a:cubicBezTo>
                  <a:pt x="458994" y="48286"/>
                  <a:pt x="458688" y="47386"/>
                  <a:pt x="458349" y="46181"/>
                </a:cubicBezTo>
                <a:cubicBezTo>
                  <a:pt x="458196" y="45638"/>
                  <a:pt x="458077" y="45282"/>
                  <a:pt x="458009" y="45095"/>
                </a:cubicBezTo>
                <a:cubicBezTo>
                  <a:pt x="456448" y="46639"/>
                  <a:pt x="454751" y="47776"/>
                  <a:pt x="452969" y="48540"/>
                </a:cubicBezTo>
                <a:cubicBezTo>
                  <a:pt x="451170" y="49304"/>
                  <a:pt x="449252" y="49694"/>
                  <a:pt x="447232" y="49694"/>
                </a:cubicBezTo>
                <a:cubicBezTo>
                  <a:pt x="443634" y="49694"/>
                  <a:pt x="440817" y="48727"/>
                  <a:pt x="438746" y="46775"/>
                </a:cubicBezTo>
                <a:cubicBezTo>
                  <a:pt x="436675" y="44823"/>
                  <a:pt x="435640" y="42362"/>
                  <a:pt x="435640" y="39392"/>
                </a:cubicBezTo>
                <a:cubicBezTo>
                  <a:pt x="435640" y="37424"/>
                  <a:pt x="436115" y="35675"/>
                  <a:pt x="437049" y="34131"/>
                </a:cubicBezTo>
                <a:cubicBezTo>
                  <a:pt x="437999" y="32586"/>
                  <a:pt x="439306" y="31398"/>
                  <a:pt x="441003" y="30584"/>
                </a:cubicBezTo>
                <a:cubicBezTo>
                  <a:pt x="442701" y="29769"/>
                  <a:pt x="445145" y="29056"/>
                  <a:pt x="448335" y="28445"/>
                </a:cubicBezTo>
                <a:cubicBezTo>
                  <a:pt x="452646" y="27631"/>
                  <a:pt x="455633" y="26867"/>
                  <a:pt x="457297" y="26171"/>
                </a:cubicBezTo>
                <a:lnTo>
                  <a:pt x="457297" y="25255"/>
                </a:lnTo>
                <a:cubicBezTo>
                  <a:pt x="457297" y="23489"/>
                  <a:pt x="456855" y="22216"/>
                  <a:pt x="455990" y="21470"/>
                </a:cubicBezTo>
                <a:cubicBezTo>
                  <a:pt x="455107" y="20706"/>
                  <a:pt x="453461" y="20333"/>
                  <a:pt x="451034" y="20333"/>
                </a:cubicBezTo>
                <a:cubicBezTo>
                  <a:pt x="449388" y="20333"/>
                  <a:pt x="448115" y="20655"/>
                  <a:pt x="447198" y="21300"/>
                </a:cubicBezTo>
                <a:cubicBezTo>
                  <a:pt x="446282" y="21945"/>
                  <a:pt x="445535" y="23082"/>
                  <a:pt x="444958" y="24694"/>
                </a:cubicBezTo>
                <a:close/>
                <a:moveTo>
                  <a:pt x="454055" y="33062"/>
                </a:moveTo>
                <a:cubicBezTo>
                  <a:pt x="453342" y="33231"/>
                  <a:pt x="452561" y="33401"/>
                  <a:pt x="451679" y="33588"/>
                </a:cubicBezTo>
                <a:cubicBezTo>
                  <a:pt x="449133" y="34131"/>
                  <a:pt x="447453" y="34674"/>
                  <a:pt x="446672" y="35200"/>
                </a:cubicBezTo>
                <a:cubicBezTo>
                  <a:pt x="445467" y="36049"/>
                  <a:pt x="444856" y="37135"/>
                  <a:pt x="444856" y="38442"/>
                </a:cubicBezTo>
                <a:cubicBezTo>
                  <a:pt x="444856" y="39732"/>
                  <a:pt x="445348" y="40852"/>
                  <a:pt x="446299" y="41785"/>
                </a:cubicBezTo>
                <a:cubicBezTo>
                  <a:pt x="447266" y="42736"/>
                  <a:pt x="448488" y="43194"/>
                  <a:pt x="449982" y="43194"/>
                </a:cubicBezTo>
                <a:cubicBezTo>
                  <a:pt x="451645" y="43194"/>
                  <a:pt x="453223" y="42651"/>
                  <a:pt x="454734" y="41565"/>
                </a:cubicBezTo>
                <a:cubicBezTo>
                  <a:pt x="455854" y="40733"/>
                  <a:pt x="456584" y="39715"/>
                  <a:pt x="456940" y="38510"/>
                </a:cubicBezTo>
                <a:cubicBezTo>
                  <a:pt x="456991" y="38323"/>
                  <a:pt x="457042" y="38119"/>
                  <a:pt x="457076" y="37865"/>
                </a:cubicBezTo>
                <a:cubicBezTo>
                  <a:pt x="457161" y="37424"/>
                  <a:pt x="457212" y="36863"/>
                  <a:pt x="457246" y="36202"/>
                </a:cubicBezTo>
                <a:lnTo>
                  <a:pt x="457297" y="36252"/>
                </a:lnTo>
                <a:lnTo>
                  <a:pt x="461370" y="32230"/>
                </a:lnTo>
                <a:lnTo>
                  <a:pt x="461370" y="33978"/>
                </a:lnTo>
                <a:lnTo>
                  <a:pt x="457297" y="38085"/>
                </a:lnTo>
                <a:lnTo>
                  <a:pt x="461370" y="34012"/>
                </a:lnTo>
                <a:cubicBezTo>
                  <a:pt x="461370" y="36813"/>
                  <a:pt x="461132" y="38696"/>
                  <a:pt x="460844" y="39647"/>
                </a:cubicBezTo>
                <a:cubicBezTo>
                  <a:pt x="460657" y="40326"/>
                  <a:pt x="460386" y="40971"/>
                  <a:pt x="460046" y="41565"/>
                </a:cubicBezTo>
                <a:cubicBezTo>
                  <a:pt x="460861" y="42040"/>
                  <a:pt x="461489" y="42770"/>
                  <a:pt x="461828" y="43669"/>
                </a:cubicBezTo>
                <a:cubicBezTo>
                  <a:pt x="461913" y="43873"/>
                  <a:pt x="462032" y="44263"/>
                  <a:pt x="462202" y="44840"/>
                </a:cubicBezTo>
                <a:lnTo>
                  <a:pt x="462660" y="44840"/>
                </a:lnTo>
                <a:cubicBezTo>
                  <a:pt x="462354" y="43194"/>
                  <a:pt x="462185" y="40750"/>
                  <a:pt x="462185" y="37457"/>
                </a:cubicBezTo>
                <a:lnTo>
                  <a:pt x="462185" y="37424"/>
                </a:lnTo>
                <a:lnTo>
                  <a:pt x="462269" y="26680"/>
                </a:lnTo>
                <a:cubicBezTo>
                  <a:pt x="462269" y="23659"/>
                  <a:pt x="462168" y="21538"/>
                  <a:pt x="461540" y="20400"/>
                </a:cubicBezTo>
                <a:cubicBezTo>
                  <a:pt x="461081" y="19569"/>
                  <a:pt x="460216" y="18958"/>
                  <a:pt x="459096" y="18415"/>
                </a:cubicBezTo>
                <a:cubicBezTo>
                  <a:pt x="458841" y="18279"/>
                  <a:pt x="458553" y="18177"/>
                  <a:pt x="458247" y="18075"/>
                </a:cubicBezTo>
                <a:cubicBezTo>
                  <a:pt x="458383" y="18177"/>
                  <a:pt x="458519" y="18279"/>
                  <a:pt x="458637" y="18381"/>
                </a:cubicBezTo>
                <a:cubicBezTo>
                  <a:pt x="460250" y="19773"/>
                  <a:pt x="461370" y="21996"/>
                  <a:pt x="461370" y="25255"/>
                </a:cubicBezTo>
                <a:lnTo>
                  <a:pt x="461370" y="26154"/>
                </a:lnTo>
                <a:lnTo>
                  <a:pt x="461234" y="26290"/>
                </a:lnTo>
                <a:cubicBezTo>
                  <a:pt x="460861" y="27698"/>
                  <a:pt x="459758" y="28819"/>
                  <a:pt x="458349" y="29192"/>
                </a:cubicBezTo>
                <a:lnTo>
                  <a:pt x="457297" y="30244"/>
                </a:lnTo>
                <a:lnTo>
                  <a:pt x="458875" y="29922"/>
                </a:lnTo>
                <a:cubicBezTo>
                  <a:pt x="457653" y="30448"/>
                  <a:pt x="455786" y="31008"/>
                  <a:pt x="453257" y="31585"/>
                </a:cubicBezTo>
                <a:cubicBezTo>
                  <a:pt x="453240" y="31789"/>
                  <a:pt x="453223" y="32009"/>
                  <a:pt x="453223" y="32230"/>
                </a:cubicBezTo>
                <a:lnTo>
                  <a:pt x="454055" y="33062"/>
                </a:lnTo>
                <a:close/>
                <a:moveTo>
                  <a:pt x="444007" y="45197"/>
                </a:moveTo>
                <a:cubicBezTo>
                  <a:pt x="443821" y="45044"/>
                  <a:pt x="443634" y="44874"/>
                  <a:pt x="443464" y="44705"/>
                </a:cubicBezTo>
                <a:cubicBezTo>
                  <a:pt x="441665" y="42939"/>
                  <a:pt x="440783" y="40852"/>
                  <a:pt x="440783" y="38442"/>
                </a:cubicBezTo>
                <a:lnTo>
                  <a:pt x="441020" y="36507"/>
                </a:lnTo>
                <a:lnTo>
                  <a:pt x="441631" y="34980"/>
                </a:lnTo>
                <a:cubicBezTo>
                  <a:pt x="441190" y="35336"/>
                  <a:pt x="440834" y="35760"/>
                  <a:pt x="440528" y="36252"/>
                </a:cubicBezTo>
                <a:cubicBezTo>
                  <a:pt x="439968" y="37169"/>
                  <a:pt x="439713" y="38221"/>
                  <a:pt x="439713" y="39392"/>
                </a:cubicBezTo>
                <a:cubicBezTo>
                  <a:pt x="439713" y="41174"/>
                  <a:pt x="440308" y="42651"/>
                  <a:pt x="441546" y="43805"/>
                </a:cubicBezTo>
                <a:cubicBezTo>
                  <a:pt x="442225" y="44467"/>
                  <a:pt x="443057" y="44908"/>
                  <a:pt x="444007" y="45197"/>
                </a:cubicBezTo>
                <a:close/>
                <a:moveTo>
                  <a:pt x="443193" y="19518"/>
                </a:moveTo>
                <a:cubicBezTo>
                  <a:pt x="442989" y="19705"/>
                  <a:pt x="442785" y="19908"/>
                  <a:pt x="442599" y="20129"/>
                </a:cubicBezTo>
                <a:lnTo>
                  <a:pt x="442718" y="20163"/>
                </a:lnTo>
                <a:cubicBezTo>
                  <a:pt x="442870" y="19925"/>
                  <a:pt x="443023" y="19722"/>
                  <a:pt x="443193" y="19518"/>
                </a:cubicBezTo>
                <a:close/>
                <a:moveTo>
                  <a:pt x="475440" y="9352"/>
                </a:moveTo>
                <a:lnTo>
                  <a:pt x="475440" y="823"/>
                </a:lnTo>
                <a:lnTo>
                  <a:pt x="484657" y="823"/>
                </a:lnTo>
                <a:lnTo>
                  <a:pt x="484657" y="9352"/>
                </a:lnTo>
                <a:lnTo>
                  <a:pt x="475440" y="9352"/>
                </a:lnTo>
                <a:close/>
                <a:moveTo>
                  <a:pt x="479513" y="5278"/>
                </a:moveTo>
                <a:lnTo>
                  <a:pt x="480582" y="5278"/>
                </a:lnTo>
                <a:lnTo>
                  <a:pt x="480582" y="4888"/>
                </a:lnTo>
                <a:lnTo>
                  <a:pt x="479513" y="4888"/>
                </a:lnTo>
                <a:lnTo>
                  <a:pt x="479513" y="5278"/>
                </a:lnTo>
                <a:close/>
                <a:moveTo>
                  <a:pt x="372368" y="37814"/>
                </a:moveTo>
                <a:lnTo>
                  <a:pt x="381550" y="39358"/>
                </a:lnTo>
                <a:cubicBezTo>
                  <a:pt x="380379" y="42736"/>
                  <a:pt x="378512" y="45299"/>
                  <a:pt x="375966" y="47047"/>
                </a:cubicBezTo>
                <a:cubicBezTo>
                  <a:pt x="373420" y="48812"/>
                  <a:pt x="370230" y="49694"/>
                  <a:pt x="366394" y="49694"/>
                </a:cubicBezTo>
                <a:cubicBezTo>
                  <a:pt x="360352" y="49694"/>
                  <a:pt x="355854" y="47709"/>
                  <a:pt x="352952" y="43754"/>
                </a:cubicBezTo>
                <a:cubicBezTo>
                  <a:pt x="350661" y="40580"/>
                  <a:pt x="349507" y="36575"/>
                  <a:pt x="349507" y="31755"/>
                </a:cubicBezTo>
                <a:cubicBezTo>
                  <a:pt x="349507" y="25984"/>
                  <a:pt x="351017" y="21453"/>
                  <a:pt x="354038" y="18194"/>
                </a:cubicBezTo>
                <a:cubicBezTo>
                  <a:pt x="357059" y="14918"/>
                  <a:pt x="360861" y="13289"/>
                  <a:pt x="365477" y="13289"/>
                </a:cubicBezTo>
                <a:cubicBezTo>
                  <a:pt x="370671" y="13289"/>
                  <a:pt x="374761" y="14986"/>
                  <a:pt x="377748" y="18415"/>
                </a:cubicBezTo>
                <a:cubicBezTo>
                  <a:pt x="380752" y="21843"/>
                  <a:pt x="382178" y="27087"/>
                  <a:pt x="382042" y="34148"/>
                </a:cubicBezTo>
                <a:lnTo>
                  <a:pt x="358960" y="34148"/>
                </a:lnTo>
                <a:cubicBezTo>
                  <a:pt x="359028" y="36880"/>
                  <a:pt x="359758" y="39002"/>
                  <a:pt x="361184" y="40529"/>
                </a:cubicBezTo>
                <a:cubicBezTo>
                  <a:pt x="362609" y="42040"/>
                  <a:pt x="364374" y="42804"/>
                  <a:pt x="366496" y="42804"/>
                </a:cubicBezTo>
                <a:cubicBezTo>
                  <a:pt x="367938" y="42804"/>
                  <a:pt x="369160" y="42413"/>
                  <a:pt x="370145" y="41616"/>
                </a:cubicBezTo>
                <a:cubicBezTo>
                  <a:pt x="371129" y="40835"/>
                  <a:pt x="371876" y="39562"/>
                  <a:pt x="372368" y="37814"/>
                </a:cubicBezTo>
                <a:close/>
                <a:moveTo>
                  <a:pt x="372894" y="28496"/>
                </a:moveTo>
                <a:cubicBezTo>
                  <a:pt x="372826" y="25832"/>
                  <a:pt x="372148" y="23812"/>
                  <a:pt x="370824" y="22420"/>
                </a:cubicBezTo>
                <a:cubicBezTo>
                  <a:pt x="369517" y="21028"/>
                  <a:pt x="367921" y="20333"/>
                  <a:pt x="366038" y="20333"/>
                </a:cubicBezTo>
                <a:cubicBezTo>
                  <a:pt x="364035" y="20333"/>
                  <a:pt x="362372" y="21062"/>
                  <a:pt x="361048" y="22539"/>
                </a:cubicBezTo>
                <a:cubicBezTo>
                  <a:pt x="359741" y="23999"/>
                  <a:pt x="359096" y="25984"/>
                  <a:pt x="359113" y="28496"/>
                </a:cubicBezTo>
                <a:lnTo>
                  <a:pt x="372894" y="28496"/>
                </a:lnTo>
                <a:close/>
                <a:moveTo>
                  <a:pt x="358332" y="43432"/>
                </a:moveTo>
                <a:lnTo>
                  <a:pt x="358213" y="43313"/>
                </a:lnTo>
                <a:cubicBezTo>
                  <a:pt x="356177" y="41140"/>
                  <a:pt x="354972" y="38153"/>
                  <a:pt x="354887" y="34250"/>
                </a:cubicBezTo>
                <a:cubicBezTo>
                  <a:pt x="354853" y="33147"/>
                  <a:pt x="355277" y="32077"/>
                  <a:pt x="356041" y="31297"/>
                </a:cubicBezTo>
                <a:lnTo>
                  <a:pt x="356109" y="31246"/>
                </a:lnTo>
                <a:cubicBezTo>
                  <a:pt x="355447" y="30516"/>
                  <a:pt x="355057" y="29582"/>
                  <a:pt x="355040" y="28547"/>
                </a:cubicBezTo>
                <a:cubicBezTo>
                  <a:pt x="355023" y="25238"/>
                  <a:pt x="355871" y="22590"/>
                  <a:pt x="357433" y="20536"/>
                </a:cubicBezTo>
                <a:cubicBezTo>
                  <a:pt x="357297" y="20672"/>
                  <a:pt x="357161" y="20808"/>
                  <a:pt x="357025" y="20944"/>
                </a:cubicBezTo>
                <a:cubicBezTo>
                  <a:pt x="354632" y="23540"/>
                  <a:pt x="353580" y="27172"/>
                  <a:pt x="353580" y="31755"/>
                </a:cubicBezTo>
                <a:cubicBezTo>
                  <a:pt x="353580" y="35607"/>
                  <a:pt x="354412" y="38832"/>
                  <a:pt x="356245" y="41361"/>
                </a:cubicBezTo>
                <a:cubicBezTo>
                  <a:pt x="356839" y="42176"/>
                  <a:pt x="357535" y="42855"/>
                  <a:pt x="358332" y="43432"/>
                </a:cubicBezTo>
                <a:close/>
                <a:moveTo>
                  <a:pt x="375746" y="22556"/>
                </a:moveTo>
                <a:cubicBezTo>
                  <a:pt x="376475" y="24185"/>
                  <a:pt x="376917" y="26120"/>
                  <a:pt x="376968" y="28411"/>
                </a:cubicBezTo>
                <a:cubicBezTo>
                  <a:pt x="376985" y="28988"/>
                  <a:pt x="376866" y="29548"/>
                  <a:pt x="376662" y="30075"/>
                </a:cubicBezTo>
                <a:lnTo>
                  <a:pt x="377867" y="30075"/>
                </a:lnTo>
                <a:cubicBezTo>
                  <a:pt x="377596" y="27037"/>
                  <a:pt x="376934" y="24525"/>
                  <a:pt x="375746" y="22556"/>
                </a:cubicBezTo>
                <a:close/>
                <a:moveTo>
                  <a:pt x="374116" y="43347"/>
                </a:moveTo>
                <a:cubicBezTo>
                  <a:pt x="374490" y="43058"/>
                  <a:pt x="374829" y="42753"/>
                  <a:pt x="375152" y="42413"/>
                </a:cubicBezTo>
                <a:lnTo>
                  <a:pt x="374812" y="42362"/>
                </a:lnTo>
                <a:cubicBezTo>
                  <a:pt x="374591" y="42719"/>
                  <a:pt x="374371" y="43041"/>
                  <a:pt x="374116" y="43347"/>
                </a:cubicBezTo>
                <a:close/>
                <a:moveTo>
                  <a:pt x="398386" y="48914"/>
                </a:moveTo>
                <a:lnTo>
                  <a:pt x="389171" y="48914"/>
                </a:lnTo>
                <a:lnTo>
                  <a:pt x="389171" y="14070"/>
                </a:lnTo>
                <a:lnTo>
                  <a:pt x="397724" y="14070"/>
                </a:lnTo>
                <a:lnTo>
                  <a:pt x="397724" y="19026"/>
                </a:lnTo>
                <a:cubicBezTo>
                  <a:pt x="399184" y="16684"/>
                  <a:pt x="400508" y="15139"/>
                  <a:pt x="401679" y="14392"/>
                </a:cubicBezTo>
                <a:cubicBezTo>
                  <a:pt x="402850" y="13663"/>
                  <a:pt x="404174" y="13289"/>
                  <a:pt x="405667" y="13289"/>
                </a:cubicBezTo>
                <a:cubicBezTo>
                  <a:pt x="407772" y="13289"/>
                  <a:pt x="409792" y="13866"/>
                  <a:pt x="411726" y="15020"/>
                </a:cubicBezTo>
                <a:lnTo>
                  <a:pt x="408875" y="23065"/>
                </a:lnTo>
                <a:cubicBezTo>
                  <a:pt x="407331" y="22047"/>
                  <a:pt x="405888" y="21555"/>
                  <a:pt x="404547" y="21555"/>
                </a:cubicBezTo>
                <a:cubicBezTo>
                  <a:pt x="403257" y="21555"/>
                  <a:pt x="402171" y="21911"/>
                  <a:pt x="401272" y="22607"/>
                </a:cubicBezTo>
                <a:cubicBezTo>
                  <a:pt x="400372" y="23320"/>
                  <a:pt x="399676" y="24610"/>
                  <a:pt x="399150" y="26476"/>
                </a:cubicBezTo>
                <a:cubicBezTo>
                  <a:pt x="398641" y="28326"/>
                  <a:pt x="398386" y="32213"/>
                  <a:pt x="398386" y="38153"/>
                </a:cubicBezTo>
                <a:lnTo>
                  <a:pt x="398386" y="48914"/>
                </a:lnTo>
                <a:close/>
                <a:moveTo>
                  <a:pt x="404683" y="17481"/>
                </a:moveTo>
                <a:cubicBezTo>
                  <a:pt x="405260" y="17481"/>
                  <a:pt x="405854" y="17549"/>
                  <a:pt x="406465" y="17668"/>
                </a:cubicBezTo>
                <a:lnTo>
                  <a:pt x="406567" y="17413"/>
                </a:lnTo>
                <a:cubicBezTo>
                  <a:pt x="406261" y="17379"/>
                  <a:pt x="405973" y="17362"/>
                  <a:pt x="405667" y="17362"/>
                </a:cubicBezTo>
                <a:cubicBezTo>
                  <a:pt x="405328" y="17362"/>
                  <a:pt x="404989" y="17396"/>
                  <a:pt x="404683" y="17481"/>
                </a:cubicBezTo>
                <a:close/>
                <a:moveTo>
                  <a:pt x="396180" y="22794"/>
                </a:moveTo>
                <a:cubicBezTo>
                  <a:pt x="394670" y="22166"/>
                  <a:pt x="393651" y="20689"/>
                  <a:pt x="393651" y="19026"/>
                </a:cubicBezTo>
                <a:lnTo>
                  <a:pt x="393651" y="18143"/>
                </a:lnTo>
                <a:lnTo>
                  <a:pt x="393244" y="18143"/>
                </a:lnTo>
                <a:lnTo>
                  <a:pt x="393244" y="44840"/>
                </a:lnTo>
                <a:lnTo>
                  <a:pt x="394313" y="44840"/>
                </a:lnTo>
                <a:lnTo>
                  <a:pt x="394313" y="38153"/>
                </a:lnTo>
                <a:cubicBezTo>
                  <a:pt x="394313" y="31670"/>
                  <a:pt x="394670" y="27410"/>
                  <a:pt x="395230" y="25390"/>
                </a:cubicBezTo>
                <a:cubicBezTo>
                  <a:pt x="395501" y="24406"/>
                  <a:pt x="395824" y="23557"/>
                  <a:pt x="396180" y="22794"/>
                </a:cubicBezTo>
                <a:close/>
                <a:moveTo>
                  <a:pt x="475440" y="48914"/>
                </a:moveTo>
                <a:lnTo>
                  <a:pt x="475440" y="14078"/>
                </a:lnTo>
                <a:lnTo>
                  <a:pt x="484657" y="14078"/>
                </a:lnTo>
                <a:lnTo>
                  <a:pt x="484657" y="48914"/>
                </a:lnTo>
                <a:lnTo>
                  <a:pt x="475440" y="48914"/>
                </a:lnTo>
                <a:close/>
                <a:moveTo>
                  <a:pt x="479513" y="44840"/>
                </a:moveTo>
                <a:lnTo>
                  <a:pt x="480582" y="44840"/>
                </a:lnTo>
                <a:lnTo>
                  <a:pt x="480582" y="18143"/>
                </a:lnTo>
                <a:lnTo>
                  <a:pt x="479513" y="18143"/>
                </a:lnTo>
                <a:lnTo>
                  <a:pt x="479513" y="44840"/>
                </a:lnTo>
                <a:close/>
                <a:moveTo>
                  <a:pt x="345213" y="24372"/>
                </a:moveTo>
                <a:lnTo>
                  <a:pt x="336133" y="26018"/>
                </a:lnTo>
                <a:cubicBezTo>
                  <a:pt x="335827" y="24202"/>
                  <a:pt x="335131" y="22827"/>
                  <a:pt x="334045" y="21911"/>
                </a:cubicBezTo>
                <a:cubicBezTo>
                  <a:pt x="332959" y="20995"/>
                  <a:pt x="331550" y="20536"/>
                  <a:pt x="329836" y="20536"/>
                </a:cubicBezTo>
                <a:cubicBezTo>
                  <a:pt x="327528" y="20536"/>
                  <a:pt x="325695" y="21317"/>
                  <a:pt x="324337" y="22912"/>
                </a:cubicBezTo>
                <a:cubicBezTo>
                  <a:pt x="322962" y="24491"/>
                  <a:pt x="322283" y="27155"/>
                  <a:pt x="322283" y="30872"/>
                </a:cubicBezTo>
                <a:cubicBezTo>
                  <a:pt x="322283" y="34996"/>
                  <a:pt x="322979" y="37916"/>
                  <a:pt x="324371" y="39630"/>
                </a:cubicBezTo>
                <a:cubicBezTo>
                  <a:pt x="325763" y="41327"/>
                  <a:pt x="327613" y="42176"/>
                  <a:pt x="329955" y="42176"/>
                </a:cubicBezTo>
                <a:cubicBezTo>
                  <a:pt x="331703" y="42176"/>
                  <a:pt x="333146" y="41684"/>
                  <a:pt x="334249" y="40682"/>
                </a:cubicBezTo>
                <a:cubicBezTo>
                  <a:pt x="335369" y="39698"/>
                  <a:pt x="336167" y="37984"/>
                  <a:pt x="336625" y="35557"/>
                </a:cubicBezTo>
                <a:lnTo>
                  <a:pt x="345671" y="37101"/>
                </a:lnTo>
                <a:cubicBezTo>
                  <a:pt x="344738" y="41259"/>
                  <a:pt x="342922" y="44382"/>
                  <a:pt x="340257" y="46504"/>
                </a:cubicBezTo>
                <a:cubicBezTo>
                  <a:pt x="337592" y="48625"/>
                  <a:pt x="334011" y="49694"/>
                  <a:pt x="329531" y="49694"/>
                </a:cubicBezTo>
                <a:cubicBezTo>
                  <a:pt x="324439" y="49694"/>
                  <a:pt x="320383" y="48082"/>
                  <a:pt x="317345" y="44874"/>
                </a:cubicBezTo>
                <a:cubicBezTo>
                  <a:pt x="314324" y="41650"/>
                  <a:pt x="312796" y="37203"/>
                  <a:pt x="312796" y="31517"/>
                </a:cubicBezTo>
                <a:cubicBezTo>
                  <a:pt x="312796" y="25764"/>
                  <a:pt x="314324" y="21300"/>
                  <a:pt x="317362" y="18092"/>
                </a:cubicBezTo>
                <a:cubicBezTo>
                  <a:pt x="320400" y="14885"/>
                  <a:pt x="324507" y="13289"/>
                  <a:pt x="329700" y="13289"/>
                </a:cubicBezTo>
                <a:cubicBezTo>
                  <a:pt x="333943" y="13289"/>
                  <a:pt x="337304" y="14189"/>
                  <a:pt x="339816" y="16022"/>
                </a:cubicBezTo>
                <a:cubicBezTo>
                  <a:pt x="342328" y="17855"/>
                  <a:pt x="344127" y="20638"/>
                  <a:pt x="345213" y="24372"/>
                </a:cubicBezTo>
                <a:close/>
                <a:moveTo>
                  <a:pt x="323743" y="44518"/>
                </a:moveTo>
                <a:cubicBezTo>
                  <a:pt x="322810" y="43907"/>
                  <a:pt x="321961" y="43126"/>
                  <a:pt x="321214" y="42193"/>
                </a:cubicBezTo>
                <a:cubicBezTo>
                  <a:pt x="319398" y="39969"/>
                  <a:pt x="318210" y="36252"/>
                  <a:pt x="318210" y="30872"/>
                </a:cubicBezTo>
                <a:cubicBezTo>
                  <a:pt x="318210" y="25865"/>
                  <a:pt x="319415" y="22386"/>
                  <a:pt x="321248" y="20248"/>
                </a:cubicBezTo>
                <a:cubicBezTo>
                  <a:pt x="321486" y="19959"/>
                  <a:pt x="321740" y="19705"/>
                  <a:pt x="322012" y="19450"/>
                </a:cubicBezTo>
                <a:cubicBezTo>
                  <a:pt x="321401" y="19857"/>
                  <a:pt x="320841" y="20350"/>
                  <a:pt x="320315" y="20893"/>
                </a:cubicBezTo>
                <a:cubicBezTo>
                  <a:pt x="317922" y="23422"/>
                  <a:pt x="316869" y="26986"/>
                  <a:pt x="316869" y="31517"/>
                </a:cubicBezTo>
                <a:cubicBezTo>
                  <a:pt x="316869" y="35998"/>
                  <a:pt x="317922" y="39545"/>
                  <a:pt x="320315" y="42074"/>
                </a:cubicBezTo>
                <a:cubicBezTo>
                  <a:pt x="321299" y="43126"/>
                  <a:pt x="322453" y="43941"/>
                  <a:pt x="323743" y="44518"/>
                </a:cubicBezTo>
                <a:close/>
                <a:moveTo>
                  <a:pt x="336438" y="44178"/>
                </a:moveTo>
                <a:cubicBezTo>
                  <a:pt x="336896" y="43924"/>
                  <a:pt x="337321" y="43635"/>
                  <a:pt x="337728" y="43330"/>
                </a:cubicBezTo>
                <a:cubicBezTo>
                  <a:pt x="338729" y="42515"/>
                  <a:pt x="339561" y="41514"/>
                  <a:pt x="340223" y="40292"/>
                </a:cubicBezTo>
                <a:lnTo>
                  <a:pt x="339459" y="40173"/>
                </a:lnTo>
                <a:cubicBezTo>
                  <a:pt x="338780" y="41700"/>
                  <a:pt x="337915" y="42872"/>
                  <a:pt x="336964" y="43720"/>
                </a:cubicBezTo>
                <a:cubicBezTo>
                  <a:pt x="336795" y="43890"/>
                  <a:pt x="336608" y="44026"/>
                  <a:pt x="336438" y="44178"/>
                </a:cubicBezTo>
                <a:close/>
                <a:moveTo>
                  <a:pt x="336795" y="18907"/>
                </a:moveTo>
                <a:cubicBezTo>
                  <a:pt x="337575" y="19586"/>
                  <a:pt x="338254" y="20417"/>
                  <a:pt x="338797" y="21385"/>
                </a:cubicBezTo>
                <a:lnTo>
                  <a:pt x="339357" y="21283"/>
                </a:lnTo>
                <a:cubicBezTo>
                  <a:pt x="338797" y="20519"/>
                  <a:pt x="338152" y="19857"/>
                  <a:pt x="337423" y="19314"/>
                </a:cubicBezTo>
                <a:cubicBezTo>
                  <a:pt x="337219" y="19162"/>
                  <a:pt x="337015" y="19026"/>
                  <a:pt x="336795" y="18907"/>
                </a:cubicBezTo>
                <a:close/>
                <a:moveTo>
                  <a:pt x="525779" y="48914"/>
                </a:moveTo>
                <a:lnTo>
                  <a:pt x="516563" y="48914"/>
                </a:lnTo>
                <a:lnTo>
                  <a:pt x="516563" y="31127"/>
                </a:lnTo>
                <a:cubicBezTo>
                  <a:pt x="516563" y="27359"/>
                  <a:pt x="516377" y="24932"/>
                  <a:pt x="515969" y="23829"/>
                </a:cubicBezTo>
                <a:cubicBezTo>
                  <a:pt x="515579" y="22726"/>
                  <a:pt x="514951" y="21860"/>
                  <a:pt x="514051" y="21249"/>
                </a:cubicBezTo>
                <a:cubicBezTo>
                  <a:pt x="513169" y="20638"/>
                  <a:pt x="512100" y="20333"/>
                  <a:pt x="510861" y="20333"/>
                </a:cubicBezTo>
                <a:cubicBezTo>
                  <a:pt x="509265" y="20333"/>
                  <a:pt x="507840" y="20774"/>
                  <a:pt x="506567" y="21639"/>
                </a:cubicBezTo>
                <a:cubicBezTo>
                  <a:pt x="505294" y="22522"/>
                  <a:pt x="504428" y="23676"/>
                  <a:pt x="503953" y="25119"/>
                </a:cubicBezTo>
                <a:cubicBezTo>
                  <a:pt x="503478" y="26561"/>
                  <a:pt x="503257" y="29243"/>
                  <a:pt x="503257" y="33130"/>
                </a:cubicBezTo>
                <a:lnTo>
                  <a:pt x="503257" y="48914"/>
                </a:lnTo>
                <a:lnTo>
                  <a:pt x="494024" y="48914"/>
                </a:lnTo>
                <a:lnTo>
                  <a:pt x="494024" y="14070"/>
                </a:lnTo>
                <a:lnTo>
                  <a:pt x="502595" y="14070"/>
                </a:lnTo>
                <a:lnTo>
                  <a:pt x="502595" y="19195"/>
                </a:lnTo>
                <a:cubicBezTo>
                  <a:pt x="505633" y="15258"/>
                  <a:pt x="509452" y="13289"/>
                  <a:pt x="514068" y="13289"/>
                </a:cubicBezTo>
                <a:cubicBezTo>
                  <a:pt x="516105" y="13289"/>
                  <a:pt x="517972" y="13646"/>
                  <a:pt x="519652" y="14375"/>
                </a:cubicBezTo>
                <a:cubicBezTo>
                  <a:pt x="521332" y="15122"/>
                  <a:pt x="522605" y="16056"/>
                  <a:pt x="523471" y="17193"/>
                </a:cubicBezTo>
                <a:cubicBezTo>
                  <a:pt x="524336" y="18330"/>
                  <a:pt x="524930" y="19620"/>
                  <a:pt x="525270" y="21062"/>
                </a:cubicBezTo>
                <a:cubicBezTo>
                  <a:pt x="525609" y="22505"/>
                  <a:pt x="525779" y="24559"/>
                  <a:pt x="525779" y="27257"/>
                </a:cubicBezTo>
                <a:lnTo>
                  <a:pt x="525779" y="48914"/>
                </a:lnTo>
                <a:close/>
                <a:moveTo>
                  <a:pt x="500525" y="22709"/>
                </a:moveTo>
                <a:cubicBezTo>
                  <a:pt x="499303" y="21979"/>
                  <a:pt x="498522" y="20655"/>
                  <a:pt x="498522" y="19195"/>
                </a:cubicBezTo>
                <a:lnTo>
                  <a:pt x="498522" y="18143"/>
                </a:lnTo>
                <a:lnTo>
                  <a:pt x="498098" y="18143"/>
                </a:lnTo>
                <a:lnTo>
                  <a:pt x="498098" y="44840"/>
                </a:lnTo>
                <a:lnTo>
                  <a:pt x="499184" y="44840"/>
                </a:lnTo>
                <a:lnTo>
                  <a:pt x="499184" y="33130"/>
                </a:lnTo>
                <a:cubicBezTo>
                  <a:pt x="499184" y="28615"/>
                  <a:pt x="499540" y="25543"/>
                  <a:pt x="500083" y="23863"/>
                </a:cubicBezTo>
                <a:cubicBezTo>
                  <a:pt x="500219" y="23455"/>
                  <a:pt x="500355" y="23082"/>
                  <a:pt x="500525" y="22709"/>
                </a:cubicBezTo>
                <a:close/>
                <a:moveTo>
                  <a:pt x="515681" y="17464"/>
                </a:moveTo>
                <a:cubicBezTo>
                  <a:pt x="515918" y="17600"/>
                  <a:pt x="516156" y="17753"/>
                  <a:pt x="516377" y="17906"/>
                </a:cubicBezTo>
                <a:cubicBezTo>
                  <a:pt x="517955" y="18992"/>
                  <a:pt x="519109" y="20502"/>
                  <a:pt x="519822" y="22454"/>
                </a:cubicBezTo>
                <a:cubicBezTo>
                  <a:pt x="520280" y="23778"/>
                  <a:pt x="520637" y="26663"/>
                  <a:pt x="520637" y="31127"/>
                </a:cubicBezTo>
                <a:lnTo>
                  <a:pt x="520637" y="44840"/>
                </a:lnTo>
                <a:lnTo>
                  <a:pt x="521706" y="44840"/>
                </a:lnTo>
                <a:lnTo>
                  <a:pt x="521706" y="27257"/>
                </a:lnTo>
                <a:cubicBezTo>
                  <a:pt x="521706" y="24966"/>
                  <a:pt x="521604" y="23218"/>
                  <a:pt x="521315" y="21996"/>
                </a:cubicBezTo>
                <a:cubicBezTo>
                  <a:pt x="521112" y="21113"/>
                  <a:pt x="520755" y="20333"/>
                  <a:pt x="520229" y="19654"/>
                </a:cubicBezTo>
                <a:cubicBezTo>
                  <a:pt x="519737" y="19009"/>
                  <a:pt x="518973" y="18534"/>
                  <a:pt x="518023" y="18109"/>
                </a:cubicBezTo>
                <a:cubicBezTo>
                  <a:pt x="517293" y="17804"/>
                  <a:pt x="516512" y="17583"/>
                  <a:pt x="515681" y="17464"/>
                </a:cubicBezTo>
                <a:close/>
                <a:moveTo>
                  <a:pt x="16599" y="63051"/>
                </a:moveTo>
                <a:lnTo>
                  <a:pt x="10268" y="63051"/>
                </a:lnTo>
                <a:cubicBezTo>
                  <a:pt x="6925" y="57994"/>
                  <a:pt x="4379" y="52749"/>
                  <a:pt x="2631" y="47301"/>
                </a:cubicBezTo>
                <a:cubicBezTo>
                  <a:pt x="883" y="41853"/>
                  <a:pt x="0" y="36575"/>
                  <a:pt x="0" y="31483"/>
                </a:cubicBezTo>
                <a:cubicBezTo>
                  <a:pt x="0" y="25170"/>
                  <a:pt x="1086" y="19195"/>
                  <a:pt x="3259" y="13544"/>
                </a:cubicBezTo>
                <a:cubicBezTo>
                  <a:pt x="5143" y="8656"/>
                  <a:pt x="7519" y="4124"/>
                  <a:pt x="10404" y="0"/>
                </a:cubicBezTo>
                <a:lnTo>
                  <a:pt x="16701" y="0"/>
                </a:lnTo>
                <a:cubicBezTo>
                  <a:pt x="13713" y="6619"/>
                  <a:pt x="11643" y="12254"/>
                  <a:pt x="10523" y="16904"/>
                </a:cubicBezTo>
                <a:cubicBezTo>
                  <a:pt x="9403" y="21555"/>
                  <a:pt x="8825" y="26476"/>
                  <a:pt x="8825" y="31687"/>
                </a:cubicBezTo>
                <a:cubicBezTo>
                  <a:pt x="8825" y="35268"/>
                  <a:pt x="9165" y="38951"/>
                  <a:pt x="9827" y="42702"/>
                </a:cubicBezTo>
                <a:cubicBezTo>
                  <a:pt x="10506" y="46470"/>
                  <a:pt x="11405" y="50051"/>
                  <a:pt x="12576" y="53428"/>
                </a:cubicBezTo>
                <a:cubicBezTo>
                  <a:pt x="13340" y="55669"/>
                  <a:pt x="14681" y="58859"/>
                  <a:pt x="16599" y="63051"/>
                </a:cubicBezTo>
                <a:close/>
                <a:moveTo>
                  <a:pt x="5991" y="44348"/>
                </a:moveTo>
                <a:lnTo>
                  <a:pt x="5821" y="43415"/>
                </a:lnTo>
                <a:cubicBezTo>
                  <a:pt x="5109" y="39409"/>
                  <a:pt x="4752" y="35506"/>
                  <a:pt x="4752" y="31687"/>
                </a:cubicBezTo>
                <a:cubicBezTo>
                  <a:pt x="4752" y="26646"/>
                  <a:pt x="5261" y="21843"/>
                  <a:pt x="6246" y="17278"/>
                </a:cubicBezTo>
                <a:cubicBezTo>
                  <a:pt x="4803" y="21792"/>
                  <a:pt x="4073" y="26527"/>
                  <a:pt x="4073" y="31483"/>
                </a:cubicBezTo>
                <a:cubicBezTo>
                  <a:pt x="4073" y="35658"/>
                  <a:pt x="4718" y="39935"/>
                  <a:pt x="5991" y="44348"/>
                </a:cubicBezTo>
                <a:close/>
                <a:moveTo>
                  <a:pt x="532568" y="63051"/>
                </a:moveTo>
                <a:cubicBezTo>
                  <a:pt x="534384" y="59148"/>
                  <a:pt x="535674" y="56161"/>
                  <a:pt x="536421" y="54090"/>
                </a:cubicBezTo>
                <a:cubicBezTo>
                  <a:pt x="537150" y="52003"/>
                  <a:pt x="537846" y="49609"/>
                  <a:pt x="538474" y="46911"/>
                </a:cubicBezTo>
                <a:cubicBezTo>
                  <a:pt x="539119" y="44195"/>
                  <a:pt x="539577" y="41616"/>
                  <a:pt x="539883" y="39189"/>
                </a:cubicBezTo>
                <a:cubicBezTo>
                  <a:pt x="540188" y="36745"/>
                  <a:pt x="540341" y="34250"/>
                  <a:pt x="540341" y="31687"/>
                </a:cubicBezTo>
                <a:cubicBezTo>
                  <a:pt x="540341" y="26476"/>
                  <a:pt x="539798" y="21555"/>
                  <a:pt x="538678" y="16904"/>
                </a:cubicBezTo>
                <a:cubicBezTo>
                  <a:pt x="537558" y="12254"/>
                  <a:pt x="535504" y="6619"/>
                  <a:pt x="532517" y="0"/>
                </a:cubicBezTo>
                <a:lnTo>
                  <a:pt x="538780" y="0"/>
                </a:lnTo>
                <a:cubicBezTo>
                  <a:pt x="542072" y="4701"/>
                  <a:pt x="544635" y="9691"/>
                  <a:pt x="546468" y="14952"/>
                </a:cubicBezTo>
                <a:cubicBezTo>
                  <a:pt x="548284" y="20231"/>
                  <a:pt x="549201" y="25577"/>
                  <a:pt x="549201" y="30991"/>
                </a:cubicBezTo>
                <a:cubicBezTo>
                  <a:pt x="549201" y="35574"/>
                  <a:pt x="548488" y="40462"/>
                  <a:pt x="547045" y="45689"/>
                </a:cubicBezTo>
                <a:cubicBezTo>
                  <a:pt x="545399" y="51544"/>
                  <a:pt x="542700" y="57332"/>
                  <a:pt x="538932" y="63051"/>
                </a:cubicBezTo>
                <a:lnTo>
                  <a:pt x="532568" y="63051"/>
                </a:lnTo>
                <a:close/>
                <a:moveTo>
                  <a:pt x="542921" y="17193"/>
                </a:moveTo>
                <a:cubicBezTo>
                  <a:pt x="543922" y="21775"/>
                  <a:pt x="544414" y="26595"/>
                  <a:pt x="544414" y="31687"/>
                </a:cubicBezTo>
                <a:cubicBezTo>
                  <a:pt x="544414" y="34419"/>
                  <a:pt x="544262" y="37084"/>
                  <a:pt x="543922" y="39681"/>
                </a:cubicBezTo>
                <a:cubicBezTo>
                  <a:pt x="543736" y="41174"/>
                  <a:pt x="543498" y="42719"/>
                  <a:pt x="543192" y="44314"/>
                </a:cubicBezTo>
                <a:cubicBezTo>
                  <a:pt x="544482" y="39579"/>
                  <a:pt x="545127" y="35149"/>
                  <a:pt x="545127" y="30991"/>
                </a:cubicBezTo>
                <a:cubicBezTo>
                  <a:pt x="545127" y="26324"/>
                  <a:pt x="544397" y="21724"/>
                  <a:pt x="542921" y="17193"/>
                </a:cubicBezTo>
                <a:close/>
              </a:path>
            </a:pathLst>
          </a:custGeom>
          <a:solidFill xmlns:a="http://schemas.openxmlformats.org/drawingml/2006/main">
            <a:srgbClr val="AD71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4B214-BE1D-4F17-95C3-BAF836E9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277" y="552379"/>
            <a:ext cx="1330902" cy="286659"/>
          </a:xfrm>
          <a:custGeom xmlns:a="http://schemas.openxmlformats.org/drawingml/2006/main">
            <a:pathLst>
              <a:path w="1330902" h="286659">
                <a:moveTo>
                  <a:pt x="1330902" y="143329"/>
                </a:moveTo>
                <a:cubicBezTo>
                  <a:pt x="1330902" y="222437"/>
                  <a:pt x="1266663" y="286659"/>
                  <a:pt x="1187573" y="286659"/>
                </a:cubicBezTo>
                <a:lnTo>
                  <a:pt x="143329" y="286659"/>
                </a:lnTo>
                <a:cubicBezTo>
                  <a:pt x="64222" y="286659"/>
                  <a:pt x="0" y="222437"/>
                  <a:pt x="0" y="143329"/>
                </a:cubicBezTo>
                <a:cubicBezTo>
                  <a:pt x="0" y="64222"/>
                  <a:pt x="64222" y="0"/>
                  <a:pt x="143329" y="0"/>
                </a:cubicBezTo>
                <a:lnTo>
                  <a:pt x="1187573" y="0"/>
                </a:lnTo>
                <a:cubicBezTo>
                  <a:pt x="1266663" y="0"/>
                  <a:pt x="1330902" y="64222"/>
                  <a:pt x="1330902" y="143329"/>
                </a:cubicBezTo>
                <a:close/>
              </a:path>
            </a:pathLst>
          </a:custGeom>
          <a:solidFill xmlns:a="http://schemas.openxmlformats.org/drawingml/2006/main">
            <a:srgbClr val="E0344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Compromised">
            <a:extLst xmlns:a="http://schemas.openxmlformats.org/drawingml/2006/main">
              <a:ext uri="{FF2B5EF4-FFF2-40B4-BE49-F238E27FC236}">
                <a16:creationId xmlns:a16="http://schemas.microsoft.com/office/drawing/2014/main" id="{DE7CE3B0-0C5C-48F2-8CC7-57856DB8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292" y="597307"/>
            <a:ext cx="1149331" cy="143638"/>
          </a:xfrm>
          <a:custGeom xmlns:a="http://schemas.openxmlformats.org/drawingml/2006/main">
            <a:pathLst>
              <a:path w="1149331" h="143638">
                <a:moveTo>
                  <a:pt x="77956" y="67577"/>
                </a:moveTo>
                <a:lnTo>
                  <a:pt x="108032" y="76699"/>
                </a:lnTo>
                <a:cubicBezTo>
                  <a:pt x="106012" y="85143"/>
                  <a:pt x="102830" y="92197"/>
                  <a:pt x="98486" y="97861"/>
                </a:cubicBezTo>
                <a:cubicBezTo>
                  <a:pt x="94143" y="103524"/>
                  <a:pt x="88751" y="107797"/>
                  <a:pt x="82312" y="110679"/>
                </a:cubicBezTo>
                <a:cubicBezTo>
                  <a:pt x="75872" y="113561"/>
                  <a:pt x="67678" y="115002"/>
                  <a:pt x="57728" y="115002"/>
                </a:cubicBezTo>
                <a:cubicBezTo>
                  <a:pt x="45657" y="115002"/>
                  <a:pt x="35796" y="113246"/>
                  <a:pt x="28144" y="109734"/>
                </a:cubicBezTo>
                <a:cubicBezTo>
                  <a:pt x="20493" y="106221"/>
                  <a:pt x="13889" y="100042"/>
                  <a:pt x="8333" y="91199"/>
                </a:cubicBezTo>
                <a:cubicBezTo>
                  <a:pt x="2778" y="82354"/>
                  <a:pt x="0" y="71033"/>
                  <a:pt x="0" y="57236"/>
                </a:cubicBezTo>
                <a:cubicBezTo>
                  <a:pt x="0" y="38839"/>
                  <a:pt x="4886" y="24700"/>
                  <a:pt x="14659" y="14820"/>
                </a:cubicBezTo>
                <a:cubicBezTo>
                  <a:pt x="24432" y="4940"/>
                  <a:pt x="38258" y="0"/>
                  <a:pt x="56137" y="0"/>
                </a:cubicBezTo>
                <a:cubicBezTo>
                  <a:pt x="70127" y="0"/>
                  <a:pt x="81125" y="2828"/>
                  <a:pt x="89130" y="8483"/>
                </a:cubicBezTo>
                <a:cubicBezTo>
                  <a:pt x="97135" y="14138"/>
                  <a:pt x="103082" y="22822"/>
                  <a:pt x="106971" y="34536"/>
                </a:cubicBezTo>
                <a:lnTo>
                  <a:pt x="76668" y="41213"/>
                </a:lnTo>
                <a:cubicBezTo>
                  <a:pt x="75607" y="37862"/>
                  <a:pt x="74496" y="35411"/>
                  <a:pt x="73334" y="33859"/>
                </a:cubicBezTo>
                <a:cubicBezTo>
                  <a:pt x="71415" y="31260"/>
                  <a:pt x="69067" y="29260"/>
                  <a:pt x="66289" y="27860"/>
                </a:cubicBezTo>
                <a:cubicBezTo>
                  <a:pt x="63511" y="26459"/>
                  <a:pt x="60405" y="25758"/>
                  <a:pt x="56971" y="25758"/>
                </a:cubicBezTo>
                <a:cubicBezTo>
                  <a:pt x="49193" y="25758"/>
                  <a:pt x="43233" y="28889"/>
                  <a:pt x="39091" y="35152"/>
                </a:cubicBezTo>
                <a:cubicBezTo>
                  <a:pt x="35960" y="39799"/>
                  <a:pt x="34394" y="47097"/>
                  <a:pt x="34394" y="57046"/>
                </a:cubicBezTo>
                <a:cubicBezTo>
                  <a:pt x="34394" y="69370"/>
                  <a:pt x="36263" y="77817"/>
                  <a:pt x="40001" y="82388"/>
                </a:cubicBezTo>
                <a:cubicBezTo>
                  <a:pt x="43738" y="86958"/>
                  <a:pt x="48991" y="89244"/>
                  <a:pt x="55758" y="89244"/>
                </a:cubicBezTo>
                <a:cubicBezTo>
                  <a:pt x="62324" y="89244"/>
                  <a:pt x="67286" y="87394"/>
                  <a:pt x="70645" y="83694"/>
                </a:cubicBezTo>
                <a:cubicBezTo>
                  <a:pt x="74004" y="79995"/>
                  <a:pt x="76441" y="74622"/>
                  <a:pt x="77956" y="67577"/>
                </a:cubicBezTo>
                <a:close/>
                <a:moveTo>
                  <a:pt x="118860" y="73031"/>
                </a:moveTo>
                <a:cubicBezTo>
                  <a:pt x="118860" y="60758"/>
                  <a:pt x="123001" y="50645"/>
                  <a:pt x="131284" y="42690"/>
                </a:cubicBezTo>
                <a:cubicBezTo>
                  <a:pt x="139567" y="34735"/>
                  <a:pt x="150754" y="30758"/>
                  <a:pt x="164846" y="30758"/>
                </a:cubicBezTo>
                <a:cubicBezTo>
                  <a:pt x="180957" y="30758"/>
                  <a:pt x="193129" y="35430"/>
                  <a:pt x="201361" y="44773"/>
                </a:cubicBezTo>
                <a:cubicBezTo>
                  <a:pt x="207977" y="52299"/>
                  <a:pt x="211286" y="61567"/>
                  <a:pt x="211286" y="72577"/>
                </a:cubicBezTo>
                <a:cubicBezTo>
                  <a:pt x="211286" y="84951"/>
                  <a:pt x="207182" y="95090"/>
                  <a:pt x="198975" y="102994"/>
                </a:cubicBezTo>
                <a:cubicBezTo>
                  <a:pt x="190768" y="110898"/>
                  <a:pt x="179416" y="114850"/>
                  <a:pt x="164921" y="114850"/>
                </a:cubicBezTo>
                <a:cubicBezTo>
                  <a:pt x="151992" y="114850"/>
                  <a:pt x="141537" y="111567"/>
                  <a:pt x="133557" y="105002"/>
                </a:cubicBezTo>
                <a:cubicBezTo>
                  <a:pt x="123759" y="96870"/>
                  <a:pt x="118860" y="86213"/>
                  <a:pt x="118860" y="73031"/>
                </a:cubicBezTo>
                <a:moveTo>
                  <a:pt x="149770" y="72918"/>
                </a:moveTo>
                <a:cubicBezTo>
                  <a:pt x="149770" y="80077"/>
                  <a:pt x="151222" y="85371"/>
                  <a:pt x="154126" y="88799"/>
                </a:cubicBezTo>
                <a:cubicBezTo>
                  <a:pt x="157030" y="92227"/>
                  <a:pt x="160679" y="93941"/>
                  <a:pt x="165073" y="93941"/>
                </a:cubicBezTo>
                <a:cubicBezTo>
                  <a:pt x="169517" y="93941"/>
                  <a:pt x="173166" y="92252"/>
                  <a:pt x="176020" y="88874"/>
                </a:cubicBezTo>
                <a:cubicBezTo>
                  <a:pt x="178874" y="85497"/>
                  <a:pt x="180300" y="80077"/>
                  <a:pt x="180300" y="72615"/>
                </a:cubicBezTo>
                <a:cubicBezTo>
                  <a:pt x="180300" y="65658"/>
                  <a:pt x="178861" y="60478"/>
                  <a:pt x="175982" y="57075"/>
                </a:cubicBezTo>
                <a:cubicBezTo>
                  <a:pt x="173103" y="53672"/>
                  <a:pt x="169543" y="51970"/>
                  <a:pt x="165300" y="51970"/>
                </a:cubicBezTo>
                <a:cubicBezTo>
                  <a:pt x="160805" y="51970"/>
                  <a:pt x="157093" y="53697"/>
                  <a:pt x="154164" y="57150"/>
                </a:cubicBezTo>
                <a:cubicBezTo>
                  <a:pt x="151234" y="60604"/>
                  <a:pt x="149770" y="65860"/>
                  <a:pt x="149770" y="72918"/>
                </a:cubicBezTo>
                <a:close/>
                <a:moveTo>
                  <a:pt x="226348" y="32576"/>
                </a:moveTo>
                <a:lnTo>
                  <a:pt x="255136" y="32576"/>
                </a:lnTo>
                <a:lnTo>
                  <a:pt x="255136" y="44361"/>
                </a:lnTo>
                <a:cubicBezTo>
                  <a:pt x="259278" y="39447"/>
                  <a:pt x="263457" y="35951"/>
                  <a:pt x="267674" y="33874"/>
                </a:cubicBezTo>
                <a:cubicBezTo>
                  <a:pt x="271891" y="31797"/>
                  <a:pt x="276980" y="30758"/>
                  <a:pt x="282940" y="30758"/>
                </a:cubicBezTo>
                <a:cubicBezTo>
                  <a:pt x="289354" y="30758"/>
                  <a:pt x="294430" y="31898"/>
                  <a:pt x="298167" y="34179"/>
                </a:cubicBezTo>
                <a:cubicBezTo>
                  <a:pt x="301905" y="36458"/>
                  <a:pt x="304960" y="39852"/>
                  <a:pt x="307334" y="44361"/>
                </a:cubicBezTo>
                <a:cubicBezTo>
                  <a:pt x="312182" y="39093"/>
                  <a:pt x="316602" y="35509"/>
                  <a:pt x="320592" y="33608"/>
                </a:cubicBezTo>
                <a:cubicBezTo>
                  <a:pt x="324582" y="31708"/>
                  <a:pt x="329506" y="30758"/>
                  <a:pt x="335365" y="30758"/>
                </a:cubicBezTo>
                <a:cubicBezTo>
                  <a:pt x="344001" y="30758"/>
                  <a:pt x="350744" y="33321"/>
                  <a:pt x="355592" y="38448"/>
                </a:cubicBezTo>
                <a:cubicBezTo>
                  <a:pt x="360441" y="43574"/>
                  <a:pt x="362865" y="51592"/>
                  <a:pt x="362865" y="62501"/>
                </a:cubicBezTo>
                <a:lnTo>
                  <a:pt x="362865" y="113032"/>
                </a:lnTo>
                <a:lnTo>
                  <a:pt x="331955" y="113032"/>
                </a:lnTo>
                <a:lnTo>
                  <a:pt x="331955" y="67139"/>
                </a:lnTo>
                <a:cubicBezTo>
                  <a:pt x="331955" y="63498"/>
                  <a:pt x="331248" y="60792"/>
                  <a:pt x="329834" y="59021"/>
                </a:cubicBezTo>
                <a:cubicBezTo>
                  <a:pt x="327764" y="56240"/>
                  <a:pt x="325188" y="54849"/>
                  <a:pt x="322107" y="54849"/>
                </a:cubicBezTo>
                <a:cubicBezTo>
                  <a:pt x="318470" y="54849"/>
                  <a:pt x="315541" y="56164"/>
                  <a:pt x="313319" y="58793"/>
                </a:cubicBezTo>
                <a:cubicBezTo>
                  <a:pt x="311097" y="61423"/>
                  <a:pt x="309985" y="65646"/>
                  <a:pt x="309985" y="71462"/>
                </a:cubicBezTo>
                <a:lnTo>
                  <a:pt x="309985" y="113032"/>
                </a:lnTo>
                <a:lnTo>
                  <a:pt x="279076" y="113032"/>
                </a:lnTo>
                <a:lnTo>
                  <a:pt x="279076" y="68770"/>
                </a:lnTo>
                <a:cubicBezTo>
                  <a:pt x="279076" y="65239"/>
                  <a:pt x="278874" y="62843"/>
                  <a:pt x="278470" y="61582"/>
                </a:cubicBezTo>
                <a:cubicBezTo>
                  <a:pt x="277813" y="59565"/>
                  <a:pt x="276677" y="57939"/>
                  <a:pt x="275061" y="56703"/>
                </a:cubicBezTo>
                <a:cubicBezTo>
                  <a:pt x="273445" y="55467"/>
                  <a:pt x="271551" y="54849"/>
                  <a:pt x="269379" y="54849"/>
                </a:cubicBezTo>
                <a:cubicBezTo>
                  <a:pt x="265843" y="54849"/>
                  <a:pt x="262939" y="56186"/>
                  <a:pt x="260667" y="58860"/>
                </a:cubicBezTo>
                <a:cubicBezTo>
                  <a:pt x="258394" y="61533"/>
                  <a:pt x="257257" y="65922"/>
                  <a:pt x="257257" y="72025"/>
                </a:cubicBezTo>
                <a:lnTo>
                  <a:pt x="257257" y="113032"/>
                </a:lnTo>
                <a:lnTo>
                  <a:pt x="226348" y="113032"/>
                </a:lnTo>
                <a:lnTo>
                  <a:pt x="226348" y="32576"/>
                </a:lnTo>
                <a:close/>
                <a:moveTo>
                  <a:pt x="381410" y="143638"/>
                </a:moveTo>
                <a:lnTo>
                  <a:pt x="381410" y="32576"/>
                </a:lnTo>
                <a:lnTo>
                  <a:pt x="410274" y="32576"/>
                </a:lnTo>
                <a:lnTo>
                  <a:pt x="410274" y="44513"/>
                </a:lnTo>
                <a:cubicBezTo>
                  <a:pt x="414264" y="39497"/>
                  <a:pt x="417926" y="36103"/>
                  <a:pt x="421259" y="34331"/>
                </a:cubicBezTo>
                <a:cubicBezTo>
                  <a:pt x="425754" y="31949"/>
                  <a:pt x="430729" y="30758"/>
                  <a:pt x="436184" y="30758"/>
                </a:cubicBezTo>
                <a:cubicBezTo>
                  <a:pt x="446941" y="30758"/>
                  <a:pt x="455262" y="34874"/>
                  <a:pt x="461146" y="43107"/>
                </a:cubicBezTo>
                <a:cubicBezTo>
                  <a:pt x="467030" y="51339"/>
                  <a:pt x="469972" y="61516"/>
                  <a:pt x="469972" y="73637"/>
                </a:cubicBezTo>
                <a:cubicBezTo>
                  <a:pt x="469972" y="87021"/>
                  <a:pt x="466765" y="97236"/>
                  <a:pt x="460351" y="104282"/>
                </a:cubicBezTo>
                <a:cubicBezTo>
                  <a:pt x="453936" y="111327"/>
                  <a:pt x="445830" y="114850"/>
                  <a:pt x="436032" y="114850"/>
                </a:cubicBezTo>
                <a:cubicBezTo>
                  <a:pt x="431285" y="114850"/>
                  <a:pt x="426954" y="114042"/>
                  <a:pt x="423039" y="112426"/>
                </a:cubicBezTo>
                <a:cubicBezTo>
                  <a:pt x="419125" y="110810"/>
                  <a:pt x="415628" y="108411"/>
                  <a:pt x="412547" y="105229"/>
                </a:cubicBezTo>
                <a:lnTo>
                  <a:pt x="412547" y="143638"/>
                </a:lnTo>
                <a:lnTo>
                  <a:pt x="381410" y="143638"/>
                </a:lnTo>
                <a:moveTo>
                  <a:pt x="412320" y="73069"/>
                </a:moveTo>
                <a:cubicBezTo>
                  <a:pt x="412320" y="79420"/>
                  <a:pt x="413658" y="84133"/>
                  <a:pt x="416335" y="87208"/>
                </a:cubicBezTo>
                <a:cubicBezTo>
                  <a:pt x="419012" y="90282"/>
                  <a:pt x="422396" y="91820"/>
                  <a:pt x="426486" y="91820"/>
                </a:cubicBezTo>
                <a:cubicBezTo>
                  <a:pt x="430072" y="91820"/>
                  <a:pt x="433078" y="90345"/>
                  <a:pt x="435502" y="87397"/>
                </a:cubicBezTo>
                <a:cubicBezTo>
                  <a:pt x="437926" y="84447"/>
                  <a:pt x="439138" y="79444"/>
                  <a:pt x="439138" y="72387"/>
                </a:cubicBezTo>
                <a:cubicBezTo>
                  <a:pt x="439138" y="65885"/>
                  <a:pt x="437876" y="61109"/>
                  <a:pt x="435350" y="58060"/>
                </a:cubicBezTo>
                <a:cubicBezTo>
                  <a:pt x="432825" y="55010"/>
                  <a:pt x="429744" y="53486"/>
                  <a:pt x="426108" y="53486"/>
                </a:cubicBezTo>
                <a:cubicBezTo>
                  <a:pt x="422168" y="53486"/>
                  <a:pt x="418885" y="55023"/>
                  <a:pt x="416259" y="58097"/>
                </a:cubicBezTo>
                <a:cubicBezTo>
                  <a:pt x="413633" y="61172"/>
                  <a:pt x="412320" y="66163"/>
                  <a:pt x="412320" y="73069"/>
                </a:cubicBezTo>
                <a:close/>
                <a:moveTo>
                  <a:pt x="485034" y="32576"/>
                </a:moveTo>
                <a:lnTo>
                  <a:pt x="513898" y="32576"/>
                </a:lnTo>
                <a:lnTo>
                  <a:pt x="513898" y="45758"/>
                </a:lnTo>
                <a:cubicBezTo>
                  <a:pt x="516676" y="40051"/>
                  <a:pt x="519542" y="36124"/>
                  <a:pt x="522497" y="33978"/>
                </a:cubicBezTo>
                <a:cubicBezTo>
                  <a:pt x="525451" y="31831"/>
                  <a:pt x="529100" y="30758"/>
                  <a:pt x="533444" y="30758"/>
                </a:cubicBezTo>
                <a:cubicBezTo>
                  <a:pt x="537989" y="30758"/>
                  <a:pt x="542964" y="32172"/>
                  <a:pt x="548368" y="35001"/>
                </a:cubicBezTo>
                <a:lnTo>
                  <a:pt x="538823" y="56971"/>
                </a:lnTo>
                <a:cubicBezTo>
                  <a:pt x="535186" y="55455"/>
                  <a:pt x="532307" y="54698"/>
                  <a:pt x="530186" y="54698"/>
                </a:cubicBezTo>
                <a:cubicBezTo>
                  <a:pt x="526146" y="54698"/>
                  <a:pt x="523014" y="56364"/>
                  <a:pt x="520792" y="59698"/>
                </a:cubicBezTo>
                <a:cubicBezTo>
                  <a:pt x="517610" y="64395"/>
                  <a:pt x="516019" y="73183"/>
                  <a:pt x="516019" y="86062"/>
                </a:cubicBezTo>
                <a:lnTo>
                  <a:pt x="516019" y="113032"/>
                </a:lnTo>
                <a:lnTo>
                  <a:pt x="485034" y="113032"/>
                </a:lnTo>
                <a:lnTo>
                  <a:pt x="485034" y="32576"/>
                </a:lnTo>
                <a:close/>
                <a:moveTo>
                  <a:pt x="552314" y="73031"/>
                </a:moveTo>
                <a:cubicBezTo>
                  <a:pt x="552314" y="60758"/>
                  <a:pt x="556455" y="50645"/>
                  <a:pt x="564738" y="42690"/>
                </a:cubicBezTo>
                <a:cubicBezTo>
                  <a:pt x="573021" y="34735"/>
                  <a:pt x="584208" y="30758"/>
                  <a:pt x="598299" y="30758"/>
                </a:cubicBezTo>
                <a:cubicBezTo>
                  <a:pt x="614410" y="30758"/>
                  <a:pt x="626582" y="35430"/>
                  <a:pt x="634815" y="44773"/>
                </a:cubicBezTo>
                <a:cubicBezTo>
                  <a:pt x="641431" y="52299"/>
                  <a:pt x="644739" y="61567"/>
                  <a:pt x="644739" y="72577"/>
                </a:cubicBezTo>
                <a:cubicBezTo>
                  <a:pt x="644739" y="84951"/>
                  <a:pt x="640636" y="95090"/>
                  <a:pt x="632428" y="102994"/>
                </a:cubicBezTo>
                <a:cubicBezTo>
                  <a:pt x="624221" y="110898"/>
                  <a:pt x="612870" y="114850"/>
                  <a:pt x="598375" y="114850"/>
                </a:cubicBezTo>
                <a:cubicBezTo>
                  <a:pt x="585445" y="114850"/>
                  <a:pt x="574991" y="111567"/>
                  <a:pt x="567011" y="105002"/>
                </a:cubicBezTo>
                <a:cubicBezTo>
                  <a:pt x="557213" y="96870"/>
                  <a:pt x="552314" y="86213"/>
                  <a:pt x="552314" y="73031"/>
                </a:cubicBezTo>
                <a:moveTo>
                  <a:pt x="583223" y="72918"/>
                </a:moveTo>
                <a:cubicBezTo>
                  <a:pt x="583223" y="80077"/>
                  <a:pt x="584675" y="85371"/>
                  <a:pt x="587579" y="88799"/>
                </a:cubicBezTo>
                <a:cubicBezTo>
                  <a:pt x="590483" y="92227"/>
                  <a:pt x="594132" y="93941"/>
                  <a:pt x="598526" y="93941"/>
                </a:cubicBezTo>
                <a:cubicBezTo>
                  <a:pt x="602971" y="93941"/>
                  <a:pt x="606620" y="92252"/>
                  <a:pt x="609474" y="88874"/>
                </a:cubicBezTo>
                <a:cubicBezTo>
                  <a:pt x="612327" y="85497"/>
                  <a:pt x="613754" y="80077"/>
                  <a:pt x="613754" y="72615"/>
                </a:cubicBezTo>
                <a:cubicBezTo>
                  <a:pt x="613754" y="65658"/>
                  <a:pt x="612315" y="60478"/>
                  <a:pt x="609436" y="57075"/>
                </a:cubicBezTo>
                <a:cubicBezTo>
                  <a:pt x="606557" y="53672"/>
                  <a:pt x="602996" y="51970"/>
                  <a:pt x="598754" y="51970"/>
                </a:cubicBezTo>
                <a:cubicBezTo>
                  <a:pt x="594259" y="51970"/>
                  <a:pt x="590547" y="53697"/>
                  <a:pt x="587617" y="57150"/>
                </a:cubicBezTo>
                <a:cubicBezTo>
                  <a:pt x="584688" y="60604"/>
                  <a:pt x="583223" y="65860"/>
                  <a:pt x="583223" y="72918"/>
                </a:cubicBezTo>
                <a:close/>
                <a:moveTo>
                  <a:pt x="659801" y="32576"/>
                </a:moveTo>
                <a:lnTo>
                  <a:pt x="688589" y="32576"/>
                </a:lnTo>
                <a:lnTo>
                  <a:pt x="688589" y="44361"/>
                </a:lnTo>
                <a:cubicBezTo>
                  <a:pt x="692730" y="39447"/>
                  <a:pt x="696910" y="35951"/>
                  <a:pt x="701127" y="33874"/>
                </a:cubicBezTo>
                <a:cubicBezTo>
                  <a:pt x="705344" y="31797"/>
                  <a:pt x="710433" y="30758"/>
                  <a:pt x="716392" y="30758"/>
                </a:cubicBezTo>
                <a:cubicBezTo>
                  <a:pt x="722807" y="30758"/>
                  <a:pt x="727882" y="31898"/>
                  <a:pt x="731620" y="34179"/>
                </a:cubicBezTo>
                <a:cubicBezTo>
                  <a:pt x="735357" y="36458"/>
                  <a:pt x="738413" y="39852"/>
                  <a:pt x="740787" y="44361"/>
                </a:cubicBezTo>
                <a:cubicBezTo>
                  <a:pt x="745635" y="39093"/>
                  <a:pt x="750054" y="35509"/>
                  <a:pt x="754044" y="33608"/>
                </a:cubicBezTo>
                <a:cubicBezTo>
                  <a:pt x="758034" y="31708"/>
                  <a:pt x="762959" y="30758"/>
                  <a:pt x="768817" y="30758"/>
                </a:cubicBezTo>
                <a:cubicBezTo>
                  <a:pt x="777454" y="30758"/>
                  <a:pt x="784196" y="33321"/>
                  <a:pt x="789045" y="38448"/>
                </a:cubicBezTo>
                <a:cubicBezTo>
                  <a:pt x="793894" y="43574"/>
                  <a:pt x="796318" y="51592"/>
                  <a:pt x="796318" y="62501"/>
                </a:cubicBezTo>
                <a:lnTo>
                  <a:pt x="796318" y="113032"/>
                </a:lnTo>
                <a:lnTo>
                  <a:pt x="765408" y="113032"/>
                </a:lnTo>
                <a:lnTo>
                  <a:pt x="765408" y="67139"/>
                </a:lnTo>
                <a:cubicBezTo>
                  <a:pt x="765408" y="63498"/>
                  <a:pt x="764701" y="60792"/>
                  <a:pt x="763287" y="59021"/>
                </a:cubicBezTo>
                <a:cubicBezTo>
                  <a:pt x="761216" y="56240"/>
                  <a:pt x="758640" y="54849"/>
                  <a:pt x="755560" y="54849"/>
                </a:cubicBezTo>
                <a:cubicBezTo>
                  <a:pt x="751923" y="54849"/>
                  <a:pt x="748994" y="56164"/>
                  <a:pt x="746772" y="58793"/>
                </a:cubicBezTo>
                <a:cubicBezTo>
                  <a:pt x="744549" y="61423"/>
                  <a:pt x="743438" y="65646"/>
                  <a:pt x="743438" y="71462"/>
                </a:cubicBezTo>
                <a:lnTo>
                  <a:pt x="743438" y="113032"/>
                </a:lnTo>
                <a:lnTo>
                  <a:pt x="712529" y="113032"/>
                </a:lnTo>
                <a:lnTo>
                  <a:pt x="712529" y="68770"/>
                </a:lnTo>
                <a:cubicBezTo>
                  <a:pt x="712529" y="65239"/>
                  <a:pt x="712327" y="62843"/>
                  <a:pt x="711923" y="61582"/>
                </a:cubicBezTo>
                <a:cubicBezTo>
                  <a:pt x="711266" y="59565"/>
                  <a:pt x="710130" y="57939"/>
                  <a:pt x="708513" y="56703"/>
                </a:cubicBezTo>
                <a:cubicBezTo>
                  <a:pt x="706897" y="55467"/>
                  <a:pt x="705003" y="54849"/>
                  <a:pt x="702832" y="54849"/>
                </a:cubicBezTo>
                <a:cubicBezTo>
                  <a:pt x="699296" y="54849"/>
                  <a:pt x="696392" y="56186"/>
                  <a:pt x="694119" y="58860"/>
                </a:cubicBezTo>
                <a:cubicBezTo>
                  <a:pt x="691847" y="61533"/>
                  <a:pt x="690710" y="65922"/>
                  <a:pt x="690710" y="72025"/>
                </a:cubicBezTo>
                <a:lnTo>
                  <a:pt x="690710" y="113032"/>
                </a:lnTo>
                <a:lnTo>
                  <a:pt x="659801" y="113032"/>
                </a:lnTo>
                <a:lnTo>
                  <a:pt x="659801" y="32576"/>
                </a:lnTo>
                <a:close/>
                <a:moveTo>
                  <a:pt x="815848" y="1970"/>
                </a:moveTo>
                <a:lnTo>
                  <a:pt x="846682" y="1970"/>
                </a:lnTo>
                <a:lnTo>
                  <a:pt x="846682" y="22879"/>
                </a:lnTo>
                <a:lnTo>
                  <a:pt x="815848" y="22879"/>
                </a:lnTo>
                <a:lnTo>
                  <a:pt x="815848" y="1970"/>
                </a:lnTo>
                <a:moveTo>
                  <a:pt x="815848" y="32576"/>
                </a:moveTo>
                <a:lnTo>
                  <a:pt x="846682" y="32576"/>
                </a:lnTo>
                <a:lnTo>
                  <a:pt x="846682" y="113032"/>
                </a:lnTo>
                <a:lnTo>
                  <a:pt x="815848" y="113032"/>
                </a:lnTo>
                <a:lnTo>
                  <a:pt x="815848" y="32576"/>
                </a:lnTo>
                <a:close/>
                <a:moveTo>
                  <a:pt x="860939" y="90607"/>
                </a:moveTo>
                <a:lnTo>
                  <a:pt x="891545" y="87729"/>
                </a:lnTo>
                <a:cubicBezTo>
                  <a:pt x="892808" y="91365"/>
                  <a:pt x="894575" y="93966"/>
                  <a:pt x="896848" y="95532"/>
                </a:cubicBezTo>
                <a:cubicBezTo>
                  <a:pt x="899121" y="97097"/>
                  <a:pt x="902151" y="97880"/>
                  <a:pt x="905939" y="97880"/>
                </a:cubicBezTo>
                <a:cubicBezTo>
                  <a:pt x="910081" y="97880"/>
                  <a:pt x="913288" y="97000"/>
                  <a:pt x="915561" y="95241"/>
                </a:cubicBezTo>
                <a:cubicBezTo>
                  <a:pt x="917328" y="93934"/>
                  <a:pt x="918212" y="92299"/>
                  <a:pt x="918212" y="90337"/>
                </a:cubicBezTo>
                <a:cubicBezTo>
                  <a:pt x="918212" y="88125"/>
                  <a:pt x="917051" y="86415"/>
                  <a:pt x="914727" y="85210"/>
                </a:cubicBezTo>
                <a:cubicBezTo>
                  <a:pt x="913061" y="84354"/>
                  <a:pt x="908641" y="83298"/>
                  <a:pt x="901469" y="82042"/>
                </a:cubicBezTo>
                <a:cubicBezTo>
                  <a:pt x="890762" y="80181"/>
                  <a:pt x="883325" y="78457"/>
                  <a:pt x="879159" y="76869"/>
                </a:cubicBezTo>
                <a:cubicBezTo>
                  <a:pt x="874992" y="75280"/>
                  <a:pt x="871482" y="72594"/>
                  <a:pt x="868628" y="68813"/>
                </a:cubicBezTo>
                <a:cubicBezTo>
                  <a:pt x="865774" y="65029"/>
                  <a:pt x="864348" y="60717"/>
                  <a:pt x="864348" y="55874"/>
                </a:cubicBezTo>
                <a:cubicBezTo>
                  <a:pt x="864348" y="50579"/>
                  <a:pt x="865888" y="46016"/>
                  <a:pt x="868969" y="42183"/>
                </a:cubicBezTo>
                <a:cubicBezTo>
                  <a:pt x="872050" y="38350"/>
                  <a:pt x="876292" y="35487"/>
                  <a:pt x="881696" y="33597"/>
                </a:cubicBezTo>
                <a:cubicBezTo>
                  <a:pt x="887101" y="31704"/>
                  <a:pt x="894348" y="30758"/>
                  <a:pt x="903439" y="30758"/>
                </a:cubicBezTo>
                <a:cubicBezTo>
                  <a:pt x="913035" y="30758"/>
                  <a:pt x="920119" y="31490"/>
                  <a:pt x="924690" y="32955"/>
                </a:cubicBezTo>
                <a:cubicBezTo>
                  <a:pt x="929260" y="34420"/>
                  <a:pt x="933073" y="36692"/>
                  <a:pt x="936129" y="39773"/>
                </a:cubicBezTo>
                <a:cubicBezTo>
                  <a:pt x="939185" y="42854"/>
                  <a:pt x="941723" y="47021"/>
                  <a:pt x="943743" y="52273"/>
                </a:cubicBezTo>
                <a:lnTo>
                  <a:pt x="914500" y="55152"/>
                </a:lnTo>
                <a:cubicBezTo>
                  <a:pt x="913742" y="52600"/>
                  <a:pt x="912480" y="50724"/>
                  <a:pt x="910712" y="49523"/>
                </a:cubicBezTo>
                <a:cubicBezTo>
                  <a:pt x="908288" y="47922"/>
                  <a:pt x="905358" y="47122"/>
                  <a:pt x="901924" y="47122"/>
                </a:cubicBezTo>
                <a:cubicBezTo>
                  <a:pt x="898439" y="47122"/>
                  <a:pt x="895901" y="47738"/>
                  <a:pt x="894310" y="48971"/>
                </a:cubicBezTo>
                <a:cubicBezTo>
                  <a:pt x="892719" y="50202"/>
                  <a:pt x="891924" y="51697"/>
                  <a:pt x="891924" y="53457"/>
                </a:cubicBezTo>
                <a:cubicBezTo>
                  <a:pt x="891924" y="55419"/>
                  <a:pt x="892934" y="56903"/>
                  <a:pt x="894954" y="57908"/>
                </a:cubicBezTo>
                <a:cubicBezTo>
                  <a:pt x="896974" y="58913"/>
                  <a:pt x="901368" y="59819"/>
                  <a:pt x="908136" y="60624"/>
                </a:cubicBezTo>
                <a:cubicBezTo>
                  <a:pt x="918389" y="61779"/>
                  <a:pt x="926015" y="63390"/>
                  <a:pt x="931015" y="65458"/>
                </a:cubicBezTo>
                <a:cubicBezTo>
                  <a:pt x="936015" y="67525"/>
                  <a:pt x="939841" y="70475"/>
                  <a:pt x="942493" y="74307"/>
                </a:cubicBezTo>
                <a:cubicBezTo>
                  <a:pt x="945144" y="78140"/>
                  <a:pt x="946470" y="82350"/>
                  <a:pt x="946470" y="86940"/>
                </a:cubicBezTo>
                <a:cubicBezTo>
                  <a:pt x="946470" y="91579"/>
                  <a:pt x="945069" y="96092"/>
                  <a:pt x="942266" y="100480"/>
                </a:cubicBezTo>
                <a:cubicBezTo>
                  <a:pt x="939462" y="104866"/>
                  <a:pt x="935043" y="108358"/>
                  <a:pt x="929008" y="110956"/>
                </a:cubicBezTo>
                <a:cubicBezTo>
                  <a:pt x="922972" y="113552"/>
                  <a:pt x="914752" y="114850"/>
                  <a:pt x="904348" y="114850"/>
                </a:cubicBezTo>
                <a:cubicBezTo>
                  <a:pt x="889651" y="114850"/>
                  <a:pt x="879184" y="112748"/>
                  <a:pt x="872946" y="108543"/>
                </a:cubicBezTo>
                <a:cubicBezTo>
                  <a:pt x="866709" y="104337"/>
                  <a:pt x="862706" y="98358"/>
                  <a:pt x="860939" y="90607"/>
                </a:cubicBezTo>
                <a:close/>
                <a:moveTo>
                  <a:pt x="1050481" y="80456"/>
                </a:moveTo>
                <a:lnTo>
                  <a:pt x="988662" y="80456"/>
                </a:lnTo>
                <a:cubicBezTo>
                  <a:pt x="989217" y="85382"/>
                  <a:pt x="990556" y="89051"/>
                  <a:pt x="992677" y="91464"/>
                </a:cubicBezTo>
                <a:cubicBezTo>
                  <a:pt x="995657" y="94934"/>
                  <a:pt x="999546" y="96668"/>
                  <a:pt x="1004344" y="96668"/>
                </a:cubicBezTo>
                <a:cubicBezTo>
                  <a:pt x="1007374" y="96668"/>
                  <a:pt x="1010253" y="95918"/>
                  <a:pt x="1012980" y="94419"/>
                </a:cubicBezTo>
                <a:cubicBezTo>
                  <a:pt x="1014647" y="93469"/>
                  <a:pt x="1016440" y="91794"/>
                  <a:pt x="1018359" y="89395"/>
                </a:cubicBezTo>
                <a:lnTo>
                  <a:pt x="1048738" y="92123"/>
                </a:lnTo>
                <a:cubicBezTo>
                  <a:pt x="1044092" y="100230"/>
                  <a:pt x="1038486" y="106046"/>
                  <a:pt x="1031920" y="109568"/>
                </a:cubicBezTo>
                <a:cubicBezTo>
                  <a:pt x="1025354" y="113090"/>
                  <a:pt x="1015935" y="114850"/>
                  <a:pt x="1003662" y="114850"/>
                </a:cubicBezTo>
                <a:cubicBezTo>
                  <a:pt x="993005" y="114850"/>
                  <a:pt x="984621" y="113348"/>
                  <a:pt x="978510" y="110343"/>
                </a:cubicBezTo>
                <a:cubicBezTo>
                  <a:pt x="972399" y="107337"/>
                  <a:pt x="967336" y="102565"/>
                  <a:pt x="963320" y="96024"/>
                </a:cubicBezTo>
                <a:cubicBezTo>
                  <a:pt x="959305" y="89484"/>
                  <a:pt x="957298" y="81794"/>
                  <a:pt x="957298" y="72956"/>
                </a:cubicBezTo>
                <a:cubicBezTo>
                  <a:pt x="957298" y="60380"/>
                  <a:pt x="961325" y="50203"/>
                  <a:pt x="969381" y="42425"/>
                </a:cubicBezTo>
                <a:cubicBezTo>
                  <a:pt x="977437" y="34647"/>
                  <a:pt x="988561" y="30758"/>
                  <a:pt x="1002753" y="30758"/>
                </a:cubicBezTo>
                <a:cubicBezTo>
                  <a:pt x="1014268" y="30758"/>
                  <a:pt x="1023359" y="32500"/>
                  <a:pt x="1030026" y="35985"/>
                </a:cubicBezTo>
                <a:cubicBezTo>
                  <a:pt x="1036693" y="39470"/>
                  <a:pt x="1041769" y="44521"/>
                  <a:pt x="1045253" y="51137"/>
                </a:cubicBezTo>
                <a:cubicBezTo>
                  <a:pt x="1048738" y="57753"/>
                  <a:pt x="1050481" y="66365"/>
                  <a:pt x="1050481" y="76971"/>
                </a:cubicBezTo>
                <a:lnTo>
                  <a:pt x="1050481" y="80456"/>
                </a:lnTo>
                <a:moveTo>
                  <a:pt x="1019117" y="65607"/>
                </a:moveTo>
                <a:cubicBezTo>
                  <a:pt x="1018511" y="59701"/>
                  <a:pt x="1016907" y="55472"/>
                  <a:pt x="1014306" y="52920"/>
                </a:cubicBezTo>
                <a:cubicBezTo>
                  <a:pt x="1011705" y="50368"/>
                  <a:pt x="1008283" y="49092"/>
                  <a:pt x="1004041" y="49092"/>
                </a:cubicBezTo>
                <a:cubicBezTo>
                  <a:pt x="999142" y="49092"/>
                  <a:pt x="995227" y="51019"/>
                  <a:pt x="992298" y="54873"/>
                </a:cubicBezTo>
                <a:cubicBezTo>
                  <a:pt x="990429" y="57275"/>
                  <a:pt x="989243" y="60853"/>
                  <a:pt x="988737" y="65607"/>
                </a:cubicBezTo>
                <a:lnTo>
                  <a:pt x="1019117" y="65607"/>
                </a:lnTo>
                <a:close/>
                <a:moveTo>
                  <a:pt x="1149331" y="1970"/>
                </a:moveTo>
                <a:lnTo>
                  <a:pt x="1149331" y="113032"/>
                </a:lnTo>
                <a:lnTo>
                  <a:pt x="1120467" y="113032"/>
                </a:lnTo>
                <a:lnTo>
                  <a:pt x="1120467" y="101138"/>
                </a:lnTo>
                <a:cubicBezTo>
                  <a:pt x="1116427" y="106188"/>
                  <a:pt x="1112740" y="109598"/>
                  <a:pt x="1109406" y="111365"/>
                </a:cubicBezTo>
                <a:cubicBezTo>
                  <a:pt x="1104962" y="113689"/>
                  <a:pt x="1100012" y="114850"/>
                  <a:pt x="1094558" y="114850"/>
                </a:cubicBezTo>
                <a:cubicBezTo>
                  <a:pt x="1083598" y="114850"/>
                  <a:pt x="1075227" y="110683"/>
                  <a:pt x="1069444" y="102350"/>
                </a:cubicBezTo>
                <a:cubicBezTo>
                  <a:pt x="1063661" y="94017"/>
                  <a:pt x="1060769" y="83890"/>
                  <a:pt x="1060769" y="71971"/>
                </a:cubicBezTo>
                <a:cubicBezTo>
                  <a:pt x="1060769" y="58637"/>
                  <a:pt x="1063964" y="48435"/>
                  <a:pt x="1070353" y="41364"/>
                </a:cubicBezTo>
                <a:cubicBezTo>
                  <a:pt x="1076742" y="34293"/>
                  <a:pt x="1084861" y="30758"/>
                  <a:pt x="1094709" y="30758"/>
                </a:cubicBezTo>
                <a:cubicBezTo>
                  <a:pt x="1099507" y="30758"/>
                  <a:pt x="1103863" y="31566"/>
                  <a:pt x="1107778" y="33182"/>
                </a:cubicBezTo>
                <a:cubicBezTo>
                  <a:pt x="1111692" y="34798"/>
                  <a:pt x="1115164" y="37223"/>
                  <a:pt x="1118195" y="40455"/>
                </a:cubicBezTo>
                <a:lnTo>
                  <a:pt x="1118195" y="1970"/>
                </a:lnTo>
                <a:lnTo>
                  <a:pt x="1149331" y="1970"/>
                </a:lnTo>
                <a:moveTo>
                  <a:pt x="1118422" y="72577"/>
                </a:moveTo>
                <a:cubicBezTo>
                  <a:pt x="1118422" y="66264"/>
                  <a:pt x="1117083" y="61554"/>
                  <a:pt x="1114407" y="58448"/>
                </a:cubicBezTo>
                <a:cubicBezTo>
                  <a:pt x="1111730" y="55342"/>
                  <a:pt x="1108346" y="53789"/>
                  <a:pt x="1104255" y="53789"/>
                </a:cubicBezTo>
                <a:cubicBezTo>
                  <a:pt x="1100669" y="53789"/>
                  <a:pt x="1097664" y="55279"/>
                  <a:pt x="1095240" y="58258"/>
                </a:cubicBezTo>
                <a:cubicBezTo>
                  <a:pt x="1092815" y="61238"/>
                  <a:pt x="1091603" y="66238"/>
                  <a:pt x="1091603" y="73259"/>
                </a:cubicBezTo>
                <a:cubicBezTo>
                  <a:pt x="1091603" y="79824"/>
                  <a:pt x="1092853" y="84635"/>
                  <a:pt x="1095353" y="87691"/>
                </a:cubicBezTo>
                <a:cubicBezTo>
                  <a:pt x="1097853" y="90746"/>
                  <a:pt x="1100947" y="92274"/>
                  <a:pt x="1104634" y="92274"/>
                </a:cubicBezTo>
                <a:cubicBezTo>
                  <a:pt x="1108573" y="92274"/>
                  <a:pt x="1111856" y="90734"/>
                  <a:pt x="1114482" y="87653"/>
                </a:cubicBezTo>
                <a:cubicBezTo>
                  <a:pt x="1117109" y="84572"/>
                  <a:pt x="1118422" y="79547"/>
                  <a:pt x="1118422" y="72577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(certain)">
            <a:extLst xmlns:a="http://schemas.openxmlformats.org/drawingml/2006/main">
              <a:ext uri="{FF2B5EF4-FFF2-40B4-BE49-F238E27FC236}">
                <a16:creationId xmlns:a16="http://schemas.microsoft.com/office/drawing/2014/main" id="{6A233810-7458-47CC-9483-0CCD1060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046" y="736976"/>
            <a:ext cx="258069" cy="63110"/>
          </a:xfrm>
          <a:custGeom xmlns:a="http://schemas.openxmlformats.org/drawingml/2006/main">
            <a:pathLst>
              <a:path w="258069" h="63110">
                <a:moveTo>
                  <a:pt x="16598" y="63110"/>
                </a:moveTo>
                <a:lnTo>
                  <a:pt x="10267" y="63110"/>
                </a:lnTo>
                <a:cubicBezTo>
                  <a:pt x="6921" y="58053"/>
                  <a:pt x="4374" y="52800"/>
                  <a:pt x="2624" y="47349"/>
                </a:cubicBezTo>
                <a:cubicBezTo>
                  <a:pt x="875" y="41899"/>
                  <a:pt x="0" y="36623"/>
                  <a:pt x="0" y="31522"/>
                </a:cubicBezTo>
                <a:cubicBezTo>
                  <a:pt x="0" y="25196"/>
                  <a:pt x="1082" y="19209"/>
                  <a:pt x="3247" y="13561"/>
                </a:cubicBezTo>
                <a:cubicBezTo>
                  <a:pt x="5128" y="8658"/>
                  <a:pt x="7512" y="4137"/>
                  <a:pt x="10398" y="0"/>
                </a:cubicBezTo>
                <a:lnTo>
                  <a:pt x="16696" y="0"/>
                </a:lnTo>
                <a:cubicBezTo>
                  <a:pt x="13700" y="6633"/>
                  <a:pt x="11639" y="12275"/>
                  <a:pt x="10513" y="16927"/>
                </a:cubicBezTo>
                <a:cubicBezTo>
                  <a:pt x="9387" y="21578"/>
                  <a:pt x="8824" y="26509"/>
                  <a:pt x="8824" y="31719"/>
                </a:cubicBezTo>
                <a:cubicBezTo>
                  <a:pt x="8824" y="35310"/>
                  <a:pt x="9157" y="38987"/>
                  <a:pt x="9824" y="42753"/>
                </a:cubicBezTo>
                <a:cubicBezTo>
                  <a:pt x="10491" y="46517"/>
                  <a:pt x="11404" y="50096"/>
                  <a:pt x="12563" y="53489"/>
                </a:cubicBezTo>
                <a:cubicBezTo>
                  <a:pt x="13328" y="55722"/>
                  <a:pt x="14673" y="58929"/>
                  <a:pt x="16598" y="63110"/>
                </a:cubicBezTo>
                <a:close/>
                <a:moveTo>
                  <a:pt x="54063" y="24404"/>
                </a:moveTo>
                <a:lnTo>
                  <a:pt x="44977" y="26044"/>
                </a:lnTo>
                <a:cubicBezTo>
                  <a:pt x="44671" y="24240"/>
                  <a:pt x="43977" y="22882"/>
                  <a:pt x="42894" y="21969"/>
                </a:cubicBezTo>
                <a:cubicBezTo>
                  <a:pt x="41812" y="21056"/>
                  <a:pt x="40407" y="20599"/>
                  <a:pt x="38679" y="20599"/>
                </a:cubicBezTo>
                <a:cubicBezTo>
                  <a:pt x="36383" y="20599"/>
                  <a:pt x="34552" y="21390"/>
                  <a:pt x="33185" y="22970"/>
                </a:cubicBezTo>
                <a:cubicBezTo>
                  <a:pt x="31818" y="24551"/>
                  <a:pt x="31135" y="27194"/>
                  <a:pt x="31135" y="30900"/>
                </a:cubicBezTo>
                <a:cubicBezTo>
                  <a:pt x="31135" y="35021"/>
                  <a:pt x="31829" y="37932"/>
                  <a:pt x="33218" y="39633"/>
                </a:cubicBezTo>
                <a:cubicBezTo>
                  <a:pt x="34607" y="41333"/>
                  <a:pt x="36471" y="42183"/>
                  <a:pt x="38811" y="42183"/>
                </a:cubicBezTo>
                <a:cubicBezTo>
                  <a:pt x="40560" y="42183"/>
                  <a:pt x="41992" y="41685"/>
                  <a:pt x="43108" y="40690"/>
                </a:cubicBezTo>
                <a:cubicBezTo>
                  <a:pt x="44223" y="39695"/>
                  <a:pt x="45010" y="37984"/>
                  <a:pt x="45469" y="35557"/>
                </a:cubicBezTo>
                <a:lnTo>
                  <a:pt x="54523" y="37131"/>
                </a:lnTo>
                <a:cubicBezTo>
                  <a:pt x="53582" y="41286"/>
                  <a:pt x="51778" y="44424"/>
                  <a:pt x="49110" y="46545"/>
                </a:cubicBezTo>
                <a:cubicBezTo>
                  <a:pt x="46443" y="48667"/>
                  <a:pt x="42867" y="49727"/>
                  <a:pt x="38384" y="49727"/>
                </a:cubicBezTo>
                <a:cubicBezTo>
                  <a:pt x="33289" y="49727"/>
                  <a:pt x="29227" y="48120"/>
                  <a:pt x="26198" y="44905"/>
                </a:cubicBezTo>
                <a:cubicBezTo>
                  <a:pt x="23170" y="41691"/>
                  <a:pt x="21655" y="37241"/>
                  <a:pt x="21655" y="31555"/>
                </a:cubicBezTo>
                <a:cubicBezTo>
                  <a:pt x="21655" y="25804"/>
                  <a:pt x="23175" y="21327"/>
                  <a:pt x="26215" y="18123"/>
                </a:cubicBezTo>
                <a:cubicBezTo>
                  <a:pt x="29254" y="14919"/>
                  <a:pt x="33366" y="13317"/>
                  <a:pt x="38548" y="13317"/>
                </a:cubicBezTo>
                <a:cubicBezTo>
                  <a:pt x="42791" y="13317"/>
                  <a:pt x="46164" y="14230"/>
                  <a:pt x="48668" y="16056"/>
                </a:cubicBezTo>
                <a:cubicBezTo>
                  <a:pt x="51171" y="17882"/>
                  <a:pt x="52970" y="20665"/>
                  <a:pt x="54063" y="24404"/>
                </a:cubicBezTo>
                <a:close/>
                <a:moveTo>
                  <a:pt x="81226" y="37853"/>
                </a:moveTo>
                <a:lnTo>
                  <a:pt x="90411" y="39428"/>
                </a:lnTo>
                <a:cubicBezTo>
                  <a:pt x="89230" y="42784"/>
                  <a:pt x="87366" y="45340"/>
                  <a:pt x="84818" y="47095"/>
                </a:cubicBezTo>
                <a:cubicBezTo>
                  <a:pt x="82270" y="48850"/>
                  <a:pt x="79083" y="49727"/>
                  <a:pt x="75256" y="49727"/>
                </a:cubicBezTo>
                <a:cubicBezTo>
                  <a:pt x="69199" y="49727"/>
                  <a:pt x="64716" y="47748"/>
                  <a:pt x="61808" y="43790"/>
                </a:cubicBezTo>
                <a:cubicBezTo>
                  <a:pt x="59512" y="40619"/>
                  <a:pt x="58364" y="36618"/>
                  <a:pt x="58364" y="31785"/>
                </a:cubicBezTo>
                <a:cubicBezTo>
                  <a:pt x="58364" y="26012"/>
                  <a:pt x="59872" y="21491"/>
                  <a:pt x="62890" y="18221"/>
                </a:cubicBezTo>
                <a:cubicBezTo>
                  <a:pt x="65908" y="14952"/>
                  <a:pt x="69724" y="13317"/>
                  <a:pt x="74338" y="13317"/>
                </a:cubicBezTo>
                <a:cubicBezTo>
                  <a:pt x="79521" y="13317"/>
                  <a:pt x="83610" y="15029"/>
                  <a:pt x="86606" y="18451"/>
                </a:cubicBezTo>
                <a:cubicBezTo>
                  <a:pt x="89602" y="21873"/>
                  <a:pt x="91034" y="27116"/>
                  <a:pt x="90903" y="34179"/>
                </a:cubicBezTo>
                <a:lnTo>
                  <a:pt x="67810" y="34179"/>
                </a:lnTo>
                <a:cubicBezTo>
                  <a:pt x="67876" y="36913"/>
                  <a:pt x="68619" y="39039"/>
                  <a:pt x="70041" y="40559"/>
                </a:cubicBezTo>
                <a:cubicBezTo>
                  <a:pt x="71462" y="42079"/>
                  <a:pt x="73234" y="42839"/>
                  <a:pt x="75355" y="42839"/>
                </a:cubicBezTo>
                <a:cubicBezTo>
                  <a:pt x="76798" y="42839"/>
                  <a:pt x="78012" y="42445"/>
                  <a:pt x="78996" y="41658"/>
                </a:cubicBezTo>
                <a:cubicBezTo>
                  <a:pt x="79980" y="40871"/>
                  <a:pt x="80723" y="39602"/>
                  <a:pt x="81226" y="37853"/>
                </a:cubicBezTo>
                <a:moveTo>
                  <a:pt x="81751" y="28537"/>
                </a:moveTo>
                <a:cubicBezTo>
                  <a:pt x="81685" y="25880"/>
                  <a:pt x="80997" y="23860"/>
                  <a:pt x="79685" y="22477"/>
                </a:cubicBezTo>
                <a:cubicBezTo>
                  <a:pt x="78372" y="21094"/>
                  <a:pt x="76776" y="20403"/>
                  <a:pt x="74896" y="20403"/>
                </a:cubicBezTo>
                <a:cubicBezTo>
                  <a:pt x="72884" y="20403"/>
                  <a:pt x="71222" y="21132"/>
                  <a:pt x="69910" y="22591"/>
                </a:cubicBezTo>
                <a:cubicBezTo>
                  <a:pt x="68598" y="24051"/>
                  <a:pt x="67953" y="26033"/>
                  <a:pt x="67974" y="28537"/>
                </a:cubicBezTo>
                <a:lnTo>
                  <a:pt x="81751" y="28537"/>
                </a:lnTo>
                <a:close/>
                <a:moveTo>
                  <a:pt x="107242" y="48940"/>
                </a:moveTo>
                <a:lnTo>
                  <a:pt x="98024" y="48940"/>
                </a:lnTo>
                <a:lnTo>
                  <a:pt x="98024" y="14105"/>
                </a:lnTo>
                <a:lnTo>
                  <a:pt x="106586" y="14105"/>
                </a:lnTo>
                <a:lnTo>
                  <a:pt x="106586" y="19058"/>
                </a:lnTo>
                <a:cubicBezTo>
                  <a:pt x="108051" y="16718"/>
                  <a:pt x="109368" y="15176"/>
                  <a:pt x="110538" y="14433"/>
                </a:cubicBezTo>
                <a:cubicBezTo>
                  <a:pt x="111708" y="13689"/>
                  <a:pt x="113036" y="13317"/>
                  <a:pt x="114523" y="13317"/>
                </a:cubicBezTo>
                <a:cubicBezTo>
                  <a:pt x="116623" y="13317"/>
                  <a:pt x="118646" y="13897"/>
                  <a:pt x="120592" y="15056"/>
                </a:cubicBezTo>
                <a:lnTo>
                  <a:pt x="117738" y="23092"/>
                </a:lnTo>
                <a:cubicBezTo>
                  <a:pt x="116185" y="22086"/>
                  <a:pt x="114742" y="21583"/>
                  <a:pt x="113408" y="21583"/>
                </a:cubicBezTo>
                <a:cubicBezTo>
                  <a:pt x="112118" y="21583"/>
                  <a:pt x="111025" y="21939"/>
                  <a:pt x="110128" y="22649"/>
                </a:cubicBezTo>
                <a:cubicBezTo>
                  <a:pt x="109232" y="23360"/>
                  <a:pt x="108526" y="24645"/>
                  <a:pt x="108012" y="26504"/>
                </a:cubicBezTo>
                <a:cubicBezTo>
                  <a:pt x="107498" y="28362"/>
                  <a:pt x="107242" y="32255"/>
                  <a:pt x="107242" y="38181"/>
                </a:cubicBezTo>
                <a:lnTo>
                  <a:pt x="107242" y="48940"/>
                </a:lnTo>
                <a:close/>
                <a:moveTo>
                  <a:pt x="140538" y="14105"/>
                </a:moveTo>
                <a:lnTo>
                  <a:pt x="140538" y="21452"/>
                </a:lnTo>
                <a:lnTo>
                  <a:pt x="134240" y="21452"/>
                </a:lnTo>
                <a:lnTo>
                  <a:pt x="134240" y="35469"/>
                </a:lnTo>
                <a:cubicBezTo>
                  <a:pt x="134240" y="38307"/>
                  <a:pt x="134300" y="39962"/>
                  <a:pt x="134420" y="40431"/>
                </a:cubicBezTo>
                <a:cubicBezTo>
                  <a:pt x="134541" y="40900"/>
                  <a:pt x="134814" y="41287"/>
                  <a:pt x="135240" y="41593"/>
                </a:cubicBezTo>
                <a:cubicBezTo>
                  <a:pt x="135667" y="41899"/>
                  <a:pt x="136186" y="42052"/>
                  <a:pt x="136798" y="42052"/>
                </a:cubicBezTo>
                <a:cubicBezTo>
                  <a:pt x="137651" y="42052"/>
                  <a:pt x="138887" y="41756"/>
                  <a:pt x="140505" y="41166"/>
                </a:cubicBezTo>
                <a:lnTo>
                  <a:pt x="141292" y="48343"/>
                </a:lnTo>
                <a:cubicBezTo>
                  <a:pt x="139149" y="49266"/>
                  <a:pt x="136722" y="49727"/>
                  <a:pt x="134010" y="49727"/>
                </a:cubicBezTo>
                <a:cubicBezTo>
                  <a:pt x="132348" y="49727"/>
                  <a:pt x="130850" y="49448"/>
                  <a:pt x="129517" y="48891"/>
                </a:cubicBezTo>
                <a:cubicBezTo>
                  <a:pt x="128183" y="48333"/>
                  <a:pt x="127204" y="47612"/>
                  <a:pt x="126581" y="46726"/>
                </a:cubicBezTo>
                <a:cubicBezTo>
                  <a:pt x="125958" y="45840"/>
                  <a:pt x="125526" y="44643"/>
                  <a:pt x="125285" y="43134"/>
                </a:cubicBezTo>
                <a:cubicBezTo>
                  <a:pt x="125088" y="42063"/>
                  <a:pt x="124990" y="39898"/>
                  <a:pt x="124990" y="36639"/>
                </a:cubicBezTo>
                <a:lnTo>
                  <a:pt x="124990" y="21452"/>
                </a:lnTo>
                <a:lnTo>
                  <a:pt x="120758" y="21452"/>
                </a:lnTo>
                <a:lnTo>
                  <a:pt x="120758" y="14105"/>
                </a:lnTo>
                <a:lnTo>
                  <a:pt x="124990" y="14105"/>
                </a:lnTo>
                <a:lnTo>
                  <a:pt x="124990" y="7151"/>
                </a:lnTo>
                <a:lnTo>
                  <a:pt x="134240" y="1706"/>
                </a:lnTo>
                <a:lnTo>
                  <a:pt x="134240" y="14105"/>
                </a:lnTo>
                <a:lnTo>
                  <a:pt x="140538" y="14105"/>
                </a:lnTo>
                <a:close/>
                <a:moveTo>
                  <a:pt x="153828" y="24864"/>
                </a:moveTo>
                <a:lnTo>
                  <a:pt x="145464" y="23355"/>
                </a:lnTo>
                <a:cubicBezTo>
                  <a:pt x="146404" y="19943"/>
                  <a:pt x="148022" y="17417"/>
                  <a:pt x="150318" y="15778"/>
                </a:cubicBezTo>
                <a:cubicBezTo>
                  <a:pt x="152614" y="14137"/>
                  <a:pt x="156026" y="13317"/>
                  <a:pt x="160552" y="13317"/>
                </a:cubicBezTo>
                <a:cubicBezTo>
                  <a:pt x="164663" y="13317"/>
                  <a:pt x="167725" y="13804"/>
                  <a:pt x="169737" y="14777"/>
                </a:cubicBezTo>
                <a:cubicBezTo>
                  <a:pt x="171749" y="15750"/>
                  <a:pt x="173165" y="16986"/>
                  <a:pt x="173985" y="18484"/>
                </a:cubicBezTo>
                <a:cubicBezTo>
                  <a:pt x="174805" y="19982"/>
                  <a:pt x="175215" y="22732"/>
                  <a:pt x="175215" y="26733"/>
                </a:cubicBezTo>
                <a:lnTo>
                  <a:pt x="175116" y="37492"/>
                </a:lnTo>
                <a:cubicBezTo>
                  <a:pt x="175116" y="40554"/>
                  <a:pt x="175264" y="42812"/>
                  <a:pt x="175559" y="44266"/>
                </a:cubicBezTo>
                <a:cubicBezTo>
                  <a:pt x="175854" y="45720"/>
                  <a:pt x="176406" y="47278"/>
                  <a:pt x="177216" y="48940"/>
                </a:cubicBezTo>
                <a:lnTo>
                  <a:pt x="168097" y="48940"/>
                </a:lnTo>
                <a:cubicBezTo>
                  <a:pt x="167856" y="48328"/>
                  <a:pt x="167561" y="47420"/>
                  <a:pt x="167211" y="46217"/>
                </a:cubicBezTo>
                <a:cubicBezTo>
                  <a:pt x="167058" y="45671"/>
                  <a:pt x="166949" y="45310"/>
                  <a:pt x="166883" y="45135"/>
                </a:cubicBezTo>
                <a:cubicBezTo>
                  <a:pt x="165309" y="46666"/>
                  <a:pt x="163625" y="47814"/>
                  <a:pt x="161832" y="48579"/>
                </a:cubicBezTo>
                <a:cubicBezTo>
                  <a:pt x="160038" y="49345"/>
                  <a:pt x="158125" y="49727"/>
                  <a:pt x="156091" y="49727"/>
                </a:cubicBezTo>
                <a:cubicBezTo>
                  <a:pt x="152505" y="49727"/>
                  <a:pt x="149679" y="48758"/>
                  <a:pt x="147612" y="46820"/>
                </a:cubicBezTo>
                <a:cubicBezTo>
                  <a:pt x="145546" y="44882"/>
                  <a:pt x="144512" y="42432"/>
                  <a:pt x="144512" y="39471"/>
                </a:cubicBezTo>
                <a:cubicBezTo>
                  <a:pt x="144512" y="37511"/>
                  <a:pt x="144983" y="35763"/>
                  <a:pt x="145923" y="34228"/>
                </a:cubicBezTo>
                <a:cubicBezTo>
                  <a:pt x="146863" y="32693"/>
                  <a:pt x="148181" y="31517"/>
                  <a:pt x="149875" y="30700"/>
                </a:cubicBezTo>
                <a:cubicBezTo>
                  <a:pt x="151570" y="29884"/>
                  <a:pt x="154014" y="29171"/>
                  <a:pt x="157207" y="28561"/>
                </a:cubicBezTo>
                <a:cubicBezTo>
                  <a:pt x="161515" y="27755"/>
                  <a:pt x="164499" y="27004"/>
                  <a:pt x="166161" y="26307"/>
                </a:cubicBezTo>
                <a:lnTo>
                  <a:pt x="166161" y="25378"/>
                </a:lnTo>
                <a:cubicBezTo>
                  <a:pt x="166161" y="23587"/>
                  <a:pt x="165724" y="22310"/>
                  <a:pt x="164849" y="21548"/>
                </a:cubicBezTo>
                <a:cubicBezTo>
                  <a:pt x="163975" y="20784"/>
                  <a:pt x="162324" y="20403"/>
                  <a:pt x="159896" y="20403"/>
                </a:cubicBezTo>
                <a:cubicBezTo>
                  <a:pt x="158256" y="20403"/>
                  <a:pt x="156977" y="20733"/>
                  <a:pt x="156059" y="21393"/>
                </a:cubicBezTo>
                <a:cubicBezTo>
                  <a:pt x="155140" y="22052"/>
                  <a:pt x="154397" y="23209"/>
                  <a:pt x="153828" y="24864"/>
                </a:cubicBezTo>
                <a:moveTo>
                  <a:pt x="166161" y="32342"/>
                </a:moveTo>
                <a:cubicBezTo>
                  <a:pt x="164981" y="32731"/>
                  <a:pt x="163111" y="33196"/>
                  <a:pt x="160552" y="33736"/>
                </a:cubicBezTo>
                <a:cubicBezTo>
                  <a:pt x="157994" y="34276"/>
                  <a:pt x="156321" y="34806"/>
                  <a:pt x="155534" y="35324"/>
                </a:cubicBezTo>
                <a:cubicBezTo>
                  <a:pt x="154331" y="36167"/>
                  <a:pt x="153730" y="37236"/>
                  <a:pt x="153730" y="38533"/>
                </a:cubicBezTo>
                <a:cubicBezTo>
                  <a:pt x="153730" y="39808"/>
                  <a:pt x="154211" y="40910"/>
                  <a:pt x="155173" y="41839"/>
                </a:cubicBezTo>
                <a:cubicBezTo>
                  <a:pt x="156135" y="42768"/>
                  <a:pt x="157360" y="43232"/>
                  <a:pt x="158847" y="43232"/>
                </a:cubicBezTo>
                <a:cubicBezTo>
                  <a:pt x="160509" y="43232"/>
                  <a:pt x="162094" y="42692"/>
                  <a:pt x="163603" y="41612"/>
                </a:cubicBezTo>
                <a:cubicBezTo>
                  <a:pt x="164718" y="40791"/>
                  <a:pt x="165451" y="39786"/>
                  <a:pt x="165801" y="38597"/>
                </a:cubicBezTo>
                <a:cubicBezTo>
                  <a:pt x="166041" y="37820"/>
                  <a:pt x="166161" y="36340"/>
                  <a:pt x="166161" y="34158"/>
                </a:cubicBezTo>
                <a:lnTo>
                  <a:pt x="166161" y="32342"/>
                </a:lnTo>
                <a:close/>
                <a:moveTo>
                  <a:pt x="184304" y="9381"/>
                </a:moveTo>
                <a:lnTo>
                  <a:pt x="184304" y="853"/>
                </a:lnTo>
                <a:lnTo>
                  <a:pt x="193521" y="853"/>
                </a:lnTo>
                <a:lnTo>
                  <a:pt x="193521" y="9381"/>
                </a:lnTo>
                <a:lnTo>
                  <a:pt x="184304" y="9381"/>
                </a:lnTo>
                <a:moveTo>
                  <a:pt x="184304" y="48940"/>
                </a:moveTo>
                <a:lnTo>
                  <a:pt x="184304" y="14105"/>
                </a:lnTo>
                <a:lnTo>
                  <a:pt x="193521" y="14105"/>
                </a:lnTo>
                <a:lnTo>
                  <a:pt x="193521" y="48940"/>
                </a:lnTo>
                <a:lnTo>
                  <a:pt x="184304" y="48940"/>
                </a:lnTo>
                <a:close/>
                <a:moveTo>
                  <a:pt x="234652" y="48940"/>
                </a:moveTo>
                <a:lnTo>
                  <a:pt x="225435" y="48940"/>
                </a:lnTo>
                <a:lnTo>
                  <a:pt x="225435" y="31182"/>
                </a:lnTo>
                <a:cubicBezTo>
                  <a:pt x="225435" y="27425"/>
                  <a:pt x="225238" y="24995"/>
                  <a:pt x="224845" y="23892"/>
                </a:cubicBezTo>
                <a:cubicBezTo>
                  <a:pt x="224451" y="22789"/>
                  <a:pt x="223811" y="21932"/>
                  <a:pt x="222926" y="21320"/>
                </a:cubicBezTo>
                <a:cubicBezTo>
                  <a:pt x="222040" y="20708"/>
                  <a:pt x="220974" y="20403"/>
                  <a:pt x="219727" y="20403"/>
                </a:cubicBezTo>
                <a:cubicBezTo>
                  <a:pt x="218131" y="20403"/>
                  <a:pt x="216699" y="20840"/>
                  <a:pt x="215430" y="21714"/>
                </a:cubicBezTo>
                <a:cubicBezTo>
                  <a:pt x="214162" y="22587"/>
                  <a:pt x="213293" y="23745"/>
                  <a:pt x="212823" y="25186"/>
                </a:cubicBezTo>
                <a:cubicBezTo>
                  <a:pt x="212353" y="26628"/>
                  <a:pt x="212117" y="29293"/>
                  <a:pt x="212117" y="33181"/>
                </a:cubicBezTo>
                <a:lnTo>
                  <a:pt x="212117" y="48940"/>
                </a:lnTo>
                <a:lnTo>
                  <a:pt x="202900" y="48940"/>
                </a:lnTo>
                <a:lnTo>
                  <a:pt x="202900" y="14105"/>
                </a:lnTo>
                <a:lnTo>
                  <a:pt x="211461" y="14105"/>
                </a:lnTo>
                <a:lnTo>
                  <a:pt x="211461" y="19222"/>
                </a:lnTo>
                <a:cubicBezTo>
                  <a:pt x="214501" y="15286"/>
                  <a:pt x="218328" y="13317"/>
                  <a:pt x="222942" y="13317"/>
                </a:cubicBezTo>
                <a:cubicBezTo>
                  <a:pt x="224976" y="13317"/>
                  <a:pt x="226834" y="13684"/>
                  <a:pt x="228518" y="14416"/>
                </a:cubicBezTo>
                <a:cubicBezTo>
                  <a:pt x="230202" y="15149"/>
                  <a:pt x="231476" y="16084"/>
                  <a:pt x="232340" y="17221"/>
                </a:cubicBezTo>
                <a:cubicBezTo>
                  <a:pt x="233203" y="18358"/>
                  <a:pt x="233805" y="19648"/>
                  <a:pt x="234144" y="21091"/>
                </a:cubicBezTo>
                <a:cubicBezTo>
                  <a:pt x="234483" y="22535"/>
                  <a:pt x="234652" y="24601"/>
                  <a:pt x="234652" y="27291"/>
                </a:cubicBezTo>
                <a:lnTo>
                  <a:pt x="234652" y="48940"/>
                </a:lnTo>
                <a:close/>
                <a:moveTo>
                  <a:pt x="241439" y="63110"/>
                </a:moveTo>
                <a:cubicBezTo>
                  <a:pt x="243254" y="59214"/>
                  <a:pt x="244533" y="56226"/>
                  <a:pt x="245277" y="54146"/>
                </a:cubicBezTo>
                <a:cubicBezTo>
                  <a:pt x="246020" y="52067"/>
                  <a:pt x="246709" y="49670"/>
                  <a:pt x="247343" y="46955"/>
                </a:cubicBezTo>
                <a:cubicBezTo>
                  <a:pt x="247977" y="44240"/>
                  <a:pt x="248448" y="41663"/>
                  <a:pt x="248754" y="39223"/>
                </a:cubicBezTo>
                <a:cubicBezTo>
                  <a:pt x="249060" y="36782"/>
                  <a:pt x="249213" y="34280"/>
                  <a:pt x="249213" y="31719"/>
                </a:cubicBezTo>
                <a:cubicBezTo>
                  <a:pt x="249213" y="26509"/>
                  <a:pt x="248655" y="21578"/>
                  <a:pt x="247540" y="16927"/>
                </a:cubicBezTo>
                <a:cubicBezTo>
                  <a:pt x="246425" y="12275"/>
                  <a:pt x="244369" y="6633"/>
                  <a:pt x="241373" y="0"/>
                </a:cubicBezTo>
                <a:lnTo>
                  <a:pt x="247639" y="0"/>
                </a:lnTo>
                <a:cubicBezTo>
                  <a:pt x="250941" y="4706"/>
                  <a:pt x="253505" y="9697"/>
                  <a:pt x="255330" y="14973"/>
                </a:cubicBezTo>
                <a:cubicBezTo>
                  <a:pt x="257156" y="20248"/>
                  <a:pt x="258069" y="25601"/>
                  <a:pt x="258069" y="31029"/>
                </a:cubicBezTo>
                <a:cubicBezTo>
                  <a:pt x="258069" y="35604"/>
                  <a:pt x="257348" y="40508"/>
                  <a:pt x="255905" y="45740"/>
                </a:cubicBezTo>
                <a:cubicBezTo>
                  <a:pt x="254264" y="51606"/>
                  <a:pt x="251564" y="57397"/>
                  <a:pt x="247803" y="63110"/>
                </a:cubicBezTo>
                <a:lnTo>
                  <a:pt x="241439" y="63110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616BD-662E-48C9-B68E-33FB4B04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5049" y="552379"/>
            <a:ext cx="657466" cy="286659"/>
          </a:xfrm>
          <a:custGeom xmlns:a="http://schemas.openxmlformats.org/drawingml/2006/main">
            <a:pathLst>
              <a:path w="657466" h="286659">
                <a:moveTo>
                  <a:pt x="657466" y="143329"/>
                </a:moveTo>
                <a:cubicBezTo>
                  <a:pt x="657466" y="222437"/>
                  <a:pt x="593243" y="286659"/>
                  <a:pt x="514136" y="286659"/>
                </a:cubicBezTo>
                <a:lnTo>
                  <a:pt x="143329" y="286659"/>
                </a:lnTo>
                <a:cubicBezTo>
                  <a:pt x="64222" y="286659"/>
                  <a:pt x="0" y="222437"/>
                  <a:pt x="0" y="143329"/>
                </a:cubicBezTo>
                <a:cubicBezTo>
                  <a:pt x="0" y="64222"/>
                  <a:pt x="64222" y="0"/>
                  <a:pt x="143329" y="0"/>
                </a:cubicBezTo>
                <a:lnTo>
                  <a:pt x="514136" y="0"/>
                </a:lnTo>
                <a:cubicBezTo>
                  <a:pt x="593243" y="0"/>
                  <a:pt x="657466" y="64222"/>
                  <a:pt x="657466" y="143329"/>
                </a:cubicBezTo>
                <a:close/>
              </a:path>
            </a:pathLst>
          </a:custGeom>
          <a:solidFill xmlns:a="http://schemas.openxmlformats.org/drawingml/2006/main">
            <a:srgbClr val="09C479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Intact">
            <a:extLst xmlns:a="http://schemas.openxmlformats.org/drawingml/2006/main">
              <a:ext uri="{FF2B5EF4-FFF2-40B4-BE49-F238E27FC236}">
                <a16:creationId xmlns:a16="http://schemas.microsoft.com/office/drawing/2014/main" id="{16C6EE9F-9223-4568-AB25-E16E2196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9550" y="599277"/>
            <a:ext cx="491553" cy="112880"/>
          </a:xfrm>
          <a:custGeom xmlns:a="http://schemas.openxmlformats.org/drawingml/2006/main">
            <a:pathLst>
              <a:path w="491553" h="112880">
                <a:moveTo>
                  <a:pt x="0" y="0"/>
                </a:moveTo>
                <a:lnTo>
                  <a:pt x="34394" y="0"/>
                </a:lnTo>
                <a:lnTo>
                  <a:pt x="34394" y="111062"/>
                </a:lnTo>
                <a:lnTo>
                  <a:pt x="0" y="111062"/>
                </a:lnTo>
                <a:lnTo>
                  <a:pt x="0" y="0"/>
                </a:lnTo>
                <a:close/>
                <a:moveTo>
                  <a:pt x="56976" y="30607"/>
                </a:moveTo>
                <a:lnTo>
                  <a:pt x="85689" y="30607"/>
                </a:lnTo>
                <a:lnTo>
                  <a:pt x="85689" y="43758"/>
                </a:lnTo>
                <a:cubicBezTo>
                  <a:pt x="89982" y="38388"/>
                  <a:pt x="94325" y="34551"/>
                  <a:pt x="98719" y="32247"/>
                </a:cubicBezTo>
                <a:cubicBezTo>
                  <a:pt x="103113" y="29941"/>
                  <a:pt x="108467" y="28788"/>
                  <a:pt x="114780" y="28788"/>
                </a:cubicBezTo>
                <a:cubicBezTo>
                  <a:pt x="123316" y="28788"/>
                  <a:pt x="129995" y="31326"/>
                  <a:pt x="134818" y="36402"/>
                </a:cubicBezTo>
                <a:cubicBezTo>
                  <a:pt x="139642" y="41478"/>
                  <a:pt x="142053" y="49319"/>
                  <a:pt x="142053" y="59925"/>
                </a:cubicBezTo>
                <a:lnTo>
                  <a:pt x="142053" y="111062"/>
                </a:lnTo>
                <a:lnTo>
                  <a:pt x="111068" y="111062"/>
                </a:lnTo>
                <a:lnTo>
                  <a:pt x="111068" y="66876"/>
                </a:lnTo>
                <a:cubicBezTo>
                  <a:pt x="111068" y="61833"/>
                  <a:pt x="110134" y="58266"/>
                  <a:pt x="108265" y="56173"/>
                </a:cubicBezTo>
                <a:cubicBezTo>
                  <a:pt x="106396" y="54078"/>
                  <a:pt x="103770" y="53031"/>
                  <a:pt x="100386" y="53031"/>
                </a:cubicBezTo>
                <a:cubicBezTo>
                  <a:pt x="96649" y="53031"/>
                  <a:pt x="93618" y="54444"/>
                  <a:pt x="91295" y="57269"/>
                </a:cubicBezTo>
                <a:cubicBezTo>
                  <a:pt x="88972" y="60092"/>
                  <a:pt x="87810" y="65161"/>
                  <a:pt x="87810" y="72475"/>
                </a:cubicBezTo>
                <a:lnTo>
                  <a:pt x="87810" y="111062"/>
                </a:lnTo>
                <a:lnTo>
                  <a:pt x="56976" y="111062"/>
                </a:lnTo>
                <a:lnTo>
                  <a:pt x="56976" y="30607"/>
                </a:lnTo>
                <a:close/>
                <a:moveTo>
                  <a:pt x="197647" y="0"/>
                </a:moveTo>
                <a:lnTo>
                  <a:pt x="197647" y="30607"/>
                </a:lnTo>
                <a:lnTo>
                  <a:pt x="214617" y="30607"/>
                </a:lnTo>
                <a:lnTo>
                  <a:pt x="214617" y="53183"/>
                </a:lnTo>
                <a:lnTo>
                  <a:pt x="197647" y="53183"/>
                </a:lnTo>
                <a:lnTo>
                  <a:pt x="197647" y="81687"/>
                </a:lnTo>
                <a:cubicBezTo>
                  <a:pt x="197647" y="85115"/>
                  <a:pt x="197975" y="87383"/>
                  <a:pt x="198631" y="88491"/>
                </a:cubicBezTo>
                <a:cubicBezTo>
                  <a:pt x="199642" y="90205"/>
                  <a:pt x="201409" y="91062"/>
                  <a:pt x="203935" y="91062"/>
                </a:cubicBezTo>
                <a:cubicBezTo>
                  <a:pt x="206207" y="91062"/>
                  <a:pt x="209389" y="90407"/>
                  <a:pt x="213480" y="89097"/>
                </a:cubicBezTo>
                <a:lnTo>
                  <a:pt x="215753" y="110380"/>
                </a:lnTo>
                <a:cubicBezTo>
                  <a:pt x="208127" y="112047"/>
                  <a:pt x="201005" y="112880"/>
                  <a:pt x="194389" y="112880"/>
                </a:cubicBezTo>
                <a:cubicBezTo>
                  <a:pt x="186712" y="112880"/>
                  <a:pt x="181055" y="111897"/>
                  <a:pt x="177419" y="109931"/>
                </a:cubicBezTo>
                <a:cubicBezTo>
                  <a:pt x="173783" y="107962"/>
                  <a:pt x="171093" y="104974"/>
                  <a:pt x="169351" y="100965"/>
                </a:cubicBezTo>
                <a:cubicBezTo>
                  <a:pt x="167608" y="96955"/>
                  <a:pt x="166737" y="90460"/>
                  <a:pt x="166737" y="81481"/>
                </a:cubicBezTo>
                <a:lnTo>
                  <a:pt x="166737" y="53183"/>
                </a:lnTo>
                <a:lnTo>
                  <a:pt x="155373" y="53183"/>
                </a:lnTo>
                <a:lnTo>
                  <a:pt x="155373" y="30607"/>
                </a:lnTo>
                <a:lnTo>
                  <a:pt x="166737" y="30607"/>
                </a:lnTo>
                <a:lnTo>
                  <a:pt x="166737" y="15834"/>
                </a:lnTo>
                <a:lnTo>
                  <a:pt x="197647" y="0"/>
                </a:lnTo>
                <a:close/>
                <a:moveTo>
                  <a:pt x="257413" y="56667"/>
                </a:moveTo>
                <a:lnTo>
                  <a:pt x="227943" y="53486"/>
                </a:lnTo>
                <a:cubicBezTo>
                  <a:pt x="229054" y="48350"/>
                  <a:pt x="230657" y="44309"/>
                  <a:pt x="232753" y="41364"/>
                </a:cubicBezTo>
                <a:cubicBezTo>
                  <a:pt x="234849" y="38418"/>
                  <a:pt x="237867" y="35862"/>
                  <a:pt x="241806" y="33698"/>
                </a:cubicBezTo>
                <a:cubicBezTo>
                  <a:pt x="244635" y="32137"/>
                  <a:pt x="248524" y="30929"/>
                  <a:pt x="253473" y="30074"/>
                </a:cubicBezTo>
                <a:cubicBezTo>
                  <a:pt x="258423" y="29217"/>
                  <a:pt x="263776" y="28788"/>
                  <a:pt x="269534" y="28788"/>
                </a:cubicBezTo>
                <a:cubicBezTo>
                  <a:pt x="278777" y="28788"/>
                  <a:pt x="286201" y="29306"/>
                  <a:pt x="291807" y="30341"/>
                </a:cubicBezTo>
                <a:cubicBezTo>
                  <a:pt x="297413" y="31377"/>
                  <a:pt x="302085" y="33536"/>
                  <a:pt x="305823" y="36819"/>
                </a:cubicBezTo>
                <a:cubicBezTo>
                  <a:pt x="308449" y="39091"/>
                  <a:pt x="310520" y="42311"/>
                  <a:pt x="312035" y="46478"/>
                </a:cubicBezTo>
                <a:cubicBezTo>
                  <a:pt x="313550" y="50645"/>
                  <a:pt x="314307" y="54622"/>
                  <a:pt x="314307" y="58410"/>
                </a:cubicBezTo>
                <a:lnTo>
                  <a:pt x="314307" y="93941"/>
                </a:lnTo>
                <a:cubicBezTo>
                  <a:pt x="314307" y="97729"/>
                  <a:pt x="314547" y="100696"/>
                  <a:pt x="315027" y="102842"/>
                </a:cubicBezTo>
                <a:cubicBezTo>
                  <a:pt x="315507" y="104989"/>
                  <a:pt x="316555" y="107729"/>
                  <a:pt x="318171" y="111062"/>
                </a:cubicBezTo>
                <a:lnTo>
                  <a:pt x="289231" y="111062"/>
                </a:lnTo>
                <a:cubicBezTo>
                  <a:pt x="288070" y="108991"/>
                  <a:pt x="287312" y="107413"/>
                  <a:pt x="286959" y="106327"/>
                </a:cubicBezTo>
                <a:cubicBezTo>
                  <a:pt x="286605" y="105241"/>
                  <a:pt x="286252" y="103537"/>
                  <a:pt x="285898" y="101214"/>
                </a:cubicBezTo>
                <a:cubicBezTo>
                  <a:pt x="281858" y="105103"/>
                  <a:pt x="277842" y="107880"/>
                  <a:pt x="273852" y="109547"/>
                </a:cubicBezTo>
                <a:cubicBezTo>
                  <a:pt x="268398" y="111769"/>
                  <a:pt x="262059" y="112880"/>
                  <a:pt x="254837" y="112880"/>
                </a:cubicBezTo>
                <a:cubicBezTo>
                  <a:pt x="245241" y="112880"/>
                  <a:pt x="237955" y="110655"/>
                  <a:pt x="232981" y="106204"/>
                </a:cubicBezTo>
                <a:cubicBezTo>
                  <a:pt x="228006" y="101753"/>
                  <a:pt x="225518" y="96266"/>
                  <a:pt x="225518" y="89743"/>
                </a:cubicBezTo>
                <a:cubicBezTo>
                  <a:pt x="225518" y="83623"/>
                  <a:pt x="227311" y="78590"/>
                  <a:pt x="230897" y="74646"/>
                </a:cubicBezTo>
                <a:cubicBezTo>
                  <a:pt x="234483" y="70702"/>
                  <a:pt x="241099" y="67769"/>
                  <a:pt x="250746" y="65846"/>
                </a:cubicBezTo>
                <a:cubicBezTo>
                  <a:pt x="262312" y="63520"/>
                  <a:pt x="269812" y="61889"/>
                  <a:pt x="273246" y="60953"/>
                </a:cubicBezTo>
                <a:cubicBezTo>
                  <a:pt x="276681" y="60017"/>
                  <a:pt x="280317" y="58790"/>
                  <a:pt x="284156" y="57274"/>
                </a:cubicBezTo>
                <a:cubicBezTo>
                  <a:pt x="284156" y="53514"/>
                  <a:pt x="283373" y="50882"/>
                  <a:pt x="281807" y="49378"/>
                </a:cubicBezTo>
                <a:cubicBezTo>
                  <a:pt x="280241" y="47874"/>
                  <a:pt x="277489" y="47122"/>
                  <a:pt x="273549" y="47122"/>
                </a:cubicBezTo>
                <a:cubicBezTo>
                  <a:pt x="268499" y="47122"/>
                  <a:pt x="264711" y="47930"/>
                  <a:pt x="262186" y="49546"/>
                </a:cubicBezTo>
                <a:cubicBezTo>
                  <a:pt x="260216" y="50809"/>
                  <a:pt x="258625" y="53183"/>
                  <a:pt x="257413" y="56667"/>
                </a:cubicBezTo>
                <a:moveTo>
                  <a:pt x="284156" y="72880"/>
                </a:moveTo>
                <a:cubicBezTo>
                  <a:pt x="279913" y="74395"/>
                  <a:pt x="275494" y="75733"/>
                  <a:pt x="270898" y="76895"/>
                </a:cubicBezTo>
                <a:cubicBezTo>
                  <a:pt x="264635" y="78562"/>
                  <a:pt x="260670" y="80203"/>
                  <a:pt x="259004" y="81819"/>
                </a:cubicBezTo>
                <a:cubicBezTo>
                  <a:pt x="257286" y="83486"/>
                  <a:pt x="256428" y="85380"/>
                  <a:pt x="256428" y="87501"/>
                </a:cubicBezTo>
                <a:cubicBezTo>
                  <a:pt x="256428" y="89926"/>
                  <a:pt x="257274" y="91908"/>
                  <a:pt x="258966" y="93448"/>
                </a:cubicBezTo>
                <a:cubicBezTo>
                  <a:pt x="260658" y="94989"/>
                  <a:pt x="263145" y="95759"/>
                  <a:pt x="266428" y="95759"/>
                </a:cubicBezTo>
                <a:cubicBezTo>
                  <a:pt x="269862" y="95759"/>
                  <a:pt x="273057" y="94926"/>
                  <a:pt x="276011" y="93259"/>
                </a:cubicBezTo>
                <a:cubicBezTo>
                  <a:pt x="278966" y="91592"/>
                  <a:pt x="281062" y="89559"/>
                  <a:pt x="282299" y="87160"/>
                </a:cubicBezTo>
                <a:cubicBezTo>
                  <a:pt x="283537" y="84761"/>
                  <a:pt x="284156" y="81643"/>
                  <a:pt x="284156" y="77804"/>
                </a:cubicBezTo>
                <a:lnTo>
                  <a:pt x="284156" y="72880"/>
                </a:lnTo>
                <a:close/>
                <a:moveTo>
                  <a:pt x="392779" y="79547"/>
                </a:moveTo>
                <a:lnTo>
                  <a:pt x="422098" y="82880"/>
                </a:lnTo>
                <a:cubicBezTo>
                  <a:pt x="420481" y="88991"/>
                  <a:pt x="417830" y="94282"/>
                  <a:pt x="414143" y="98751"/>
                </a:cubicBezTo>
                <a:cubicBezTo>
                  <a:pt x="410456" y="103221"/>
                  <a:pt x="405746" y="106693"/>
                  <a:pt x="400014" y="109168"/>
                </a:cubicBezTo>
                <a:cubicBezTo>
                  <a:pt x="394281" y="111643"/>
                  <a:pt x="386996" y="112880"/>
                  <a:pt x="378157" y="112880"/>
                </a:cubicBezTo>
                <a:cubicBezTo>
                  <a:pt x="369622" y="112880"/>
                  <a:pt x="362513" y="112086"/>
                  <a:pt x="356831" y="110496"/>
                </a:cubicBezTo>
                <a:cubicBezTo>
                  <a:pt x="351150" y="108907"/>
                  <a:pt x="346263" y="106334"/>
                  <a:pt x="342172" y="102776"/>
                </a:cubicBezTo>
                <a:cubicBezTo>
                  <a:pt x="338081" y="99219"/>
                  <a:pt x="334874" y="95043"/>
                  <a:pt x="332551" y="90250"/>
                </a:cubicBezTo>
                <a:cubicBezTo>
                  <a:pt x="330227" y="85455"/>
                  <a:pt x="329066" y="79097"/>
                  <a:pt x="329066" y="71175"/>
                </a:cubicBezTo>
                <a:cubicBezTo>
                  <a:pt x="329066" y="62900"/>
                  <a:pt x="330480" y="56012"/>
                  <a:pt x="333308" y="50512"/>
                </a:cubicBezTo>
                <a:cubicBezTo>
                  <a:pt x="335379" y="46475"/>
                  <a:pt x="338207" y="42854"/>
                  <a:pt x="341793" y="39650"/>
                </a:cubicBezTo>
                <a:cubicBezTo>
                  <a:pt x="345379" y="36446"/>
                  <a:pt x="349066" y="34062"/>
                  <a:pt x="352854" y="32498"/>
                </a:cubicBezTo>
                <a:cubicBezTo>
                  <a:pt x="358864" y="30025"/>
                  <a:pt x="366566" y="28788"/>
                  <a:pt x="375960" y="28788"/>
                </a:cubicBezTo>
                <a:cubicBezTo>
                  <a:pt x="389092" y="28788"/>
                  <a:pt x="399105" y="31143"/>
                  <a:pt x="405999" y="35853"/>
                </a:cubicBezTo>
                <a:cubicBezTo>
                  <a:pt x="412893" y="40562"/>
                  <a:pt x="417729" y="47450"/>
                  <a:pt x="420507" y="56516"/>
                </a:cubicBezTo>
                <a:lnTo>
                  <a:pt x="391491" y="60304"/>
                </a:lnTo>
                <a:cubicBezTo>
                  <a:pt x="390582" y="56895"/>
                  <a:pt x="388928" y="54325"/>
                  <a:pt x="386529" y="52595"/>
                </a:cubicBezTo>
                <a:cubicBezTo>
                  <a:pt x="384130" y="50866"/>
                  <a:pt x="380910" y="50001"/>
                  <a:pt x="376870" y="50001"/>
                </a:cubicBezTo>
                <a:cubicBezTo>
                  <a:pt x="371768" y="50001"/>
                  <a:pt x="367640" y="51815"/>
                  <a:pt x="364483" y="55444"/>
                </a:cubicBezTo>
                <a:cubicBezTo>
                  <a:pt x="361326" y="59072"/>
                  <a:pt x="359748" y="64565"/>
                  <a:pt x="359748" y="71923"/>
                </a:cubicBezTo>
                <a:cubicBezTo>
                  <a:pt x="359748" y="78481"/>
                  <a:pt x="361314" y="83462"/>
                  <a:pt x="364445" y="86867"/>
                </a:cubicBezTo>
                <a:cubicBezTo>
                  <a:pt x="367577" y="90270"/>
                  <a:pt x="371566" y="91971"/>
                  <a:pt x="376415" y="91971"/>
                </a:cubicBezTo>
                <a:cubicBezTo>
                  <a:pt x="380455" y="91971"/>
                  <a:pt x="383852" y="90955"/>
                  <a:pt x="386605" y="88922"/>
                </a:cubicBezTo>
                <a:cubicBezTo>
                  <a:pt x="389357" y="86887"/>
                  <a:pt x="391415" y="83762"/>
                  <a:pt x="392779" y="79547"/>
                </a:cubicBezTo>
                <a:close/>
                <a:moveTo>
                  <a:pt x="473447" y="0"/>
                </a:moveTo>
                <a:lnTo>
                  <a:pt x="473447" y="30607"/>
                </a:lnTo>
                <a:lnTo>
                  <a:pt x="490417" y="30607"/>
                </a:lnTo>
                <a:lnTo>
                  <a:pt x="490417" y="53183"/>
                </a:lnTo>
                <a:lnTo>
                  <a:pt x="473447" y="53183"/>
                </a:lnTo>
                <a:lnTo>
                  <a:pt x="473447" y="81687"/>
                </a:lnTo>
                <a:cubicBezTo>
                  <a:pt x="473447" y="85115"/>
                  <a:pt x="473775" y="87383"/>
                  <a:pt x="474432" y="88491"/>
                </a:cubicBezTo>
                <a:cubicBezTo>
                  <a:pt x="475442" y="90205"/>
                  <a:pt x="477210" y="91062"/>
                  <a:pt x="479735" y="91062"/>
                </a:cubicBezTo>
                <a:cubicBezTo>
                  <a:pt x="482008" y="91062"/>
                  <a:pt x="485190" y="90407"/>
                  <a:pt x="489281" y="89097"/>
                </a:cubicBezTo>
                <a:lnTo>
                  <a:pt x="491553" y="110380"/>
                </a:lnTo>
                <a:cubicBezTo>
                  <a:pt x="483927" y="112047"/>
                  <a:pt x="476806" y="112880"/>
                  <a:pt x="470189" y="112880"/>
                </a:cubicBezTo>
                <a:cubicBezTo>
                  <a:pt x="462513" y="112880"/>
                  <a:pt x="456856" y="111897"/>
                  <a:pt x="453219" y="109931"/>
                </a:cubicBezTo>
                <a:cubicBezTo>
                  <a:pt x="449583" y="107962"/>
                  <a:pt x="446894" y="104974"/>
                  <a:pt x="445151" y="100965"/>
                </a:cubicBezTo>
                <a:cubicBezTo>
                  <a:pt x="443409" y="96955"/>
                  <a:pt x="442537" y="90460"/>
                  <a:pt x="442537" y="81481"/>
                </a:cubicBezTo>
                <a:lnTo>
                  <a:pt x="442537" y="53183"/>
                </a:lnTo>
                <a:lnTo>
                  <a:pt x="431174" y="53183"/>
                </a:lnTo>
                <a:lnTo>
                  <a:pt x="431174" y="30607"/>
                </a:lnTo>
                <a:lnTo>
                  <a:pt x="442537" y="30607"/>
                </a:lnTo>
                <a:lnTo>
                  <a:pt x="442537" y="15834"/>
                </a:lnTo>
                <a:lnTo>
                  <a:pt x="473447" y="0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(certain)">
            <a:extLst xmlns:a="http://schemas.openxmlformats.org/drawingml/2006/main">
              <a:ext uri="{FF2B5EF4-FFF2-40B4-BE49-F238E27FC236}">
                <a16:creationId xmlns:a16="http://schemas.microsoft.com/office/drawing/2014/main" id="{28A621AE-035F-4FAC-BF43-C4096D22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2109" y="736976"/>
            <a:ext cx="258070" cy="63110"/>
          </a:xfrm>
          <a:custGeom xmlns:a="http://schemas.openxmlformats.org/drawingml/2006/main">
            <a:pathLst>
              <a:path w="258070" h="63110">
                <a:moveTo>
                  <a:pt x="16598" y="63110"/>
                </a:moveTo>
                <a:lnTo>
                  <a:pt x="10267" y="63110"/>
                </a:lnTo>
                <a:cubicBezTo>
                  <a:pt x="6921" y="58053"/>
                  <a:pt x="4374" y="52800"/>
                  <a:pt x="2624" y="47349"/>
                </a:cubicBezTo>
                <a:cubicBezTo>
                  <a:pt x="875" y="41899"/>
                  <a:pt x="0" y="36623"/>
                  <a:pt x="0" y="31522"/>
                </a:cubicBezTo>
                <a:cubicBezTo>
                  <a:pt x="0" y="25196"/>
                  <a:pt x="1082" y="19209"/>
                  <a:pt x="3247" y="13561"/>
                </a:cubicBezTo>
                <a:cubicBezTo>
                  <a:pt x="5128" y="8658"/>
                  <a:pt x="7512" y="4137"/>
                  <a:pt x="10398" y="0"/>
                </a:cubicBezTo>
                <a:lnTo>
                  <a:pt x="16696" y="0"/>
                </a:lnTo>
                <a:cubicBezTo>
                  <a:pt x="13700" y="6633"/>
                  <a:pt x="11639" y="12275"/>
                  <a:pt x="10513" y="16927"/>
                </a:cubicBezTo>
                <a:cubicBezTo>
                  <a:pt x="9387" y="21578"/>
                  <a:pt x="8824" y="26509"/>
                  <a:pt x="8824" y="31719"/>
                </a:cubicBezTo>
                <a:cubicBezTo>
                  <a:pt x="8824" y="35310"/>
                  <a:pt x="9157" y="38987"/>
                  <a:pt x="9824" y="42753"/>
                </a:cubicBezTo>
                <a:cubicBezTo>
                  <a:pt x="10491" y="46517"/>
                  <a:pt x="11404" y="50096"/>
                  <a:pt x="12563" y="53489"/>
                </a:cubicBezTo>
                <a:cubicBezTo>
                  <a:pt x="13328" y="55722"/>
                  <a:pt x="14673" y="58929"/>
                  <a:pt x="16598" y="63110"/>
                </a:cubicBezTo>
                <a:close/>
                <a:moveTo>
                  <a:pt x="54063" y="24404"/>
                </a:moveTo>
                <a:lnTo>
                  <a:pt x="44977" y="26044"/>
                </a:lnTo>
                <a:cubicBezTo>
                  <a:pt x="44671" y="24240"/>
                  <a:pt x="43976" y="22882"/>
                  <a:pt x="42894" y="21969"/>
                </a:cubicBezTo>
                <a:cubicBezTo>
                  <a:pt x="41811" y="21056"/>
                  <a:pt x="40406" y="20599"/>
                  <a:pt x="38679" y="20599"/>
                </a:cubicBezTo>
                <a:cubicBezTo>
                  <a:pt x="36383" y="20599"/>
                  <a:pt x="34551" y="21390"/>
                  <a:pt x="33185" y="22970"/>
                </a:cubicBezTo>
                <a:cubicBezTo>
                  <a:pt x="31818" y="24551"/>
                  <a:pt x="31135" y="27194"/>
                  <a:pt x="31135" y="30900"/>
                </a:cubicBezTo>
                <a:cubicBezTo>
                  <a:pt x="31135" y="35021"/>
                  <a:pt x="31829" y="37932"/>
                  <a:pt x="33217" y="39633"/>
                </a:cubicBezTo>
                <a:cubicBezTo>
                  <a:pt x="34606" y="41333"/>
                  <a:pt x="36470" y="42183"/>
                  <a:pt x="38810" y="42183"/>
                </a:cubicBezTo>
                <a:cubicBezTo>
                  <a:pt x="40560" y="42183"/>
                  <a:pt x="41992" y="41685"/>
                  <a:pt x="43107" y="40690"/>
                </a:cubicBezTo>
                <a:cubicBezTo>
                  <a:pt x="44222" y="39695"/>
                  <a:pt x="45010" y="37984"/>
                  <a:pt x="45469" y="35557"/>
                </a:cubicBezTo>
                <a:lnTo>
                  <a:pt x="54522" y="37131"/>
                </a:lnTo>
                <a:cubicBezTo>
                  <a:pt x="53582" y="41286"/>
                  <a:pt x="51778" y="44424"/>
                  <a:pt x="49110" y="46545"/>
                </a:cubicBezTo>
                <a:cubicBezTo>
                  <a:pt x="46442" y="48667"/>
                  <a:pt x="42867" y="49727"/>
                  <a:pt x="38384" y="49727"/>
                </a:cubicBezTo>
                <a:cubicBezTo>
                  <a:pt x="33289" y="49727"/>
                  <a:pt x="29227" y="48120"/>
                  <a:pt x="26198" y="44905"/>
                </a:cubicBezTo>
                <a:cubicBezTo>
                  <a:pt x="23169" y="41691"/>
                  <a:pt x="21655" y="37241"/>
                  <a:pt x="21655" y="31555"/>
                </a:cubicBezTo>
                <a:cubicBezTo>
                  <a:pt x="21655" y="25804"/>
                  <a:pt x="23175" y="21327"/>
                  <a:pt x="26214" y="18123"/>
                </a:cubicBezTo>
                <a:cubicBezTo>
                  <a:pt x="29254" y="14919"/>
                  <a:pt x="33365" y="13317"/>
                  <a:pt x="38548" y="13317"/>
                </a:cubicBezTo>
                <a:cubicBezTo>
                  <a:pt x="42790" y="13317"/>
                  <a:pt x="46163" y="14230"/>
                  <a:pt x="48667" y="16056"/>
                </a:cubicBezTo>
                <a:cubicBezTo>
                  <a:pt x="51171" y="17882"/>
                  <a:pt x="52969" y="20665"/>
                  <a:pt x="54063" y="24404"/>
                </a:cubicBezTo>
                <a:close/>
                <a:moveTo>
                  <a:pt x="81226" y="37853"/>
                </a:moveTo>
                <a:lnTo>
                  <a:pt x="90410" y="39428"/>
                </a:lnTo>
                <a:cubicBezTo>
                  <a:pt x="89230" y="42784"/>
                  <a:pt x="87365" y="45340"/>
                  <a:pt x="84818" y="47095"/>
                </a:cubicBezTo>
                <a:cubicBezTo>
                  <a:pt x="82270" y="48850"/>
                  <a:pt x="79083" y="49727"/>
                  <a:pt x="75256" y="49727"/>
                </a:cubicBezTo>
                <a:cubicBezTo>
                  <a:pt x="69199" y="49727"/>
                  <a:pt x="64716" y="47748"/>
                  <a:pt x="61807" y="43790"/>
                </a:cubicBezTo>
                <a:cubicBezTo>
                  <a:pt x="59511" y="40619"/>
                  <a:pt x="58363" y="36618"/>
                  <a:pt x="58363" y="31785"/>
                </a:cubicBezTo>
                <a:cubicBezTo>
                  <a:pt x="58363" y="26012"/>
                  <a:pt x="59872" y="21491"/>
                  <a:pt x="62890" y="18221"/>
                </a:cubicBezTo>
                <a:cubicBezTo>
                  <a:pt x="65908" y="14952"/>
                  <a:pt x="69724" y="13317"/>
                  <a:pt x="74338" y="13317"/>
                </a:cubicBezTo>
                <a:cubicBezTo>
                  <a:pt x="79520" y="13317"/>
                  <a:pt x="83610" y="15029"/>
                  <a:pt x="86605" y="18451"/>
                </a:cubicBezTo>
                <a:cubicBezTo>
                  <a:pt x="89601" y="21873"/>
                  <a:pt x="91034" y="27116"/>
                  <a:pt x="90902" y="34179"/>
                </a:cubicBezTo>
                <a:lnTo>
                  <a:pt x="67810" y="34179"/>
                </a:lnTo>
                <a:cubicBezTo>
                  <a:pt x="67876" y="36913"/>
                  <a:pt x="68619" y="39039"/>
                  <a:pt x="70041" y="40559"/>
                </a:cubicBezTo>
                <a:cubicBezTo>
                  <a:pt x="71462" y="42079"/>
                  <a:pt x="73233" y="42839"/>
                  <a:pt x="75354" y="42839"/>
                </a:cubicBezTo>
                <a:cubicBezTo>
                  <a:pt x="76798" y="42839"/>
                  <a:pt x="78011" y="42445"/>
                  <a:pt x="78995" y="41658"/>
                </a:cubicBezTo>
                <a:cubicBezTo>
                  <a:pt x="79979" y="40871"/>
                  <a:pt x="80723" y="39602"/>
                  <a:pt x="81226" y="37853"/>
                </a:cubicBezTo>
                <a:moveTo>
                  <a:pt x="81751" y="28537"/>
                </a:moveTo>
                <a:cubicBezTo>
                  <a:pt x="81685" y="25880"/>
                  <a:pt x="80996" y="23860"/>
                  <a:pt x="79684" y="22477"/>
                </a:cubicBezTo>
                <a:cubicBezTo>
                  <a:pt x="78372" y="21094"/>
                  <a:pt x="76776" y="20403"/>
                  <a:pt x="74895" y="20403"/>
                </a:cubicBezTo>
                <a:cubicBezTo>
                  <a:pt x="72883" y="20403"/>
                  <a:pt x="71221" y="21132"/>
                  <a:pt x="69909" y="22591"/>
                </a:cubicBezTo>
                <a:cubicBezTo>
                  <a:pt x="68597" y="24051"/>
                  <a:pt x="67952" y="26033"/>
                  <a:pt x="67974" y="28537"/>
                </a:cubicBezTo>
                <a:lnTo>
                  <a:pt x="81751" y="28537"/>
                </a:lnTo>
                <a:close/>
                <a:moveTo>
                  <a:pt x="107241" y="48940"/>
                </a:moveTo>
                <a:lnTo>
                  <a:pt x="98023" y="48940"/>
                </a:lnTo>
                <a:lnTo>
                  <a:pt x="98023" y="14105"/>
                </a:lnTo>
                <a:lnTo>
                  <a:pt x="106585" y="14105"/>
                </a:lnTo>
                <a:lnTo>
                  <a:pt x="106585" y="19058"/>
                </a:lnTo>
                <a:cubicBezTo>
                  <a:pt x="108050" y="16718"/>
                  <a:pt x="109367" y="15176"/>
                  <a:pt x="110537" y="14433"/>
                </a:cubicBezTo>
                <a:cubicBezTo>
                  <a:pt x="111707" y="13689"/>
                  <a:pt x="113036" y="13317"/>
                  <a:pt x="114523" y="13317"/>
                </a:cubicBezTo>
                <a:cubicBezTo>
                  <a:pt x="116622" y="13317"/>
                  <a:pt x="118645" y="13897"/>
                  <a:pt x="120591" y="15056"/>
                </a:cubicBezTo>
                <a:lnTo>
                  <a:pt x="117737" y="23092"/>
                </a:lnTo>
                <a:cubicBezTo>
                  <a:pt x="116185" y="22086"/>
                  <a:pt x="114741" y="21583"/>
                  <a:pt x="113407" y="21583"/>
                </a:cubicBezTo>
                <a:cubicBezTo>
                  <a:pt x="112117" y="21583"/>
                  <a:pt x="111024" y="21939"/>
                  <a:pt x="110127" y="22649"/>
                </a:cubicBezTo>
                <a:cubicBezTo>
                  <a:pt x="109231" y="23360"/>
                  <a:pt x="108525" y="24645"/>
                  <a:pt x="108012" y="26504"/>
                </a:cubicBezTo>
                <a:cubicBezTo>
                  <a:pt x="107498" y="28362"/>
                  <a:pt x="107241" y="32255"/>
                  <a:pt x="107241" y="38181"/>
                </a:cubicBezTo>
                <a:lnTo>
                  <a:pt x="107241" y="48940"/>
                </a:lnTo>
                <a:close/>
                <a:moveTo>
                  <a:pt x="140537" y="14105"/>
                </a:moveTo>
                <a:lnTo>
                  <a:pt x="140537" y="21452"/>
                </a:lnTo>
                <a:lnTo>
                  <a:pt x="134239" y="21452"/>
                </a:lnTo>
                <a:lnTo>
                  <a:pt x="134239" y="35469"/>
                </a:lnTo>
                <a:cubicBezTo>
                  <a:pt x="134239" y="38307"/>
                  <a:pt x="134299" y="39962"/>
                  <a:pt x="134419" y="40431"/>
                </a:cubicBezTo>
                <a:cubicBezTo>
                  <a:pt x="134540" y="40900"/>
                  <a:pt x="134813" y="41287"/>
                  <a:pt x="135240" y="41593"/>
                </a:cubicBezTo>
                <a:cubicBezTo>
                  <a:pt x="135666" y="41899"/>
                  <a:pt x="136185" y="42052"/>
                  <a:pt x="136798" y="42052"/>
                </a:cubicBezTo>
                <a:cubicBezTo>
                  <a:pt x="137650" y="42052"/>
                  <a:pt x="138886" y="41756"/>
                  <a:pt x="140504" y="41166"/>
                </a:cubicBezTo>
                <a:lnTo>
                  <a:pt x="141291" y="48343"/>
                </a:lnTo>
                <a:cubicBezTo>
                  <a:pt x="139148" y="49266"/>
                  <a:pt x="136721" y="49727"/>
                  <a:pt x="134009" y="49727"/>
                </a:cubicBezTo>
                <a:cubicBezTo>
                  <a:pt x="132348" y="49727"/>
                  <a:pt x="130850" y="49448"/>
                  <a:pt x="129516" y="48891"/>
                </a:cubicBezTo>
                <a:cubicBezTo>
                  <a:pt x="128182" y="48333"/>
                  <a:pt x="127203" y="47612"/>
                  <a:pt x="126580" y="46726"/>
                </a:cubicBezTo>
                <a:cubicBezTo>
                  <a:pt x="125957" y="45840"/>
                  <a:pt x="125525" y="44643"/>
                  <a:pt x="125284" y="43134"/>
                </a:cubicBezTo>
                <a:cubicBezTo>
                  <a:pt x="125087" y="42063"/>
                  <a:pt x="124989" y="39898"/>
                  <a:pt x="124989" y="36639"/>
                </a:cubicBezTo>
                <a:lnTo>
                  <a:pt x="124989" y="21452"/>
                </a:lnTo>
                <a:lnTo>
                  <a:pt x="120758" y="21452"/>
                </a:lnTo>
                <a:lnTo>
                  <a:pt x="120758" y="14105"/>
                </a:lnTo>
                <a:lnTo>
                  <a:pt x="124989" y="14105"/>
                </a:lnTo>
                <a:lnTo>
                  <a:pt x="124989" y="7151"/>
                </a:lnTo>
                <a:lnTo>
                  <a:pt x="134239" y="1706"/>
                </a:lnTo>
                <a:lnTo>
                  <a:pt x="134239" y="14105"/>
                </a:lnTo>
                <a:lnTo>
                  <a:pt x="140537" y="14105"/>
                </a:lnTo>
                <a:close/>
                <a:moveTo>
                  <a:pt x="153828" y="24864"/>
                </a:moveTo>
                <a:lnTo>
                  <a:pt x="145464" y="23355"/>
                </a:lnTo>
                <a:cubicBezTo>
                  <a:pt x="146404" y="19943"/>
                  <a:pt x="148022" y="17417"/>
                  <a:pt x="150319" y="15778"/>
                </a:cubicBezTo>
                <a:cubicBezTo>
                  <a:pt x="152615" y="14137"/>
                  <a:pt x="156026" y="13317"/>
                  <a:pt x="160553" y="13317"/>
                </a:cubicBezTo>
                <a:cubicBezTo>
                  <a:pt x="164664" y="13317"/>
                  <a:pt x="167725" y="13804"/>
                  <a:pt x="169737" y="14777"/>
                </a:cubicBezTo>
                <a:cubicBezTo>
                  <a:pt x="171749" y="15750"/>
                  <a:pt x="173165" y="16986"/>
                  <a:pt x="173985" y="18484"/>
                </a:cubicBezTo>
                <a:cubicBezTo>
                  <a:pt x="174805" y="19982"/>
                  <a:pt x="175215" y="22732"/>
                  <a:pt x="175215" y="26733"/>
                </a:cubicBezTo>
                <a:lnTo>
                  <a:pt x="175117" y="37492"/>
                </a:lnTo>
                <a:cubicBezTo>
                  <a:pt x="175117" y="40554"/>
                  <a:pt x="175264" y="42812"/>
                  <a:pt x="175559" y="44266"/>
                </a:cubicBezTo>
                <a:cubicBezTo>
                  <a:pt x="175855" y="45720"/>
                  <a:pt x="176407" y="47278"/>
                  <a:pt x="177216" y="48940"/>
                </a:cubicBezTo>
                <a:lnTo>
                  <a:pt x="168097" y="48940"/>
                </a:lnTo>
                <a:cubicBezTo>
                  <a:pt x="167856" y="48328"/>
                  <a:pt x="167561" y="47420"/>
                  <a:pt x="167211" y="46217"/>
                </a:cubicBezTo>
                <a:cubicBezTo>
                  <a:pt x="167058" y="45671"/>
                  <a:pt x="166949" y="45310"/>
                  <a:pt x="166883" y="45135"/>
                </a:cubicBezTo>
                <a:cubicBezTo>
                  <a:pt x="165309" y="46666"/>
                  <a:pt x="163625" y="47814"/>
                  <a:pt x="161832" y="48579"/>
                </a:cubicBezTo>
                <a:cubicBezTo>
                  <a:pt x="160039" y="49345"/>
                  <a:pt x="158125" y="49727"/>
                  <a:pt x="156092" y="49727"/>
                </a:cubicBezTo>
                <a:cubicBezTo>
                  <a:pt x="152505" y="49727"/>
                  <a:pt x="149679" y="48758"/>
                  <a:pt x="147612" y="46820"/>
                </a:cubicBezTo>
                <a:cubicBezTo>
                  <a:pt x="145546" y="44882"/>
                  <a:pt x="144513" y="42432"/>
                  <a:pt x="144513" y="39471"/>
                </a:cubicBezTo>
                <a:cubicBezTo>
                  <a:pt x="144513" y="37511"/>
                  <a:pt x="144983" y="35763"/>
                  <a:pt x="145923" y="34228"/>
                </a:cubicBezTo>
                <a:cubicBezTo>
                  <a:pt x="146863" y="32693"/>
                  <a:pt x="148181" y="31517"/>
                  <a:pt x="149876" y="30700"/>
                </a:cubicBezTo>
                <a:cubicBezTo>
                  <a:pt x="151570" y="29884"/>
                  <a:pt x="154014" y="29171"/>
                  <a:pt x="157207" y="28561"/>
                </a:cubicBezTo>
                <a:cubicBezTo>
                  <a:pt x="161515" y="27755"/>
                  <a:pt x="164500" y="27004"/>
                  <a:pt x="166162" y="26307"/>
                </a:cubicBezTo>
                <a:lnTo>
                  <a:pt x="166162" y="25378"/>
                </a:lnTo>
                <a:cubicBezTo>
                  <a:pt x="166162" y="23587"/>
                  <a:pt x="165724" y="22310"/>
                  <a:pt x="164850" y="21548"/>
                </a:cubicBezTo>
                <a:cubicBezTo>
                  <a:pt x="163975" y="20784"/>
                  <a:pt x="162324" y="20403"/>
                  <a:pt x="159897" y="20403"/>
                </a:cubicBezTo>
                <a:cubicBezTo>
                  <a:pt x="158257" y="20403"/>
                  <a:pt x="156977" y="20733"/>
                  <a:pt x="156059" y="21393"/>
                </a:cubicBezTo>
                <a:cubicBezTo>
                  <a:pt x="155140" y="22052"/>
                  <a:pt x="154397" y="23209"/>
                  <a:pt x="153828" y="24864"/>
                </a:cubicBezTo>
                <a:moveTo>
                  <a:pt x="166162" y="32342"/>
                </a:moveTo>
                <a:cubicBezTo>
                  <a:pt x="164981" y="32731"/>
                  <a:pt x="163111" y="33196"/>
                  <a:pt x="160553" y="33736"/>
                </a:cubicBezTo>
                <a:cubicBezTo>
                  <a:pt x="157994" y="34276"/>
                  <a:pt x="156321" y="34806"/>
                  <a:pt x="155534" y="35324"/>
                </a:cubicBezTo>
                <a:cubicBezTo>
                  <a:pt x="154331" y="36167"/>
                  <a:pt x="153730" y="37236"/>
                  <a:pt x="153730" y="38533"/>
                </a:cubicBezTo>
                <a:cubicBezTo>
                  <a:pt x="153730" y="39808"/>
                  <a:pt x="154211" y="40910"/>
                  <a:pt x="155173" y="41839"/>
                </a:cubicBezTo>
                <a:cubicBezTo>
                  <a:pt x="156135" y="42768"/>
                  <a:pt x="157360" y="43232"/>
                  <a:pt x="158847" y="43232"/>
                </a:cubicBezTo>
                <a:cubicBezTo>
                  <a:pt x="160509" y="43232"/>
                  <a:pt x="162094" y="42692"/>
                  <a:pt x="163603" y="41612"/>
                </a:cubicBezTo>
                <a:cubicBezTo>
                  <a:pt x="164718" y="40791"/>
                  <a:pt x="165451" y="39786"/>
                  <a:pt x="165801" y="38597"/>
                </a:cubicBezTo>
                <a:cubicBezTo>
                  <a:pt x="166041" y="37820"/>
                  <a:pt x="166162" y="36340"/>
                  <a:pt x="166162" y="34158"/>
                </a:cubicBezTo>
                <a:lnTo>
                  <a:pt x="166162" y="32342"/>
                </a:lnTo>
                <a:close/>
                <a:moveTo>
                  <a:pt x="184304" y="9381"/>
                </a:moveTo>
                <a:lnTo>
                  <a:pt x="184304" y="853"/>
                </a:lnTo>
                <a:lnTo>
                  <a:pt x="193522" y="853"/>
                </a:lnTo>
                <a:lnTo>
                  <a:pt x="193522" y="9381"/>
                </a:lnTo>
                <a:lnTo>
                  <a:pt x="184304" y="9381"/>
                </a:lnTo>
                <a:moveTo>
                  <a:pt x="184304" y="48940"/>
                </a:moveTo>
                <a:lnTo>
                  <a:pt x="184304" y="14105"/>
                </a:lnTo>
                <a:lnTo>
                  <a:pt x="193522" y="14105"/>
                </a:lnTo>
                <a:lnTo>
                  <a:pt x="193522" y="48940"/>
                </a:lnTo>
                <a:lnTo>
                  <a:pt x="184304" y="48940"/>
                </a:lnTo>
                <a:close/>
                <a:moveTo>
                  <a:pt x="234652" y="48940"/>
                </a:moveTo>
                <a:lnTo>
                  <a:pt x="225435" y="48940"/>
                </a:lnTo>
                <a:lnTo>
                  <a:pt x="225435" y="31182"/>
                </a:lnTo>
                <a:cubicBezTo>
                  <a:pt x="225435" y="27425"/>
                  <a:pt x="225238" y="24995"/>
                  <a:pt x="224845" y="23892"/>
                </a:cubicBezTo>
                <a:cubicBezTo>
                  <a:pt x="224451" y="22789"/>
                  <a:pt x="223811" y="21932"/>
                  <a:pt x="222926" y="21320"/>
                </a:cubicBezTo>
                <a:cubicBezTo>
                  <a:pt x="222040" y="20708"/>
                  <a:pt x="220974" y="20403"/>
                  <a:pt x="219727" y="20403"/>
                </a:cubicBezTo>
                <a:cubicBezTo>
                  <a:pt x="218131" y="20403"/>
                  <a:pt x="216699" y="20840"/>
                  <a:pt x="215430" y="21714"/>
                </a:cubicBezTo>
                <a:cubicBezTo>
                  <a:pt x="214162" y="22587"/>
                  <a:pt x="213293" y="23745"/>
                  <a:pt x="212823" y="25186"/>
                </a:cubicBezTo>
                <a:cubicBezTo>
                  <a:pt x="212353" y="26628"/>
                  <a:pt x="212117" y="29293"/>
                  <a:pt x="212117" y="33181"/>
                </a:cubicBezTo>
                <a:lnTo>
                  <a:pt x="212117" y="48940"/>
                </a:lnTo>
                <a:lnTo>
                  <a:pt x="202900" y="48940"/>
                </a:lnTo>
                <a:lnTo>
                  <a:pt x="202900" y="14105"/>
                </a:lnTo>
                <a:lnTo>
                  <a:pt x="211461" y="14105"/>
                </a:lnTo>
                <a:lnTo>
                  <a:pt x="211461" y="19222"/>
                </a:lnTo>
                <a:cubicBezTo>
                  <a:pt x="214501" y="15286"/>
                  <a:pt x="218328" y="13317"/>
                  <a:pt x="222942" y="13317"/>
                </a:cubicBezTo>
                <a:cubicBezTo>
                  <a:pt x="224976" y="13317"/>
                  <a:pt x="226834" y="13684"/>
                  <a:pt x="228518" y="14416"/>
                </a:cubicBezTo>
                <a:cubicBezTo>
                  <a:pt x="230202" y="15149"/>
                  <a:pt x="231476" y="16084"/>
                  <a:pt x="232340" y="17221"/>
                </a:cubicBezTo>
                <a:cubicBezTo>
                  <a:pt x="233203" y="18358"/>
                  <a:pt x="233805" y="19648"/>
                  <a:pt x="234144" y="21091"/>
                </a:cubicBezTo>
                <a:cubicBezTo>
                  <a:pt x="234483" y="22535"/>
                  <a:pt x="234652" y="24601"/>
                  <a:pt x="234652" y="27291"/>
                </a:cubicBezTo>
                <a:lnTo>
                  <a:pt x="234652" y="48940"/>
                </a:lnTo>
                <a:close/>
                <a:moveTo>
                  <a:pt x="241440" y="63110"/>
                </a:moveTo>
                <a:cubicBezTo>
                  <a:pt x="243255" y="59214"/>
                  <a:pt x="244534" y="56226"/>
                  <a:pt x="245277" y="54146"/>
                </a:cubicBezTo>
                <a:cubicBezTo>
                  <a:pt x="246021" y="52067"/>
                  <a:pt x="246710" y="49670"/>
                  <a:pt x="247344" y="46955"/>
                </a:cubicBezTo>
                <a:cubicBezTo>
                  <a:pt x="247978" y="44240"/>
                  <a:pt x="248448" y="41663"/>
                  <a:pt x="248754" y="39223"/>
                </a:cubicBezTo>
                <a:cubicBezTo>
                  <a:pt x="249060" y="36782"/>
                  <a:pt x="249214" y="34280"/>
                  <a:pt x="249214" y="31719"/>
                </a:cubicBezTo>
                <a:cubicBezTo>
                  <a:pt x="249214" y="26509"/>
                  <a:pt x="248656" y="21578"/>
                  <a:pt x="247541" y="16927"/>
                </a:cubicBezTo>
                <a:cubicBezTo>
                  <a:pt x="246425" y="12275"/>
                  <a:pt x="244370" y="6633"/>
                  <a:pt x="241374" y="0"/>
                </a:cubicBezTo>
                <a:lnTo>
                  <a:pt x="247639" y="0"/>
                </a:lnTo>
                <a:cubicBezTo>
                  <a:pt x="250941" y="4706"/>
                  <a:pt x="253505" y="9697"/>
                  <a:pt x="255331" y="14973"/>
                </a:cubicBezTo>
                <a:cubicBezTo>
                  <a:pt x="257157" y="20248"/>
                  <a:pt x="258070" y="25601"/>
                  <a:pt x="258070" y="31029"/>
                </a:cubicBezTo>
                <a:cubicBezTo>
                  <a:pt x="258070" y="35604"/>
                  <a:pt x="257348" y="40508"/>
                  <a:pt x="255905" y="45740"/>
                </a:cubicBezTo>
                <a:cubicBezTo>
                  <a:pt x="254265" y="51606"/>
                  <a:pt x="251564" y="57397"/>
                  <a:pt x="247803" y="63110"/>
                </a:cubicBezTo>
                <a:lnTo>
                  <a:pt x="241440" y="63110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123B0-15FA-4AEC-BA25-ED3C6F12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5" y="1394247"/>
            <a:ext cx="672367" cy="286659"/>
          </a:xfrm>
          <a:custGeom xmlns:a="http://schemas.openxmlformats.org/drawingml/2006/main">
            <a:pathLst>
              <a:path w="672367" h="286659">
                <a:moveTo>
                  <a:pt x="672367" y="143329"/>
                </a:moveTo>
                <a:cubicBezTo>
                  <a:pt x="672367" y="222437"/>
                  <a:pt x="608145" y="286659"/>
                  <a:pt x="529038" y="286659"/>
                </a:cubicBezTo>
                <a:lnTo>
                  <a:pt x="143329" y="286659"/>
                </a:lnTo>
                <a:cubicBezTo>
                  <a:pt x="64222" y="286659"/>
                  <a:pt x="0" y="222437"/>
                  <a:pt x="0" y="143329"/>
                </a:cubicBezTo>
                <a:cubicBezTo>
                  <a:pt x="0" y="64222"/>
                  <a:pt x="64222" y="0"/>
                  <a:pt x="143329" y="0"/>
                </a:cubicBezTo>
                <a:lnTo>
                  <a:pt x="529038" y="0"/>
                </a:lnTo>
                <a:cubicBezTo>
                  <a:pt x="608145" y="0"/>
                  <a:pt x="672367" y="64222"/>
                  <a:pt x="672367" y="143329"/>
                </a:cubicBezTo>
                <a:close/>
              </a:path>
            </a:pathLst>
          </a:custGeom>
          <a:solidFill xmlns:a="http://schemas.openxmlformats.org/drawingml/2006/main">
            <a:srgbClr val="4BB48A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Intact">
            <a:extLst xmlns:a="http://schemas.openxmlformats.org/drawingml/2006/main">
              <a:ext uri="{FF2B5EF4-FFF2-40B4-BE49-F238E27FC236}">
                <a16:creationId xmlns:a16="http://schemas.microsoft.com/office/drawing/2014/main" id="{19BB6CA2-AE36-42BC-98F1-D0B0C03E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147" y="1441161"/>
            <a:ext cx="491555" cy="112880"/>
          </a:xfrm>
          <a:custGeom xmlns:a="http://schemas.openxmlformats.org/drawingml/2006/main">
            <a:pathLst>
              <a:path w="491555" h="112880">
                <a:moveTo>
                  <a:pt x="0" y="0"/>
                </a:moveTo>
                <a:lnTo>
                  <a:pt x="34394" y="0"/>
                </a:lnTo>
                <a:lnTo>
                  <a:pt x="34394" y="111062"/>
                </a:lnTo>
                <a:lnTo>
                  <a:pt x="0" y="111062"/>
                </a:lnTo>
                <a:lnTo>
                  <a:pt x="0" y="0"/>
                </a:lnTo>
                <a:close/>
                <a:moveTo>
                  <a:pt x="56977" y="30607"/>
                </a:moveTo>
                <a:lnTo>
                  <a:pt x="85690" y="30607"/>
                </a:lnTo>
                <a:lnTo>
                  <a:pt x="85690" y="43758"/>
                </a:lnTo>
                <a:cubicBezTo>
                  <a:pt x="89983" y="38388"/>
                  <a:pt x="94326" y="34551"/>
                  <a:pt x="98720" y="32247"/>
                </a:cubicBezTo>
                <a:cubicBezTo>
                  <a:pt x="103114" y="29941"/>
                  <a:pt x="108468" y="28788"/>
                  <a:pt x="114781" y="28788"/>
                </a:cubicBezTo>
                <a:cubicBezTo>
                  <a:pt x="123317" y="28788"/>
                  <a:pt x="129996" y="31326"/>
                  <a:pt x="134819" y="36402"/>
                </a:cubicBezTo>
                <a:cubicBezTo>
                  <a:pt x="139643" y="41478"/>
                  <a:pt x="142054" y="49319"/>
                  <a:pt x="142054" y="59925"/>
                </a:cubicBezTo>
                <a:lnTo>
                  <a:pt x="142054" y="111062"/>
                </a:lnTo>
                <a:lnTo>
                  <a:pt x="111069" y="111062"/>
                </a:lnTo>
                <a:lnTo>
                  <a:pt x="111069" y="66876"/>
                </a:lnTo>
                <a:cubicBezTo>
                  <a:pt x="111069" y="61833"/>
                  <a:pt x="110135" y="58266"/>
                  <a:pt x="108266" y="56173"/>
                </a:cubicBezTo>
                <a:cubicBezTo>
                  <a:pt x="106397" y="54078"/>
                  <a:pt x="103771" y="53031"/>
                  <a:pt x="100387" y="53031"/>
                </a:cubicBezTo>
                <a:cubicBezTo>
                  <a:pt x="96650" y="53031"/>
                  <a:pt x="93619" y="54444"/>
                  <a:pt x="91296" y="57269"/>
                </a:cubicBezTo>
                <a:cubicBezTo>
                  <a:pt x="88973" y="60092"/>
                  <a:pt x="87811" y="65161"/>
                  <a:pt x="87811" y="72475"/>
                </a:cubicBezTo>
                <a:lnTo>
                  <a:pt x="87811" y="111062"/>
                </a:lnTo>
                <a:lnTo>
                  <a:pt x="56977" y="111062"/>
                </a:lnTo>
                <a:lnTo>
                  <a:pt x="56977" y="30607"/>
                </a:lnTo>
                <a:close/>
                <a:moveTo>
                  <a:pt x="197646" y="0"/>
                </a:moveTo>
                <a:lnTo>
                  <a:pt x="197646" y="30607"/>
                </a:lnTo>
                <a:lnTo>
                  <a:pt x="214616" y="30607"/>
                </a:lnTo>
                <a:lnTo>
                  <a:pt x="214616" y="53183"/>
                </a:lnTo>
                <a:lnTo>
                  <a:pt x="197646" y="53183"/>
                </a:lnTo>
                <a:lnTo>
                  <a:pt x="197646" y="81687"/>
                </a:lnTo>
                <a:cubicBezTo>
                  <a:pt x="197646" y="85115"/>
                  <a:pt x="197974" y="87383"/>
                  <a:pt x="198631" y="88491"/>
                </a:cubicBezTo>
                <a:cubicBezTo>
                  <a:pt x="199641" y="90205"/>
                  <a:pt x="201409" y="91062"/>
                  <a:pt x="203934" y="91062"/>
                </a:cubicBezTo>
                <a:cubicBezTo>
                  <a:pt x="206207" y="91062"/>
                  <a:pt x="209389" y="90407"/>
                  <a:pt x="213480" y="89097"/>
                </a:cubicBezTo>
                <a:lnTo>
                  <a:pt x="215752" y="110380"/>
                </a:lnTo>
                <a:cubicBezTo>
                  <a:pt x="208126" y="112047"/>
                  <a:pt x="201005" y="112880"/>
                  <a:pt x="194388" y="112880"/>
                </a:cubicBezTo>
                <a:cubicBezTo>
                  <a:pt x="186711" y="112880"/>
                  <a:pt x="181055" y="111897"/>
                  <a:pt x="177418" y="109931"/>
                </a:cubicBezTo>
                <a:cubicBezTo>
                  <a:pt x="173782" y="107962"/>
                  <a:pt x="171093" y="104974"/>
                  <a:pt x="169350" y="100965"/>
                </a:cubicBezTo>
                <a:cubicBezTo>
                  <a:pt x="167608" y="96955"/>
                  <a:pt x="166736" y="90460"/>
                  <a:pt x="166736" y="81481"/>
                </a:cubicBezTo>
                <a:lnTo>
                  <a:pt x="166736" y="53183"/>
                </a:lnTo>
                <a:lnTo>
                  <a:pt x="155373" y="53183"/>
                </a:lnTo>
                <a:lnTo>
                  <a:pt x="155373" y="30607"/>
                </a:lnTo>
                <a:lnTo>
                  <a:pt x="166736" y="30607"/>
                </a:lnTo>
                <a:lnTo>
                  <a:pt x="166736" y="15834"/>
                </a:lnTo>
                <a:lnTo>
                  <a:pt x="197646" y="0"/>
                </a:lnTo>
                <a:close/>
                <a:moveTo>
                  <a:pt x="257412" y="56667"/>
                </a:moveTo>
                <a:lnTo>
                  <a:pt x="227942" y="53486"/>
                </a:lnTo>
                <a:cubicBezTo>
                  <a:pt x="229053" y="48350"/>
                  <a:pt x="230657" y="44309"/>
                  <a:pt x="232753" y="41364"/>
                </a:cubicBezTo>
                <a:cubicBezTo>
                  <a:pt x="234849" y="38418"/>
                  <a:pt x="237866" y="35862"/>
                  <a:pt x="241806" y="33698"/>
                </a:cubicBezTo>
                <a:cubicBezTo>
                  <a:pt x="244634" y="32137"/>
                  <a:pt x="248523" y="30929"/>
                  <a:pt x="253473" y="30074"/>
                </a:cubicBezTo>
                <a:cubicBezTo>
                  <a:pt x="258422" y="29217"/>
                  <a:pt x="263776" y="28788"/>
                  <a:pt x="269534" y="28788"/>
                </a:cubicBezTo>
                <a:cubicBezTo>
                  <a:pt x="278776" y="28788"/>
                  <a:pt x="286200" y="29306"/>
                  <a:pt x="291807" y="30341"/>
                </a:cubicBezTo>
                <a:cubicBezTo>
                  <a:pt x="297413" y="31377"/>
                  <a:pt x="302085" y="33536"/>
                  <a:pt x="305822" y="36819"/>
                </a:cubicBezTo>
                <a:cubicBezTo>
                  <a:pt x="308448" y="39091"/>
                  <a:pt x="310519" y="42311"/>
                  <a:pt x="312034" y="46478"/>
                </a:cubicBezTo>
                <a:cubicBezTo>
                  <a:pt x="313549" y="50645"/>
                  <a:pt x="314307" y="54622"/>
                  <a:pt x="314307" y="58410"/>
                </a:cubicBezTo>
                <a:lnTo>
                  <a:pt x="314307" y="93941"/>
                </a:lnTo>
                <a:cubicBezTo>
                  <a:pt x="314307" y="97729"/>
                  <a:pt x="314547" y="100696"/>
                  <a:pt x="315027" y="102842"/>
                </a:cubicBezTo>
                <a:cubicBezTo>
                  <a:pt x="315506" y="104989"/>
                  <a:pt x="316554" y="107729"/>
                  <a:pt x="318171" y="111062"/>
                </a:cubicBezTo>
                <a:lnTo>
                  <a:pt x="289231" y="111062"/>
                </a:lnTo>
                <a:cubicBezTo>
                  <a:pt x="288069" y="108991"/>
                  <a:pt x="287312" y="107413"/>
                  <a:pt x="286958" y="106327"/>
                </a:cubicBezTo>
                <a:cubicBezTo>
                  <a:pt x="286604" y="105241"/>
                  <a:pt x="286251" y="103537"/>
                  <a:pt x="285897" y="101214"/>
                </a:cubicBezTo>
                <a:cubicBezTo>
                  <a:pt x="281857" y="105103"/>
                  <a:pt x="277842" y="107880"/>
                  <a:pt x="273852" y="109547"/>
                </a:cubicBezTo>
                <a:cubicBezTo>
                  <a:pt x="268397" y="111769"/>
                  <a:pt x="262059" y="112880"/>
                  <a:pt x="254836" y="112880"/>
                </a:cubicBezTo>
                <a:cubicBezTo>
                  <a:pt x="245240" y="112880"/>
                  <a:pt x="237955" y="110655"/>
                  <a:pt x="232980" y="106204"/>
                </a:cubicBezTo>
                <a:cubicBezTo>
                  <a:pt x="228005" y="101753"/>
                  <a:pt x="225518" y="96266"/>
                  <a:pt x="225518" y="89743"/>
                </a:cubicBezTo>
                <a:cubicBezTo>
                  <a:pt x="225518" y="83623"/>
                  <a:pt x="227311" y="78590"/>
                  <a:pt x="230897" y="74646"/>
                </a:cubicBezTo>
                <a:cubicBezTo>
                  <a:pt x="234483" y="70702"/>
                  <a:pt x="241099" y="67769"/>
                  <a:pt x="250745" y="65846"/>
                </a:cubicBezTo>
                <a:cubicBezTo>
                  <a:pt x="262311" y="63520"/>
                  <a:pt x="269811" y="61889"/>
                  <a:pt x="273246" y="60953"/>
                </a:cubicBezTo>
                <a:cubicBezTo>
                  <a:pt x="276680" y="60017"/>
                  <a:pt x="280317" y="58790"/>
                  <a:pt x="284155" y="57274"/>
                </a:cubicBezTo>
                <a:cubicBezTo>
                  <a:pt x="284155" y="53514"/>
                  <a:pt x="283372" y="50882"/>
                  <a:pt x="281806" y="49378"/>
                </a:cubicBezTo>
                <a:cubicBezTo>
                  <a:pt x="280241" y="47874"/>
                  <a:pt x="277488" y="47122"/>
                  <a:pt x="273549" y="47122"/>
                </a:cubicBezTo>
                <a:cubicBezTo>
                  <a:pt x="268498" y="47122"/>
                  <a:pt x="264710" y="47930"/>
                  <a:pt x="262185" y="49546"/>
                </a:cubicBezTo>
                <a:cubicBezTo>
                  <a:pt x="260215" y="50809"/>
                  <a:pt x="258624" y="53183"/>
                  <a:pt x="257412" y="56667"/>
                </a:cubicBezTo>
                <a:moveTo>
                  <a:pt x="284155" y="72880"/>
                </a:moveTo>
                <a:cubicBezTo>
                  <a:pt x="279912" y="74395"/>
                  <a:pt x="275493" y="75733"/>
                  <a:pt x="270897" y="76895"/>
                </a:cubicBezTo>
                <a:cubicBezTo>
                  <a:pt x="264634" y="78562"/>
                  <a:pt x="260670" y="80203"/>
                  <a:pt x="259003" y="81819"/>
                </a:cubicBezTo>
                <a:cubicBezTo>
                  <a:pt x="257286" y="83486"/>
                  <a:pt x="256427" y="85380"/>
                  <a:pt x="256427" y="87501"/>
                </a:cubicBezTo>
                <a:cubicBezTo>
                  <a:pt x="256427" y="89926"/>
                  <a:pt x="257273" y="91908"/>
                  <a:pt x="258965" y="93448"/>
                </a:cubicBezTo>
                <a:cubicBezTo>
                  <a:pt x="260657" y="94989"/>
                  <a:pt x="263145" y="95759"/>
                  <a:pt x="266427" y="95759"/>
                </a:cubicBezTo>
                <a:cubicBezTo>
                  <a:pt x="269862" y="95759"/>
                  <a:pt x="273056" y="94926"/>
                  <a:pt x="276011" y="93259"/>
                </a:cubicBezTo>
                <a:cubicBezTo>
                  <a:pt x="278965" y="91592"/>
                  <a:pt x="281061" y="89559"/>
                  <a:pt x="282299" y="87160"/>
                </a:cubicBezTo>
                <a:cubicBezTo>
                  <a:pt x="283536" y="84761"/>
                  <a:pt x="284155" y="81643"/>
                  <a:pt x="284155" y="77804"/>
                </a:cubicBezTo>
                <a:lnTo>
                  <a:pt x="284155" y="72880"/>
                </a:lnTo>
                <a:close/>
                <a:moveTo>
                  <a:pt x="392779" y="79547"/>
                </a:moveTo>
                <a:lnTo>
                  <a:pt x="422098" y="82880"/>
                </a:lnTo>
                <a:cubicBezTo>
                  <a:pt x="420482" y="88991"/>
                  <a:pt x="417830" y="94282"/>
                  <a:pt x="414143" y="98751"/>
                </a:cubicBezTo>
                <a:cubicBezTo>
                  <a:pt x="410456" y="103221"/>
                  <a:pt x="405747" y="106693"/>
                  <a:pt x="400014" y="109168"/>
                </a:cubicBezTo>
                <a:cubicBezTo>
                  <a:pt x="394282" y="111643"/>
                  <a:pt x="386996" y="112880"/>
                  <a:pt x="378158" y="112880"/>
                </a:cubicBezTo>
                <a:cubicBezTo>
                  <a:pt x="369622" y="112880"/>
                  <a:pt x="362514" y="112086"/>
                  <a:pt x="356832" y="110496"/>
                </a:cubicBezTo>
                <a:cubicBezTo>
                  <a:pt x="351150" y="108907"/>
                  <a:pt x="346263" y="106334"/>
                  <a:pt x="342172" y="102776"/>
                </a:cubicBezTo>
                <a:cubicBezTo>
                  <a:pt x="338081" y="99219"/>
                  <a:pt x="334874" y="95043"/>
                  <a:pt x="332551" y="90250"/>
                </a:cubicBezTo>
                <a:cubicBezTo>
                  <a:pt x="330228" y="85455"/>
                  <a:pt x="329066" y="79097"/>
                  <a:pt x="329066" y="71175"/>
                </a:cubicBezTo>
                <a:cubicBezTo>
                  <a:pt x="329066" y="62900"/>
                  <a:pt x="330480" y="56012"/>
                  <a:pt x="333309" y="50512"/>
                </a:cubicBezTo>
                <a:cubicBezTo>
                  <a:pt x="335379" y="46475"/>
                  <a:pt x="338208" y="42854"/>
                  <a:pt x="341794" y="39650"/>
                </a:cubicBezTo>
                <a:cubicBezTo>
                  <a:pt x="345380" y="36446"/>
                  <a:pt x="349066" y="34062"/>
                  <a:pt x="352854" y="32498"/>
                </a:cubicBezTo>
                <a:cubicBezTo>
                  <a:pt x="358865" y="30025"/>
                  <a:pt x="366567" y="28788"/>
                  <a:pt x="375961" y="28788"/>
                </a:cubicBezTo>
                <a:cubicBezTo>
                  <a:pt x="389092" y="28788"/>
                  <a:pt x="399105" y="31143"/>
                  <a:pt x="405999" y="35853"/>
                </a:cubicBezTo>
                <a:cubicBezTo>
                  <a:pt x="412893" y="40562"/>
                  <a:pt x="417729" y="47450"/>
                  <a:pt x="420507" y="56516"/>
                </a:cubicBezTo>
                <a:lnTo>
                  <a:pt x="391491" y="60304"/>
                </a:lnTo>
                <a:cubicBezTo>
                  <a:pt x="390582" y="56895"/>
                  <a:pt x="388928" y="54325"/>
                  <a:pt x="386529" y="52595"/>
                </a:cubicBezTo>
                <a:cubicBezTo>
                  <a:pt x="384130" y="50866"/>
                  <a:pt x="380910" y="50001"/>
                  <a:pt x="376870" y="50001"/>
                </a:cubicBezTo>
                <a:cubicBezTo>
                  <a:pt x="371769" y="50001"/>
                  <a:pt x="367640" y="51815"/>
                  <a:pt x="364483" y="55444"/>
                </a:cubicBezTo>
                <a:cubicBezTo>
                  <a:pt x="361327" y="59072"/>
                  <a:pt x="359748" y="64565"/>
                  <a:pt x="359748" y="71923"/>
                </a:cubicBezTo>
                <a:cubicBezTo>
                  <a:pt x="359748" y="78481"/>
                  <a:pt x="361314" y="83462"/>
                  <a:pt x="364445" y="86867"/>
                </a:cubicBezTo>
                <a:cubicBezTo>
                  <a:pt x="367577" y="90270"/>
                  <a:pt x="371567" y="91971"/>
                  <a:pt x="376415" y="91971"/>
                </a:cubicBezTo>
                <a:cubicBezTo>
                  <a:pt x="380456" y="91971"/>
                  <a:pt x="383852" y="90955"/>
                  <a:pt x="386605" y="88922"/>
                </a:cubicBezTo>
                <a:cubicBezTo>
                  <a:pt x="389357" y="86887"/>
                  <a:pt x="391416" y="83762"/>
                  <a:pt x="392779" y="79547"/>
                </a:cubicBezTo>
                <a:close/>
                <a:moveTo>
                  <a:pt x="473448" y="0"/>
                </a:moveTo>
                <a:lnTo>
                  <a:pt x="473448" y="30607"/>
                </a:lnTo>
                <a:lnTo>
                  <a:pt x="490418" y="30607"/>
                </a:lnTo>
                <a:lnTo>
                  <a:pt x="490418" y="53183"/>
                </a:lnTo>
                <a:lnTo>
                  <a:pt x="473448" y="53183"/>
                </a:lnTo>
                <a:lnTo>
                  <a:pt x="473448" y="81687"/>
                </a:lnTo>
                <a:cubicBezTo>
                  <a:pt x="473448" y="85115"/>
                  <a:pt x="473777" y="87383"/>
                  <a:pt x="474433" y="88491"/>
                </a:cubicBezTo>
                <a:cubicBezTo>
                  <a:pt x="475443" y="90205"/>
                  <a:pt x="477211" y="91062"/>
                  <a:pt x="479736" y="91062"/>
                </a:cubicBezTo>
                <a:cubicBezTo>
                  <a:pt x="482009" y="91062"/>
                  <a:pt x="485191" y="90407"/>
                  <a:pt x="489282" y="89097"/>
                </a:cubicBezTo>
                <a:lnTo>
                  <a:pt x="491555" y="110380"/>
                </a:lnTo>
                <a:cubicBezTo>
                  <a:pt x="483928" y="112047"/>
                  <a:pt x="476807" y="112880"/>
                  <a:pt x="470191" y="112880"/>
                </a:cubicBezTo>
                <a:cubicBezTo>
                  <a:pt x="462514" y="112880"/>
                  <a:pt x="456857" y="111897"/>
                  <a:pt x="453221" y="109931"/>
                </a:cubicBezTo>
                <a:cubicBezTo>
                  <a:pt x="449584" y="107962"/>
                  <a:pt x="446895" y="104974"/>
                  <a:pt x="445153" y="100965"/>
                </a:cubicBezTo>
                <a:cubicBezTo>
                  <a:pt x="443410" y="96955"/>
                  <a:pt x="442539" y="90460"/>
                  <a:pt x="442539" y="81481"/>
                </a:cubicBezTo>
                <a:lnTo>
                  <a:pt x="442539" y="53183"/>
                </a:lnTo>
                <a:lnTo>
                  <a:pt x="431175" y="53183"/>
                </a:lnTo>
                <a:lnTo>
                  <a:pt x="431175" y="30607"/>
                </a:lnTo>
                <a:lnTo>
                  <a:pt x="442539" y="30607"/>
                </a:lnTo>
                <a:lnTo>
                  <a:pt x="442539" y="15834"/>
                </a:lnTo>
                <a:lnTo>
                  <a:pt x="473448" y="0"/>
                </a:lnTo>
                <a:close/>
              </a:path>
            </a:pathLst>
          </a:custGeom>
          <a:solidFill xmlns:a="http://schemas.openxmlformats.org/drawingml/2006/main">
            <a:srgbClr val="4BB4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(rathercertain)">
            <a:extLst xmlns:a="http://schemas.openxmlformats.org/drawingml/2006/main">
              <a:ext uri="{FF2B5EF4-FFF2-40B4-BE49-F238E27FC236}">
                <a16:creationId xmlns:a16="http://schemas.microsoft.com/office/drawing/2014/main" id="{4AB57B7F-400E-437B-AEA6-AFDB1781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157" y="1578843"/>
            <a:ext cx="467161" cy="63110"/>
          </a:xfrm>
          <a:custGeom xmlns:a="http://schemas.openxmlformats.org/drawingml/2006/main">
            <a:pathLst>
              <a:path w="467161" h="63110">
                <a:moveTo>
                  <a:pt x="16598" y="63110"/>
                </a:moveTo>
                <a:lnTo>
                  <a:pt x="10267" y="63110"/>
                </a:lnTo>
                <a:cubicBezTo>
                  <a:pt x="6921" y="58053"/>
                  <a:pt x="4374" y="52800"/>
                  <a:pt x="2624" y="47349"/>
                </a:cubicBezTo>
                <a:cubicBezTo>
                  <a:pt x="875" y="41899"/>
                  <a:pt x="0" y="36623"/>
                  <a:pt x="0" y="31522"/>
                </a:cubicBezTo>
                <a:cubicBezTo>
                  <a:pt x="0" y="25196"/>
                  <a:pt x="1082" y="19209"/>
                  <a:pt x="3247" y="13561"/>
                </a:cubicBezTo>
                <a:cubicBezTo>
                  <a:pt x="5128" y="8658"/>
                  <a:pt x="7512" y="4137"/>
                  <a:pt x="10398" y="0"/>
                </a:cubicBezTo>
                <a:lnTo>
                  <a:pt x="16696" y="0"/>
                </a:lnTo>
                <a:cubicBezTo>
                  <a:pt x="13700" y="6633"/>
                  <a:pt x="11639" y="12275"/>
                  <a:pt x="10513" y="16927"/>
                </a:cubicBezTo>
                <a:cubicBezTo>
                  <a:pt x="9387" y="21578"/>
                  <a:pt x="8824" y="26509"/>
                  <a:pt x="8824" y="31719"/>
                </a:cubicBezTo>
                <a:cubicBezTo>
                  <a:pt x="8824" y="35310"/>
                  <a:pt x="9157" y="38987"/>
                  <a:pt x="9824" y="42753"/>
                </a:cubicBezTo>
                <a:cubicBezTo>
                  <a:pt x="10491" y="46517"/>
                  <a:pt x="11404" y="50096"/>
                  <a:pt x="12563" y="53489"/>
                </a:cubicBezTo>
                <a:cubicBezTo>
                  <a:pt x="13328" y="55722"/>
                  <a:pt x="14673" y="58929"/>
                  <a:pt x="16598" y="63110"/>
                </a:cubicBezTo>
                <a:close/>
                <a:moveTo>
                  <a:pt x="32512" y="48940"/>
                </a:moveTo>
                <a:lnTo>
                  <a:pt x="23295" y="48940"/>
                </a:lnTo>
                <a:lnTo>
                  <a:pt x="23295" y="14105"/>
                </a:lnTo>
                <a:lnTo>
                  <a:pt x="31856" y="14105"/>
                </a:lnTo>
                <a:lnTo>
                  <a:pt x="31856" y="19058"/>
                </a:lnTo>
                <a:cubicBezTo>
                  <a:pt x="33322" y="16718"/>
                  <a:pt x="34639" y="15176"/>
                  <a:pt x="35809" y="14433"/>
                </a:cubicBezTo>
                <a:cubicBezTo>
                  <a:pt x="36979" y="13689"/>
                  <a:pt x="38307" y="13317"/>
                  <a:pt x="39794" y="13317"/>
                </a:cubicBezTo>
                <a:cubicBezTo>
                  <a:pt x="41894" y="13317"/>
                  <a:pt x="43917" y="13897"/>
                  <a:pt x="45863" y="15056"/>
                </a:cubicBezTo>
                <a:lnTo>
                  <a:pt x="43009" y="23092"/>
                </a:lnTo>
                <a:cubicBezTo>
                  <a:pt x="41456" y="22086"/>
                  <a:pt x="40013" y="21583"/>
                  <a:pt x="38679" y="21583"/>
                </a:cubicBezTo>
                <a:cubicBezTo>
                  <a:pt x="37389" y="21583"/>
                  <a:pt x="36296" y="21939"/>
                  <a:pt x="35399" y="22649"/>
                </a:cubicBezTo>
                <a:cubicBezTo>
                  <a:pt x="34502" y="23360"/>
                  <a:pt x="33797" y="24645"/>
                  <a:pt x="33283" y="26504"/>
                </a:cubicBezTo>
                <a:cubicBezTo>
                  <a:pt x="32769" y="28362"/>
                  <a:pt x="32512" y="32255"/>
                  <a:pt x="32512" y="38181"/>
                </a:cubicBezTo>
                <a:lnTo>
                  <a:pt x="32512" y="48940"/>
                </a:lnTo>
                <a:close/>
                <a:moveTo>
                  <a:pt x="56722" y="24864"/>
                </a:moveTo>
                <a:lnTo>
                  <a:pt x="48358" y="23355"/>
                </a:lnTo>
                <a:cubicBezTo>
                  <a:pt x="49298" y="19943"/>
                  <a:pt x="50917" y="17417"/>
                  <a:pt x="53213" y="15778"/>
                </a:cubicBezTo>
                <a:cubicBezTo>
                  <a:pt x="55509" y="14137"/>
                  <a:pt x="58920" y="13317"/>
                  <a:pt x="63447" y="13317"/>
                </a:cubicBezTo>
                <a:cubicBezTo>
                  <a:pt x="67558" y="13317"/>
                  <a:pt x="70619" y="13804"/>
                  <a:pt x="72631" y="14777"/>
                </a:cubicBezTo>
                <a:cubicBezTo>
                  <a:pt x="74643" y="15750"/>
                  <a:pt x="76059" y="16986"/>
                  <a:pt x="76879" y="18484"/>
                </a:cubicBezTo>
                <a:cubicBezTo>
                  <a:pt x="77699" y="19982"/>
                  <a:pt x="78109" y="22732"/>
                  <a:pt x="78109" y="26733"/>
                </a:cubicBezTo>
                <a:lnTo>
                  <a:pt x="78011" y="37492"/>
                </a:lnTo>
                <a:cubicBezTo>
                  <a:pt x="78011" y="40554"/>
                  <a:pt x="78158" y="42812"/>
                  <a:pt x="78454" y="44266"/>
                </a:cubicBezTo>
                <a:cubicBezTo>
                  <a:pt x="78749" y="45720"/>
                  <a:pt x="79301" y="47278"/>
                  <a:pt x="80110" y="48940"/>
                </a:cubicBezTo>
                <a:lnTo>
                  <a:pt x="70991" y="48940"/>
                </a:lnTo>
                <a:cubicBezTo>
                  <a:pt x="70751" y="48328"/>
                  <a:pt x="70455" y="47420"/>
                  <a:pt x="70106" y="46217"/>
                </a:cubicBezTo>
                <a:cubicBezTo>
                  <a:pt x="69952" y="45671"/>
                  <a:pt x="69843" y="45310"/>
                  <a:pt x="69777" y="45135"/>
                </a:cubicBezTo>
                <a:cubicBezTo>
                  <a:pt x="68203" y="46666"/>
                  <a:pt x="66519" y="47814"/>
                  <a:pt x="64726" y="48579"/>
                </a:cubicBezTo>
                <a:cubicBezTo>
                  <a:pt x="62933" y="49345"/>
                  <a:pt x="61019" y="49727"/>
                  <a:pt x="58986" y="49727"/>
                </a:cubicBezTo>
                <a:cubicBezTo>
                  <a:pt x="55399" y="49727"/>
                  <a:pt x="52573" y="48758"/>
                  <a:pt x="50507" y="46820"/>
                </a:cubicBezTo>
                <a:cubicBezTo>
                  <a:pt x="48440" y="44882"/>
                  <a:pt x="47407" y="42432"/>
                  <a:pt x="47407" y="39471"/>
                </a:cubicBezTo>
                <a:cubicBezTo>
                  <a:pt x="47407" y="37511"/>
                  <a:pt x="47877" y="35763"/>
                  <a:pt x="48817" y="34228"/>
                </a:cubicBezTo>
                <a:cubicBezTo>
                  <a:pt x="49758" y="32693"/>
                  <a:pt x="51075" y="31517"/>
                  <a:pt x="52770" y="30700"/>
                </a:cubicBezTo>
                <a:cubicBezTo>
                  <a:pt x="54465" y="29884"/>
                  <a:pt x="56908" y="29171"/>
                  <a:pt x="60101" y="28561"/>
                </a:cubicBezTo>
                <a:cubicBezTo>
                  <a:pt x="64409" y="27755"/>
                  <a:pt x="67394" y="27004"/>
                  <a:pt x="69056" y="26307"/>
                </a:cubicBezTo>
                <a:lnTo>
                  <a:pt x="69056" y="25378"/>
                </a:lnTo>
                <a:cubicBezTo>
                  <a:pt x="69056" y="23587"/>
                  <a:pt x="68619" y="22310"/>
                  <a:pt x="67744" y="21548"/>
                </a:cubicBezTo>
                <a:cubicBezTo>
                  <a:pt x="66869" y="20784"/>
                  <a:pt x="65218" y="20403"/>
                  <a:pt x="62791" y="20403"/>
                </a:cubicBezTo>
                <a:cubicBezTo>
                  <a:pt x="61151" y="20403"/>
                  <a:pt x="59871" y="20733"/>
                  <a:pt x="58953" y="21393"/>
                </a:cubicBezTo>
                <a:cubicBezTo>
                  <a:pt x="58035" y="22052"/>
                  <a:pt x="57291" y="23209"/>
                  <a:pt x="56722" y="24864"/>
                </a:cubicBezTo>
                <a:moveTo>
                  <a:pt x="69056" y="32342"/>
                </a:moveTo>
                <a:cubicBezTo>
                  <a:pt x="67875" y="32731"/>
                  <a:pt x="66005" y="33196"/>
                  <a:pt x="63447" y="33736"/>
                </a:cubicBezTo>
                <a:cubicBezTo>
                  <a:pt x="60888" y="34276"/>
                  <a:pt x="59215" y="34806"/>
                  <a:pt x="58428" y="35324"/>
                </a:cubicBezTo>
                <a:cubicBezTo>
                  <a:pt x="57225" y="36167"/>
                  <a:pt x="56624" y="37236"/>
                  <a:pt x="56624" y="38533"/>
                </a:cubicBezTo>
                <a:cubicBezTo>
                  <a:pt x="56624" y="39808"/>
                  <a:pt x="57105" y="40910"/>
                  <a:pt x="58067" y="41839"/>
                </a:cubicBezTo>
                <a:cubicBezTo>
                  <a:pt x="59030" y="42768"/>
                  <a:pt x="60254" y="43232"/>
                  <a:pt x="61741" y="43232"/>
                </a:cubicBezTo>
                <a:cubicBezTo>
                  <a:pt x="63403" y="43232"/>
                  <a:pt x="64988" y="42692"/>
                  <a:pt x="66497" y="41612"/>
                </a:cubicBezTo>
                <a:cubicBezTo>
                  <a:pt x="67613" y="40791"/>
                  <a:pt x="68345" y="39786"/>
                  <a:pt x="68695" y="38597"/>
                </a:cubicBezTo>
                <a:cubicBezTo>
                  <a:pt x="68936" y="37820"/>
                  <a:pt x="69056" y="36340"/>
                  <a:pt x="69056" y="34158"/>
                </a:cubicBezTo>
                <a:lnTo>
                  <a:pt x="69056" y="32342"/>
                </a:lnTo>
                <a:close/>
                <a:moveTo>
                  <a:pt x="103173" y="14105"/>
                </a:moveTo>
                <a:lnTo>
                  <a:pt x="103173" y="21452"/>
                </a:lnTo>
                <a:lnTo>
                  <a:pt x="96875" y="21452"/>
                </a:lnTo>
                <a:lnTo>
                  <a:pt x="96875" y="35469"/>
                </a:lnTo>
                <a:cubicBezTo>
                  <a:pt x="96875" y="38307"/>
                  <a:pt x="96935" y="39962"/>
                  <a:pt x="97055" y="40431"/>
                </a:cubicBezTo>
                <a:cubicBezTo>
                  <a:pt x="97176" y="40900"/>
                  <a:pt x="97449" y="41287"/>
                  <a:pt x="97875" y="41593"/>
                </a:cubicBezTo>
                <a:cubicBezTo>
                  <a:pt x="98302" y="41899"/>
                  <a:pt x="98821" y="42052"/>
                  <a:pt x="99434" y="42052"/>
                </a:cubicBezTo>
                <a:cubicBezTo>
                  <a:pt x="100286" y="42052"/>
                  <a:pt x="101522" y="41756"/>
                  <a:pt x="103140" y="41166"/>
                </a:cubicBezTo>
                <a:lnTo>
                  <a:pt x="103927" y="48343"/>
                </a:lnTo>
                <a:cubicBezTo>
                  <a:pt x="101784" y="49266"/>
                  <a:pt x="99357" y="49727"/>
                  <a:pt x="96645" y="49727"/>
                </a:cubicBezTo>
                <a:cubicBezTo>
                  <a:pt x="94983" y="49727"/>
                  <a:pt x="93485" y="49448"/>
                  <a:pt x="92152" y="48891"/>
                </a:cubicBezTo>
                <a:cubicBezTo>
                  <a:pt x="90818" y="48333"/>
                  <a:pt x="89839" y="47612"/>
                  <a:pt x="89216" y="46726"/>
                </a:cubicBezTo>
                <a:cubicBezTo>
                  <a:pt x="88593" y="45840"/>
                  <a:pt x="88161" y="44643"/>
                  <a:pt x="87920" y="43134"/>
                </a:cubicBezTo>
                <a:cubicBezTo>
                  <a:pt x="87723" y="42063"/>
                  <a:pt x="87625" y="39898"/>
                  <a:pt x="87625" y="36639"/>
                </a:cubicBezTo>
                <a:lnTo>
                  <a:pt x="87625" y="21452"/>
                </a:lnTo>
                <a:lnTo>
                  <a:pt x="83394" y="21452"/>
                </a:lnTo>
                <a:lnTo>
                  <a:pt x="83394" y="14105"/>
                </a:lnTo>
                <a:lnTo>
                  <a:pt x="87625" y="14105"/>
                </a:lnTo>
                <a:lnTo>
                  <a:pt x="87625" y="7151"/>
                </a:lnTo>
                <a:lnTo>
                  <a:pt x="96875" y="1706"/>
                </a:lnTo>
                <a:lnTo>
                  <a:pt x="96875" y="14105"/>
                </a:lnTo>
                <a:lnTo>
                  <a:pt x="103173" y="14105"/>
                </a:lnTo>
                <a:close/>
                <a:moveTo>
                  <a:pt x="118760" y="853"/>
                </a:moveTo>
                <a:lnTo>
                  <a:pt x="118760" y="18557"/>
                </a:lnTo>
                <a:cubicBezTo>
                  <a:pt x="121734" y="15064"/>
                  <a:pt x="125288" y="13317"/>
                  <a:pt x="129421" y="13317"/>
                </a:cubicBezTo>
                <a:cubicBezTo>
                  <a:pt x="131542" y="13317"/>
                  <a:pt x="133455" y="13711"/>
                  <a:pt x="135161" y="14498"/>
                </a:cubicBezTo>
                <a:cubicBezTo>
                  <a:pt x="136867" y="15286"/>
                  <a:pt x="138152" y="16291"/>
                  <a:pt x="139015" y="17516"/>
                </a:cubicBezTo>
                <a:cubicBezTo>
                  <a:pt x="139879" y="18741"/>
                  <a:pt x="140470" y="20096"/>
                  <a:pt x="140787" y="21583"/>
                </a:cubicBezTo>
                <a:cubicBezTo>
                  <a:pt x="141104" y="23070"/>
                  <a:pt x="141262" y="25377"/>
                  <a:pt x="141262" y="28505"/>
                </a:cubicBezTo>
                <a:lnTo>
                  <a:pt x="141262" y="48940"/>
                </a:lnTo>
                <a:lnTo>
                  <a:pt x="132045" y="48940"/>
                </a:lnTo>
                <a:lnTo>
                  <a:pt x="132045" y="30560"/>
                </a:lnTo>
                <a:cubicBezTo>
                  <a:pt x="132045" y="26912"/>
                  <a:pt x="131870" y="24597"/>
                  <a:pt x="131520" y="23614"/>
                </a:cubicBezTo>
                <a:cubicBezTo>
                  <a:pt x="131170" y="22631"/>
                  <a:pt x="130552" y="21850"/>
                  <a:pt x="129667" y="21271"/>
                </a:cubicBezTo>
                <a:cubicBezTo>
                  <a:pt x="128781" y="20692"/>
                  <a:pt x="127671" y="20403"/>
                  <a:pt x="126337" y="20403"/>
                </a:cubicBezTo>
                <a:cubicBezTo>
                  <a:pt x="124807" y="20403"/>
                  <a:pt x="123440" y="20774"/>
                  <a:pt x="122237" y="21517"/>
                </a:cubicBezTo>
                <a:cubicBezTo>
                  <a:pt x="121035" y="22260"/>
                  <a:pt x="120154" y="23379"/>
                  <a:pt x="119597" y="24875"/>
                </a:cubicBezTo>
                <a:cubicBezTo>
                  <a:pt x="119039" y="26371"/>
                  <a:pt x="118760" y="28582"/>
                  <a:pt x="118760" y="31510"/>
                </a:cubicBezTo>
                <a:lnTo>
                  <a:pt x="118760" y="48940"/>
                </a:lnTo>
                <a:lnTo>
                  <a:pt x="109543" y="48940"/>
                </a:lnTo>
                <a:lnTo>
                  <a:pt x="109543" y="853"/>
                </a:lnTo>
                <a:lnTo>
                  <a:pt x="118760" y="853"/>
                </a:lnTo>
                <a:close/>
                <a:moveTo>
                  <a:pt x="170781" y="37853"/>
                </a:moveTo>
                <a:lnTo>
                  <a:pt x="179966" y="39428"/>
                </a:lnTo>
                <a:cubicBezTo>
                  <a:pt x="178785" y="42784"/>
                  <a:pt x="176920" y="45340"/>
                  <a:pt x="174373" y="47095"/>
                </a:cubicBezTo>
                <a:cubicBezTo>
                  <a:pt x="171825" y="48850"/>
                  <a:pt x="168638" y="49727"/>
                  <a:pt x="164811" y="49727"/>
                </a:cubicBezTo>
                <a:cubicBezTo>
                  <a:pt x="158754" y="49727"/>
                  <a:pt x="154271" y="47748"/>
                  <a:pt x="151363" y="43790"/>
                </a:cubicBezTo>
                <a:cubicBezTo>
                  <a:pt x="149066" y="40619"/>
                  <a:pt x="147918" y="36618"/>
                  <a:pt x="147918" y="31785"/>
                </a:cubicBezTo>
                <a:cubicBezTo>
                  <a:pt x="147918" y="26012"/>
                  <a:pt x="149427" y="21491"/>
                  <a:pt x="152445" y="18221"/>
                </a:cubicBezTo>
                <a:cubicBezTo>
                  <a:pt x="155463" y="14952"/>
                  <a:pt x="159279" y="13317"/>
                  <a:pt x="163893" y="13317"/>
                </a:cubicBezTo>
                <a:cubicBezTo>
                  <a:pt x="169075" y="13317"/>
                  <a:pt x="173165" y="15029"/>
                  <a:pt x="176161" y="18451"/>
                </a:cubicBezTo>
                <a:cubicBezTo>
                  <a:pt x="179156" y="21873"/>
                  <a:pt x="180589" y="27116"/>
                  <a:pt x="180458" y="34179"/>
                </a:cubicBezTo>
                <a:lnTo>
                  <a:pt x="157365" y="34179"/>
                </a:lnTo>
                <a:cubicBezTo>
                  <a:pt x="157431" y="36913"/>
                  <a:pt x="158174" y="39039"/>
                  <a:pt x="159596" y="40559"/>
                </a:cubicBezTo>
                <a:cubicBezTo>
                  <a:pt x="161017" y="42079"/>
                  <a:pt x="162788" y="42839"/>
                  <a:pt x="164910" y="42839"/>
                </a:cubicBezTo>
                <a:cubicBezTo>
                  <a:pt x="166353" y="42839"/>
                  <a:pt x="167567" y="42445"/>
                  <a:pt x="168551" y="41658"/>
                </a:cubicBezTo>
                <a:cubicBezTo>
                  <a:pt x="169535" y="40871"/>
                  <a:pt x="170278" y="39602"/>
                  <a:pt x="170781" y="37853"/>
                </a:cubicBezTo>
                <a:moveTo>
                  <a:pt x="171306" y="28537"/>
                </a:moveTo>
                <a:cubicBezTo>
                  <a:pt x="171240" y="25880"/>
                  <a:pt x="170552" y="23860"/>
                  <a:pt x="169239" y="22477"/>
                </a:cubicBezTo>
                <a:cubicBezTo>
                  <a:pt x="167927" y="21094"/>
                  <a:pt x="166331" y="20403"/>
                  <a:pt x="164450" y="20403"/>
                </a:cubicBezTo>
                <a:cubicBezTo>
                  <a:pt x="162439" y="20403"/>
                  <a:pt x="160777" y="21132"/>
                  <a:pt x="159465" y="22591"/>
                </a:cubicBezTo>
                <a:cubicBezTo>
                  <a:pt x="158153" y="24051"/>
                  <a:pt x="157507" y="26033"/>
                  <a:pt x="157529" y="28537"/>
                </a:cubicBezTo>
                <a:lnTo>
                  <a:pt x="171306" y="28537"/>
                </a:lnTo>
                <a:close/>
                <a:moveTo>
                  <a:pt x="196796" y="48940"/>
                </a:moveTo>
                <a:lnTo>
                  <a:pt x="187579" y="48940"/>
                </a:lnTo>
                <a:lnTo>
                  <a:pt x="187579" y="14105"/>
                </a:lnTo>
                <a:lnTo>
                  <a:pt x="196140" y="14105"/>
                </a:lnTo>
                <a:lnTo>
                  <a:pt x="196140" y="19058"/>
                </a:lnTo>
                <a:cubicBezTo>
                  <a:pt x="197605" y="16718"/>
                  <a:pt x="198923" y="15176"/>
                  <a:pt x="200092" y="14433"/>
                </a:cubicBezTo>
                <a:cubicBezTo>
                  <a:pt x="201262" y="13689"/>
                  <a:pt x="202591" y="13317"/>
                  <a:pt x="204078" y="13317"/>
                </a:cubicBezTo>
                <a:cubicBezTo>
                  <a:pt x="206177" y="13317"/>
                  <a:pt x="208200" y="13897"/>
                  <a:pt x="210146" y="15056"/>
                </a:cubicBezTo>
                <a:lnTo>
                  <a:pt x="207292" y="23092"/>
                </a:lnTo>
                <a:cubicBezTo>
                  <a:pt x="205740" y="22086"/>
                  <a:pt x="204297" y="21583"/>
                  <a:pt x="202963" y="21583"/>
                </a:cubicBezTo>
                <a:cubicBezTo>
                  <a:pt x="201672" y="21583"/>
                  <a:pt x="200579" y="21939"/>
                  <a:pt x="199682" y="22649"/>
                </a:cubicBezTo>
                <a:cubicBezTo>
                  <a:pt x="198786" y="23360"/>
                  <a:pt x="198081" y="24645"/>
                  <a:pt x="197567" y="26504"/>
                </a:cubicBezTo>
                <a:cubicBezTo>
                  <a:pt x="197053" y="28362"/>
                  <a:pt x="196796" y="32255"/>
                  <a:pt x="196796" y="38181"/>
                </a:cubicBezTo>
                <a:lnTo>
                  <a:pt x="196796" y="48940"/>
                </a:lnTo>
                <a:close/>
                <a:moveTo>
                  <a:pt x="263154" y="24404"/>
                </a:moveTo>
                <a:lnTo>
                  <a:pt x="254068" y="26044"/>
                </a:lnTo>
                <a:cubicBezTo>
                  <a:pt x="253762" y="24240"/>
                  <a:pt x="253067" y="22882"/>
                  <a:pt x="251985" y="21969"/>
                </a:cubicBezTo>
                <a:cubicBezTo>
                  <a:pt x="250902" y="21056"/>
                  <a:pt x="249497" y="20599"/>
                  <a:pt x="247770" y="20599"/>
                </a:cubicBezTo>
                <a:cubicBezTo>
                  <a:pt x="245474" y="20599"/>
                  <a:pt x="243642" y="21390"/>
                  <a:pt x="242276" y="22970"/>
                </a:cubicBezTo>
                <a:cubicBezTo>
                  <a:pt x="240909" y="24551"/>
                  <a:pt x="240226" y="27194"/>
                  <a:pt x="240226" y="30900"/>
                </a:cubicBezTo>
                <a:cubicBezTo>
                  <a:pt x="240226" y="35021"/>
                  <a:pt x="240920" y="37932"/>
                  <a:pt x="242308" y="39633"/>
                </a:cubicBezTo>
                <a:cubicBezTo>
                  <a:pt x="243697" y="41333"/>
                  <a:pt x="245561" y="42183"/>
                  <a:pt x="247901" y="42183"/>
                </a:cubicBezTo>
                <a:cubicBezTo>
                  <a:pt x="249651" y="42183"/>
                  <a:pt x="251083" y="41685"/>
                  <a:pt x="252198" y="40690"/>
                </a:cubicBezTo>
                <a:cubicBezTo>
                  <a:pt x="253313" y="39695"/>
                  <a:pt x="254101" y="37984"/>
                  <a:pt x="254560" y="35557"/>
                </a:cubicBezTo>
                <a:lnTo>
                  <a:pt x="263613" y="37131"/>
                </a:lnTo>
                <a:cubicBezTo>
                  <a:pt x="262673" y="41286"/>
                  <a:pt x="260869" y="44424"/>
                  <a:pt x="258201" y="46545"/>
                </a:cubicBezTo>
                <a:cubicBezTo>
                  <a:pt x="255533" y="48667"/>
                  <a:pt x="251958" y="49727"/>
                  <a:pt x="247475" y="49727"/>
                </a:cubicBezTo>
                <a:cubicBezTo>
                  <a:pt x="242379" y="49727"/>
                  <a:pt x="238318" y="48120"/>
                  <a:pt x="235289" y="44905"/>
                </a:cubicBezTo>
                <a:cubicBezTo>
                  <a:pt x="232260" y="41691"/>
                  <a:pt x="230746" y="37241"/>
                  <a:pt x="230746" y="31555"/>
                </a:cubicBezTo>
                <a:cubicBezTo>
                  <a:pt x="230746" y="25804"/>
                  <a:pt x="232266" y="21327"/>
                  <a:pt x="235305" y="18123"/>
                </a:cubicBezTo>
                <a:cubicBezTo>
                  <a:pt x="238345" y="14919"/>
                  <a:pt x="242456" y="13317"/>
                  <a:pt x="247639" y="13317"/>
                </a:cubicBezTo>
                <a:cubicBezTo>
                  <a:pt x="251881" y="13317"/>
                  <a:pt x="255254" y="14230"/>
                  <a:pt x="257758" y="16056"/>
                </a:cubicBezTo>
                <a:cubicBezTo>
                  <a:pt x="260262" y="17882"/>
                  <a:pt x="262060" y="20665"/>
                  <a:pt x="263154" y="24404"/>
                </a:cubicBezTo>
                <a:close/>
                <a:moveTo>
                  <a:pt x="290316" y="37853"/>
                </a:moveTo>
                <a:lnTo>
                  <a:pt x="299501" y="39428"/>
                </a:lnTo>
                <a:cubicBezTo>
                  <a:pt x="298320" y="42784"/>
                  <a:pt x="296456" y="45340"/>
                  <a:pt x="293908" y="47095"/>
                </a:cubicBezTo>
                <a:cubicBezTo>
                  <a:pt x="291361" y="48850"/>
                  <a:pt x="288173" y="49727"/>
                  <a:pt x="284346" y="49727"/>
                </a:cubicBezTo>
                <a:cubicBezTo>
                  <a:pt x="278289" y="49727"/>
                  <a:pt x="273806" y="47748"/>
                  <a:pt x="270898" y="43790"/>
                </a:cubicBezTo>
                <a:cubicBezTo>
                  <a:pt x="268602" y="40619"/>
                  <a:pt x="267454" y="36618"/>
                  <a:pt x="267454" y="31785"/>
                </a:cubicBezTo>
                <a:cubicBezTo>
                  <a:pt x="267454" y="26012"/>
                  <a:pt x="268963" y="21491"/>
                  <a:pt x="271980" y="18221"/>
                </a:cubicBezTo>
                <a:cubicBezTo>
                  <a:pt x="274998" y="14952"/>
                  <a:pt x="278814" y="13317"/>
                  <a:pt x="283428" y="13317"/>
                </a:cubicBezTo>
                <a:cubicBezTo>
                  <a:pt x="288611" y="13317"/>
                  <a:pt x="292700" y="15029"/>
                  <a:pt x="295696" y="18451"/>
                </a:cubicBezTo>
                <a:cubicBezTo>
                  <a:pt x="298692" y="21873"/>
                  <a:pt x="300124" y="27116"/>
                  <a:pt x="299993" y="34179"/>
                </a:cubicBezTo>
                <a:lnTo>
                  <a:pt x="276901" y="34179"/>
                </a:lnTo>
                <a:cubicBezTo>
                  <a:pt x="276966" y="36913"/>
                  <a:pt x="277710" y="39039"/>
                  <a:pt x="279131" y="40559"/>
                </a:cubicBezTo>
                <a:cubicBezTo>
                  <a:pt x="280552" y="42079"/>
                  <a:pt x="282324" y="42839"/>
                  <a:pt x="284445" y="42839"/>
                </a:cubicBezTo>
                <a:cubicBezTo>
                  <a:pt x="285888" y="42839"/>
                  <a:pt x="287102" y="42445"/>
                  <a:pt x="288086" y="41658"/>
                </a:cubicBezTo>
                <a:cubicBezTo>
                  <a:pt x="289070" y="40871"/>
                  <a:pt x="289813" y="39602"/>
                  <a:pt x="290316" y="37853"/>
                </a:cubicBezTo>
                <a:moveTo>
                  <a:pt x="290841" y="28537"/>
                </a:moveTo>
                <a:cubicBezTo>
                  <a:pt x="290776" y="25880"/>
                  <a:pt x="290087" y="23860"/>
                  <a:pt x="288775" y="22477"/>
                </a:cubicBezTo>
                <a:cubicBezTo>
                  <a:pt x="287463" y="21094"/>
                  <a:pt x="285866" y="20403"/>
                  <a:pt x="283986" y="20403"/>
                </a:cubicBezTo>
                <a:cubicBezTo>
                  <a:pt x="281974" y="20403"/>
                  <a:pt x="280312" y="21132"/>
                  <a:pt x="279000" y="22591"/>
                </a:cubicBezTo>
                <a:cubicBezTo>
                  <a:pt x="277688" y="24051"/>
                  <a:pt x="277043" y="26033"/>
                  <a:pt x="277065" y="28537"/>
                </a:cubicBezTo>
                <a:lnTo>
                  <a:pt x="290841" y="28537"/>
                </a:lnTo>
                <a:close/>
                <a:moveTo>
                  <a:pt x="316332" y="48940"/>
                </a:moveTo>
                <a:lnTo>
                  <a:pt x="307114" y="48940"/>
                </a:lnTo>
                <a:lnTo>
                  <a:pt x="307114" y="14105"/>
                </a:lnTo>
                <a:lnTo>
                  <a:pt x="315676" y="14105"/>
                </a:lnTo>
                <a:lnTo>
                  <a:pt x="315676" y="19058"/>
                </a:lnTo>
                <a:cubicBezTo>
                  <a:pt x="317141" y="16718"/>
                  <a:pt x="318458" y="15176"/>
                  <a:pt x="319628" y="14433"/>
                </a:cubicBezTo>
                <a:cubicBezTo>
                  <a:pt x="320798" y="13689"/>
                  <a:pt x="322127" y="13317"/>
                  <a:pt x="323614" y="13317"/>
                </a:cubicBezTo>
                <a:cubicBezTo>
                  <a:pt x="325713" y="13317"/>
                  <a:pt x="327736" y="13897"/>
                  <a:pt x="329682" y="15056"/>
                </a:cubicBezTo>
                <a:lnTo>
                  <a:pt x="326828" y="23092"/>
                </a:lnTo>
                <a:cubicBezTo>
                  <a:pt x="325276" y="22086"/>
                  <a:pt x="323832" y="21583"/>
                  <a:pt x="322498" y="21583"/>
                </a:cubicBezTo>
                <a:cubicBezTo>
                  <a:pt x="321208" y="21583"/>
                  <a:pt x="320115" y="21939"/>
                  <a:pt x="319218" y="22649"/>
                </a:cubicBezTo>
                <a:cubicBezTo>
                  <a:pt x="318322" y="23360"/>
                  <a:pt x="317616" y="24645"/>
                  <a:pt x="317103" y="26504"/>
                </a:cubicBezTo>
                <a:cubicBezTo>
                  <a:pt x="316589" y="28362"/>
                  <a:pt x="316332" y="32255"/>
                  <a:pt x="316332" y="38181"/>
                </a:cubicBezTo>
                <a:lnTo>
                  <a:pt x="316332" y="48940"/>
                </a:lnTo>
                <a:close/>
                <a:moveTo>
                  <a:pt x="349628" y="14105"/>
                </a:moveTo>
                <a:lnTo>
                  <a:pt x="349628" y="21452"/>
                </a:lnTo>
                <a:lnTo>
                  <a:pt x="343330" y="21452"/>
                </a:lnTo>
                <a:lnTo>
                  <a:pt x="343330" y="35469"/>
                </a:lnTo>
                <a:cubicBezTo>
                  <a:pt x="343330" y="38307"/>
                  <a:pt x="343390" y="39962"/>
                  <a:pt x="343510" y="40431"/>
                </a:cubicBezTo>
                <a:cubicBezTo>
                  <a:pt x="343631" y="40900"/>
                  <a:pt x="343904" y="41287"/>
                  <a:pt x="344331" y="41593"/>
                </a:cubicBezTo>
                <a:cubicBezTo>
                  <a:pt x="344757" y="41899"/>
                  <a:pt x="345276" y="42052"/>
                  <a:pt x="345889" y="42052"/>
                </a:cubicBezTo>
                <a:cubicBezTo>
                  <a:pt x="346741" y="42052"/>
                  <a:pt x="347977" y="41756"/>
                  <a:pt x="349595" y="41166"/>
                </a:cubicBezTo>
                <a:lnTo>
                  <a:pt x="350382" y="48343"/>
                </a:lnTo>
                <a:cubicBezTo>
                  <a:pt x="348239" y="49266"/>
                  <a:pt x="345812" y="49727"/>
                  <a:pt x="343100" y="49727"/>
                </a:cubicBezTo>
                <a:cubicBezTo>
                  <a:pt x="341439" y="49727"/>
                  <a:pt x="339941" y="49448"/>
                  <a:pt x="338607" y="48891"/>
                </a:cubicBezTo>
                <a:cubicBezTo>
                  <a:pt x="337273" y="48333"/>
                  <a:pt x="336294" y="47612"/>
                  <a:pt x="335671" y="46726"/>
                </a:cubicBezTo>
                <a:cubicBezTo>
                  <a:pt x="335048" y="45840"/>
                  <a:pt x="334616" y="44643"/>
                  <a:pt x="334375" y="43134"/>
                </a:cubicBezTo>
                <a:cubicBezTo>
                  <a:pt x="334178" y="42063"/>
                  <a:pt x="334080" y="39898"/>
                  <a:pt x="334080" y="36639"/>
                </a:cubicBezTo>
                <a:lnTo>
                  <a:pt x="334080" y="21452"/>
                </a:lnTo>
                <a:lnTo>
                  <a:pt x="329849" y="21452"/>
                </a:lnTo>
                <a:lnTo>
                  <a:pt x="329849" y="14105"/>
                </a:lnTo>
                <a:lnTo>
                  <a:pt x="334080" y="14105"/>
                </a:lnTo>
                <a:lnTo>
                  <a:pt x="334080" y="7151"/>
                </a:lnTo>
                <a:lnTo>
                  <a:pt x="343330" y="1706"/>
                </a:lnTo>
                <a:lnTo>
                  <a:pt x="343330" y="14105"/>
                </a:lnTo>
                <a:lnTo>
                  <a:pt x="349628" y="14105"/>
                </a:lnTo>
                <a:close/>
                <a:moveTo>
                  <a:pt x="362918" y="24864"/>
                </a:moveTo>
                <a:lnTo>
                  <a:pt x="354554" y="23355"/>
                </a:lnTo>
                <a:cubicBezTo>
                  <a:pt x="355494" y="19943"/>
                  <a:pt x="357113" y="17417"/>
                  <a:pt x="359409" y="15778"/>
                </a:cubicBezTo>
                <a:cubicBezTo>
                  <a:pt x="361705" y="14137"/>
                  <a:pt x="365116" y="13317"/>
                  <a:pt x="369643" y="13317"/>
                </a:cubicBezTo>
                <a:cubicBezTo>
                  <a:pt x="373754" y="13317"/>
                  <a:pt x="376815" y="13804"/>
                  <a:pt x="378827" y="14777"/>
                </a:cubicBezTo>
                <a:cubicBezTo>
                  <a:pt x="380839" y="15750"/>
                  <a:pt x="382255" y="16986"/>
                  <a:pt x="383075" y="18484"/>
                </a:cubicBezTo>
                <a:cubicBezTo>
                  <a:pt x="383895" y="19982"/>
                  <a:pt x="384305" y="22732"/>
                  <a:pt x="384305" y="26733"/>
                </a:cubicBezTo>
                <a:lnTo>
                  <a:pt x="384207" y="37492"/>
                </a:lnTo>
                <a:cubicBezTo>
                  <a:pt x="384207" y="40554"/>
                  <a:pt x="384354" y="42812"/>
                  <a:pt x="384650" y="44266"/>
                </a:cubicBezTo>
                <a:cubicBezTo>
                  <a:pt x="384945" y="45720"/>
                  <a:pt x="385497" y="47278"/>
                  <a:pt x="386306" y="48940"/>
                </a:cubicBezTo>
                <a:lnTo>
                  <a:pt x="377187" y="48940"/>
                </a:lnTo>
                <a:cubicBezTo>
                  <a:pt x="376947" y="48328"/>
                  <a:pt x="376651" y="47420"/>
                  <a:pt x="376301" y="46217"/>
                </a:cubicBezTo>
                <a:cubicBezTo>
                  <a:pt x="376148" y="45671"/>
                  <a:pt x="376039" y="45310"/>
                  <a:pt x="375973" y="45135"/>
                </a:cubicBezTo>
                <a:cubicBezTo>
                  <a:pt x="374399" y="46666"/>
                  <a:pt x="372715" y="47814"/>
                  <a:pt x="370922" y="48579"/>
                </a:cubicBezTo>
                <a:cubicBezTo>
                  <a:pt x="369129" y="49345"/>
                  <a:pt x="367215" y="49727"/>
                  <a:pt x="365182" y="49727"/>
                </a:cubicBezTo>
                <a:cubicBezTo>
                  <a:pt x="361595" y="49727"/>
                  <a:pt x="358769" y="48758"/>
                  <a:pt x="356703" y="46820"/>
                </a:cubicBezTo>
                <a:cubicBezTo>
                  <a:pt x="354636" y="44882"/>
                  <a:pt x="353603" y="42432"/>
                  <a:pt x="353603" y="39471"/>
                </a:cubicBezTo>
                <a:cubicBezTo>
                  <a:pt x="353603" y="37511"/>
                  <a:pt x="354073" y="35763"/>
                  <a:pt x="355013" y="34228"/>
                </a:cubicBezTo>
                <a:cubicBezTo>
                  <a:pt x="355954" y="32693"/>
                  <a:pt x="357271" y="31517"/>
                  <a:pt x="358966" y="30700"/>
                </a:cubicBezTo>
                <a:cubicBezTo>
                  <a:pt x="360661" y="29884"/>
                  <a:pt x="363104" y="29171"/>
                  <a:pt x="366297" y="28561"/>
                </a:cubicBezTo>
                <a:cubicBezTo>
                  <a:pt x="370605" y="27755"/>
                  <a:pt x="373590" y="27004"/>
                  <a:pt x="375252" y="26307"/>
                </a:cubicBezTo>
                <a:lnTo>
                  <a:pt x="375252" y="25378"/>
                </a:lnTo>
                <a:cubicBezTo>
                  <a:pt x="375252" y="23587"/>
                  <a:pt x="374814" y="22310"/>
                  <a:pt x="373940" y="21548"/>
                </a:cubicBezTo>
                <a:cubicBezTo>
                  <a:pt x="373065" y="20784"/>
                  <a:pt x="371414" y="20403"/>
                  <a:pt x="368987" y="20403"/>
                </a:cubicBezTo>
                <a:cubicBezTo>
                  <a:pt x="367347" y="20403"/>
                  <a:pt x="366067" y="20733"/>
                  <a:pt x="365149" y="21393"/>
                </a:cubicBezTo>
                <a:cubicBezTo>
                  <a:pt x="364231" y="22052"/>
                  <a:pt x="363487" y="23209"/>
                  <a:pt x="362918" y="24864"/>
                </a:cubicBezTo>
                <a:moveTo>
                  <a:pt x="375252" y="32342"/>
                </a:moveTo>
                <a:cubicBezTo>
                  <a:pt x="374071" y="32731"/>
                  <a:pt x="372201" y="33196"/>
                  <a:pt x="369643" y="33736"/>
                </a:cubicBezTo>
                <a:cubicBezTo>
                  <a:pt x="367084" y="34276"/>
                  <a:pt x="365411" y="34806"/>
                  <a:pt x="364624" y="35324"/>
                </a:cubicBezTo>
                <a:cubicBezTo>
                  <a:pt x="363421" y="36167"/>
                  <a:pt x="362820" y="37236"/>
                  <a:pt x="362820" y="38533"/>
                </a:cubicBezTo>
                <a:cubicBezTo>
                  <a:pt x="362820" y="39808"/>
                  <a:pt x="363301" y="40910"/>
                  <a:pt x="364263" y="41839"/>
                </a:cubicBezTo>
                <a:cubicBezTo>
                  <a:pt x="365225" y="42768"/>
                  <a:pt x="366450" y="43232"/>
                  <a:pt x="367937" y="43232"/>
                </a:cubicBezTo>
                <a:cubicBezTo>
                  <a:pt x="369599" y="43232"/>
                  <a:pt x="371184" y="42692"/>
                  <a:pt x="372693" y="41612"/>
                </a:cubicBezTo>
                <a:cubicBezTo>
                  <a:pt x="373809" y="40791"/>
                  <a:pt x="374541" y="39786"/>
                  <a:pt x="374891" y="38597"/>
                </a:cubicBezTo>
                <a:cubicBezTo>
                  <a:pt x="375132" y="37820"/>
                  <a:pt x="375252" y="36340"/>
                  <a:pt x="375252" y="34158"/>
                </a:cubicBezTo>
                <a:lnTo>
                  <a:pt x="375252" y="32342"/>
                </a:lnTo>
                <a:close/>
                <a:moveTo>
                  <a:pt x="393394" y="9381"/>
                </a:moveTo>
                <a:lnTo>
                  <a:pt x="393394" y="853"/>
                </a:lnTo>
                <a:lnTo>
                  <a:pt x="402612" y="853"/>
                </a:lnTo>
                <a:lnTo>
                  <a:pt x="402612" y="9381"/>
                </a:lnTo>
                <a:lnTo>
                  <a:pt x="393394" y="9381"/>
                </a:lnTo>
                <a:moveTo>
                  <a:pt x="393394" y="48940"/>
                </a:moveTo>
                <a:lnTo>
                  <a:pt x="393394" y="14105"/>
                </a:lnTo>
                <a:lnTo>
                  <a:pt x="402612" y="14105"/>
                </a:lnTo>
                <a:lnTo>
                  <a:pt x="402612" y="48940"/>
                </a:lnTo>
                <a:lnTo>
                  <a:pt x="393394" y="48940"/>
                </a:lnTo>
                <a:close/>
                <a:moveTo>
                  <a:pt x="443743" y="48940"/>
                </a:moveTo>
                <a:lnTo>
                  <a:pt x="434526" y="48940"/>
                </a:lnTo>
                <a:lnTo>
                  <a:pt x="434526" y="31182"/>
                </a:lnTo>
                <a:cubicBezTo>
                  <a:pt x="434526" y="27425"/>
                  <a:pt x="434329" y="24995"/>
                  <a:pt x="433935" y="23892"/>
                </a:cubicBezTo>
                <a:cubicBezTo>
                  <a:pt x="433542" y="22789"/>
                  <a:pt x="432902" y="21932"/>
                  <a:pt x="432017" y="21320"/>
                </a:cubicBezTo>
                <a:cubicBezTo>
                  <a:pt x="431131" y="20708"/>
                  <a:pt x="430065" y="20403"/>
                  <a:pt x="428818" y="20403"/>
                </a:cubicBezTo>
                <a:cubicBezTo>
                  <a:pt x="427222" y="20403"/>
                  <a:pt x="425790" y="20840"/>
                  <a:pt x="424521" y="21714"/>
                </a:cubicBezTo>
                <a:cubicBezTo>
                  <a:pt x="423253" y="22587"/>
                  <a:pt x="422384" y="23745"/>
                  <a:pt x="421914" y="25186"/>
                </a:cubicBezTo>
                <a:cubicBezTo>
                  <a:pt x="421444" y="26628"/>
                  <a:pt x="421208" y="29293"/>
                  <a:pt x="421208" y="33181"/>
                </a:cubicBezTo>
                <a:lnTo>
                  <a:pt x="421208" y="48940"/>
                </a:lnTo>
                <a:lnTo>
                  <a:pt x="411991" y="48940"/>
                </a:lnTo>
                <a:lnTo>
                  <a:pt x="411991" y="14105"/>
                </a:lnTo>
                <a:lnTo>
                  <a:pt x="420552" y="14105"/>
                </a:lnTo>
                <a:lnTo>
                  <a:pt x="420552" y="19222"/>
                </a:lnTo>
                <a:cubicBezTo>
                  <a:pt x="423592" y="15286"/>
                  <a:pt x="427419" y="13317"/>
                  <a:pt x="432033" y="13317"/>
                </a:cubicBezTo>
                <a:cubicBezTo>
                  <a:pt x="434067" y="13317"/>
                  <a:pt x="435925" y="13684"/>
                  <a:pt x="437609" y="14416"/>
                </a:cubicBezTo>
                <a:cubicBezTo>
                  <a:pt x="439293" y="15149"/>
                  <a:pt x="440567" y="16084"/>
                  <a:pt x="441431" y="17221"/>
                </a:cubicBezTo>
                <a:cubicBezTo>
                  <a:pt x="442294" y="18358"/>
                  <a:pt x="442896" y="19648"/>
                  <a:pt x="443235" y="21091"/>
                </a:cubicBezTo>
                <a:cubicBezTo>
                  <a:pt x="443574" y="22535"/>
                  <a:pt x="443743" y="24601"/>
                  <a:pt x="443743" y="27291"/>
                </a:cubicBezTo>
                <a:lnTo>
                  <a:pt x="443743" y="48940"/>
                </a:lnTo>
                <a:close/>
                <a:moveTo>
                  <a:pt x="450531" y="63110"/>
                </a:moveTo>
                <a:cubicBezTo>
                  <a:pt x="452346" y="59214"/>
                  <a:pt x="453625" y="56226"/>
                  <a:pt x="454368" y="54146"/>
                </a:cubicBezTo>
                <a:cubicBezTo>
                  <a:pt x="455112" y="52067"/>
                  <a:pt x="455801" y="49670"/>
                  <a:pt x="456435" y="46955"/>
                </a:cubicBezTo>
                <a:cubicBezTo>
                  <a:pt x="457069" y="44240"/>
                  <a:pt x="457539" y="41663"/>
                  <a:pt x="457845" y="39223"/>
                </a:cubicBezTo>
                <a:cubicBezTo>
                  <a:pt x="458151" y="36782"/>
                  <a:pt x="458305" y="34280"/>
                  <a:pt x="458305" y="31719"/>
                </a:cubicBezTo>
                <a:cubicBezTo>
                  <a:pt x="458305" y="26509"/>
                  <a:pt x="457747" y="21578"/>
                  <a:pt x="456632" y="16927"/>
                </a:cubicBezTo>
                <a:cubicBezTo>
                  <a:pt x="455516" y="12275"/>
                  <a:pt x="453461" y="6633"/>
                  <a:pt x="450465" y="0"/>
                </a:cubicBezTo>
                <a:lnTo>
                  <a:pt x="456730" y="0"/>
                </a:lnTo>
                <a:cubicBezTo>
                  <a:pt x="460032" y="4706"/>
                  <a:pt x="462596" y="9697"/>
                  <a:pt x="464422" y="14973"/>
                </a:cubicBezTo>
                <a:cubicBezTo>
                  <a:pt x="466248" y="20248"/>
                  <a:pt x="467161" y="25601"/>
                  <a:pt x="467161" y="31029"/>
                </a:cubicBezTo>
                <a:cubicBezTo>
                  <a:pt x="467161" y="35604"/>
                  <a:pt x="466439" y="40508"/>
                  <a:pt x="464996" y="45740"/>
                </a:cubicBezTo>
                <a:cubicBezTo>
                  <a:pt x="463356" y="51606"/>
                  <a:pt x="460655" y="57397"/>
                  <a:pt x="456894" y="63110"/>
                </a:cubicBezTo>
                <a:lnTo>
                  <a:pt x="450531" y="63110"/>
                </a:lnTo>
                <a:close/>
              </a:path>
            </a:pathLst>
          </a:custGeom>
          <a:solidFill xmlns:a="http://schemas.openxmlformats.org/drawingml/2006/main">
            <a:srgbClr val="4BB48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0082B-61C2-444E-919B-03AF38E4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788" y="1273592"/>
            <a:ext cx="259181" cy="248030"/>
          </a:xfrm>
          <a:custGeom xmlns:a="http://schemas.openxmlformats.org/drawingml/2006/main">
            <a:pathLst>
              <a:path w="259181" h="248030">
                <a:moveTo>
                  <a:pt x="129837" y="248030"/>
                </a:moveTo>
                <a:cubicBezTo>
                  <a:pt x="85268" y="248030"/>
                  <a:pt x="44569" y="224779"/>
                  <a:pt x="22284" y="186031"/>
                </a:cubicBezTo>
                <a:cubicBezTo>
                  <a:pt x="0" y="147759"/>
                  <a:pt x="0" y="100763"/>
                  <a:pt x="22284" y="62016"/>
                </a:cubicBezTo>
                <a:cubicBezTo>
                  <a:pt x="44569" y="23744"/>
                  <a:pt x="85268" y="0"/>
                  <a:pt x="129837" y="0"/>
                </a:cubicBezTo>
                <a:cubicBezTo>
                  <a:pt x="173913" y="0"/>
                  <a:pt x="214612" y="23744"/>
                  <a:pt x="236897" y="62016"/>
                </a:cubicBezTo>
                <a:cubicBezTo>
                  <a:pt x="259181" y="100763"/>
                  <a:pt x="259181" y="147759"/>
                  <a:pt x="236897" y="186031"/>
                </a:cubicBezTo>
                <a:cubicBezTo>
                  <a:pt x="214612" y="224779"/>
                  <a:pt x="173913" y="248030"/>
                  <a:pt x="129837" y="248030"/>
                </a:cubicBezTo>
                <a:close/>
                <a:moveTo>
                  <a:pt x="184572" y="101256"/>
                </a:moveTo>
                <a:lnTo>
                  <a:pt x="184097" y="101256"/>
                </a:lnTo>
                <a:cubicBezTo>
                  <a:pt x="188934" y="96894"/>
                  <a:pt x="188934" y="89613"/>
                  <a:pt x="184097" y="84776"/>
                </a:cubicBezTo>
                <a:cubicBezTo>
                  <a:pt x="179735" y="80414"/>
                  <a:pt x="172471" y="80414"/>
                  <a:pt x="168109" y="84776"/>
                </a:cubicBezTo>
                <a:lnTo>
                  <a:pt x="114341" y="139036"/>
                </a:lnTo>
                <a:lnTo>
                  <a:pt x="91565" y="116259"/>
                </a:lnTo>
                <a:cubicBezTo>
                  <a:pt x="86727" y="111422"/>
                  <a:pt x="79446" y="111422"/>
                  <a:pt x="75102" y="116259"/>
                </a:cubicBezTo>
                <a:cubicBezTo>
                  <a:pt x="70248" y="120621"/>
                  <a:pt x="70248" y="127885"/>
                  <a:pt x="75102" y="132247"/>
                </a:cubicBezTo>
                <a:lnTo>
                  <a:pt x="106093" y="163255"/>
                </a:lnTo>
                <a:cubicBezTo>
                  <a:pt x="110455" y="168092"/>
                  <a:pt x="117719" y="168092"/>
                  <a:pt x="122573" y="163255"/>
                </a:cubicBezTo>
                <a:lnTo>
                  <a:pt x="184572" y="101256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E18EC-2362-4B27-82DA-DC3451A4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40" y="1273592"/>
            <a:ext cx="259164" cy="248030"/>
          </a:xfrm>
          <a:custGeom xmlns:a="http://schemas.openxmlformats.org/drawingml/2006/main">
            <a:pathLst>
              <a:path w="259164" h="248030">
                <a:moveTo>
                  <a:pt x="129820" y="248030"/>
                </a:moveTo>
                <a:cubicBezTo>
                  <a:pt x="85251" y="248030"/>
                  <a:pt x="44569" y="224779"/>
                  <a:pt x="22284" y="186031"/>
                </a:cubicBezTo>
                <a:cubicBezTo>
                  <a:pt x="0" y="147759"/>
                  <a:pt x="0" y="100763"/>
                  <a:pt x="22284" y="62016"/>
                </a:cubicBezTo>
                <a:cubicBezTo>
                  <a:pt x="44569" y="23744"/>
                  <a:pt x="85251" y="0"/>
                  <a:pt x="129820" y="0"/>
                </a:cubicBezTo>
                <a:cubicBezTo>
                  <a:pt x="173896" y="0"/>
                  <a:pt x="214595" y="23744"/>
                  <a:pt x="236880" y="62016"/>
                </a:cubicBezTo>
                <a:cubicBezTo>
                  <a:pt x="259164" y="100763"/>
                  <a:pt x="259164" y="147759"/>
                  <a:pt x="236880" y="186031"/>
                </a:cubicBezTo>
                <a:cubicBezTo>
                  <a:pt x="214595" y="224779"/>
                  <a:pt x="173896" y="248030"/>
                  <a:pt x="129820" y="248030"/>
                </a:cubicBezTo>
                <a:close/>
                <a:moveTo>
                  <a:pt x="90580" y="84776"/>
                </a:moveTo>
                <a:cubicBezTo>
                  <a:pt x="85743" y="89613"/>
                  <a:pt x="85743" y="96894"/>
                  <a:pt x="90580" y="101256"/>
                </a:cubicBezTo>
                <a:lnTo>
                  <a:pt x="113357" y="124015"/>
                </a:lnTo>
                <a:lnTo>
                  <a:pt x="90580" y="146792"/>
                </a:lnTo>
                <a:cubicBezTo>
                  <a:pt x="85743" y="151629"/>
                  <a:pt x="85743" y="158893"/>
                  <a:pt x="90580" y="163255"/>
                </a:cubicBezTo>
                <a:cubicBezTo>
                  <a:pt x="94942" y="168092"/>
                  <a:pt x="102206" y="168092"/>
                  <a:pt x="106568" y="163255"/>
                </a:cubicBezTo>
                <a:lnTo>
                  <a:pt x="129344" y="140478"/>
                </a:lnTo>
                <a:lnTo>
                  <a:pt x="152104" y="163255"/>
                </a:lnTo>
                <a:cubicBezTo>
                  <a:pt x="156941" y="168092"/>
                  <a:pt x="164222" y="168092"/>
                  <a:pt x="168584" y="163255"/>
                </a:cubicBezTo>
                <a:cubicBezTo>
                  <a:pt x="173421" y="158893"/>
                  <a:pt x="173421" y="151629"/>
                  <a:pt x="168584" y="146792"/>
                </a:cubicBezTo>
                <a:lnTo>
                  <a:pt x="145807" y="124015"/>
                </a:lnTo>
                <a:lnTo>
                  <a:pt x="168584" y="101256"/>
                </a:lnTo>
                <a:cubicBezTo>
                  <a:pt x="173421" y="96894"/>
                  <a:pt x="173421" y="89613"/>
                  <a:pt x="168584" y="84776"/>
                </a:cubicBezTo>
                <a:cubicBezTo>
                  <a:pt x="164222" y="80414"/>
                  <a:pt x="156941" y="80414"/>
                  <a:pt x="152104" y="84776"/>
                </a:cubicBezTo>
                <a:lnTo>
                  <a:pt x="129344" y="107552"/>
                </a:lnTo>
                <a:lnTo>
                  <a:pt x="106568" y="84776"/>
                </a:lnTo>
                <a:cubicBezTo>
                  <a:pt x="102206" y="80414"/>
                  <a:pt x="94942" y="80414"/>
                  <a:pt x="90580" y="84776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FCD4E-0D54-4F4E-B79D-48EA58A4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3563" y="671218"/>
            <a:ext cx="259181" cy="248030"/>
          </a:xfrm>
          <a:custGeom xmlns:a="http://schemas.openxmlformats.org/drawingml/2006/main">
            <a:pathLst>
              <a:path w="259181" h="248030">
                <a:moveTo>
                  <a:pt x="129837" y="248030"/>
                </a:moveTo>
                <a:cubicBezTo>
                  <a:pt x="85268" y="248030"/>
                  <a:pt x="44569" y="224779"/>
                  <a:pt x="22284" y="186014"/>
                </a:cubicBezTo>
                <a:cubicBezTo>
                  <a:pt x="0" y="147742"/>
                  <a:pt x="0" y="100763"/>
                  <a:pt x="22284" y="61999"/>
                </a:cubicBezTo>
                <a:cubicBezTo>
                  <a:pt x="44569" y="23727"/>
                  <a:pt x="85268" y="0"/>
                  <a:pt x="129837" y="0"/>
                </a:cubicBezTo>
                <a:cubicBezTo>
                  <a:pt x="173913" y="0"/>
                  <a:pt x="214612" y="23727"/>
                  <a:pt x="236897" y="61999"/>
                </a:cubicBezTo>
                <a:cubicBezTo>
                  <a:pt x="259181" y="100763"/>
                  <a:pt x="259181" y="147742"/>
                  <a:pt x="236897" y="186014"/>
                </a:cubicBezTo>
                <a:cubicBezTo>
                  <a:pt x="214612" y="224779"/>
                  <a:pt x="173913" y="248030"/>
                  <a:pt x="129837" y="248030"/>
                </a:cubicBezTo>
                <a:close/>
                <a:moveTo>
                  <a:pt x="114324" y="170519"/>
                </a:moveTo>
                <a:cubicBezTo>
                  <a:pt x="114324" y="179242"/>
                  <a:pt x="121113" y="186014"/>
                  <a:pt x="129837" y="186014"/>
                </a:cubicBezTo>
                <a:cubicBezTo>
                  <a:pt x="138068" y="186014"/>
                  <a:pt x="145332" y="179242"/>
                  <a:pt x="145332" y="170519"/>
                </a:cubicBezTo>
                <a:cubicBezTo>
                  <a:pt x="145332" y="162287"/>
                  <a:pt x="138068" y="155023"/>
                  <a:pt x="129837" y="155023"/>
                </a:cubicBezTo>
                <a:cubicBezTo>
                  <a:pt x="121113" y="155023"/>
                  <a:pt x="114324" y="162287"/>
                  <a:pt x="114324" y="170519"/>
                </a:cubicBezTo>
                <a:close/>
                <a:moveTo>
                  <a:pt x="87678" y="80414"/>
                </a:moveTo>
                <a:lnTo>
                  <a:pt x="87678" y="80906"/>
                </a:lnTo>
                <a:cubicBezTo>
                  <a:pt x="85743" y="86711"/>
                  <a:pt x="88645" y="93499"/>
                  <a:pt x="94942" y="95909"/>
                </a:cubicBezTo>
                <a:cubicBezTo>
                  <a:pt x="100763" y="97861"/>
                  <a:pt x="107552" y="94942"/>
                  <a:pt x="109487" y="88645"/>
                </a:cubicBezTo>
                <a:lnTo>
                  <a:pt x="109962" y="88170"/>
                </a:lnTo>
                <a:cubicBezTo>
                  <a:pt x="110455" y="86711"/>
                  <a:pt x="111897" y="85743"/>
                  <a:pt x="113357" y="85743"/>
                </a:cubicBezTo>
                <a:lnTo>
                  <a:pt x="141463" y="85743"/>
                </a:lnTo>
                <a:cubicBezTo>
                  <a:pt x="145807" y="85743"/>
                  <a:pt x="149202" y="88645"/>
                  <a:pt x="149202" y="93007"/>
                </a:cubicBezTo>
                <a:cubicBezTo>
                  <a:pt x="149202" y="95434"/>
                  <a:pt x="147759" y="97861"/>
                  <a:pt x="145332" y="99304"/>
                </a:cubicBezTo>
                <a:lnTo>
                  <a:pt x="124015" y="111422"/>
                </a:lnTo>
                <a:cubicBezTo>
                  <a:pt x="120146" y="113357"/>
                  <a:pt x="118211" y="117226"/>
                  <a:pt x="118211" y="121588"/>
                </a:cubicBezTo>
                <a:lnTo>
                  <a:pt x="118211" y="127885"/>
                </a:lnTo>
                <a:cubicBezTo>
                  <a:pt x="118211" y="134674"/>
                  <a:pt x="123048" y="139511"/>
                  <a:pt x="129837" y="139511"/>
                </a:cubicBezTo>
                <a:cubicBezTo>
                  <a:pt x="136133" y="139511"/>
                  <a:pt x="140970" y="134674"/>
                  <a:pt x="141463" y="128377"/>
                </a:cubicBezTo>
                <a:lnTo>
                  <a:pt x="156958" y="119161"/>
                </a:lnTo>
                <a:cubicBezTo>
                  <a:pt x="166157" y="113832"/>
                  <a:pt x="172454" y="103666"/>
                  <a:pt x="172454" y="93007"/>
                </a:cubicBezTo>
                <a:cubicBezTo>
                  <a:pt x="172454" y="76052"/>
                  <a:pt x="158418" y="61999"/>
                  <a:pt x="141463" y="61999"/>
                </a:cubicBezTo>
                <a:lnTo>
                  <a:pt x="113357" y="61999"/>
                </a:lnTo>
                <a:cubicBezTo>
                  <a:pt x="101731" y="61999"/>
                  <a:pt x="91565" y="69263"/>
                  <a:pt x="87678" y="80414"/>
                </a:cubicBez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9,077">
            <a:extLst xmlns:a="http://schemas.openxmlformats.org/drawingml/2006/main">
              <a:ext uri="{FF2B5EF4-FFF2-40B4-BE49-F238E27FC236}">
                <a16:creationId xmlns:a16="http://schemas.microsoft.com/office/drawing/2014/main" id="{0199ED57-8980-4BF0-84B9-2A33EBAA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165" y="1070667"/>
            <a:ext cx="306953" cy="111187"/>
          </a:xfrm>
          <a:custGeom xmlns:a="http://schemas.openxmlformats.org/drawingml/2006/main">
            <a:pathLst>
              <a:path w="306953" h="111187">
                <a:moveTo>
                  <a:pt x="1730" y="69936"/>
                </a:moveTo>
                <a:lnTo>
                  <a:pt x="18531" y="68071"/>
                </a:lnTo>
                <a:cubicBezTo>
                  <a:pt x="18943" y="71510"/>
                  <a:pt x="20014" y="74058"/>
                  <a:pt x="21743" y="75716"/>
                </a:cubicBezTo>
                <a:cubicBezTo>
                  <a:pt x="23473" y="77373"/>
                  <a:pt x="25758" y="78202"/>
                  <a:pt x="28600" y="78202"/>
                </a:cubicBezTo>
                <a:cubicBezTo>
                  <a:pt x="32183" y="78202"/>
                  <a:pt x="35230" y="76549"/>
                  <a:pt x="37742" y="73243"/>
                </a:cubicBezTo>
                <a:cubicBezTo>
                  <a:pt x="40254" y="69937"/>
                  <a:pt x="41860" y="63086"/>
                  <a:pt x="42560" y="52690"/>
                </a:cubicBezTo>
                <a:cubicBezTo>
                  <a:pt x="38195" y="57756"/>
                  <a:pt x="32739" y="60288"/>
                  <a:pt x="26191" y="60288"/>
                </a:cubicBezTo>
                <a:cubicBezTo>
                  <a:pt x="19067" y="60288"/>
                  <a:pt x="12920" y="57543"/>
                  <a:pt x="7752" y="52052"/>
                </a:cubicBezTo>
                <a:cubicBezTo>
                  <a:pt x="2584" y="46559"/>
                  <a:pt x="0" y="39411"/>
                  <a:pt x="0" y="30607"/>
                </a:cubicBezTo>
                <a:cubicBezTo>
                  <a:pt x="0" y="21433"/>
                  <a:pt x="2728" y="14039"/>
                  <a:pt x="8185" y="8424"/>
                </a:cubicBezTo>
                <a:cubicBezTo>
                  <a:pt x="13641" y="2808"/>
                  <a:pt x="20590" y="0"/>
                  <a:pt x="29032" y="0"/>
                </a:cubicBezTo>
                <a:cubicBezTo>
                  <a:pt x="38216" y="0"/>
                  <a:pt x="45752" y="3557"/>
                  <a:pt x="51640" y="10671"/>
                </a:cubicBezTo>
                <a:cubicBezTo>
                  <a:pt x="57529" y="17784"/>
                  <a:pt x="60474" y="29484"/>
                  <a:pt x="60474" y="45772"/>
                </a:cubicBezTo>
                <a:cubicBezTo>
                  <a:pt x="60474" y="62349"/>
                  <a:pt x="57406" y="74307"/>
                  <a:pt x="51270" y="81647"/>
                </a:cubicBezTo>
                <a:cubicBezTo>
                  <a:pt x="45134" y="88987"/>
                  <a:pt x="37145" y="92656"/>
                  <a:pt x="27303" y="92656"/>
                </a:cubicBezTo>
                <a:cubicBezTo>
                  <a:pt x="20220" y="92656"/>
                  <a:pt x="14496" y="90758"/>
                  <a:pt x="10130" y="86962"/>
                </a:cubicBezTo>
                <a:cubicBezTo>
                  <a:pt x="5765" y="83164"/>
                  <a:pt x="2965" y="77489"/>
                  <a:pt x="1730" y="69936"/>
                </a:cubicBezTo>
                <a:moveTo>
                  <a:pt x="41016" y="32055"/>
                </a:moveTo>
                <a:cubicBezTo>
                  <a:pt x="41016" y="26475"/>
                  <a:pt x="39729" y="22147"/>
                  <a:pt x="37155" y="19070"/>
                </a:cubicBezTo>
                <a:cubicBezTo>
                  <a:pt x="34581" y="15993"/>
                  <a:pt x="31606" y="14454"/>
                  <a:pt x="28229" y="14454"/>
                </a:cubicBezTo>
                <a:cubicBezTo>
                  <a:pt x="25017" y="14454"/>
                  <a:pt x="22351" y="15716"/>
                  <a:pt x="20230" y="18240"/>
                </a:cubicBezTo>
                <a:cubicBezTo>
                  <a:pt x="18109" y="20762"/>
                  <a:pt x="17049" y="24896"/>
                  <a:pt x="17049" y="30640"/>
                </a:cubicBezTo>
                <a:cubicBezTo>
                  <a:pt x="17049" y="36466"/>
                  <a:pt x="18202" y="40743"/>
                  <a:pt x="20508" y="43471"/>
                </a:cubicBezTo>
                <a:cubicBezTo>
                  <a:pt x="22814" y="46199"/>
                  <a:pt x="25697" y="47564"/>
                  <a:pt x="29156" y="47564"/>
                </a:cubicBezTo>
                <a:cubicBezTo>
                  <a:pt x="32491" y="47564"/>
                  <a:pt x="35302" y="46251"/>
                  <a:pt x="37588" y="43626"/>
                </a:cubicBezTo>
                <a:cubicBezTo>
                  <a:pt x="39873" y="40999"/>
                  <a:pt x="41016" y="37142"/>
                  <a:pt x="41016" y="32055"/>
                </a:cubicBezTo>
                <a:close/>
                <a:moveTo>
                  <a:pt x="74996" y="73507"/>
                </a:moveTo>
                <a:lnTo>
                  <a:pt x="92354" y="73507"/>
                </a:lnTo>
                <a:lnTo>
                  <a:pt x="92354" y="85964"/>
                </a:lnTo>
                <a:cubicBezTo>
                  <a:pt x="92354" y="91004"/>
                  <a:pt x="91921" y="94981"/>
                  <a:pt x="91057" y="97893"/>
                </a:cubicBezTo>
                <a:cubicBezTo>
                  <a:pt x="90192" y="100807"/>
                  <a:pt x="88555" y="103420"/>
                  <a:pt x="86146" y="105734"/>
                </a:cubicBezTo>
                <a:cubicBezTo>
                  <a:pt x="83737" y="108048"/>
                  <a:pt x="80679" y="109866"/>
                  <a:pt x="76973" y="111187"/>
                </a:cubicBezTo>
                <a:lnTo>
                  <a:pt x="73575" y="104022"/>
                </a:lnTo>
                <a:cubicBezTo>
                  <a:pt x="77076" y="102864"/>
                  <a:pt x="79567" y="101271"/>
                  <a:pt x="81050" y="99242"/>
                </a:cubicBezTo>
                <a:cubicBezTo>
                  <a:pt x="82532" y="97216"/>
                  <a:pt x="83315" y="94444"/>
                  <a:pt x="83397" y="90927"/>
                </a:cubicBezTo>
                <a:lnTo>
                  <a:pt x="74996" y="90927"/>
                </a:lnTo>
                <a:lnTo>
                  <a:pt x="74996" y="73507"/>
                </a:lnTo>
                <a:close/>
                <a:moveTo>
                  <a:pt x="136206" y="0"/>
                </a:moveTo>
                <a:cubicBezTo>
                  <a:pt x="144978" y="0"/>
                  <a:pt x="151834" y="3132"/>
                  <a:pt x="156776" y="9395"/>
                </a:cubicBezTo>
                <a:cubicBezTo>
                  <a:pt x="162665" y="16813"/>
                  <a:pt x="165609" y="29113"/>
                  <a:pt x="165609" y="46297"/>
                </a:cubicBezTo>
                <a:cubicBezTo>
                  <a:pt x="165609" y="63440"/>
                  <a:pt x="162644" y="75761"/>
                  <a:pt x="156714" y="83261"/>
                </a:cubicBezTo>
                <a:cubicBezTo>
                  <a:pt x="151814" y="89442"/>
                  <a:pt x="144978" y="92533"/>
                  <a:pt x="136206" y="92533"/>
                </a:cubicBezTo>
                <a:cubicBezTo>
                  <a:pt x="127394" y="92533"/>
                  <a:pt x="120290" y="89144"/>
                  <a:pt x="114895" y="82366"/>
                </a:cubicBezTo>
                <a:cubicBezTo>
                  <a:pt x="109501" y="75586"/>
                  <a:pt x="106804" y="63502"/>
                  <a:pt x="106804" y="46112"/>
                </a:cubicBezTo>
                <a:cubicBezTo>
                  <a:pt x="106804" y="29052"/>
                  <a:pt x="109769" y="16771"/>
                  <a:pt x="115699" y="9271"/>
                </a:cubicBezTo>
                <a:cubicBezTo>
                  <a:pt x="120599" y="3090"/>
                  <a:pt x="127435" y="0"/>
                  <a:pt x="136206" y="0"/>
                </a:cubicBezTo>
                <a:moveTo>
                  <a:pt x="136206" y="14454"/>
                </a:moveTo>
                <a:cubicBezTo>
                  <a:pt x="134106" y="14454"/>
                  <a:pt x="132232" y="15123"/>
                  <a:pt x="130585" y="16460"/>
                </a:cubicBezTo>
                <a:cubicBezTo>
                  <a:pt x="128938" y="17797"/>
                  <a:pt x="127661" y="20193"/>
                  <a:pt x="126755" y="23649"/>
                </a:cubicBezTo>
                <a:cubicBezTo>
                  <a:pt x="125561" y="28133"/>
                  <a:pt x="124964" y="35683"/>
                  <a:pt x="124964" y="46297"/>
                </a:cubicBezTo>
                <a:cubicBezTo>
                  <a:pt x="124964" y="56911"/>
                  <a:pt x="125499" y="64204"/>
                  <a:pt x="126570" y="68174"/>
                </a:cubicBezTo>
                <a:cubicBezTo>
                  <a:pt x="127641" y="72144"/>
                  <a:pt x="128990" y="74787"/>
                  <a:pt x="130616" y="76104"/>
                </a:cubicBezTo>
                <a:cubicBezTo>
                  <a:pt x="132243" y="77420"/>
                  <a:pt x="134106" y="78078"/>
                  <a:pt x="136206" y="78078"/>
                </a:cubicBezTo>
                <a:cubicBezTo>
                  <a:pt x="138307" y="78078"/>
                  <a:pt x="140180" y="77410"/>
                  <a:pt x="141828" y="76073"/>
                </a:cubicBezTo>
                <a:cubicBezTo>
                  <a:pt x="143475" y="74736"/>
                  <a:pt x="144751" y="72339"/>
                  <a:pt x="145657" y="68884"/>
                </a:cubicBezTo>
                <a:cubicBezTo>
                  <a:pt x="146852" y="64440"/>
                  <a:pt x="147449" y="56911"/>
                  <a:pt x="147449" y="46297"/>
                </a:cubicBezTo>
                <a:cubicBezTo>
                  <a:pt x="147449" y="35683"/>
                  <a:pt x="146913" y="28391"/>
                  <a:pt x="145843" y="24421"/>
                </a:cubicBezTo>
                <a:cubicBezTo>
                  <a:pt x="144772" y="20451"/>
                  <a:pt x="143423" y="17797"/>
                  <a:pt x="141797" y="16460"/>
                </a:cubicBezTo>
                <a:cubicBezTo>
                  <a:pt x="140170" y="15123"/>
                  <a:pt x="138307" y="14454"/>
                  <a:pt x="136206" y="14454"/>
                </a:cubicBezTo>
                <a:close/>
                <a:moveTo>
                  <a:pt x="177229" y="17666"/>
                </a:moveTo>
                <a:lnTo>
                  <a:pt x="177229" y="1482"/>
                </a:lnTo>
                <a:lnTo>
                  <a:pt x="236590" y="1482"/>
                </a:lnTo>
                <a:lnTo>
                  <a:pt x="236590" y="14084"/>
                </a:lnTo>
                <a:cubicBezTo>
                  <a:pt x="231690" y="18910"/>
                  <a:pt x="226707" y="25839"/>
                  <a:pt x="221642" y="34873"/>
                </a:cubicBezTo>
                <a:cubicBezTo>
                  <a:pt x="216577" y="43906"/>
                  <a:pt x="212716" y="53506"/>
                  <a:pt x="210060" y="63674"/>
                </a:cubicBezTo>
                <a:cubicBezTo>
                  <a:pt x="207404" y="73841"/>
                  <a:pt x="206096" y="82925"/>
                  <a:pt x="206137" y="90927"/>
                </a:cubicBezTo>
                <a:lnTo>
                  <a:pt x="189397" y="90927"/>
                </a:lnTo>
                <a:cubicBezTo>
                  <a:pt x="189686" y="78397"/>
                  <a:pt x="192270" y="65621"/>
                  <a:pt x="197150" y="52598"/>
                </a:cubicBezTo>
                <a:cubicBezTo>
                  <a:pt x="202030" y="39573"/>
                  <a:pt x="208546" y="27929"/>
                  <a:pt x="216700" y="17666"/>
                </a:cubicBezTo>
                <a:lnTo>
                  <a:pt x="177229" y="17666"/>
                </a:lnTo>
                <a:close/>
                <a:moveTo>
                  <a:pt x="247591" y="17666"/>
                </a:moveTo>
                <a:lnTo>
                  <a:pt x="247591" y="1482"/>
                </a:lnTo>
                <a:lnTo>
                  <a:pt x="306953" y="1482"/>
                </a:lnTo>
                <a:lnTo>
                  <a:pt x="306953" y="14084"/>
                </a:lnTo>
                <a:cubicBezTo>
                  <a:pt x="302052" y="18910"/>
                  <a:pt x="297070" y="25839"/>
                  <a:pt x="292004" y="34873"/>
                </a:cubicBezTo>
                <a:cubicBezTo>
                  <a:pt x="286939" y="43906"/>
                  <a:pt x="283078" y="53506"/>
                  <a:pt x="280422" y="63674"/>
                </a:cubicBezTo>
                <a:cubicBezTo>
                  <a:pt x="277766" y="73841"/>
                  <a:pt x="276459" y="82925"/>
                  <a:pt x="276500" y="90927"/>
                </a:cubicBezTo>
                <a:lnTo>
                  <a:pt x="259760" y="90927"/>
                </a:lnTo>
                <a:cubicBezTo>
                  <a:pt x="260048" y="78397"/>
                  <a:pt x="262632" y="65621"/>
                  <a:pt x="267512" y="52598"/>
                </a:cubicBezTo>
                <a:cubicBezTo>
                  <a:pt x="272392" y="39573"/>
                  <a:pt x="278909" y="27929"/>
                  <a:pt x="287063" y="17666"/>
                </a:cubicBezTo>
                <a:lnTo>
                  <a:pt x="247591" y="176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3,308">
            <a:extLst xmlns:a="http://schemas.openxmlformats.org/drawingml/2006/main">
              <a:ext uri="{FF2B5EF4-FFF2-40B4-BE49-F238E27FC236}">
                <a16:creationId xmlns:a16="http://schemas.microsoft.com/office/drawing/2014/main" id="{A32819FA-DCD0-4D88-9884-E333C51E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447" y="1070667"/>
            <a:ext cx="306150" cy="111187"/>
          </a:xfrm>
          <a:custGeom xmlns:a="http://schemas.openxmlformats.org/drawingml/2006/main">
            <a:pathLst>
              <a:path w="306150" h="111187">
                <a:moveTo>
                  <a:pt x="0" y="66898"/>
                </a:moveTo>
                <a:lnTo>
                  <a:pt x="16802" y="64859"/>
                </a:lnTo>
                <a:cubicBezTo>
                  <a:pt x="17337" y="69142"/>
                  <a:pt x="18778" y="72416"/>
                  <a:pt x="21126" y="74681"/>
                </a:cubicBezTo>
                <a:cubicBezTo>
                  <a:pt x="23473" y="76946"/>
                  <a:pt x="26314" y="78078"/>
                  <a:pt x="29650" y="78078"/>
                </a:cubicBezTo>
                <a:cubicBezTo>
                  <a:pt x="33233" y="78078"/>
                  <a:pt x="36249" y="76719"/>
                  <a:pt x="38699" y="74001"/>
                </a:cubicBezTo>
                <a:cubicBezTo>
                  <a:pt x="41150" y="71283"/>
                  <a:pt x="42375" y="67618"/>
                  <a:pt x="42375" y="63006"/>
                </a:cubicBezTo>
                <a:cubicBezTo>
                  <a:pt x="42375" y="58641"/>
                  <a:pt x="41201" y="55182"/>
                  <a:pt x="38854" y="52629"/>
                </a:cubicBezTo>
                <a:cubicBezTo>
                  <a:pt x="36507" y="50076"/>
                  <a:pt x="33644" y="48799"/>
                  <a:pt x="30268" y="48799"/>
                </a:cubicBezTo>
                <a:cubicBezTo>
                  <a:pt x="28044" y="48799"/>
                  <a:pt x="25388" y="49231"/>
                  <a:pt x="22299" y="50096"/>
                </a:cubicBezTo>
                <a:lnTo>
                  <a:pt x="24214" y="36074"/>
                </a:lnTo>
                <a:cubicBezTo>
                  <a:pt x="28909" y="36198"/>
                  <a:pt x="32491" y="35182"/>
                  <a:pt x="34962" y="33026"/>
                </a:cubicBezTo>
                <a:cubicBezTo>
                  <a:pt x="37433" y="30869"/>
                  <a:pt x="38669" y="28005"/>
                  <a:pt x="38669" y="24432"/>
                </a:cubicBezTo>
                <a:cubicBezTo>
                  <a:pt x="38669" y="21394"/>
                  <a:pt x="37763" y="18971"/>
                  <a:pt x="35951" y="17165"/>
                </a:cubicBezTo>
                <a:cubicBezTo>
                  <a:pt x="34139" y="15358"/>
                  <a:pt x="31730" y="14454"/>
                  <a:pt x="28723" y="14454"/>
                </a:cubicBezTo>
                <a:cubicBezTo>
                  <a:pt x="25758" y="14454"/>
                  <a:pt x="23226" y="15484"/>
                  <a:pt x="21126" y="17543"/>
                </a:cubicBezTo>
                <a:cubicBezTo>
                  <a:pt x="19025" y="19602"/>
                  <a:pt x="17749" y="22608"/>
                  <a:pt x="17296" y="26561"/>
                </a:cubicBezTo>
                <a:lnTo>
                  <a:pt x="1297" y="23844"/>
                </a:lnTo>
                <a:cubicBezTo>
                  <a:pt x="2409" y="18324"/>
                  <a:pt x="4087" y="13915"/>
                  <a:pt x="6332" y="10615"/>
                </a:cubicBezTo>
                <a:cubicBezTo>
                  <a:pt x="8576" y="7315"/>
                  <a:pt x="11706" y="4722"/>
                  <a:pt x="15721" y="2834"/>
                </a:cubicBezTo>
                <a:cubicBezTo>
                  <a:pt x="19736" y="945"/>
                  <a:pt x="24235" y="0"/>
                  <a:pt x="29218" y="0"/>
                </a:cubicBezTo>
                <a:cubicBezTo>
                  <a:pt x="37742" y="0"/>
                  <a:pt x="44578" y="2722"/>
                  <a:pt x="49725" y="8165"/>
                </a:cubicBezTo>
                <a:cubicBezTo>
                  <a:pt x="53967" y="12621"/>
                  <a:pt x="56088" y="17652"/>
                  <a:pt x="56088" y="23261"/>
                </a:cubicBezTo>
                <a:cubicBezTo>
                  <a:pt x="56088" y="31220"/>
                  <a:pt x="51743" y="37571"/>
                  <a:pt x="43054" y="42315"/>
                </a:cubicBezTo>
                <a:cubicBezTo>
                  <a:pt x="48243" y="43427"/>
                  <a:pt x="52392" y="45918"/>
                  <a:pt x="55501" y="49789"/>
                </a:cubicBezTo>
                <a:cubicBezTo>
                  <a:pt x="58610" y="53660"/>
                  <a:pt x="60165" y="58334"/>
                  <a:pt x="60165" y="63811"/>
                </a:cubicBezTo>
                <a:cubicBezTo>
                  <a:pt x="60165" y="71758"/>
                  <a:pt x="57262" y="78531"/>
                  <a:pt x="51455" y="84132"/>
                </a:cubicBezTo>
                <a:cubicBezTo>
                  <a:pt x="45649" y="89732"/>
                  <a:pt x="38421" y="92533"/>
                  <a:pt x="29774" y="92533"/>
                </a:cubicBezTo>
                <a:cubicBezTo>
                  <a:pt x="21579" y="92533"/>
                  <a:pt x="14784" y="90169"/>
                  <a:pt x="9389" y="85443"/>
                </a:cubicBezTo>
                <a:cubicBezTo>
                  <a:pt x="3995" y="80716"/>
                  <a:pt x="865" y="74534"/>
                  <a:pt x="0" y="66898"/>
                </a:cubicBezTo>
                <a:close/>
                <a:moveTo>
                  <a:pt x="74255" y="73507"/>
                </a:moveTo>
                <a:lnTo>
                  <a:pt x="91612" y="73507"/>
                </a:lnTo>
                <a:lnTo>
                  <a:pt x="91612" y="85964"/>
                </a:lnTo>
                <a:cubicBezTo>
                  <a:pt x="91612" y="91004"/>
                  <a:pt x="91180" y="94981"/>
                  <a:pt x="90315" y="97893"/>
                </a:cubicBezTo>
                <a:cubicBezTo>
                  <a:pt x="89450" y="100807"/>
                  <a:pt x="87813" y="103420"/>
                  <a:pt x="85404" y="105734"/>
                </a:cubicBezTo>
                <a:cubicBezTo>
                  <a:pt x="82995" y="108048"/>
                  <a:pt x="79938" y="109866"/>
                  <a:pt x="76231" y="111187"/>
                </a:cubicBezTo>
                <a:lnTo>
                  <a:pt x="72834" y="104022"/>
                </a:lnTo>
                <a:cubicBezTo>
                  <a:pt x="76334" y="102864"/>
                  <a:pt x="78826" y="101271"/>
                  <a:pt x="80308" y="99242"/>
                </a:cubicBezTo>
                <a:cubicBezTo>
                  <a:pt x="81791" y="97216"/>
                  <a:pt x="82573" y="94444"/>
                  <a:pt x="82655" y="90927"/>
                </a:cubicBezTo>
                <a:lnTo>
                  <a:pt x="74255" y="90927"/>
                </a:lnTo>
                <a:lnTo>
                  <a:pt x="74255" y="73507"/>
                </a:lnTo>
                <a:close/>
                <a:moveTo>
                  <a:pt x="105506" y="66898"/>
                </a:moveTo>
                <a:lnTo>
                  <a:pt x="122308" y="64859"/>
                </a:lnTo>
                <a:cubicBezTo>
                  <a:pt x="122843" y="69142"/>
                  <a:pt x="124285" y="72416"/>
                  <a:pt x="126632" y="74681"/>
                </a:cubicBezTo>
                <a:cubicBezTo>
                  <a:pt x="128979" y="76946"/>
                  <a:pt x="131821" y="78078"/>
                  <a:pt x="135156" y="78078"/>
                </a:cubicBezTo>
                <a:cubicBezTo>
                  <a:pt x="138739" y="78078"/>
                  <a:pt x="141755" y="76719"/>
                  <a:pt x="144206" y="74001"/>
                </a:cubicBezTo>
                <a:cubicBezTo>
                  <a:pt x="146656" y="71283"/>
                  <a:pt x="147881" y="67618"/>
                  <a:pt x="147881" y="63006"/>
                </a:cubicBezTo>
                <a:cubicBezTo>
                  <a:pt x="147881" y="58641"/>
                  <a:pt x="146707" y="55182"/>
                  <a:pt x="144360" y="52629"/>
                </a:cubicBezTo>
                <a:cubicBezTo>
                  <a:pt x="142013" y="50076"/>
                  <a:pt x="139151" y="48799"/>
                  <a:pt x="135774" y="48799"/>
                </a:cubicBezTo>
                <a:cubicBezTo>
                  <a:pt x="133550" y="48799"/>
                  <a:pt x="130894" y="49231"/>
                  <a:pt x="127806" y="50096"/>
                </a:cubicBezTo>
                <a:lnTo>
                  <a:pt x="129720" y="36074"/>
                </a:lnTo>
                <a:cubicBezTo>
                  <a:pt x="134415" y="36198"/>
                  <a:pt x="137998" y="35182"/>
                  <a:pt x="140469" y="33026"/>
                </a:cubicBezTo>
                <a:cubicBezTo>
                  <a:pt x="142939" y="30869"/>
                  <a:pt x="144175" y="28005"/>
                  <a:pt x="144175" y="24432"/>
                </a:cubicBezTo>
                <a:cubicBezTo>
                  <a:pt x="144175" y="21394"/>
                  <a:pt x="143269" y="18971"/>
                  <a:pt x="141457" y="17165"/>
                </a:cubicBezTo>
                <a:cubicBezTo>
                  <a:pt x="139645" y="15358"/>
                  <a:pt x="137236" y="14454"/>
                  <a:pt x="134230" y="14454"/>
                </a:cubicBezTo>
                <a:cubicBezTo>
                  <a:pt x="131265" y="14454"/>
                  <a:pt x="128732" y="15484"/>
                  <a:pt x="126632" y="17543"/>
                </a:cubicBezTo>
                <a:cubicBezTo>
                  <a:pt x="124532" y="19602"/>
                  <a:pt x="123255" y="22608"/>
                  <a:pt x="122802" y="26561"/>
                </a:cubicBezTo>
                <a:lnTo>
                  <a:pt x="106804" y="23844"/>
                </a:lnTo>
                <a:cubicBezTo>
                  <a:pt x="107915" y="18324"/>
                  <a:pt x="109593" y="13915"/>
                  <a:pt x="111838" y="10615"/>
                </a:cubicBezTo>
                <a:cubicBezTo>
                  <a:pt x="114082" y="7315"/>
                  <a:pt x="117212" y="4722"/>
                  <a:pt x="121227" y="2834"/>
                </a:cubicBezTo>
                <a:cubicBezTo>
                  <a:pt x="125242" y="945"/>
                  <a:pt x="129741" y="0"/>
                  <a:pt x="134724" y="0"/>
                </a:cubicBezTo>
                <a:cubicBezTo>
                  <a:pt x="143248" y="0"/>
                  <a:pt x="150084" y="2722"/>
                  <a:pt x="155232" y="8165"/>
                </a:cubicBezTo>
                <a:cubicBezTo>
                  <a:pt x="159473" y="12621"/>
                  <a:pt x="161594" y="17652"/>
                  <a:pt x="161594" y="23261"/>
                </a:cubicBezTo>
                <a:cubicBezTo>
                  <a:pt x="161594" y="31220"/>
                  <a:pt x="157250" y="37571"/>
                  <a:pt x="148561" y="42315"/>
                </a:cubicBezTo>
                <a:cubicBezTo>
                  <a:pt x="153749" y="43427"/>
                  <a:pt x="157898" y="45918"/>
                  <a:pt x="161007" y="49789"/>
                </a:cubicBezTo>
                <a:cubicBezTo>
                  <a:pt x="164117" y="53660"/>
                  <a:pt x="165671" y="58334"/>
                  <a:pt x="165671" y="63811"/>
                </a:cubicBezTo>
                <a:cubicBezTo>
                  <a:pt x="165671" y="71758"/>
                  <a:pt x="162768" y="78531"/>
                  <a:pt x="156961" y="84132"/>
                </a:cubicBezTo>
                <a:cubicBezTo>
                  <a:pt x="151155" y="89732"/>
                  <a:pt x="143928" y="92533"/>
                  <a:pt x="135280" y="92533"/>
                </a:cubicBezTo>
                <a:cubicBezTo>
                  <a:pt x="127085" y="92533"/>
                  <a:pt x="120290" y="90169"/>
                  <a:pt x="114895" y="85443"/>
                </a:cubicBezTo>
                <a:cubicBezTo>
                  <a:pt x="109501" y="80716"/>
                  <a:pt x="106371" y="74534"/>
                  <a:pt x="105506" y="66898"/>
                </a:cubicBezTo>
                <a:close/>
                <a:moveTo>
                  <a:pt x="205828" y="0"/>
                </a:moveTo>
                <a:cubicBezTo>
                  <a:pt x="214600" y="0"/>
                  <a:pt x="221456" y="3132"/>
                  <a:pt x="226398" y="9395"/>
                </a:cubicBezTo>
                <a:cubicBezTo>
                  <a:pt x="232287" y="16813"/>
                  <a:pt x="235231" y="29113"/>
                  <a:pt x="235231" y="46297"/>
                </a:cubicBezTo>
                <a:cubicBezTo>
                  <a:pt x="235231" y="63440"/>
                  <a:pt x="232266" y="75761"/>
                  <a:pt x="226336" y="83261"/>
                </a:cubicBezTo>
                <a:cubicBezTo>
                  <a:pt x="221436" y="89442"/>
                  <a:pt x="214600" y="92533"/>
                  <a:pt x="205828" y="92533"/>
                </a:cubicBezTo>
                <a:cubicBezTo>
                  <a:pt x="197016" y="92533"/>
                  <a:pt x="189912" y="89144"/>
                  <a:pt x="184517" y="82366"/>
                </a:cubicBezTo>
                <a:cubicBezTo>
                  <a:pt x="179123" y="75586"/>
                  <a:pt x="176425" y="63502"/>
                  <a:pt x="176425" y="46112"/>
                </a:cubicBezTo>
                <a:cubicBezTo>
                  <a:pt x="176425" y="29052"/>
                  <a:pt x="179390" y="16771"/>
                  <a:pt x="185320" y="9271"/>
                </a:cubicBezTo>
                <a:cubicBezTo>
                  <a:pt x="190221" y="3090"/>
                  <a:pt x="197057" y="0"/>
                  <a:pt x="205828" y="0"/>
                </a:cubicBezTo>
                <a:moveTo>
                  <a:pt x="205828" y="14454"/>
                </a:moveTo>
                <a:cubicBezTo>
                  <a:pt x="203728" y="14454"/>
                  <a:pt x="201854" y="15123"/>
                  <a:pt x="200207" y="16460"/>
                </a:cubicBezTo>
                <a:cubicBezTo>
                  <a:pt x="198560" y="17797"/>
                  <a:pt x="197283" y="20193"/>
                  <a:pt x="196377" y="23649"/>
                </a:cubicBezTo>
                <a:cubicBezTo>
                  <a:pt x="195183" y="28133"/>
                  <a:pt x="194586" y="35683"/>
                  <a:pt x="194586" y="46297"/>
                </a:cubicBezTo>
                <a:cubicBezTo>
                  <a:pt x="194586" y="56911"/>
                  <a:pt x="195121" y="64204"/>
                  <a:pt x="196192" y="68174"/>
                </a:cubicBezTo>
                <a:cubicBezTo>
                  <a:pt x="197263" y="72144"/>
                  <a:pt x="198611" y="74787"/>
                  <a:pt x="200238" y="76104"/>
                </a:cubicBezTo>
                <a:cubicBezTo>
                  <a:pt x="201865" y="77420"/>
                  <a:pt x="203728" y="78078"/>
                  <a:pt x="205828" y="78078"/>
                </a:cubicBezTo>
                <a:cubicBezTo>
                  <a:pt x="207928" y="78078"/>
                  <a:pt x="209802" y="77410"/>
                  <a:pt x="211449" y="76073"/>
                </a:cubicBezTo>
                <a:cubicBezTo>
                  <a:pt x="213097" y="74736"/>
                  <a:pt x="214373" y="72339"/>
                  <a:pt x="215279" y="68884"/>
                </a:cubicBezTo>
                <a:cubicBezTo>
                  <a:pt x="216473" y="64440"/>
                  <a:pt x="217071" y="56911"/>
                  <a:pt x="217071" y="46297"/>
                </a:cubicBezTo>
                <a:cubicBezTo>
                  <a:pt x="217071" y="35683"/>
                  <a:pt x="216535" y="28391"/>
                  <a:pt x="215464" y="24421"/>
                </a:cubicBezTo>
                <a:cubicBezTo>
                  <a:pt x="214394" y="20451"/>
                  <a:pt x="213045" y="17797"/>
                  <a:pt x="211418" y="16460"/>
                </a:cubicBezTo>
                <a:cubicBezTo>
                  <a:pt x="209792" y="15123"/>
                  <a:pt x="207928" y="14454"/>
                  <a:pt x="205828" y="14454"/>
                </a:cubicBezTo>
                <a:close/>
                <a:moveTo>
                  <a:pt x="261737" y="42037"/>
                </a:moveTo>
                <a:cubicBezTo>
                  <a:pt x="257248" y="40144"/>
                  <a:pt x="253985" y="37541"/>
                  <a:pt x="251946" y="34229"/>
                </a:cubicBezTo>
                <a:cubicBezTo>
                  <a:pt x="249908" y="30916"/>
                  <a:pt x="248889" y="27285"/>
                  <a:pt x="248889" y="23334"/>
                </a:cubicBezTo>
                <a:cubicBezTo>
                  <a:pt x="248889" y="16584"/>
                  <a:pt x="251246" y="11008"/>
                  <a:pt x="255961" y="6606"/>
                </a:cubicBezTo>
                <a:cubicBezTo>
                  <a:pt x="260677" y="2202"/>
                  <a:pt x="267379" y="0"/>
                  <a:pt x="276068" y="0"/>
                </a:cubicBezTo>
                <a:cubicBezTo>
                  <a:pt x="284675" y="0"/>
                  <a:pt x="291356" y="2202"/>
                  <a:pt x="296112" y="6606"/>
                </a:cubicBezTo>
                <a:cubicBezTo>
                  <a:pt x="300869" y="11008"/>
                  <a:pt x="303247" y="16584"/>
                  <a:pt x="303247" y="23334"/>
                </a:cubicBezTo>
                <a:cubicBezTo>
                  <a:pt x="303247" y="27530"/>
                  <a:pt x="302156" y="31265"/>
                  <a:pt x="299973" y="34538"/>
                </a:cubicBezTo>
                <a:cubicBezTo>
                  <a:pt x="297791" y="37809"/>
                  <a:pt x="294723" y="40309"/>
                  <a:pt x="290769" y="42037"/>
                </a:cubicBezTo>
                <a:cubicBezTo>
                  <a:pt x="295793" y="44061"/>
                  <a:pt x="299613" y="47015"/>
                  <a:pt x="302228" y="50897"/>
                </a:cubicBezTo>
                <a:cubicBezTo>
                  <a:pt x="304843" y="54780"/>
                  <a:pt x="306150" y="59261"/>
                  <a:pt x="306150" y="64342"/>
                </a:cubicBezTo>
                <a:cubicBezTo>
                  <a:pt x="306150" y="72726"/>
                  <a:pt x="303484" y="79541"/>
                  <a:pt x="298151" y="84788"/>
                </a:cubicBezTo>
                <a:cubicBezTo>
                  <a:pt x="292818" y="90033"/>
                  <a:pt x="285725" y="92656"/>
                  <a:pt x="276871" y="92656"/>
                </a:cubicBezTo>
                <a:cubicBezTo>
                  <a:pt x="268635" y="92656"/>
                  <a:pt x="261778" y="90488"/>
                  <a:pt x="256301" y="86151"/>
                </a:cubicBezTo>
                <a:cubicBezTo>
                  <a:pt x="249836" y="81029"/>
                  <a:pt x="246603" y="74007"/>
                  <a:pt x="246603" y="65085"/>
                </a:cubicBezTo>
                <a:cubicBezTo>
                  <a:pt x="246603" y="60169"/>
                  <a:pt x="247818" y="55657"/>
                  <a:pt x="250248" y="51548"/>
                </a:cubicBezTo>
                <a:cubicBezTo>
                  <a:pt x="252677" y="47437"/>
                  <a:pt x="256507" y="44267"/>
                  <a:pt x="261737" y="42037"/>
                </a:cubicBezTo>
                <a:moveTo>
                  <a:pt x="265320" y="24616"/>
                </a:moveTo>
                <a:cubicBezTo>
                  <a:pt x="265320" y="28066"/>
                  <a:pt x="266298" y="30756"/>
                  <a:pt x="268254" y="32686"/>
                </a:cubicBezTo>
                <a:cubicBezTo>
                  <a:pt x="270210" y="34615"/>
                  <a:pt x="272815" y="35580"/>
                  <a:pt x="276068" y="35580"/>
                </a:cubicBezTo>
                <a:cubicBezTo>
                  <a:pt x="279362" y="35580"/>
                  <a:pt x="281998" y="34605"/>
                  <a:pt x="283974" y="32656"/>
                </a:cubicBezTo>
                <a:cubicBezTo>
                  <a:pt x="285951" y="30705"/>
                  <a:pt x="286939" y="28004"/>
                  <a:pt x="286939" y="24554"/>
                </a:cubicBezTo>
                <a:cubicBezTo>
                  <a:pt x="286939" y="21310"/>
                  <a:pt x="285961" y="18713"/>
                  <a:pt x="284005" y="16763"/>
                </a:cubicBezTo>
                <a:cubicBezTo>
                  <a:pt x="282049" y="14812"/>
                  <a:pt x="279465" y="13837"/>
                  <a:pt x="276253" y="13837"/>
                </a:cubicBezTo>
                <a:cubicBezTo>
                  <a:pt x="272917" y="13837"/>
                  <a:pt x="270261" y="14822"/>
                  <a:pt x="268285" y="16794"/>
                </a:cubicBezTo>
                <a:cubicBezTo>
                  <a:pt x="266308" y="18764"/>
                  <a:pt x="265320" y="21371"/>
                  <a:pt x="265320" y="24616"/>
                </a:cubicBezTo>
                <a:moveTo>
                  <a:pt x="263714" y="63404"/>
                </a:moveTo>
                <a:cubicBezTo>
                  <a:pt x="263714" y="68212"/>
                  <a:pt x="264939" y="71962"/>
                  <a:pt x="267389" y="74656"/>
                </a:cubicBezTo>
                <a:cubicBezTo>
                  <a:pt x="269839" y="77349"/>
                  <a:pt x="272897" y="78696"/>
                  <a:pt x="276562" y="78696"/>
                </a:cubicBezTo>
                <a:cubicBezTo>
                  <a:pt x="280145" y="78696"/>
                  <a:pt x="283110" y="77401"/>
                  <a:pt x="285457" y="74812"/>
                </a:cubicBezTo>
                <a:cubicBezTo>
                  <a:pt x="287804" y="72222"/>
                  <a:pt x="288978" y="68481"/>
                  <a:pt x="288978" y="63589"/>
                </a:cubicBezTo>
                <a:cubicBezTo>
                  <a:pt x="288978" y="59321"/>
                  <a:pt x="287784" y="55892"/>
                  <a:pt x="285395" y="53302"/>
                </a:cubicBezTo>
                <a:cubicBezTo>
                  <a:pt x="283007" y="50712"/>
                  <a:pt x="279980" y="49417"/>
                  <a:pt x="276315" y="49417"/>
                </a:cubicBezTo>
                <a:cubicBezTo>
                  <a:pt x="272073" y="49417"/>
                  <a:pt x="268913" y="50888"/>
                  <a:pt x="266833" y="53831"/>
                </a:cubicBezTo>
                <a:cubicBezTo>
                  <a:pt x="264753" y="56773"/>
                  <a:pt x="263714" y="59964"/>
                  <a:pt x="263714" y="6340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97">
            <a:extLst xmlns:a="http://schemas.openxmlformats.org/drawingml/2006/main">
              <a:ext uri="{FF2B5EF4-FFF2-40B4-BE49-F238E27FC236}">
                <a16:creationId xmlns:a16="http://schemas.microsoft.com/office/drawing/2014/main" id="{A81326F6-061B-4F4E-ABFD-78594DFF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922" y="874910"/>
            <a:ext cx="131084" cy="92656"/>
          </a:xfrm>
          <a:custGeom xmlns:a="http://schemas.openxmlformats.org/drawingml/2006/main">
            <a:pathLst>
              <a:path w="131084" h="92656">
                <a:moveTo>
                  <a:pt x="1730" y="69936"/>
                </a:moveTo>
                <a:lnTo>
                  <a:pt x="18531" y="68071"/>
                </a:lnTo>
                <a:cubicBezTo>
                  <a:pt x="18943" y="71510"/>
                  <a:pt x="20014" y="74058"/>
                  <a:pt x="21743" y="75716"/>
                </a:cubicBezTo>
                <a:cubicBezTo>
                  <a:pt x="23473" y="77373"/>
                  <a:pt x="25758" y="78202"/>
                  <a:pt x="28600" y="78202"/>
                </a:cubicBezTo>
                <a:cubicBezTo>
                  <a:pt x="32183" y="78202"/>
                  <a:pt x="35230" y="76549"/>
                  <a:pt x="37742" y="73243"/>
                </a:cubicBezTo>
                <a:cubicBezTo>
                  <a:pt x="40254" y="69937"/>
                  <a:pt x="41860" y="63086"/>
                  <a:pt x="42560" y="52690"/>
                </a:cubicBezTo>
                <a:cubicBezTo>
                  <a:pt x="38195" y="57756"/>
                  <a:pt x="32739" y="60288"/>
                  <a:pt x="26191" y="60288"/>
                </a:cubicBezTo>
                <a:cubicBezTo>
                  <a:pt x="19067" y="60288"/>
                  <a:pt x="12920" y="57543"/>
                  <a:pt x="7752" y="52052"/>
                </a:cubicBezTo>
                <a:cubicBezTo>
                  <a:pt x="2584" y="46559"/>
                  <a:pt x="0" y="39411"/>
                  <a:pt x="0" y="30607"/>
                </a:cubicBezTo>
                <a:cubicBezTo>
                  <a:pt x="0" y="21433"/>
                  <a:pt x="2728" y="14039"/>
                  <a:pt x="8185" y="8424"/>
                </a:cubicBezTo>
                <a:cubicBezTo>
                  <a:pt x="13641" y="2808"/>
                  <a:pt x="20590" y="0"/>
                  <a:pt x="29032" y="0"/>
                </a:cubicBezTo>
                <a:cubicBezTo>
                  <a:pt x="38216" y="0"/>
                  <a:pt x="45752" y="3557"/>
                  <a:pt x="51640" y="10671"/>
                </a:cubicBezTo>
                <a:cubicBezTo>
                  <a:pt x="57529" y="17784"/>
                  <a:pt x="60474" y="29484"/>
                  <a:pt x="60474" y="45772"/>
                </a:cubicBezTo>
                <a:cubicBezTo>
                  <a:pt x="60474" y="62349"/>
                  <a:pt x="57406" y="74307"/>
                  <a:pt x="51270" y="81647"/>
                </a:cubicBezTo>
                <a:cubicBezTo>
                  <a:pt x="45134" y="88987"/>
                  <a:pt x="37145" y="92656"/>
                  <a:pt x="27303" y="92656"/>
                </a:cubicBezTo>
                <a:cubicBezTo>
                  <a:pt x="20220" y="92656"/>
                  <a:pt x="14496" y="90758"/>
                  <a:pt x="10130" y="86962"/>
                </a:cubicBezTo>
                <a:cubicBezTo>
                  <a:pt x="5765" y="83164"/>
                  <a:pt x="2965" y="77489"/>
                  <a:pt x="1730" y="69936"/>
                </a:cubicBezTo>
                <a:moveTo>
                  <a:pt x="41016" y="32055"/>
                </a:moveTo>
                <a:cubicBezTo>
                  <a:pt x="41016" y="26475"/>
                  <a:pt x="39729" y="22147"/>
                  <a:pt x="37155" y="19070"/>
                </a:cubicBezTo>
                <a:cubicBezTo>
                  <a:pt x="34581" y="15993"/>
                  <a:pt x="31606" y="14454"/>
                  <a:pt x="28229" y="14454"/>
                </a:cubicBezTo>
                <a:cubicBezTo>
                  <a:pt x="25017" y="14454"/>
                  <a:pt x="22351" y="15716"/>
                  <a:pt x="20230" y="18240"/>
                </a:cubicBezTo>
                <a:cubicBezTo>
                  <a:pt x="18109" y="20762"/>
                  <a:pt x="17049" y="24896"/>
                  <a:pt x="17049" y="30640"/>
                </a:cubicBezTo>
                <a:cubicBezTo>
                  <a:pt x="17049" y="36466"/>
                  <a:pt x="18202" y="40743"/>
                  <a:pt x="20508" y="43471"/>
                </a:cubicBezTo>
                <a:cubicBezTo>
                  <a:pt x="22814" y="46199"/>
                  <a:pt x="25697" y="47564"/>
                  <a:pt x="29156" y="47564"/>
                </a:cubicBezTo>
                <a:cubicBezTo>
                  <a:pt x="32491" y="47564"/>
                  <a:pt x="35302" y="46251"/>
                  <a:pt x="37588" y="43626"/>
                </a:cubicBezTo>
                <a:cubicBezTo>
                  <a:pt x="39873" y="40999"/>
                  <a:pt x="41016" y="37142"/>
                  <a:pt x="41016" y="32055"/>
                </a:cubicBezTo>
                <a:close/>
                <a:moveTo>
                  <a:pt x="71722" y="17666"/>
                </a:moveTo>
                <a:lnTo>
                  <a:pt x="71722" y="1482"/>
                </a:lnTo>
                <a:lnTo>
                  <a:pt x="131084" y="1482"/>
                </a:lnTo>
                <a:lnTo>
                  <a:pt x="131084" y="14084"/>
                </a:lnTo>
                <a:cubicBezTo>
                  <a:pt x="126183" y="18910"/>
                  <a:pt x="121200" y="25839"/>
                  <a:pt x="116135" y="34873"/>
                </a:cubicBezTo>
                <a:cubicBezTo>
                  <a:pt x="111070" y="43906"/>
                  <a:pt x="107209" y="53506"/>
                  <a:pt x="104553" y="63674"/>
                </a:cubicBezTo>
                <a:cubicBezTo>
                  <a:pt x="101897" y="73841"/>
                  <a:pt x="100590" y="82925"/>
                  <a:pt x="100631" y="90927"/>
                </a:cubicBezTo>
                <a:lnTo>
                  <a:pt x="83891" y="90927"/>
                </a:lnTo>
                <a:cubicBezTo>
                  <a:pt x="84179" y="78397"/>
                  <a:pt x="86763" y="65621"/>
                  <a:pt x="91643" y="52598"/>
                </a:cubicBezTo>
                <a:cubicBezTo>
                  <a:pt x="96523" y="39573"/>
                  <a:pt x="103040" y="27929"/>
                  <a:pt x="111194" y="17666"/>
                </a:cubicBezTo>
                <a:lnTo>
                  <a:pt x="71722" y="17666"/>
                </a:lnTo>
                <a:close/>
              </a:path>
            </a:pathLst>
          </a:custGeom>
          <a:solidFill xmlns:a="http://schemas.openxmlformats.org/drawingml/2006/main">
            <a:srgbClr val="AD71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64">
            <a:extLst xmlns:a="http://schemas.openxmlformats.org/drawingml/2006/main">
              <a:ext uri="{FF2B5EF4-FFF2-40B4-BE49-F238E27FC236}">
                <a16:creationId xmlns:a16="http://schemas.microsoft.com/office/drawing/2014/main" id="{BBE352EF-847B-41A2-B67F-35F75E07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147" y="1253202"/>
            <a:ext cx="132443" cy="92533"/>
          </a:xfrm>
          <a:custGeom xmlns:a="http://schemas.openxmlformats.org/drawingml/2006/main">
            <a:pathLst>
              <a:path w="132443" h="92533">
                <a:moveTo>
                  <a:pt x="58806" y="22732"/>
                </a:moveTo>
                <a:lnTo>
                  <a:pt x="42004" y="24585"/>
                </a:lnTo>
                <a:cubicBezTo>
                  <a:pt x="41592" y="21126"/>
                  <a:pt x="40522" y="18572"/>
                  <a:pt x="38792" y="16925"/>
                </a:cubicBezTo>
                <a:cubicBezTo>
                  <a:pt x="37062" y="15278"/>
                  <a:pt x="34818" y="14454"/>
                  <a:pt x="32059" y="14454"/>
                </a:cubicBezTo>
                <a:cubicBezTo>
                  <a:pt x="28394" y="14454"/>
                  <a:pt x="25295" y="16107"/>
                  <a:pt x="22763" y="19413"/>
                </a:cubicBezTo>
                <a:cubicBezTo>
                  <a:pt x="20230" y="22719"/>
                  <a:pt x="18634" y="29591"/>
                  <a:pt x="17975" y="40027"/>
                </a:cubicBezTo>
                <a:cubicBezTo>
                  <a:pt x="22299" y="34921"/>
                  <a:pt x="27673" y="32368"/>
                  <a:pt x="34097" y="32368"/>
                </a:cubicBezTo>
                <a:cubicBezTo>
                  <a:pt x="41345" y="32368"/>
                  <a:pt x="47553" y="35119"/>
                  <a:pt x="52721" y="40620"/>
                </a:cubicBezTo>
                <a:cubicBezTo>
                  <a:pt x="57890" y="46122"/>
                  <a:pt x="60474" y="53224"/>
                  <a:pt x="60474" y="61927"/>
                </a:cubicBezTo>
                <a:cubicBezTo>
                  <a:pt x="60474" y="71164"/>
                  <a:pt x="57756" y="78575"/>
                  <a:pt x="52320" y="84159"/>
                </a:cubicBezTo>
                <a:cubicBezTo>
                  <a:pt x="46884" y="89741"/>
                  <a:pt x="39904" y="92533"/>
                  <a:pt x="31380" y="92533"/>
                </a:cubicBezTo>
                <a:cubicBezTo>
                  <a:pt x="22237" y="92533"/>
                  <a:pt x="14722" y="88979"/>
                  <a:pt x="8833" y="81871"/>
                </a:cubicBezTo>
                <a:cubicBezTo>
                  <a:pt x="2944" y="74763"/>
                  <a:pt x="0" y="63110"/>
                  <a:pt x="0" y="46915"/>
                </a:cubicBezTo>
                <a:cubicBezTo>
                  <a:pt x="0" y="30309"/>
                  <a:pt x="3068" y="18338"/>
                  <a:pt x="9204" y="11003"/>
                </a:cubicBezTo>
                <a:cubicBezTo>
                  <a:pt x="15340" y="3668"/>
                  <a:pt x="23308" y="0"/>
                  <a:pt x="33109" y="0"/>
                </a:cubicBezTo>
                <a:cubicBezTo>
                  <a:pt x="39986" y="0"/>
                  <a:pt x="45679" y="1941"/>
                  <a:pt x="50189" y="5824"/>
                </a:cubicBezTo>
                <a:cubicBezTo>
                  <a:pt x="54698" y="9705"/>
                  <a:pt x="57570" y="15341"/>
                  <a:pt x="58806" y="22732"/>
                </a:cubicBezTo>
                <a:moveTo>
                  <a:pt x="19458" y="60576"/>
                </a:moveTo>
                <a:cubicBezTo>
                  <a:pt x="19458" y="66165"/>
                  <a:pt x="20755" y="70479"/>
                  <a:pt x="23349" y="73519"/>
                </a:cubicBezTo>
                <a:cubicBezTo>
                  <a:pt x="25944" y="76558"/>
                  <a:pt x="28909" y="78078"/>
                  <a:pt x="32244" y="78078"/>
                </a:cubicBezTo>
                <a:cubicBezTo>
                  <a:pt x="35456" y="78078"/>
                  <a:pt x="38133" y="76834"/>
                  <a:pt x="40275" y="74345"/>
                </a:cubicBezTo>
                <a:cubicBezTo>
                  <a:pt x="42416" y="71856"/>
                  <a:pt x="43487" y="67777"/>
                  <a:pt x="43487" y="62107"/>
                </a:cubicBezTo>
                <a:cubicBezTo>
                  <a:pt x="43487" y="56272"/>
                  <a:pt x="42334" y="51998"/>
                  <a:pt x="40027" y="49285"/>
                </a:cubicBezTo>
                <a:cubicBezTo>
                  <a:pt x="37721" y="46573"/>
                  <a:pt x="34839" y="45216"/>
                  <a:pt x="31380" y="45216"/>
                </a:cubicBezTo>
                <a:cubicBezTo>
                  <a:pt x="28044" y="45216"/>
                  <a:pt x="25223" y="46511"/>
                  <a:pt x="22917" y="49102"/>
                </a:cubicBezTo>
                <a:cubicBezTo>
                  <a:pt x="20611" y="51692"/>
                  <a:pt x="19458" y="55517"/>
                  <a:pt x="19458" y="60576"/>
                </a:cubicBezTo>
                <a:close/>
                <a:moveTo>
                  <a:pt x="104399" y="90927"/>
                </a:moveTo>
                <a:lnTo>
                  <a:pt x="104399" y="72642"/>
                </a:lnTo>
                <a:lnTo>
                  <a:pt x="67336" y="72642"/>
                </a:lnTo>
                <a:lnTo>
                  <a:pt x="67336" y="57509"/>
                </a:lnTo>
                <a:lnTo>
                  <a:pt x="106623" y="0"/>
                </a:lnTo>
                <a:lnTo>
                  <a:pt x="121200" y="0"/>
                </a:lnTo>
                <a:lnTo>
                  <a:pt x="121200" y="57447"/>
                </a:lnTo>
                <a:lnTo>
                  <a:pt x="132443" y="57447"/>
                </a:lnTo>
                <a:lnTo>
                  <a:pt x="132443" y="72642"/>
                </a:lnTo>
                <a:lnTo>
                  <a:pt x="121200" y="72642"/>
                </a:lnTo>
                <a:lnTo>
                  <a:pt x="121200" y="90927"/>
                </a:lnTo>
                <a:lnTo>
                  <a:pt x="104399" y="90927"/>
                </a:lnTo>
                <a:moveTo>
                  <a:pt x="104399" y="57447"/>
                </a:moveTo>
                <a:lnTo>
                  <a:pt x="104399" y="26534"/>
                </a:lnTo>
                <a:lnTo>
                  <a:pt x="83582" y="57447"/>
                </a:lnTo>
                <a:lnTo>
                  <a:pt x="104399" y="57447"/>
                </a:ln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65">
            <a:extLst xmlns:a="http://schemas.openxmlformats.org/drawingml/2006/main">
              <a:ext uri="{FF2B5EF4-FFF2-40B4-BE49-F238E27FC236}">
                <a16:creationId xmlns:a16="http://schemas.microsoft.com/office/drawing/2014/main" id="{231F718F-40D9-4654-91FC-72C7220E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1998" y="874978"/>
            <a:ext cx="131516" cy="92533"/>
          </a:xfrm>
          <a:custGeom xmlns:a="http://schemas.openxmlformats.org/drawingml/2006/main">
            <a:pathLst>
              <a:path w="131516" h="92533">
                <a:moveTo>
                  <a:pt x="58806" y="22732"/>
                </a:moveTo>
                <a:lnTo>
                  <a:pt x="42004" y="24585"/>
                </a:lnTo>
                <a:cubicBezTo>
                  <a:pt x="41592" y="21126"/>
                  <a:pt x="40522" y="18572"/>
                  <a:pt x="38792" y="16925"/>
                </a:cubicBezTo>
                <a:cubicBezTo>
                  <a:pt x="37062" y="15278"/>
                  <a:pt x="34818" y="14454"/>
                  <a:pt x="32059" y="14454"/>
                </a:cubicBezTo>
                <a:cubicBezTo>
                  <a:pt x="28394" y="14454"/>
                  <a:pt x="25295" y="16107"/>
                  <a:pt x="22763" y="19413"/>
                </a:cubicBezTo>
                <a:cubicBezTo>
                  <a:pt x="20230" y="22719"/>
                  <a:pt x="18634" y="29591"/>
                  <a:pt x="17975" y="40027"/>
                </a:cubicBezTo>
                <a:cubicBezTo>
                  <a:pt x="22299" y="34921"/>
                  <a:pt x="27673" y="32368"/>
                  <a:pt x="34097" y="32368"/>
                </a:cubicBezTo>
                <a:cubicBezTo>
                  <a:pt x="41345" y="32368"/>
                  <a:pt x="47553" y="35119"/>
                  <a:pt x="52721" y="40620"/>
                </a:cubicBezTo>
                <a:cubicBezTo>
                  <a:pt x="57890" y="46122"/>
                  <a:pt x="60474" y="53224"/>
                  <a:pt x="60474" y="61927"/>
                </a:cubicBezTo>
                <a:cubicBezTo>
                  <a:pt x="60474" y="71164"/>
                  <a:pt x="57756" y="78575"/>
                  <a:pt x="52320" y="84159"/>
                </a:cubicBezTo>
                <a:cubicBezTo>
                  <a:pt x="46884" y="89741"/>
                  <a:pt x="39904" y="92533"/>
                  <a:pt x="31380" y="92533"/>
                </a:cubicBezTo>
                <a:cubicBezTo>
                  <a:pt x="22237" y="92533"/>
                  <a:pt x="14722" y="88979"/>
                  <a:pt x="8833" y="81871"/>
                </a:cubicBezTo>
                <a:cubicBezTo>
                  <a:pt x="2944" y="74763"/>
                  <a:pt x="0" y="63110"/>
                  <a:pt x="0" y="46915"/>
                </a:cubicBezTo>
                <a:cubicBezTo>
                  <a:pt x="0" y="30309"/>
                  <a:pt x="3068" y="18338"/>
                  <a:pt x="9204" y="11003"/>
                </a:cubicBezTo>
                <a:cubicBezTo>
                  <a:pt x="15340" y="3668"/>
                  <a:pt x="23308" y="0"/>
                  <a:pt x="33109" y="0"/>
                </a:cubicBezTo>
                <a:cubicBezTo>
                  <a:pt x="39986" y="0"/>
                  <a:pt x="45679" y="1941"/>
                  <a:pt x="50189" y="5824"/>
                </a:cubicBezTo>
                <a:cubicBezTo>
                  <a:pt x="54698" y="9705"/>
                  <a:pt x="57570" y="15341"/>
                  <a:pt x="58806" y="22732"/>
                </a:cubicBezTo>
                <a:moveTo>
                  <a:pt x="19458" y="60576"/>
                </a:moveTo>
                <a:cubicBezTo>
                  <a:pt x="19458" y="66165"/>
                  <a:pt x="20755" y="70479"/>
                  <a:pt x="23349" y="73519"/>
                </a:cubicBezTo>
                <a:cubicBezTo>
                  <a:pt x="25944" y="76558"/>
                  <a:pt x="28909" y="78078"/>
                  <a:pt x="32244" y="78078"/>
                </a:cubicBezTo>
                <a:cubicBezTo>
                  <a:pt x="35456" y="78078"/>
                  <a:pt x="38133" y="76834"/>
                  <a:pt x="40275" y="74345"/>
                </a:cubicBezTo>
                <a:cubicBezTo>
                  <a:pt x="42416" y="71856"/>
                  <a:pt x="43487" y="67777"/>
                  <a:pt x="43487" y="62107"/>
                </a:cubicBezTo>
                <a:cubicBezTo>
                  <a:pt x="43487" y="56272"/>
                  <a:pt x="42334" y="51998"/>
                  <a:pt x="40027" y="49285"/>
                </a:cubicBezTo>
                <a:cubicBezTo>
                  <a:pt x="37721" y="46573"/>
                  <a:pt x="34839" y="45216"/>
                  <a:pt x="31380" y="45216"/>
                </a:cubicBezTo>
                <a:cubicBezTo>
                  <a:pt x="28044" y="45216"/>
                  <a:pt x="25223" y="46511"/>
                  <a:pt x="22917" y="49102"/>
                </a:cubicBezTo>
                <a:cubicBezTo>
                  <a:pt x="20611" y="51692"/>
                  <a:pt x="19458" y="55517"/>
                  <a:pt x="19458" y="60576"/>
                </a:cubicBezTo>
                <a:close/>
                <a:moveTo>
                  <a:pt x="70610" y="67639"/>
                </a:moveTo>
                <a:lnTo>
                  <a:pt x="87906" y="65848"/>
                </a:lnTo>
                <a:cubicBezTo>
                  <a:pt x="88400" y="69760"/>
                  <a:pt x="89862" y="72859"/>
                  <a:pt x="92292" y="75144"/>
                </a:cubicBezTo>
                <a:cubicBezTo>
                  <a:pt x="94721" y="77430"/>
                  <a:pt x="97522" y="78572"/>
                  <a:pt x="100693" y="78572"/>
                </a:cubicBezTo>
                <a:cubicBezTo>
                  <a:pt x="104316" y="78572"/>
                  <a:pt x="107384" y="77098"/>
                  <a:pt x="109896" y="74148"/>
                </a:cubicBezTo>
                <a:cubicBezTo>
                  <a:pt x="112408" y="71199"/>
                  <a:pt x="113664" y="66754"/>
                  <a:pt x="113664" y="60813"/>
                </a:cubicBezTo>
                <a:cubicBezTo>
                  <a:pt x="113664" y="55244"/>
                  <a:pt x="112419" y="51066"/>
                  <a:pt x="109927" y="48282"/>
                </a:cubicBezTo>
                <a:cubicBezTo>
                  <a:pt x="107436" y="45497"/>
                  <a:pt x="104193" y="44104"/>
                  <a:pt x="100198" y="44104"/>
                </a:cubicBezTo>
                <a:cubicBezTo>
                  <a:pt x="95216" y="44104"/>
                  <a:pt x="90747" y="46328"/>
                  <a:pt x="86794" y="50776"/>
                </a:cubicBezTo>
                <a:lnTo>
                  <a:pt x="72710" y="48718"/>
                </a:lnTo>
                <a:lnTo>
                  <a:pt x="81605" y="1482"/>
                </a:lnTo>
                <a:lnTo>
                  <a:pt x="127501" y="1482"/>
                </a:lnTo>
                <a:lnTo>
                  <a:pt x="127501" y="17790"/>
                </a:lnTo>
                <a:lnTo>
                  <a:pt x="94763" y="17790"/>
                </a:lnTo>
                <a:lnTo>
                  <a:pt x="92045" y="33161"/>
                </a:lnTo>
                <a:cubicBezTo>
                  <a:pt x="95916" y="31232"/>
                  <a:pt x="99869" y="30268"/>
                  <a:pt x="103905" y="30268"/>
                </a:cubicBezTo>
                <a:cubicBezTo>
                  <a:pt x="111605" y="30268"/>
                  <a:pt x="118132" y="33074"/>
                  <a:pt x="123486" y="38686"/>
                </a:cubicBezTo>
                <a:cubicBezTo>
                  <a:pt x="128839" y="44297"/>
                  <a:pt x="131516" y="51579"/>
                  <a:pt x="131516" y="60533"/>
                </a:cubicBezTo>
                <a:cubicBezTo>
                  <a:pt x="131516" y="68003"/>
                  <a:pt x="129354" y="74667"/>
                  <a:pt x="125030" y="80526"/>
                </a:cubicBezTo>
                <a:cubicBezTo>
                  <a:pt x="119141" y="88530"/>
                  <a:pt x="110967" y="92533"/>
                  <a:pt x="100507" y="92533"/>
                </a:cubicBezTo>
                <a:cubicBezTo>
                  <a:pt x="92148" y="92533"/>
                  <a:pt x="85332" y="90283"/>
                  <a:pt x="80061" y="85784"/>
                </a:cubicBezTo>
                <a:cubicBezTo>
                  <a:pt x="74790" y="81284"/>
                  <a:pt x="71640" y="75236"/>
                  <a:pt x="70610" y="67639"/>
                </a:cubicBezTo>
                <a:close/>
              </a:path>
            </a:pathLst>
          </a:custGeom>
          <a:solidFill xmlns:a="http://schemas.openxmlformats.org/drawingml/2006/main">
            <a:srgbClr val="7BA8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2,650">
            <a:extLst xmlns:a="http://schemas.openxmlformats.org/drawingml/2006/main">
              <a:ext uri="{FF2B5EF4-FFF2-40B4-BE49-F238E27FC236}">
                <a16:creationId xmlns:a16="http://schemas.microsoft.com/office/drawing/2014/main" id="{86255203-F2E2-4597-A294-8F073B51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437" y="1070667"/>
            <a:ext cx="307201" cy="111187"/>
          </a:xfrm>
          <a:custGeom xmlns:a="http://schemas.openxmlformats.org/drawingml/2006/main">
            <a:pathLst>
              <a:path w="307201" h="111187">
                <a:moveTo>
                  <a:pt x="60844" y="74743"/>
                </a:moveTo>
                <a:lnTo>
                  <a:pt x="60844" y="90927"/>
                </a:lnTo>
                <a:lnTo>
                  <a:pt x="0" y="90927"/>
                </a:lnTo>
                <a:cubicBezTo>
                  <a:pt x="659" y="84837"/>
                  <a:pt x="2636" y="79067"/>
                  <a:pt x="5930" y="73615"/>
                </a:cubicBezTo>
                <a:cubicBezTo>
                  <a:pt x="9224" y="68163"/>
                  <a:pt x="15731" y="60930"/>
                  <a:pt x="25450" y="51918"/>
                </a:cubicBezTo>
                <a:cubicBezTo>
                  <a:pt x="33274" y="44636"/>
                  <a:pt x="38071" y="39699"/>
                  <a:pt x="39842" y="37107"/>
                </a:cubicBezTo>
                <a:cubicBezTo>
                  <a:pt x="42231" y="33527"/>
                  <a:pt x="43425" y="29988"/>
                  <a:pt x="43425" y="26490"/>
                </a:cubicBezTo>
                <a:cubicBezTo>
                  <a:pt x="43425" y="22622"/>
                  <a:pt x="42385" y="19649"/>
                  <a:pt x="40305" y="17572"/>
                </a:cubicBezTo>
                <a:cubicBezTo>
                  <a:pt x="38226" y="15494"/>
                  <a:pt x="35353" y="14454"/>
                  <a:pt x="31688" y="14454"/>
                </a:cubicBezTo>
                <a:cubicBezTo>
                  <a:pt x="28065" y="14454"/>
                  <a:pt x="25182" y="15551"/>
                  <a:pt x="23041" y="17744"/>
                </a:cubicBezTo>
                <a:cubicBezTo>
                  <a:pt x="20899" y="19935"/>
                  <a:pt x="19664" y="23575"/>
                  <a:pt x="19334" y="28662"/>
                </a:cubicBezTo>
                <a:lnTo>
                  <a:pt x="2038" y="26924"/>
                </a:lnTo>
                <a:cubicBezTo>
                  <a:pt x="3068" y="17329"/>
                  <a:pt x="6301" y="10443"/>
                  <a:pt x="11736" y="6266"/>
                </a:cubicBezTo>
                <a:cubicBezTo>
                  <a:pt x="17172" y="2089"/>
                  <a:pt x="23967" y="0"/>
                  <a:pt x="32121" y="0"/>
                </a:cubicBezTo>
                <a:cubicBezTo>
                  <a:pt x="41057" y="0"/>
                  <a:pt x="48078" y="2407"/>
                  <a:pt x="53185" y="7221"/>
                </a:cubicBezTo>
                <a:cubicBezTo>
                  <a:pt x="58291" y="12036"/>
                  <a:pt x="60844" y="18022"/>
                  <a:pt x="60844" y="25181"/>
                </a:cubicBezTo>
                <a:cubicBezTo>
                  <a:pt x="60844" y="29256"/>
                  <a:pt x="60113" y="33134"/>
                  <a:pt x="58651" y="36817"/>
                </a:cubicBezTo>
                <a:cubicBezTo>
                  <a:pt x="57189" y="40499"/>
                  <a:pt x="54873" y="44356"/>
                  <a:pt x="51702" y="48388"/>
                </a:cubicBezTo>
                <a:cubicBezTo>
                  <a:pt x="49602" y="51063"/>
                  <a:pt x="45813" y="54911"/>
                  <a:pt x="40336" y="59931"/>
                </a:cubicBezTo>
                <a:cubicBezTo>
                  <a:pt x="34859" y="64950"/>
                  <a:pt x="31390" y="68282"/>
                  <a:pt x="29928" y="69928"/>
                </a:cubicBezTo>
                <a:cubicBezTo>
                  <a:pt x="28466" y="71574"/>
                  <a:pt x="27282" y="73179"/>
                  <a:pt x="26376" y="74743"/>
                </a:cubicBezTo>
                <a:lnTo>
                  <a:pt x="60844" y="74743"/>
                </a:lnTo>
                <a:close/>
                <a:moveTo>
                  <a:pt x="75861" y="73507"/>
                </a:moveTo>
                <a:lnTo>
                  <a:pt x="93218" y="73507"/>
                </a:lnTo>
                <a:lnTo>
                  <a:pt x="93218" y="85964"/>
                </a:lnTo>
                <a:cubicBezTo>
                  <a:pt x="93218" y="91004"/>
                  <a:pt x="92786" y="94981"/>
                  <a:pt x="91921" y="97893"/>
                </a:cubicBezTo>
                <a:cubicBezTo>
                  <a:pt x="91056" y="100807"/>
                  <a:pt x="89419" y="103420"/>
                  <a:pt x="87010" y="105734"/>
                </a:cubicBezTo>
                <a:cubicBezTo>
                  <a:pt x="84601" y="108048"/>
                  <a:pt x="81544" y="109866"/>
                  <a:pt x="77837" y="111187"/>
                </a:cubicBezTo>
                <a:lnTo>
                  <a:pt x="74440" y="104022"/>
                </a:lnTo>
                <a:cubicBezTo>
                  <a:pt x="77940" y="102864"/>
                  <a:pt x="80432" y="101271"/>
                  <a:pt x="81914" y="99242"/>
                </a:cubicBezTo>
                <a:cubicBezTo>
                  <a:pt x="83397" y="97216"/>
                  <a:pt x="84179" y="94444"/>
                  <a:pt x="84262" y="90927"/>
                </a:cubicBezTo>
                <a:lnTo>
                  <a:pt x="75861" y="90927"/>
                </a:lnTo>
                <a:lnTo>
                  <a:pt x="75861" y="73507"/>
                </a:lnTo>
                <a:close/>
                <a:moveTo>
                  <a:pt x="166536" y="22732"/>
                </a:moveTo>
                <a:lnTo>
                  <a:pt x="149735" y="24585"/>
                </a:lnTo>
                <a:cubicBezTo>
                  <a:pt x="149323" y="21126"/>
                  <a:pt x="148252" y="18572"/>
                  <a:pt x="146523" y="16925"/>
                </a:cubicBezTo>
                <a:cubicBezTo>
                  <a:pt x="144793" y="15278"/>
                  <a:pt x="142549" y="14454"/>
                  <a:pt x="139790" y="14454"/>
                </a:cubicBezTo>
                <a:cubicBezTo>
                  <a:pt x="136125" y="14454"/>
                  <a:pt x="133026" y="16107"/>
                  <a:pt x="130493" y="19413"/>
                </a:cubicBezTo>
                <a:cubicBezTo>
                  <a:pt x="127961" y="22719"/>
                  <a:pt x="126365" y="29591"/>
                  <a:pt x="125706" y="40027"/>
                </a:cubicBezTo>
                <a:cubicBezTo>
                  <a:pt x="130030" y="34921"/>
                  <a:pt x="135404" y="32368"/>
                  <a:pt x="141828" y="32368"/>
                </a:cubicBezTo>
                <a:cubicBezTo>
                  <a:pt x="149076" y="32368"/>
                  <a:pt x="155284" y="35119"/>
                  <a:pt x="160452" y="40620"/>
                </a:cubicBezTo>
                <a:cubicBezTo>
                  <a:pt x="165620" y="46122"/>
                  <a:pt x="168204" y="53224"/>
                  <a:pt x="168204" y="61927"/>
                </a:cubicBezTo>
                <a:cubicBezTo>
                  <a:pt x="168204" y="71164"/>
                  <a:pt x="165486" y="78575"/>
                  <a:pt x="160051" y="84159"/>
                </a:cubicBezTo>
                <a:cubicBezTo>
                  <a:pt x="154615" y="89741"/>
                  <a:pt x="147635" y="92533"/>
                  <a:pt x="139110" y="92533"/>
                </a:cubicBezTo>
                <a:cubicBezTo>
                  <a:pt x="129968" y="92533"/>
                  <a:pt x="122453" y="88979"/>
                  <a:pt x="116564" y="81871"/>
                </a:cubicBezTo>
                <a:cubicBezTo>
                  <a:pt x="110675" y="74763"/>
                  <a:pt x="107731" y="63110"/>
                  <a:pt x="107731" y="46915"/>
                </a:cubicBezTo>
                <a:cubicBezTo>
                  <a:pt x="107731" y="30309"/>
                  <a:pt x="110799" y="18338"/>
                  <a:pt x="116934" y="11003"/>
                </a:cubicBezTo>
                <a:cubicBezTo>
                  <a:pt x="123070" y="3668"/>
                  <a:pt x="131039" y="0"/>
                  <a:pt x="140840" y="0"/>
                </a:cubicBezTo>
                <a:cubicBezTo>
                  <a:pt x="147717" y="0"/>
                  <a:pt x="153410" y="1941"/>
                  <a:pt x="157919" y="5824"/>
                </a:cubicBezTo>
                <a:cubicBezTo>
                  <a:pt x="162429" y="9705"/>
                  <a:pt x="165301" y="15341"/>
                  <a:pt x="166536" y="22732"/>
                </a:cubicBezTo>
                <a:moveTo>
                  <a:pt x="127188" y="60576"/>
                </a:moveTo>
                <a:cubicBezTo>
                  <a:pt x="127188" y="66165"/>
                  <a:pt x="128486" y="70479"/>
                  <a:pt x="131080" y="73519"/>
                </a:cubicBezTo>
                <a:cubicBezTo>
                  <a:pt x="133674" y="76558"/>
                  <a:pt x="136639" y="78078"/>
                  <a:pt x="139975" y="78078"/>
                </a:cubicBezTo>
                <a:cubicBezTo>
                  <a:pt x="143187" y="78078"/>
                  <a:pt x="145864" y="76834"/>
                  <a:pt x="148005" y="74345"/>
                </a:cubicBezTo>
                <a:cubicBezTo>
                  <a:pt x="150147" y="71856"/>
                  <a:pt x="151217" y="67777"/>
                  <a:pt x="151217" y="62107"/>
                </a:cubicBezTo>
                <a:cubicBezTo>
                  <a:pt x="151217" y="56272"/>
                  <a:pt x="150064" y="51998"/>
                  <a:pt x="147758" y="49285"/>
                </a:cubicBezTo>
                <a:cubicBezTo>
                  <a:pt x="145452" y="46573"/>
                  <a:pt x="142569" y="45216"/>
                  <a:pt x="139110" y="45216"/>
                </a:cubicBezTo>
                <a:cubicBezTo>
                  <a:pt x="135775" y="45216"/>
                  <a:pt x="132954" y="46511"/>
                  <a:pt x="130648" y="49102"/>
                </a:cubicBezTo>
                <a:cubicBezTo>
                  <a:pt x="128342" y="51692"/>
                  <a:pt x="127188" y="55517"/>
                  <a:pt x="127188" y="60576"/>
                </a:cubicBezTo>
                <a:close/>
                <a:moveTo>
                  <a:pt x="178341" y="67639"/>
                </a:moveTo>
                <a:lnTo>
                  <a:pt x="195637" y="65848"/>
                </a:lnTo>
                <a:cubicBezTo>
                  <a:pt x="196131" y="69760"/>
                  <a:pt x="197593" y="72859"/>
                  <a:pt x="200022" y="75144"/>
                </a:cubicBezTo>
                <a:cubicBezTo>
                  <a:pt x="202452" y="77430"/>
                  <a:pt x="205252" y="78572"/>
                  <a:pt x="208423" y="78572"/>
                </a:cubicBezTo>
                <a:cubicBezTo>
                  <a:pt x="212047" y="78572"/>
                  <a:pt x="215115" y="77098"/>
                  <a:pt x="217627" y="74148"/>
                </a:cubicBezTo>
                <a:cubicBezTo>
                  <a:pt x="220139" y="71199"/>
                  <a:pt x="221395" y="66754"/>
                  <a:pt x="221395" y="60813"/>
                </a:cubicBezTo>
                <a:cubicBezTo>
                  <a:pt x="221395" y="55244"/>
                  <a:pt x="220149" y="51066"/>
                  <a:pt x="217658" y="48282"/>
                </a:cubicBezTo>
                <a:cubicBezTo>
                  <a:pt x="215166" y="45497"/>
                  <a:pt x="211924" y="44104"/>
                  <a:pt x="207929" y="44104"/>
                </a:cubicBezTo>
                <a:cubicBezTo>
                  <a:pt x="202946" y="44104"/>
                  <a:pt x="198478" y="46328"/>
                  <a:pt x="194525" y="50776"/>
                </a:cubicBezTo>
                <a:lnTo>
                  <a:pt x="180441" y="48718"/>
                </a:lnTo>
                <a:lnTo>
                  <a:pt x="189336" y="1482"/>
                </a:lnTo>
                <a:lnTo>
                  <a:pt x="235232" y="1482"/>
                </a:lnTo>
                <a:lnTo>
                  <a:pt x="235232" y="17790"/>
                </a:lnTo>
                <a:lnTo>
                  <a:pt x="202493" y="17790"/>
                </a:lnTo>
                <a:lnTo>
                  <a:pt x="199775" y="33161"/>
                </a:lnTo>
                <a:cubicBezTo>
                  <a:pt x="203646" y="31232"/>
                  <a:pt x="207600" y="30268"/>
                  <a:pt x="211635" y="30268"/>
                </a:cubicBezTo>
                <a:cubicBezTo>
                  <a:pt x="219336" y="30268"/>
                  <a:pt x="225863" y="33074"/>
                  <a:pt x="231217" y="38686"/>
                </a:cubicBezTo>
                <a:cubicBezTo>
                  <a:pt x="236570" y="44297"/>
                  <a:pt x="239247" y="51579"/>
                  <a:pt x="239247" y="60533"/>
                </a:cubicBezTo>
                <a:cubicBezTo>
                  <a:pt x="239247" y="68003"/>
                  <a:pt x="237085" y="74667"/>
                  <a:pt x="232761" y="80526"/>
                </a:cubicBezTo>
                <a:cubicBezTo>
                  <a:pt x="226872" y="88530"/>
                  <a:pt x="218698" y="92533"/>
                  <a:pt x="208238" y="92533"/>
                </a:cubicBezTo>
                <a:cubicBezTo>
                  <a:pt x="199878" y="92533"/>
                  <a:pt x="193063" y="90283"/>
                  <a:pt x="187792" y="85784"/>
                </a:cubicBezTo>
                <a:cubicBezTo>
                  <a:pt x="182521" y="81284"/>
                  <a:pt x="179370" y="75236"/>
                  <a:pt x="178341" y="67639"/>
                </a:cubicBezTo>
                <a:close/>
                <a:moveTo>
                  <a:pt x="277798" y="0"/>
                </a:moveTo>
                <a:cubicBezTo>
                  <a:pt x="286570" y="0"/>
                  <a:pt x="293426" y="3132"/>
                  <a:pt x="298368" y="9395"/>
                </a:cubicBezTo>
                <a:cubicBezTo>
                  <a:pt x="304257" y="16813"/>
                  <a:pt x="307201" y="29113"/>
                  <a:pt x="307201" y="46297"/>
                </a:cubicBezTo>
                <a:cubicBezTo>
                  <a:pt x="307201" y="63440"/>
                  <a:pt x="304236" y="75761"/>
                  <a:pt x="298306" y="83261"/>
                </a:cubicBezTo>
                <a:cubicBezTo>
                  <a:pt x="293406" y="89442"/>
                  <a:pt x="286570" y="92533"/>
                  <a:pt x="277798" y="92533"/>
                </a:cubicBezTo>
                <a:cubicBezTo>
                  <a:pt x="268986" y="92533"/>
                  <a:pt x="261882" y="89144"/>
                  <a:pt x="256487" y="82366"/>
                </a:cubicBezTo>
                <a:cubicBezTo>
                  <a:pt x="251093" y="75586"/>
                  <a:pt x="248395" y="63502"/>
                  <a:pt x="248395" y="46112"/>
                </a:cubicBezTo>
                <a:cubicBezTo>
                  <a:pt x="248395" y="29052"/>
                  <a:pt x="251360" y="16771"/>
                  <a:pt x="257290" y="9271"/>
                </a:cubicBezTo>
                <a:cubicBezTo>
                  <a:pt x="262191" y="3090"/>
                  <a:pt x="269027" y="0"/>
                  <a:pt x="277798" y="0"/>
                </a:cubicBezTo>
                <a:moveTo>
                  <a:pt x="277798" y="14454"/>
                </a:moveTo>
                <a:cubicBezTo>
                  <a:pt x="275698" y="14454"/>
                  <a:pt x="273824" y="15123"/>
                  <a:pt x="272177" y="16460"/>
                </a:cubicBezTo>
                <a:cubicBezTo>
                  <a:pt x="270530" y="17797"/>
                  <a:pt x="269253" y="20193"/>
                  <a:pt x="268347" y="23649"/>
                </a:cubicBezTo>
                <a:cubicBezTo>
                  <a:pt x="267153" y="28133"/>
                  <a:pt x="266556" y="35683"/>
                  <a:pt x="266556" y="46297"/>
                </a:cubicBezTo>
                <a:cubicBezTo>
                  <a:pt x="266556" y="56911"/>
                  <a:pt x="267091" y="64204"/>
                  <a:pt x="268162" y="68174"/>
                </a:cubicBezTo>
                <a:cubicBezTo>
                  <a:pt x="269233" y="72144"/>
                  <a:pt x="270581" y="74787"/>
                  <a:pt x="272208" y="76104"/>
                </a:cubicBezTo>
                <a:cubicBezTo>
                  <a:pt x="273835" y="77420"/>
                  <a:pt x="275698" y="78078"/>
                  <a:pt x="277798" y="78078"/>
                </a:cubicBezTo>
                <a:cubicBezTo>
                  <a:pt x="279898" y="78078"/>
                  <a:pt x="281772" y="77410"/>
                  <a:pt x="283419" y="76073"/>
                </a:cubicBezTo>
                <a:cubicBezTo>
                  <a:pt x="285067" y="74736"/>
                  <a:pt x="286343" y="72339"/>
                  <a:pt x="287249" y="68884"/>
                </a:cubicBezTo>
                <a:cubicBezTo>
                  <a:pt x="288443" y="64440"/>
                  <a:pt x="289041" y="56911"/>
                  <a:pt x="289041" y="46297"/>
                </a:cubicBezTo>
                <a:cubicBezTo>
                  <a:pt x="289041" y="35683"/>
                  <a:pt x="288505" y="28391"/>
                  <a:pt x="287434" y="24421"/>
                </a:cubicBezTo>
                <a:cubicBezTo>
                  <a:pt x="286364" y="20451"/>
                  <a:pt x="285015" y="17797"/>
                  <a:pt x="283388" y="16460"/>
                </a:cubicBezTo>
                <a:cubicBezTo>
                  <a:pt x="281762" y="15123"/>
                  <a:pt x="279898" y="14454"/>
                  <a:pt x="277798" y="1445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9,739">
            <a:extLst xmlns:a="http://schemas.openxmlformats.org/drawingml/2006/main">
              <a:ext uri="{FF2B5EF4-FFF2-40B4-BE49-F238E27FC236}">
                <a16:creationId xmlns:a16="http://schemas.microsoft.com/office/drawing/2014/main" id="{B47BEA86-AF9A-4529-97C2-1842C96C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8994" y="1070667"/>
            <a:ext cx="306706" cy="111187"/>
          </a:xfrm>
          <a:custGeom xmlns:a="http://schemas.openxmlformats.org/drawingml/2006/main">
            <a:pathLst>
              <a:path w="306706" h="111187">
                <a:moveTo>
                  <a:pt x="1730" y="69936"/>
                </a:moveTo>
                <a:lnTo>
                  <a:pt x="18531" y="68071"/>
                </a:lnTo>
                <a:cubicBezTo>
                  <a:pt x="18943" y="71510"/>
                  <a:pt x="20014" y="74058"/>
                  <a:pt x="21743" y="75716"/>
                </a:cubicBezTo>
                <a:cubicBezTo>
                  <a:pt x="23473" y="77373"/>
                  <a:pt x="25758" y="78202"/>
                  <a:pt x="28600" y="78202"/>
                </a:cubicBezTo>
                <a:cubicBezTo>
                  <a:pt x="32183" y="78202"/>
                  <a:pt x="35230" y="76549"/>
                  <a:pt x="37742" y="73243"/>
                </a:cubicBezTo>
                <a:cubicBezTo>
                  <a:pt x="40254" y="69937"/>
                  <a:pt x="41860" y="63086"/>
                  <a:pt x="42560" y="52690"/>
                </a:cubicBezTo>
                <a:cubicBezTo>
                  <a:pt x="38195" y="57756"/>
                  <a:pt x="32739" y="60288"/>
                  <a:pt x="26191" y="60288"/>
                </a:cubicBezTo>
                <a:cubicBezTo>
                  <a:pt x="19067" y="60288"/>
                  <a:pt x="12920" y="57543"/>
                  <a:pt x="7752" y="52052"/>
                </a:cubicBezTo>
                <a:cubicBezTo>
                  <a:pt x="2584" y="46559"/>
                  <a:pt x="0" y="39411"/>
                  <a:pt x="0" y="30607"/>
                </a:cubicBezTo>
                <a:cubicBezTo>
                  <a:pt x="0" y="21433"/>
                  <a:pt x="2728" y="14039"/>
                  <a:pt x="8185" y="8424"/>
                </a:cubicBezTo>
                <a:cubicBezTo>
                  <a:pt x="13641" y="2808"/>
                  <a:pt x="20590" y="0"/>
                  <a:pt x="29032" y="0"/>
                </a:cubicBezTo>
                <a:cubicBezTo>
                  <a:pt x="38216" y="0"/>
                  <a:pt x="45752" y="3557"/>
                  <a:pt x="51640" y="10671"/>
                </a:cubicBezTo>
                <a:cubicBezTo>
                  <a:pt x="57529" y="17784"/>
                  <a:pt x="60474" y="29484"/>
                  <a:pt x="60474" y="45772"/>
                </a:cubicBezTo>
                <a:cubicBezTo>
                  <a:pt x="60474" y="62349"/>
                  <a:pt x="57406" y="74307"/>
                  <a:pt x="51270" y="81647"/>
                </a:cubicBezTo>
                <a:cubicBezTo>
                  <a:pt x="45134" y="88987"/>
                  <a:pt x="37145" y="92656"/>
                  <a:pt x="27303" y="92656"/>
                </a:cubicBezTo>
                <a:cubicBezTo>
                  <a:pt x="20220" y="92656"/>
                  <a:pt x="14496" y="90758"/>
                  <a:pt x="10130" y="86962"/>
                </a:cubicBezTo>
                <a:cubicBezTo>
                  <a:pt x="5765" y="83164"/>
                  <a:pt x="2965" y="77489"/>
                  <a:pt x="1730" y="69936"/>
                </a:cubicBezTo>
                <a:moveTo>
                  <a:pt x="41016" y="32055"/>
                </a:moveTo>
                <a:cubicBezTo>
                  <a:pt x="41016" y="26475"/>
                  <a:pt x="39729" y="22147"/>
                  <a:pt x="37155" y="19070"/>
                </a:cubicBezTo>
                <a:cubicBezTo>
                  <a:pt x="34581" y="15993"/>
                  <a:pt x="31606" y="14454"/>
                  <a:pt x="28229" y="14454"/>
                </a:cubicBezTo>
                <a:cubicBezTo>
                  <a:pt x="25017" y="14454"/>
                  <a:pt x="22351" y="15716"/>
                  <a:pt x="20230" y="18240"/>
                </a:cubicBezTo>
                <a:cubicBezTo>
                  <a:pt x="18109" y="20762"/>
                  <a:pt x="17049" y="24896"/>
                  <a:pt x="17049" y="30640"/>
                </a:cubicBezTo>
                <a:cubicBezTo>
                  <a:pt x="17049" y="36466"/>
                  <a:pt x="18202" y="40743"/>
                  <a:pt x="20508" y="43471"/>
                </a:cubicBezTo>
                <a:cubicBezTo>
                  <a:pt x="22814" y="46199"/>
                  <a:pt x="25697" y="47564"/>
                  <a:pt x="29156" y="47564"/>
                </a:cubicBezTo>
                <a:cubicBezTo>
                  <a:pt x="32491" y="47564"/>
                  <a:pt x="35302" y="46251"/>
                  <a:pt x="37588" y="43626"/>
                </a:cubicBezTo>
                <a:cubicBezTo>
                  <a:pt x="39873" y="40999"/>
                  <a:pt x="41016" y="37142"/>
                  <a:pt x="41016" y="32055"/>
                </a:cubicBezTo>
                <a:close/>
                <a:moveTo>
                  <a:pt x="74996" y="73507"/>
                </a:moveTo>
                <a:lnTo>
                  <a:pt x="92353" y="73507"/>
                </a:lnTo>
                <a:lnTo>
                  <a:pt x="92353" y="85964"/>
                </a:lnTo>
                <a:cubicBezTo>
                  <a:pt x="92353" y="91004"/>
                  <a:pt x="91921" y="94981"/>
                  <a:pt x="91056" y="97893"/>
                </a:cubicBezTo>
                <a:cubicBezTo>
                  <a:pt x="90192" y="100807"/>
                  <a:pt x="88555" y="103420"/>
                  <a:pt x="86146" y="105734"/>
                </a:cubicBezTo>
                <a:cubicBezTo>
                  <a:pt x="83736" y="108048"/>
                  <a:pt x="80679" y="109866"/>
                  <a:pt x="76973" y="111187"/>
                </a:cubicBezTo>
                <a:lnTo>
                  <a:pt x="73575" y="104022"/>
                </a:lnTo>
                <a:cubicBezTo>
                  <a:pt x="77076" y="102864"/>
                  <a:pt x="79567" y="101271"/>
                  <a:pt x="81049" y="99242"/>
                </a:cubicBezTo>
                <a:cubicBezTo>
                  <a:pt x="82532" y="97216"/>
                  <a:pt x="83314" y="94444"/>
                  <a:pt x="83397" y="90927"/>
                </a:cubicBezTo>
                <a:lnTo>
                  <a:pt x="74996" y="90927"/>
                </a:lnTo>
                <a:lnTo>
                  <a:pt x="74996" y="73507"/>
                </a:lnTo>
                <a:close/>
                <a:moveTo>
                  <a:pt x="106865" y="17666"/>
                </a:moveTo>
                <a:lnTo>
                  <a:pt x="106865" y="1482"/>
                </a:lnTo>
                <a:lnTo>
                  <a:pt x="166227" y="1482"/>
                </a:lnTo>
                <a:lnTo>
                  <a:pt x="166227" y="14084"/>
                </a:lnTo>
                <a:cubicBezTo>
                  <a:pt x="161327" y="18910"/>
                  <a:pt x="156344" y="25839"/>
                  <a:pt x="151278" y="34873"/>
                </a:cubicBezTo>
                <a:cubicBezTo>
                  <a:pt x="146213" y="43906"/>
                  <a:pt x="142353" y="53506"/>
                  <a:pt x="139696" y="63674"/>
                </a:cubicBezTo>
                <a:cubicBezTo>
                  <a:pt x="137040" y="73841"/>
                  <a:pt x="135733" y="82925"/>
                  <a:pt x="135774" y="90927"/>
                </a:cubicBezTo>
                <a:lnTo>
                  <a:pt x="119034" y="90927"/>
                </a:lnTo>
                <a:cubicBezTo>
                  <a:pt x="119322" y="78397"/>
                  <a:pt x="121906" y="65621"/>
                  <a:pt x="126786" y="52598"/>
                </a:cubicBezTo>
                <a:cubicBezTo>
                  <a:pt x="131666" y="39573"/>
                  <a:pt x="138183" y="27929"/>
                  <a:pt x="146337" y="17666"/>
                </a:cubicBezTo>
                <a:lnTo>
                  <a:pt x="106865" y="17666"/>
                </a:lnTo>
                <a:close/>
                <a:moveTo>
                  <a:pt x="176611" y="66898"/>
                </a:moveTo>
                <a:lnTo>
                  <a:pt x="193412" y="64859"/>
                </a:lnTo>
                <a:cubicBezTo>
                  <a:pt x="193948" y="69142"/>
                  <a:pt x="195389" y="72416"/>
                  <a:pt x="197736" y="74681"/>
                </a:cubicBezTo>
                <a:cubicBezTo>
                  <a:pt x="200084" y="76946"/>
                  <a:pt x="202925" y="78078"/>
                  <a:pt x="206261" y="78078"/>
                </a:cubicBezTo>
                <a:cubicBezTo>
                  <a:pt x="209843" y="78078"/>
                  <a:pt x="212860" y="76719"/>
                  <a:pt x="215310" y="74001"/>
                </a:cubicBezTo>
                <a:cubicBezTo>
                  <a:pt x="217760" y="71283"/>
                  <a:pt x="218985" y="67618"/>
                  <a:pt x="218985" y="63006"/>
                </a:cubicBezTo>
                <a:cubicBezTo>
                  <a:pt x="218985" y="58641"/>
                  <a:pt x="217812" y="55182"/>
                  <a:pt x="215464" y="52629"/>
                </a:cubicBezTo>
                <a:cubicBezTo>
                  <a:pt x="213117" y="50076"/>
                  <a:pt x="210255" y="48799"/>
                  <a:pt x="206878" y="48799"/>
                </a:cubicBezTo>
                <a:cubicBezTo>
                  <a:pt x="204655" y="48799"/>
                  <a:pt x="201998" y="49231"/>
                  <a:pt x="198910" y="50096"/>
                </a:cubicBezTo>
                <a:lnTo>
                  <a:pt x="200825" y="36074"/>
                </a:lnTo>
                <a:cubicBezTo>
                  <a:pt x="205519" y="36198"/>
                  <a:pt x="209102" y="35182"/>
                  <a:pt x="211573" y="33026"/>
                </a:cubicBezTo>
                <a:cubicBezTo>
                  <a:pt x="214044" y="30869"/>
                  <a:pt x="215279" y="28005"/>
                  <a:pt x="215279" y="24432"/>
                </a:cubicBezTo>
                <a:cubicBezTo>
                  <a:pt x="215279" y="21394"/>
                  <a:pt x="214373" y="18971"/>
                  <a:pt x="212561" y="17165"/>
                </a:cubicBezTo>
                <a:cubicBezTo>
                  <a:pt x="210749" y="15358"/>
                  <a:pt x="208340" y="14454"/>
                  <a:pt x="205334" y="14454"/>
                </a:cubicBezTo>
                <a:cubicBezTo>
                  <a:pt x="202369" y="14454"/>
                  <a:pt x="199836" y="15484"/>
                  <a:pt x="197736" y="17543"/>
                </a:cubicBezTo>
                <a:cubicBezTo>
                  <a:pt x="195636" y="19602"/>
                  <a:pt x="194359" y="22608"/>
                  <a:pt x="193906" y="26561"/>
                </a:cubicBezTo>
                <a:lnTo>
                  <a:pt x="177908" y="23844"/>
                </a:lnTo>
                <a:cubicBezTo>
                  <a:pt x="179020" y="18324"/>
                  <a:pt x="180698" y="13915"/>
                  <a:pt x="182942" y="10615"/>
                </a:cubicBezTo>
                <a:cubicBezTo>
                  <a:pt x="185187" y="7315"/>
                  <a:pt x="188316" y="4722"/>
                  <a:pt x="192331" y="2834"/>
                </a:cubicBezTo>
                <a:cubicBezTo>
                  <a:pt x="196346" y="945"/>
                  <a:pt x="200845" y="0"/>
                  <a:pt x="205828" y="0"/>
                </a:cubicBezTo>
                <a:cubicBezTo>
                  <a:pt x="214353" y="0"/>
                  <a:pt x="221189" y="2722"/>
                  <a:pt x="226336" y="8165"/>
                </a:cubicBezTo>
                <a:cubicBezTo>
                  <a:pt x="230578" y="12621"/>
                  <a:pt x="232699" y="17652"/>
                  <a:pt x="232699" y="23261"/>
                </a:cubicBezTo>
                <a:cubicBezTo>
                  <a:pt x="232699" y="31220"/>
                  <a:pt x="228354" y="37571"/>
                  <a:pt x="219665" y="42315"/>
                </a:cubicBezTo>
                <a:cubicBezTo>
                  <a:pt x="224854" y="43427"/>
                  <a:pt x="229003" y="45918"/>
                  <a:pt x="232112" y="49789"/>
                </a:cubicBezTo>
                <a:cubicBezTo>
                  <a:pt x="235221" y="53660"/>
                  <a:pt x="236775" y="58334"/>
                  <a:pt x="236775" y="63811"/>
                </a:cubicBezTo>
                <a:cubicBezTo>
                  <a:pt x="236775" y="71758"/>
                  <a:pt x="233872" y="78531"/>
                  <a:pt x="228066" y="84132"/>
                </a:cubicBezTo>
                <a:cubicBezTo>
                  <a:pt x="222259" y="89732"/>
                  <a:pt x="215032" y="92533"/>
                  <a:pt x="206384" y="92533"/>
                </a:cubicBezTo>
                <a:cubicBezTo>
                  <a:pt x="198189" y="92533"/>
                  <a:pt x="191394" y="90169"/>
                  <a:pt x="186000" y="85443"/>
                </a:cubicBezTo>
                <a:cubicBezTo>
                  <a:pt x="180605" y="80716"/>
                  <a:pt x="177475" y="74534"/>
                  <a:pt x="176611" y="66898"/>
                </a:cubicBezTo>
                <a:close/>
                <a:moveTo>
                  <a:pt x="247962" y="69936"/>
                </a:moveTo>
                <a:lnTo>
                  <a:pt x="264764" y="68071"/>
                </a:lnTo>
                <a:cubicBezTo>
                  <a:pt x="265176" y="71510"/>
                  <a:pt x="266246" y="74058"/>
                  <a:pt x="267976" y="75716"/>
                </a:cubicBezTo>
                <a:cubicBezTo>
                  <a:pt x="269705" y="77373"/>
                  <a:pt x="271991" y="78202"/>
                  <a:pt x="274832" y="78202"/>
                </a:cubicBezTo>
                <a:cubicBezTo>
                  <a:pt x="278415" y="78202"/>
                  <a:pt x="281462" y="76549"/>
                  <a:pt x="283974" y="73243"/>
                </a:cubicBezTo>
                <a:cubicBezTo>
                  <a:pt x="286486" y="69937"/>
                  <a:pt x="288092" y="63086"/>
                  <a:pt x="288793" y="52690"/>
                </a:cubicBezTo>
                <a:cubicBezTo>
                  <a:pt x="284427" y="57756"/>
                  <a:pt x="278971" y="60288"/>
                  <a:pt x="272423" y="60288"/>
                </a:cubicBezTo>
                <a:cubicBezTo>
                  <a:pt x="265299" y="60288"/>
                  <a:pt x="259153" y="57543"/>
                  <a:pt x="253985" y="52052"/>
                </a:cubicBezTo>
                <a:cubicBezTo>
                  <a:pt x="248817" y="46559"/>
                  <a:pt x="246232" y="39411"/>
                  <a:pt x="246232" y="30607"/>
                </a:cubicBezTo>
                <a:cubicBezTo>
                  <a:pt x="246232" y="21433"/>
                  <a:pt x="248961" y="14039"/>
                  <a:pt x="254417" y="8424"/>
                </a:cubicBezTo>
                <a:cubicBezTo>
                  <a:pt x="259874" y="2808"/>
                  <a:pt x="266823" y="0"/>
                  <a:pt x="275265" y="0"/>
                </a:cubicBezTo>
                <a:cubicBezTo>
                  <a:pt x="284448" y="0"/>
                  <a:pt x="291984" y="3557"/>
                  <a:pt x="297873" y="10671"/>
                </a:cubicBezTo>
                <a:cubicBezTo>
                  <a:pt x="303762" y="17784"/>
                  <a:pt x="306706" y="29484"/>
                  <a:pt x="306706" y="45772"/>
                </a:cubicBezTo>
                <a:cubicBezTo>
                  <a:pt x="306706" y="62349"/>
                  <a:pt x="303638" y="74307"/>
                  <a:pt x="297502" y="81647"/>
                </a:cubicBezTo>
                <a:cubicBezTo>
                  <a:pt x="291366" y="88987"/>
                  <a:pt x="283377" y="92656"/>
                  <a:pt x="273535" y="92656"/>
                </a:cubicBezTo>
                <a:cubicBezTo>
                  <a:pt x="266452" y="92656"/>
                  <a:pt x="260728" y="90758"/>
                  <a:pt x="256363" y="86962"/>
                </a:cubicBezTo>
                <a:cubicBezTo>
                  <a:pt x="251998" y="83164"/>
                  <a:pt x="249197" y="77489"/>
                  <a:pt x="247962" y="69936"/>
                </a:cubicBezTo>
                <a:moveTo>
                  <a:pt x="287248" y="32055"/>
                </a:moveTo>
                <a:cubicBezTo>
                  <a:pt x="287248" y="26475"/>
                  <a:pt x="285961" y="22147"/>
                  <a:pt x="283388" y="19070"/>
                </a:cubicBezTo>
                <a:cubicBezTo>
                  <a:pt x="280814" y="15993"/>
                  <a:pt x="277839" y="14454"/>
                  <a:pt x="274462" y="14454"/>
                </a:cubicBezTo>
                <a:cubicBezTo>
                  <a:pt x="271250" y="14454"/>
                  <a:pt x="268583" y="15716"/>
                  <a:pt x="266462" y="18240"/>
                </a:cubicBezTo>
                <a:cubicBezTo>
                  <a:pt x="264342" y="20762"/>
                  <a:pt x="263281" y="24896"/>
                  <a:pt x="263281" y="30640"/>
                </a:cubicBezTo>
                <a:cubicBezTo>
                  <a:pt x="263281" y="36466"/>
                  <a:pt x="264434" y="40743"/>
                  <a:pt x="266740" y="43471"/>
                </a:cubicBezTo>
                <a:cubicBezTo>
                  <a:pt x="269047" y="46199"/>
                  <a:pt x="271929" y="47564"/>
                  <a:pt x="275388" y="47564"/>
                </a:cubicBezTo>
                <a:cubicBezTo>
                  <a:pt x="278724" y="47564"/>
                  <a:pt x="281534" y="46251"/>
                  <a:pt x="283820" y="43626"/>
                </a:cubicBezTo>
                <a:cubicBezTo>
                  <a:pt x="286106" y="40999"/>
                  <a:pt x="287248" y="37142"/>
                  <a:pt x="287248" y="3205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D9AB8-7FD7-4229-B13D-E83E9D27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820" y="839038"/>
            <a:ext cx="10" cy="195060"/>
          </a:xfrm>
          <a:custGeom xmlns:a="http://schemas.openxmlformats.org/drawingml/2006/main">
            <a:pathLst>
              <a:path w="1" h="195060" fill="none">
                <a:moveTo>
                  <a:pt x="0" y="1950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72" cap="flat">
            <a:solidFill>
              <a:srgbClr val="E03440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4F783-65D2-4D56-8009-A096581A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0452" y="839038"/>
            <a:ext cx="10" cy="195060"/>
          </a:xfrm>
          <a:custGeom xmlns:a="http://schemas.openxmlformats.org/drawingml/2006/main">
            <a:pathLst>
              <a:path w="1" h="195060" fill="none">
                <a:moveTo>
                  <a:pt x="0" y="1950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72" cap="flat">
            <a:solidFill>
              <a:srgbClr val="09C479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0C441-CD74-422A-B109-3B7FE4C4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845" y="1200205"/>
            <a:ext cx="10" cy="194042"/>
          </a:xfrm>
          <a:custGeom xmlns:a="http://schemas.openxmlformats.org/drawingml/2006/main">
            <a:pathLst>
              <a:path w="1" h="194042" fill="none">
                <a:moveTo>
                  <a:pt x="0" y="1940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72" cap="flat">
            <a:solidFill>
              <a:srgbClr val="A1A1A1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1801C-4326-4B1C-9838-0C2F784A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666" y="1193280"/>
            <a:ext cx="10" cy="200967"/>
          </a:xfrm>
          <a:custGeom xmlns:a="http://schemas.openxmlformats.org/drawingml/2006/main">
            <a:pathLst>
              <a:path w="1" h="200967" fill="none">
                <a:moveTo>
                  <a:pt x="0" y="200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72" cap="flat">
            <a:solidFill>
              <a:srgbClr val="4BB48A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6D032-F793-4B90-B171-64DDED2E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3613" y="796676"/>
            <a:ext cx="308129" cy="245145"/>
          </a:xfrm>
          <a:custGeom xmlns:a="http://schemas.openxmlformats.org/drawingml/2006/main">
            <a:pathLst>
              <a:path w="308129" h="245145" fill="none">
                <a:moveTo>
                  <a:pt x="0" y="245145"/>
                </a:moveTo>
                <a:lnTo>
                  <a:pt x="308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72" cap="flat">
            <a:solidFill>
              <a:srgbClr val="7BA896"/>
            </a:solidFill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245D9-9089-4F6B-99B4-2DC4985F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389" y="796676"/>
            <a:ext cx="357467" cy="245145"/>
          </a:xfrm>
          <a:custGeom xmlns:a="http://schemas.openxmlformats.org/drawingml/2006/main">
            <a:pathLst>
              <a:path w="357467" h="245145" fill="none">
                <a:moveTo>
                  <a:pt x="357467" y="2451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72" cap="flat">
            <a:solidFill>
              <a:srgbClr val="AD7175"/>
            </a:solidFill>
            <a:round/>
          </a:ln>
        </p:spPr>
      </p:sp>
      <p:sp>
        <p:nvSpPr>
          <p:cNvPr id="172" name="Text ClaimsbyIntegrity">
            <a:extLst xmlns:a="http://schemas.openxmlformats.org/drawingml/2006/main">
              <a:ext uri="{FF2B5EF4-FFF2-40B4-BE49-F238E27FC236}">
                <a16:creationId xmlns:a16="http://schemas.microsoft.com/office/drawing/2014/main" id="{5678E36E-2D33-45D4-8875-2C57F995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749" y="250078"/>
            <a:ext cx="1928708" cy="175390"/>
          </a:xfrm>
          <a:custGeom xmlns:a="http://schemas.openxmlformats.org/drawingml/2006/main">
            <a:pathLst>
              <a:path w="1928708" h="175390">
                <a:moveTo>
                  <a:pt x="93802" y="81314"/>
                </a:moveTo>
                <a:lnTo>
                  <a:pt x="129992" y="92290"/>
                </a:lnTo>
                <a:cubicBezTo>
                  <a:pt x="127562" y="102450"/>
                  <a:pt x="123733" y="110938"/>
                  <a:pt x="118506" y="117754"/>
                </a:cubicBezTo>
                <a:cubicBezTo>
                  <a:pt x="113280" y="124569"/>
                  <a:pt x="106793" y="129709"/>
                  <a:pt x="99044" y="133177"/>
                </a:cubicBezTo>
                <a:cubicBezTo>
                  <a:pt x="91296" y="136645"/>
                  <a:pt x="81435" y="138379"/>
                  <a:pt x="69463" y="138379"/>
                </a:cubicBezTo>
                <a:cubicBezTo>
                  <a:pt x="54938" y="138379"/>
                  <a:pt x="43073" y="136266"/>
                  <a:pt x="33865" y="132041"/>
                </a:cubicBezTo>
                <a:cubicBezTo>
                  <a:pt x="24658" y="127813"/>
                  <a:pt x="16712" y="120379"/>
                  <a:pt x="10027" y="109738"/>
                </a:cubicBezTo>
                <a:cubicBezTo>
                  <a:pt x="3342" y="99095"/>
                  <a:pt x="0" y="85473"/>
                  <a:pt x="0" y="68870"/>
                </a:cubicBezTo>
                <a:cubicBezTo>
                  <a:pt x="0" y="46734"/>
                  <a:pt x="5880" y="29722"/>
                  <a:pt x="17639" y="17833"/>
                </a:cubicBezTo>
                <a:cubicBezTo>
                  <a:pt x="29399" y="5944"/>
                  <a:pt x="46035" y="0"/>
                  <a:pt x="67549" y="0"/>
                </a:cubicBezTo>
                <a:cubicBezTo>
                  <a:pt x="84383" y="0"/>
                  <a:pt x="97616" y="3402"/>
                  <a:pt x="107248" y="10207"/>
                </a:cubicBezTo>
                <a:cubicBezTo>
                  <a:pt x="116881" y="17012"/>
                  <a:pt x="124037" y="27462"/>
                  <a:pt x="128716" y="41557"/>
                </a:cubicBezTo>
                <a:lnTo>
                  <a:pt x="92253" y="49590"/>
                </a:lnTo>
                <a:cubicBezTo>
                  <a:pt x="90976" y="45559"/>
                  <a:pt x="89640" y="42609"/>
                  <a:pt x="88242" y="40742"/>
                </a:cubicBezTo>
                <a:cubicBezTo>
                  <a:pt x="85932" y="37614"/>
                  <a:pt x="83106" y="35208"/>
                  <a:pt x="79764" y="33524"/>
                </a:cubicBezTo>
                <a:cubicBezTo>
                  <a:pt x="76421" y="31837"/>
                  <a:pt x="72684" y="30994"/>
                  <a:pt x="68551" y="30994"/>
                </a:cubicBezTo>
                <a:cubicBezTo>
                  <a:pt x="59192" y="30994"/>
                  <a:pt x="52021" y="34762"/>
                  <a:pt x="47038" y="42298"/>
                </a:cubicBezTo>
                <a:cubicBezTo>
                  <a:pt x="43270" y="47889"/>
                  <a:pt x="41386" y="56670"/>
                  <a:pt x="41386" y="68643"/>
                </a:cubicBezTo>
                <a:cubicBezTo>
                  <a:pt x="41386" y="83471"/>
                  <a:pt x="43635" y="93635"/>
                  <a:pt x="48132" y="99135"/>
                </a:cubicBezTo>
                <a:cubicBezTo>
                  <a:pt x="52629" y="104635"/>
                  <a:pt x="58949" y="107385"/>
                  <a:pt x="67093" y="107385"/>
                </a:cubicBezTo>
                <a:cubicBezTo>
                  <a:pt x="74993" y="107385"/>
                  <a:pt x="80964" y="105159"/>
                  <a:pt x="85006" y="100708"/>
                </a:cubicBezTo>
                <a:cubicBezTo>
                  <a:pt x="89047" y="96256"/>
                  <a:pt x="91979" y="89791"/>
                  <a:pt x="93802" y="81314"/>
                </a:cubicBezTo>
                <a:close/>
                <a:moveTo>
                  <a:pt x="148857" y="2370"/>
                </a:moveTo>
                <a:lnTo>
                  <a:pt x="186050" y="2370"/>
                </a:lnTo>
                <a:lnTo>
                  <a:pt x="186050" y="136009"/>
                </a:lnTo>
                <a:lnTo>
                  <a:pt x="148857" y="136009"/>
                </a:lnTo>
                <a:lnTo>
                  <a:pt x="148857" y="2370"/>
                </a:lnTo>
                <a:close/>
                <a:moveTo>
                  <a:pt x="243587" y="70557"/>
                </a:moveTo>
                <a:lnTo>
                  <a:pt x="208127" y="66728"/>
                </a:lnTo>
                <a:cubicBezTo>
                  <a:pt x="209464" y="60548"/>
                  <a:pt x="211393" y="55687"/>
                  <a:pt x="213915" y="52143"/>
                </a:cubicBezTo>
                <a:cubicBezTo>
                  <a:pt x="216437" y="48597"/>
                  <a:pt x="220068" y="45522"/>
                  <a:pt x="224809" y="42919"/>
                </a:cubicBezTo>
                <a:cubicBezTo>
                  <a:pt x="228212" y="41040"/>
                  <a:pt x="232891" y="39587"/>
                  <a:pt x="238847" y="38557"/>
                </a:cubicBezTo>
                <a:cubicBezTo>
                  <a:pt x="244803" y="37526"/>
                  <a:pt x="251245" y="37010"/>
                  <a:pt x="258173" y="37010"/>
                </a:cubicBezTo>
                <a:cubicBezTo>
                  <a:pt x="269294" y="37010"/>
                  <a:pt x="278228" y="37633"/>
                  <a:pt x="284973" y="38879"/>
                </a:cubicBezTo>
                <a:cubicBezTo>
                  <a:pt x="291719" y="40125"/>
                  <a:pt x="297341" y="42723"/>
                  <a:pt x="301838" y="46673"/>
                </a:cubicBezTo>
                <a:cubicBezTo>
                  <a:pt x="304998" y="49408"/>
                  <a:pt x="307490" y="53282"/>
                  <a:pt x="309313" y="58296"/>
                </a:cubicBezTo>
                <a:cubicBezTo>
                  <a:pt x="311136" y="63310"/>
                  <a:pt x="312048" y="68096"/>
                  <a:pt x="312048" y="72654"/>
                </a:cubicBezTo>
                <a:lnTo>
                  <a:pt x="312048" y="115407"/>
                </a:lnTo>
                <a:cubicBezTo>
                  <a:pt x="312048" y="119965"/>
                  <a:pt x="312336" y="123535"/>
                  <a:pt x="312914" y="126118"/>
                </a:cubicBezTo>
                <a:cubicBezTo>
                  <a:pt x="313491" y="128701"/>
                  <a:pt x="314752" y="131998"/>
                  <a:pt x="316697" y="136009"/>
                </a:cubicBezTo>
                <a:lnTo>
                  <a:pt x="281874" y="136009"/>
                </a:lnTo>
                <a:cubicBezTo>
                  <a:pt x="280476" y="133517"/>
                  <a:pt x="279565" y="131618"/>
                  <a:pt x="279139" y="130312"/>
                </a:cubicBezTo>
                <a:cubicBezTo>
                  <a:pt x="278714" y="129005"/>
                  <a:pt x="278289" y="126954"/>
                  <a:pt x="277863" y="124158"/>
                </a:cubicBezTo>
                <a:cubicBezTo>
                  <a:pt x="273001" y="128838"/>
                  <a:pt x="268170" y="132180"/>
                  <a:pt x="263369" y="134186"/>
                </a:cubicBezTo>
                <a:cubicBezTo>
                  <a:pt x="256805" y="136860"/>
                  <a:pt x="249178" y="138197"/>
                  <a:pt x="240488" y="138197"/>
                </a:cubicBezTo>
                <a:cubicBezTo>
                  <a:pt x="228941" y="138197"/>
                  <a:pt x="220175" y="135519"/>
                  <a:pt x="214189" y="130163"/>
                </a:cubicBezTo>
                <a:cubicBezTo>
                  <a:pt x="208203" y="124808"/>
                  <a:pt x="205210" y="118205"/>
                  <a:pt x="205210" y="110356"/>
                </a:cubicBezTo>
                <a:cubicBezTo>
                  <a:pt x="205210" y="102991"/>
                  <a:pt x="207367" y="96936"/>
                  <a:pt x="211682" y="92190"/>
                </a:cubicBezTo>
                <a:cubicBezTo>
                  <a:pt x="215997" y="87444"/>
                  <a:pt x="223958" y="83915"/>
                  <a:pt x="235565" y="81601"/>
                </a:cubicBezTo>
                <a:cubicBezTo>
                  <a:pt x="249482" y="78802"/>
                  <a:pt x="258507" y="76839"/>
                  <a:pt x="262640" y="75713"/>
                </a:cubicBezTo>
                <a:cubicBezTo>
                  <a:pt x="266772" y="74587"/>
                  <a:pt x="271148" y="73111"/>
                  <a:pt x="275766" y="71286"/>
                </a:cubicBezTo>
                <a:cubicBezTo>
                  <a:pt x="275766" y="66762"/>
                  <a:pt x="274824" y="63596"/>
                  <a:pt x="272941" y="61786"/>
                </a:cubicBezTo>
                <a:cubicBezTo>
                  <a:pt x="271057" y="59976"/>
                  <a:pt x="267744" y="59071"/>
                  <a:pt x="263004" y="59071"/>
                </a:cubicBezTo>
                <a:cubicBezTo>
                  <a:pt x="256927" y="59071"/>
                  <a:pt x="252369" y="60043"/>
                  <a:pt x="249330" y="61988"/>
                </a:cubicBezTo>
                <a:cubicBezTo>
                  <a:pt x="246960" y="63507"/>
                  <a:pt x="245046" y="66364"/>
                  <a:pt x="243587" y="70557"/>
                </a:cubicBezTo>
                <a:moveTo>
                  <a:pt x="275766" y="90065"/>
                </a:moveTo>
                <a:cubicBezTo>
                  <a:pt x="270662" y="91888"/>
                  <a:pt x="265344" y="93499"/>
                  <a:pt x="259814" y="94896"/>
                </a:cubicBezTo>
                <a:cubicBezTo>
                  <a:pt x="252278" y="96902"/>
                  <a:pt x="247507" y="98877"/>
                  <a:pt x="245502" y="100822"/>
                </a:cubicBezTo>
                <a:cubicBezTo>
                  <a:pt x="243435" y="102827"/>
                  <a:pt x="242402" y="105106"/>
                  <a:pt x="242402" y="107659"/>
                </a:cubicBezTo>
                <a:cubicBezTo>
                  <a:pt x="242402" y="110576"/>
                  <a:pt x="243420" y="112961"/>
                  <a:pt x="245456" y="114815"/>
                </a:cubicBezTo>
                <a:cubicBezTo>
                  <a:pt x="247492" y="116668"/>
                  <a:pt x="250485" y="117595"/>
                  <a:pt x="254435" y="117595"/>
                </a:cubicBezTo>
                <a:cubicBezTo>
                  <a:pt x="258568" y="117595"/>
                  <a:pt x="262412" y="116592"/>
                  <a:pt x="265967" y="114587"/>
                </a:cubicBezTo>
                <a:cubicBezTo>
                  <a:pt x="269522" y="112581"/>
                  <a:pt x="272044" y="110135"/>
                  <a:pt x="273533" y="107248"/>
                </a:cubicBezTo>
                <a:cubicBezTo>
                  <a:pt x="275022" y="104362"/>
                  <a:pt x="275766" y="100609"/>
                  <a:pt x="275766" y="95990"/>
                </a:cubicBezTo>
                <a:lnTo>
                  <a:pt x="275766" y="90065"/>
                </a:lnTo>
                <a:close/>
                <a:moveTo>
                  <a:pt x="335641" y="2370"/>
                </a:moveTo>
                <a:lnTo>
                  <a:pt x="372743" y="2370"/>
                </a:lnTo>
                <a:lnTo>
                  <a:pt x="372743" y="27530"/>
                </a:lnTo>
                <a:lnTo>
                  <a:pt x="335641" y="27530"/>
                </a:lnTo>
                <a:lnTo>
                  <a:pt x="335641" y="2370"/>
                </a:lnTo>
                <a:moveTo>
                  <a:pt x="335641" y="39198"/>
                </a:moveTo>
                <a:lnTo>
                  <a:pt x="372743" y="39198"/>
                </a:lnTo>
                <a:lnTo>
                  <a:pt x="372743" y="136009"/>
                </a:lnTo>
                <a:lnTo>
                  <a:pt x="335641" y="136009"/>
                </a:lnTo>
                <a:lnTo>
                  <a:pt x="335641" y="39198"/>
                </a:lnTo>
                <a:close/>
                <a:moveTo>
                  <a:pt x="396734" y="39198"/>
                </a:moveTo>
                <a:lnTo>
                  <a:pt x="431375" y="39198"/>
                </a:lnTo>
                <a:lnTo>
                  <a:pt x="431375" y="53379"/>
                </a:lnTo>
                <a:cubicBezTo>
                  <a:pt x="436358" y="47465"/>
                  <a:pt x="441387" y="43259"/>
                  <a:pt x="446461" y="40759"/>
                </a:cubicBezTo>
                <a:cubicBezTo>
                  <a:pt x="451536" y="38260"/>
                  <a:pt x="457659" y="37010"/>
                  <a:pt x="464830" y="37010"/>
                </a:cubicBezTo>
                <a:cubicBezTo>
                  <a:pt x="472548" y="37010"/>
                  <a:pt x="478656" y="38383"/>
                  <a:pt x="483153" y="41127"/>
                </a:cubicBezTo>
                <a:cubicBezTo>
                  <a:pt x="487650" y="43869"/>
                  <a:pt x="491327" y="47953"/>
                  <a:pt x="494183" y="53379"/>
                </a:cubicBezTo>
                <a:cubicBezTo>
                  <a:pt x="500017" y="47040"/>
                  <a:pt x="505335" y="42727"/>
                  <a:pt x="510136" y="40440"/>
                </a:cubicBezTo>
                <a:cubicBezTo>
                  <a:pt x="514937" y="38154"/>
                  <a:pt x="520862" y="37010"/>
                  <a:pt x="527912" y="37010"/>
                </a:cubicBezTo>
                <a:cubicBezTo>
                  <a:pt x="538304" y="37010"/>
                  <a:pt x="546417" y="40095"/>
                  <a:pt x="552251" y="46263"/>
                </a:cubicBezTo>
                <a:cubicBezTo>
                  <a:pt x="558085" y="52432"/>
                  <a:pt x="561002" y="62079"/>
                  <a:pt x="561002" y="75206"/>
                </a:cubicBezTo>
                <a:lnTo>
                  <a:pt x="561002" y="136009"/>
                </a:lnTo>
                <a:lnTo>
                  <a:pt x="523810" y="136009"/>
                </a:lnTo>
                <a:lnTo>
                  <a:pt x="523810" y="80787"/>
                </a:lnTo>
                <a:cubicBezTo>
                  <a:pt x="523810" y="76405"/>
                  <a:pt x="522959" y="73149"/>
                  <a:pt x="521257" y="71018"/>
                </a:cubicBezTo>
                <a:cubicBezTo>
                  <a:pt x="518766" y="67672"/>
                  <a:pt x="515666" y="65999"/>
                  <a:pt x="511959" y="65999"/>
                </a:cubicBezTo>
                <a:cubicBezTo>
                  <a:pt x="507583" y="65999"/>
                  <a:pt x="504059" y="67581"/>
                  <a:pt x="501385" y="70745"/>
                </a:cubicBezTo>
                <a:cubicBezTo>
                  <a:pt x="498711" y="73909"/>
                  <a:pt x="497374" y="78990"/>
                  <a:pt x="497374" y="85988"/>
                </a:cubicBezTo>
                <a:lnTo>
                  <a:pt x="497374" y="136009"/>
                </a:lnTo>
                <a:lnTo>
                  <a:pt x="460181" y="136009"/>
                </a:lnTo>
                <a:lnTo>
                  <a:pt x="460181" y="82749"/>
                </a:lnTo>
                <a:cubicBezTo>
                  <a:pt x="460181" y="78501"/>
                  <a:pt x="459938" y="75618"/>
                  <a:pt x="459452" y="74101"/>
                </a:cubicBezTo>
                <a:cubicBezTo>
                  <a:pt x="458662" y="71674"/>
                  <a:pt x="457294" y="69717"/>
                  <a:pt x="455349" y="68230"/>
                </a:cubicBezTo>
                <a:cubicBezTo>
                  <a:pt x="453405" y="66742"/>
                  <a:pt x="451126" y="65999"/>
                  <a:pt x="448512" y="65999"/>
                </a:cubicBezTo>
                <a:cubicBezTo>
                  <a:pt x="444258" y="65999"/>
                  <a:pt x="440764" y="67608"/>
                  <a:pt x="438029" y="70825"/>
                </a:cubicBezTo>
                <a:cubicBezTo>
                  <a:pt x="435294" y="74042"/>
                  <a:pt x="433927" y="79322"/>
                  <a:pt x="433927" y="86666"/>
                </a:cubicBezTo>
                <a:lnTo>
                  <a:pt x="433927" y="136009"/>
                </a:lnTo>
                <a:lnTo>
                  <a:pt x="396734" y="136009"/>
                </a:lnTo>
                <a:lnTo>
                  <a:pt x="396734" y="39198"/>
                </a:lnTo>
                <a:close/>
                <a:moveTo>
                  <a:pt x="576590" y="109026"/>
                </a:moveTo>
                <a:lnTo>
                  <a:pt x="613419" y="105562"/>
                </a:lnTo>
                <a:cubicBezTo>
                  <a:pt x="614938" y="109938"/>
                  <a:pt x="617065" y="113067"/>
                  <a:pt x="619800" y="114951"/>
                </a:cubicBezTo>
                <a:cubicBezTo>
                  <a:pt x="622534" y="116835"/>
                  <a:pt x="626181" y="117777"/>
                  <a:pt x="630739" y="117777"/>
                </a:cubicBezTo>
                <a:cubicBezTo>
                  <a:pt x="635722" y="117777"/>
                  <a:pt x="639581" y="116718"/>
                  <a:pt x="642316" y="114601"/>
                </a:cubicBezTo>
                <a:cubicBezTo>
                  <a:pt x="644443" y="113028"/>
                  <a:pt x="645506" y="111062"/>
                  <a:pt x="645506" y="108701"/>
                </a:cubicBezTo>
                <a:cubicBezTo>
                  <a:pt x="645506" y="106039"/>
                  <a:pt x="644109" y="103982"/>
                  <a:pt x="641313" y="102531"/>
                </a:cubicBezTo>
                <a:cubicBezTo>
                  <a:pt x="639308" y="101502"/>
                  <a:pt x="633990" y="100231"/>
                  <a:pt x="625360" y="98719"/>
                </a:cubicBezTo>
                <a:cubicBezTo>
                  <a:pt x="612477" y="96480"/>
                  <a:pt x="603528" y="94405"/>
                  <a:pt x="598514" y="92495"/>
                </a:cubicBezTo>
                <a:cubicBezTo>
                  <a:pt x="593500" y="90582"/>
                  <a:pt x="589277" y="87351"/>
                  <a:pt x="585843" y="82801"/>
                </a:cubicBezTo>
                <a:cubicBezTo>
                  <a:pt x="582409" y="78248"/>
                  <a:pt x="580693" y="73059"/>
                  <a:pt x="580693" y="67232"/>
                </a:cubicBezTo>
                <a:cubicBezTo>
                  <a:pt x="580693" y="60861"/>
                  <a:pt x="582546" y="55369"/>
                  <a:pt x="586253" y="50758"/>
                </a:cubicBezTo>
                <a:cubicBezTo>
                  <a:pt x="589960" y="46145"/>
                  <a:pt x="595065" y="42701"/>
                  <a:pt x="601568" y="40426"/>
                </a:cubicBezTo>
                <a:cubicBezTo>
                  <a:pt x="608071" y="38149"/>
                  <a:pt x="616791" y="37010"/>
                  <a:pt x="627731" y="37010"/>
                </a:cubicBezTo>
                <a:cubicBezTo>
                  <a:pt x="639277" y="37010"/>
                  <a:pt x="647801" y="37892"/>
                  <a:pt x="653301" y="39654"/>
                </a:cubicBezTo>
                <a:cubicBezTo>
                  <a:pt x="658800" y="41416"/>
                  <a:pt x="663389" y="44151"/>
                  <a:pt x="667066" y="47858"/>
                </a:cubicBezTo>
                <a:cubicBezTo>
                  <a:pt x="670742" y="51565"/>
                  <a:pt x="673796" y="56579"/>
                  <a:pt x="676227" y="62900"/>
                </a:cubicBezTo>
                <a:lnTo>
                  <a:pt x="641040" y="66364"/>
                </a:lnTo>
                <a:cubicBezTo>
                  <a:pt x="640128" y="63293"/>
                  <a:pt x="638609" y="61035"/>
                  <a:pt x="636482" y="59589"/>
                </a:cubicBezTo>
                <a:cubicBezTo>
                  <a:pt x="633565" y="57664"/>
                  <a:pt x="630040" y="56701"/>
                  <a:pt x="625907" y="56701"/>
                </a:cubicBezTo>
                <a:cubicBezTo>
                  <a:pt x="621714" y="56701"/>
                  <a:pt x="618660" y="57442"/>
                  <a:pt x="616746" y="58926"/>
                </a:cubicBezTo>
                <a:cubicBezTo>
                  <a:pt x="614832" y="60407"/>
                  <a:pt x="613874" y="62206"/>
                  <a:pt x="613874" y="64324"/>
                </a:cubicBezTo>
                <a:cubicBezTo>
                  <a:pt x="613874" y="66685"/>
                  <a:pt x="615090" y="68470"/>
                  <a:pt x="617521" y="69680"/>
                </a:cubicBezTo>
                <a:cubicBezTo>
                  <a:pt x="619952" y="70889"/>
                  <a:pt x="625239" y="71978"/>
                  <a:pt x="633382" y="72947"/>
                </a:cubicBezTo>
                <a:cubicBezTo>
                  <a:pt x="645719" y="74337"/>
                  <a:pt x="654896" y="76276"/>
                  <a:pt x="660912" y="78764"/>
                </a:cubicBezTo>
                <a:cubicBezTo>
                  <a:pt x="666929" y="81252"/>
                  <a:pt x="671532" y="84801"/>
                  <a:pt x="674723" y="89413"/>
                </a:cubicBezTo>
                <a:cubicBezTo>
                  <a:pt x="677913" y="94024"/>
                  <a:pt x="679509" y="99091"/>
                  <a:pt x="679509" y="104613"/>
                </a:cubicBezTo>
                <a:cubicBezTo>
                  <a:pt x="679509" y="110195"/>
                  <a:pt x="677822" y="115625"/>
                  <a:pt x="674449" y="120905"/>
                </a:cubicBezTo>
                <a:cubicBezTo>
                  <a:pt x="671077" y="126183"/>
                  <a:pt x="665759" y="130385"/>
                  <a:pt x="658497" y="133511"/>
                </a:cubicBezTo>
                <a:cubicBezTo>
                  <a:pt x="651234" y="136635"/>
                  <a:pt x="641344" y="138197"/>
                  <a:pt x="628824" y="138197"/>
                </a:cubicBezTo>
                <a:cubicBezTo>
                  <a:pt x="611140" y="138197"/>
                  <a:pt x="598545" y="135667"/>
                  <a:pt x="591039" y="130608"/>
                </a:cubicBezTo>
                <a:cubicBezTo>
                  <a:pt x="583534" y="125547"/>
                  <a:pt x="578717" y="118353"/>
                  <a:pt x="576590" y="109026"/>
                </a:cubicBezTo>
                <a:close/>
                <a:moveTo>
                  <a:pt x="759631" y="2370"/>
                </a:moveTo>
                <a:lnTo>
                  <a:pt x="797098" y="2370"/>
                </a:lnTo>
                <a:lnTo>
                  <a:pt x="797098" y="48679"/>
                </a:lnTo>
                <a:cubicBezTo>
                  <a:pt x="800805" y="44789"/>
                  <a:pt x="805013" y="41872"/>
                  <a:pt x="809723" y="39928"/>
                </a:cubicBezTo>
                <a:cubicBezTo>
                  <a:pt x="814433" y="37983"/>
                  <a:pt x="819644" y="37010"/>
                  <a:pt x="825357" y="37010"/>
                </a:cubicBezTo>
                <a:cubicBezTo>
                  <a:pt x="837147" y="37010"/>
                  <a:pt x="846901" y="41249"/>
                  <a:pt x="854619" y="49727"/>
                </a:cubicBezTo>
                <a:cubicBezTo>
                  <a:pt x="862337" y="58205"/>
                  <a:pt x="866196" y="70375"/>
                  <a:pt x="866196" y="86236"/>
                </a:cubicBezTo>
                <a:cubicBezTo>
                  <a:pt x="866196" y="96811"/>
                  <a:pt x="864434" y="106124"/>
                  <a:pt x="860909" y="114176"/>
                </a:cubicBezTo>
                <a:cubicBezTo>
                  <a:pt x="857384" y="122229"/>
                  <a:pt x="852507" y="128245"/>
                  <a:pt x="846278" y="132226"/>
                </a:cubicBezTo>
                <a:cubicBezTo>
                  <a:pt x="840049" y="136206"/>
                  <a:pt x="833136" y="138197"/>
                  <a:pt x="825539" y="138197"/>
                </a:cubicBezTo>
                <a:cubicBezTo>
                  <a:pt x="819037" y="138197"/>
                  <a:pt x="813081" y="136799"/>
                  <a:pt x="807672" y="134003"/>
                </a:cubicBezTo>
                <a:cubicBezTo>
                  <a:pt x="803600" y="131816"/>
                  <a:pt x="799164" y="127713"/>
                  <a:pt x="794363" y="121697"/>
                </a:cubicBezTo>
                <a:lnTo>
                  <a:pt x="794363" y="136009"/>
                </a:lnTo>
                <a:lnTo>
                  <a:pt x="759631" y="136009"/>
                </a:lnTo>
                <a:lnTo>
                  <a:pt x="759631" y="2370"/>
                </a:lnTo>
                <a:moveTo>
                  <a:pt x="796824" y="87330"/>
                </a:moveTo>
                <a:cubicBezTo>
                  <a:pt x="796824" y="95656"/>
                  <a:pt x="798389" y="101688"/>
                  <a:pt x="801519" y="105425"/>
                </a:cubicBezTo>
                <a:cubicBezTo>
                  <a:pt x="804649" y="109163"/>
                  <a:pt x="808614" y="111031"/>
                  <a:pt x="813415" y="111031"/>
                </a:cubicBezTo>
                <a:cubicBezTo>
                  <a:pt x="817851" y="111031"/>
                  <a:pt x="821574" y="109193"/>
                  <a:pt x="824582" y="105516"/>
                </a:cubicBezTo>
                <a:cubicBezTo>
                  <a:pt x="827590" y="101840"/>
                  <a:pt x="829094" y="95656"/>
                  <a:pt x="829094" y="86965"/>
                </a:cubicBezTo>
                <a:cubicBezTo>
                  <a:pt x="829094" y="79308"/>
                  <a:pt x="827621" y="73687"/>
                  <a:pt x="824673" y="70101"/>
                </a:cubicBezTo>
                <a:cubicBezTo>
                  <a:pt x="821726" y="66516"/>
                  <a:pt x="818155" y="64723"/>
                  <a:pt x="813962" y="64723"/>
                </a:cubicBezTo>
                <a:cubicBezTo>
                  <a:pt x="808918" y="64723"/>
                  <a:pt x="804801" y="66592"/>
                  <a:pt x="801610" y="70329"/>
                </a:cubicBezTo>
                <a:cubicBezTo>
                  <a:pt x="798419" y="74067"/>
                  <a:pt x="796824" y="79734"/>
                  <a:pt x="796824" y="87330"/>
                </a:cubicBezTo>
                <a:close/>
                <a:moveTo>
                  <a:pt x="873198" y="39198"/>
                </a:moveTo>
                <a:lnTo>
                  <a:pt x="912396" y="39198"/>
                </a:lnTo>
                <a:lnTo>
                  <a:pt x="932360" y="103648"/>
                </a:lnTo>
                <a:lnTo>
                  <a:pt x="950865" y="39198"/>
                </a:lnTo>
                <a:lnTo>
                  <a:pt x="987420" y="39198"/>
                </a:lnTo>
                <a:lnTo>
                  <a:pt x="949042" y="142701"/>
                </a:lnTo>
                <a:cubicBezTo>
                  <a:pt x="944666" y="154509"/>
                  <a:pt x="940200" y="162484"/>
                  <a:pt x="935642" y="166624"/>
                </a:cubicBezTo>
                <a:cubicBezTo>
                  <a:pt x="929200" y="172468"/>
                  <a:pt x="919385" y="175390"/>
                  <a:pt x="906197" y="175390"/>
                </a:cubicBezTo>
                <a:cubicBezTo>
                  <a:pt x="900849" y="175390"/>
                  <a:pt x="892584" y="174660"/>
                  <a:pt x="881402" y="173202"/>
                </a:cubicBezTo>
                <a:lnTo>
                  <a:pt x="878485" y="147296"/>
                </a:lnTo>
                <a:cubicBezTo>
                  <a:pt x="883833" y="149009"/>
                  <a:pt x="889789" y="149865"/>
                  <a:pt x="896352" y="149865"/>
                </a:cubicBezTo>
                <a:cubicBezTo>
                  <a:pt x="900728" y="149865"/>
                  <a:pt x="904268" y="148856"/>
                  <a:pt x="906972" y="146837"/>
                </a:cubicBezTo>
                <a:cubicBezTo>
                  <a:pt x="909677" y="144818"/>
                  <a:pt x="911971" y="141208"/>
                  <a:pt x="913855" y="136006"/>
                </a:cubicBezTo>
                <a:lnTo>
                  <a:pt x="873198" y="39198"/>
                </a:lnTo>
                <a:close/>
                <a:moveTo>
                  <a:pt x="1064351" y="2370"/>
                </a:moveTo>
                <a:lnTo>
                  <a:pt x="1105737" y="2370"/>
                </a:lnTo>
                <a:lnTo>
                  <a:pt x="1105737" y="136009"/>
                </a:lnTo>
                <a:lnTo>
                  <a:pt x="1064351" y="136009"/>
                </a:lnTo>
                <a:lnTo>
                  <a:pt x="1064351" y="2370"/>
                </a:lnTo>
                <a:close/>
                <a:moveTo>
                  <a:pt x="1132910" y="39198"/>
                </a:moveTo>
                <a:lnTo>
                  <a:pt x="1167459" y="39198"/>
                </a:lnTo>
                <a:lnTo>
                  <a:pt x="1167459" y="55023"/>
                </a:lnTo>
                <a:cubicBezTo>
                  <a:pt x="1172625" y="48562"/>
                  <a:pt x="1177851" y="43945"/>
                  <a:pt x="1183138" y="41172"/>
                </a:cubicBezTo>
                <a:cubicBezTo>
                  <a:pt x="1188425" y="38398"/>
                  <a:pt x="1194867" y="37010"/>
                  <a:pt x="1202464" y="37010"/>
                </a:cubicBezTo>
                <a:cubicBezTo>
                  <a:pt x="1212734" y="37010"/>
                  <a:pt x="1220772" y="40064"/>
                  <a:pt x="1226575" y="46172"/>
                </a:cubicBezTo>
                <a:cubicBezTo>
                  <a:pt x="1232379" y="52280"/>
                  <a:pt x="1235281" y="61715"/>
                  <a:pt x="1235281" y="74477"/>
                </a:cubicBezTo>
                <a:lnTo>
                  <a:pt x="1235281" y="136009"/>
                </a:lnTo>
                <a:lnTo>
                  <a:pt x="1197997" y="136009"/>
                </a:lnTo>
                <a:lnTo>
                  <a:pt x="1197997" y="82841"/>
                </a:lnTo>
                <a:cubicBezTo>
                  <a:pt x="1197997" y="76773"/>
                  <a:pt x="1196873" y="72480"/>
                  <a:pt x="1194624" y="69962"/>
                </a:cubicBezTo>
                <a:cubicBezTo>
                  <a:pt x="1192376" y="67441"/>
                  <a:pt x="1189215" y="66181"/>
                  <a:pt x="1185144" y="66181"/>
                </a:cubicBezTo>
                <a:cubicBezTo>
                  <a:pt x="1180647" y="66181"/>
                  <a:pt x="1177000" y="67881"/>
                  <a:pt x="1174205" y="71280"/>
                </a:cubicBezTo>
                <a:cubicBezTo>
                  <a:pt x="1171409" y="74678"/>
                  <a:pt x="1170011" y="80777"/>
                  <a:pt x="1170011" y="89578"/>
                </a:cubicBezTo>
                <a:lnTo>
                  <a:pt x="1170011" y="136009"/>
                </a:lnTo>
                <a:lnTo>
                  <a:pt x="1132910" y="136009"/>
                </a:lnTo>
                <a:lnTo>
                  <a:pt x="1132910" y="39198"/>
                </a:lnTo>
                <a:close/>
                <a:moveTo>
                  <a:pt x="1302175" y="2370"/>
                </a:moveTo>
                <a:lnTo>
                  <a:pt x="1302175" y="39198"/>
                </a:lnTo>
                <a:lnTo>
                  <a:pt x="1322595" y="39198"/>
                </a:lnTo>
                <a:lnTo>
                  <a:pt x="1322595" y="66364"/>
                </a:lnTo>
                <a:lnTo>
                  <a:pt x="1302175" y="66364"/>
                </a:lnTo>
                <a:lnTo>
                  <a:pt x="1302175" y="100662"/>
                </a:lnTo>
                <a:cubicBezTo>
                  <a:pt x="1302175" y="104787"/>
                  <a:pt x="1302570" y="107516"/>
                  <a:pt x="1303360" y="108849"/>
                </a:cubicBezTo>
                <a:cubicBezTo>
                  <a:pt x="1304576" y="110912"/>
                  <a:pt x="1306703" y="111943"/>
                  <a:pt x="1309741" y="111943"/>
                </a:cubicBezTo>
                <a:cubicBezTo>
                  <a:pt x="1312476" y="111943"/>
                  <a:pt x="1316305" y="111155"/>
                  <a:pt x="1321227" y="109579"/>
                </a:cubicBezTo>
                <a:lnTo>
                  <a:pt x="1323962" y="135189"/>
                </a:lnTo>
                <a:cubicBezTo>
                  <a:pt x="1314785" y="137194"/>
                  <a:pt x="1306216" y="138197"/>
                  <a:pt x="1298255" y="138197"/>
                </a:cubicBezTo>
                <a:cubicBezTo>
                  <a:pt x="1289018" y="138197"/>
                  <a:pt x="1282211" y="137014"/>
                  <a:pt x="1277836" y="134647"/>
                </a:cubicBezTo>
                <a:cubicBezTo>
                  <a:pt x="1273460" y="132279"/>
                  <a:pt x="1270224" y="128683"/>
                  <a:pt x="1268127" y="123859"/>
                </a:cubicBezTo>
                <a:cubicBezTo>
                  <a:pt x="1266031" y="119033"/>
                  <a:pt x="1264982" y="111218"/>
                  <a:pt x="1264982" y="100414"/>
                </a:cubicBezTo>
                <a:lnTo>
                  <a:pt x="1264982" y="66364"/>
                </a:lnTo>
                <a:lnTo>
                  <a:pt x="1251308" y="66364"/>
                </a:lnTo>
                <a:lnTo>
                  <a:pt x="1251308" y="39198"/>
                </a:lnTo>
                <a:lnTo>
                  <a:pt x="1264982" y="39198"/>
                </a:lnTo>
                <a:lnTo>
                  <a:pt x="1264982" y="21422"/>
                </a:lnTo>
                <a:lnTo>
                  <a:pt x="1302175" y="2370"/>
                </a:lnTo>
                <a:close/>
                <a:moveTo>
                  <a:pt x="1447746" y="96811"/>
                </a:moveTo>
                <a:lnTo>
                  <a:pt x="1373361" y="96811"/>
                </a:lnTo>
                <a:cubicBezTo>
                  <a:pt x="1374029" y="102738"/>
                  <a:pt x="1375640" y="107153"/>
                  <a:pt x="1378192" y="110057"/>
                </a:cubicBezTo>
                <a:cubicBezTo>
                  <a:pt x="1381778" y="114231"/>
                  <a:pt x="1386457" y="116319"/>
                  <a:pt x="1392231" y="116319"/>
                </a:cubicBezTo>
                <a:cubicBezTo>
                  <a:pt x="1395877" y="116319"/>
                  <a:pt x="1399341" y="115417"/>
                  <a:pt x="1402623" y="113612"/>
                </a:cubicBezTo>
                <a:cubicBezTo>
                  <a:pt x="1404628" y="112469"/>
                  <a:pt x="1406786" y="110454"/>
                  <a:pt x="1409095" y="107567"/>
                </a:cubicBezTo>
                <a:lnTo>
                  <a:pt x="1445650" y="110849"/>
                </a:lnTo>
                <a:cubicBezTo>
                  <a:pt x="1440059" y="120605"/>
                  <a:pt x="1433313" y="127602"/>
                  <a:pt x="1425413" y="131841"/>
                </a:cubicBezTo>
                <a:cubicBezTo>
                  <a:pt x="1417512" y="136078"/>
                  <a:pt x="1406178" y="138197"/>
                  <a:pt x="1391410" y="138197"/>
                </a:cubicBezTo>
                <a:cubicBezTo>
                  <a:pt x="1378587" y="138197"/>
                  <a:pt x="1368499" y="136389"/>
                  <a:pt x="1361146" y="132773"/>
                </a:cubicBezTo>
                <a:cubicBezTo>
                  <a:pt x="1353792" y="129157"/>
                  <a:pt x="1347700" y="123414"/>
                  <a:pt x="1342868" y="115544"/>
                </a:cubicBezTo>
                <a:cubicBezTo>
                  <a:pt x="1338037" y="107674"/>
                  <a:pt x="1335621" y="98421"/>
                  <a:pt x="1335621" y="87786"/>
                </a:cubicBezTo>
                <a:cubicBezTo>
                  <a:pt x="1335621" y="72654"/>
                  <a:pt x="1340468" y="60408"/>
                  <a:pt x="1350161" y="51049"/>
                </a:cubicBezTo>
                <a:cubicBezTo>
                  <a:pt x="1359854" y="41690"/>
                  <a:pt x="1373239" y="37010"/>
                  <a:pt x="1390316" y="37010"/>
                </a:cubicBezTo>
                <a:cubicBezTo>
                  <a:pt x="1404173" y="37010"/>
                  <a:pt x="1415112" y="39107"/>
                  <a:pt x="1423134" y="43300"/>
                </a:cubicBezTo>
                <a:cubicBezTo>
                  <a:pt x="1431156" y="47494"/>
                  <a:pt x="1437263" y="53571"/>
                  <a:pt x="1441456" y="61532"/>
                </a:cubicBezTo>
                <a:cubicBezTo>
                  <a:pt x="1445650" y="69493"/>
                  <a:pt x="1447746" y="79855"/>
                  <a:pt x="1447746" y="92617"/>
                </a:cubicBezTo>
                <a:lnTo>
                  <a:pt x="1447746" y="96811"/>
                </a:lnTo>
                <a:moveTo>
                  <a:pt x="1410007" y="78944"/>
                </a:moveTo>
                <a:cubicBezTo>
                  <a:pt x="1409277" y="71837"/>
                  <a:pt x="1407348" y="66748"/>
                  <a:pt x="1404218" y="63677"/>
                </a:cubicBezTo>
                <a:cubicBezTo>
                  <a:pt x="1401088" y="60606"/>
                  <a:pt x="1396971" y="59071"/>
                  <a:pt x="1391866" y="59071"/>
                </a:cubicBezTo>
                <a:cubicBezTo>
                  <a:pt x="1385971" y="59071"/>
                  <a:pt x="1381261" y="61390"/>
                  <a:pt x="1377736" y="66027"/>
                </a:cubicBezTo>
                <a:cubicBezTo>
                  <a:pt x="1375488" y="68918"/>
                  <a:pt x="1374060" y="73223"/>
                  <a:pt x="1373452" y="78944"/>
                </a:cubicBezTo>
                <a:lnTo>
                  <a:pt x="1410007" y="78944"/>
                </a:lnTo>
                <a:close/>
                <a:moveTo>
                  <a:pt x="1536809" y="39198"/>
                </a:moveTo>
                <a:lnTo>
                  <a:pt x="1571541" y="39198"/>
                </a:lnTo>
                <a:lnTo>
                  <a:pt x="1571541" y="130690"/>
                </a:lnTo>
                <a:lnTo>
                  <a:pt x="1571632" y="134981"/>
                </a:lnTo>
                <a:cubicBezTo>
                  <a:pt x="1571632" y="141062"/>
                  <a:pt x="1570341" y="146854"/>
                  <a:pt x="1567758" y="152358"/>
                </a:cubicBezTo>
                <a:cubicBezTo>
                  <a:pt x="1565175" y="157861"/>
                  <a:pt x="1561741" y="162316"/>
                  <a:pt x="1557457" y="165721"/>
                </a:cubicBezTo>
                <a:cubicBezTo>
                  <a:pt x="1553172" y="169126"/>
                  <a:pt x="1547733" y="171588"/>
                  <a:pt x="1541139" y="173108"/>
                </a:cubicBezTo>
                <a:cubicBezTo>
                  <a:pt x="1534546" y="174629"/>
                  <a:pt x="1526995" y="175390"/>
                  <a:pt x="1518486" y="175390"/>
                </a:cubicBezTo>
                <a:cubicBezTo>
                  <a:pt x="1499039" y="175390"/>
                  <a:pt x="1485684" y="172465"/>
                  <a:pt x="1478422" y="166616"/>
                </a:cubicBezTo>
                <a:cubicBezTo>
                  <a:pt x="1471160" y="160768"/>
                  <a:pt x="1467529" y="152940"/>
                  <a:pt x="1467529" y="143131"/>
                </a:cubicBezTo>
                <a:cubicBezTo>
                  <a:pt x="1467529" y="141913"/>
                  <a:pt x="1467589" y="140269"/>
                  <a:pt x="1467711" y="138197"/>
                </a:cubicBezTo>
                <a:lnTo>
                  <a:pt x="1503719" y="142390"/>
                </a:lnTo>
                <a:cubicBezTo>
                  <a:pt x="1504630" y="145702"/>
                  <a:pt x="1506028" y="147990"/>
                  <a:pt x="1507912" y="149253"/>
                </a:cubicBezTo>
                <a:cubicBezTo>
                  <a:pt x="1510647" y="151119"/>
                  <a:pt x="1514080" y="152053"/>
                  <a:pt x="1518213" y="152053"/>
                </a:cubicBezTo>
                <a:cubicBezTo>
                  <a:pt x="1523561" y="152053"/>
                  <a:pt x="1527557" y="150621"/>
                  <a:pt x="1530200" y="147757"/>
                </a:cubicBezTo>
                <a:cubicBezTo>
                  <a:pt x="1532844" y="144893"/>
                  <a:pt x="1534166" y="139896"/>
                  <a:pt x="1534166" y="132767"/>
                </a:cubicBezTo>
                <a:lnTo>
                  <a:pt x="1534166" y="118051"/>
                </a:lnTo>
                <a:cubicBezTo>
                  <a:pt x="1530519" y="122365"/>
                  <a:pt x="1526873" y="125495"/>
                  <a:pt x="1523227" y="127440"/>
                </a:cubicBezTo>
                <a:cubicBezTo>
                  <a:pt x="1517514" y="130479"/>
                  <a:pt x="1511346" y="131998"/>
                  <a:pt x="1504721" y="131998"/>
                </a:cubicBezTo>
                <a:cubicBezTo>
                  <a:pt x="1491777" y="131998"/>
                  <a:pt x="1481324" y="126352"/>
                  <a:pt x="1473363" y="115059"/>
                </a:cubicBezTo>
                <a:cubicBezTo>
                  <a:pt x="1467711" y="107045"/>
                  <a:pt x="1464885" y="96450"/>
                  <a:pt x="1464885" y="83274"/>
                </a:cubicBezTo>
                <a:cubicBezTo>
                  <a:pt x="1464885" y="68217"/>
                  <a:pt x="1468531" y="56743"/>
                  <a:pt x="1475824" y="48850"/>
                </a:cubicBezTo>
                <a:cubicBezTo>
                  <a:pt x="1483117" y="40957"/>
                  <a:pt x="1492658" y="37010"/>
                  <a:pt x="1504448" y="37010"/>
                </a:cubicBezTo>
                <a:cubicBezTo>
                  <a:pt x="1511984" y="37010"/>
                  <a:pt x="1518198" y="38291"/>
                  <a:pt x="1523090" y="40853"/>
                </a:cubicBezTo>
                <a:cubicBezTo>
                  <a:pt x="1527982" y="43413"/>
                  <a:pt x="1532555" y="47650"/>
                  <a:pt x="1536809" y="53564"/>
                </a:cubicBezTo>
                <a:lnTo>
                  <a:pt x="1536809" y="39198"/>
                </a:lnTo>
                <a:moveTo>
                  <a:pt x="1501895" y="86142"/>
                </a:moveTo>
                <a:cubicBezTo>
                  <a:pt x="1501895" y="93101"/>
                  <a:pt x="1503384" y="98260"/>
                  <a:pt x="1506362" y="101619"/>
                </a:cubicBezTo>
                <a:cubicBezTo>
                  <a:pt x="1509340" y="104977"/>
                  <a:pt x="1513260" y="106656"/>
                  <a:pt x="1518122" y="106656"/>
                </a:cubicBezTo>
                <a:cubicBezTo>
                  <a:pt x="1522740" y="106656"/>
                  <a:pt x="1526615" y="104916"/>
                  <a:pt x="1529744" y="101437"/>
                </a:cubicBezTo>
                <a:cubicBezTo>
                  <a:pt x="1532874" y="97958"/>
                  <a:pt x="1534439" y="92708"/>
                  <a:pt x="1534439" y="85686"/>
                </a:cubicBezTo>
                <a:cubicBezTo>
                  <a:pt x="1534439" y="78667"/>
                  <a:pt x="1532798" y="73297"/>
                  <a:pt x="1529517" y="69577"/>
                </a:cubicBezTo>
                <a:cubicBezTo>
                  <a:pt x="1526235" y="65855"/>
                  <a:pt x="1522224" y="63993"/>
                  <a:pt x="1517484" y="63993"/>
                </a:cubicBezTo>
                <a:cubicBezTo>
                  <a:pt x="1512743" y="63993"/>
                  <a:pt x="1508960" y="65704"/>
                  <a:pt x="1506134" y="69124"/>
                </a:cubicBezTo>
                <a:cubicBezTo>
                  <a:pt x="1503308" y="72542"/>
                  <a:pt x="1501895" y="78215"/>
                  <a:pt x="1501895" y="86142"/>
                </a:cubicBezTo>
                <a:close/>
                <a:moveTo>
                  <a:pt x="1597711" y="39198"/>
                </a:moveTo>
                <a:lnTo>
                  <a:pt x="1632443" y="39198"/>
                </a:lnTo>
                <a:lnTo>
                  <a:pt x="1632443" y="55060"/>
                </a:lnTo>
                <a:cubicBezTo>
                  <a:pt x="1635785" y="48193"/>
                  <a:pt x="1639234" y="43468"/>
                  <a:pt x="1642789" y="40885"/>
                </a:cubicBezTo>
                <a:cubicBezTo>
                  <a:pt x="1646344" y="38302"/>
                  <a:pt x="1650735" y="37010"/>
                  <a:pt x="1655962" y="37010"/>
                </a:cubicBezTo>
                <a:cubicBezTo>
                  <a:pt x="1661431" y="37010"/>
                  <a:pt x="1667417" y="38712"/>
                  <a:pt x="1673920" y="42115"/>
                </a:cubicBezTo>
                <a:lnTo>
                  <a:pt x="1662434" y="68551"/>
                </a:lnTo>
                <a:cubicBezTo>
                  <a:pt x="1658058" y="66728"/>
                  <a:pt x="1654594" y="65817"/>
                  <a:pt x="1652042" y="65817"/>
                </a:cubicBezTo>
                <a:cubicBezTo>
                  <a:pt x="1647180" y="65817"/>
                  <a:pt x="1643412" y="67822"/>
                  <a:pt x="1640738" y="71833"/>
                </a:cubicBezTo>
                <a:cubicBezTo>
                  <a:pt x="1636910" y="77485"/>
                  <a:pt x="1634995" y="88059"/>
                  <a:pt x="1634995" y="103556"/>
                </a:cubicBezTo>
                <a:lnTo>
                  <a:pt x="1634995" y="136009"/>
                </a:lnTo>
                <a:lnTo>
                  <a:pt x="1597711" y="136009"/>
                </a:lnTo>
                <a:lnTo>
                  <a:pt x="1597711" y="39198"/>
                </a:lnTo>
                <a:close/>
                <a:moveTo>
                  <a:pt x="1681568" y="2370"/>
                </a:moveTo>
                <a:lnTo>
                  <a:pt x="1718670" y="2370"/>
                </a:lnTo>
                <a:lnTo>
                  <a:pt x="1718670" y="27530"/>
                </a:lnTo>
                <a:lnTo>
                  <a:pt x="1681568" y="27530"/>
                </a:lnTo>
                <a:lnTo>
                  <a:pt x="1681568" y="2370"/>
                </a:lnTo>
                <a:moveTo>
                  <a:pt x="1681568" y="39198"/>
                </a:moveTo>
                <a:lnTo>
                  <a:pt x="1718670" y="39198"/>
                </a:lnTo>
                <a:lnTo>
                  <a:pt x="1718670" y="136009"/>
                </a:lnTo>
                <a:lnTo>
                  <a:pt x="1681568" y="136009"/>
                </a:lnTo>
                <a:lnTo>
                  <a:pt x="1681568" y="39198"/>
                </a:lnTo>
                <a:close/>
                <a:moveTo>
                  <a:pt x="1787148" y="2370"/>
                </a:moveTo>
                <a:lnTo>
                  <a:pt x="1787148" y="39198"/>
                </a:lnTo>
                <a:lnTo>
                  <a:pt x="1807567" y="39198"/>
                </a:lnTo>
                <a:lnTo>
                  <a:pt x="1807567" y="66364"/>
                </a:lnTo>
                <a:lnTo>
                  <a:pt x="1787148" y="66364"/>
                </a:lnTo>
                <a:lnTo>
                  <a:pt x="1787148" y="100662"/>
                </a:lnTo>
                <a:cubicBezTo>
                  <a:pt x="1787148" y="104787"/>
                  <a:pt x="1787543" y="107516"/>
                  <a:pt x="1788333" y="108849"/>
                </a:cubicBezTo>
                <a:cubicBezTo>
                  <a:pt x="1789548" y="110912"/>
                  <a:pt x="1791675" y="111943"/>
                  <a:pt x="1794714" y="111943"/>
                </a:cubicBezTo>
                <a:cubicBezTo>
                  <a:pt x="1797449" y="111943"/>
                  <a:pt x="1801277" y="111155"/>
                  <a:pt x="1806200" y="109579"/>
                </a:cubicBezTo>
                <a:lnTo>
                  <a:pt x="1808935" y="135189"/>
                </a:lnTo>
                <a:cubicBezTo>
                  <a:pt x="1799758" y="137194"/>
                  <a:pt x="1791189" y="138197"/>
                  <a:pt x="1783228" y="138197"/>
                </a:cubicBezTo>
                <a:cubicBezTo>
                  <a:pt x="1773990" y="138197"/>
                  <a:pt x="1767184" y="137014"/>
                  <a:pt x="1762808" y="134647"/>
                </a:cubicBezTo>
                <a:cubicBezTo>
                  <a:pt x="1758433" y="132279"/>
                  <a:pt x="1755197" y="128683"/>
                  <a:pt x="1753100" y="123859"/>
                </a:cubicBezTo>
                <a:cubicBezTo>
                  <a:pt x="1751003" y="119033"/>
                  <a:pt x="1749955" y="111218"/>
                  <a:pt x="1749955" y="100414"/>
                </a:cubicBezTo>
                <a:lnTo>
                  <a:pt x="1749955" y="66364"/>
                </a:lnTo>
                <a:lnTo>
                  <a:pt x="1736281" y="66364"/>
                </a:lnTo>
                <a:lnTo>
                  <a:pt x="1736281" y="39198"/>
                </a:lnTo>
                <a:lnTo>
                  <a:pt x="1749955" y="39198"/>
                </a:lnTo>
                <a:lnTo>
                  <a:pt x="1749955" y="21422"/>
                </a:lnTo>
                <a:lnTo>
                  <a:pt x="1787148" y="2370"/>
                </a:lnTo>
                <a:close/>
                <a:moveTo>
                  <a:pt x="1814486" y="39198"/>
                </a:moveTo>
                <a:lnTo>
                  <a:pt x="1853685" y="39198"/>
                </a:lnTo>
                <a:lnTo>
                  <a:pt x="1873648" y="103648"/>
                </a:lnTo>
                <a:lnTo>
                  <a:pt x="1892154" y="39198"/>
                </a:lnTo>
                <a:lnTo>
                  <a:pt x="1928708" y="39198"/>
                </a:lnTo>
                <a:lnTo>
                  <a:pt x="1890330" y="142701"/>
                </a:lnTo>
                <a:cubicBezTo>
                  <a:pt x="1885955" y="154509"/>
                  <a:pt x="1881488" y="162484"/>
                  <a:pt x="1876930" y="166624"/>
                </a:cubicBezTo>
                <a:cubicBezTo>
                  <a:pt x="1870488" y="172468"/>
                  <a:pt x="1860673" y="175390"/>
                  <a:pt x="1847486" y="175390"/>
                </a:cubicBezTo>
                <a:cubicBezTo>
                  <a:pt x="1842138" y="175390"/>
                  <a:pt x="1833873" y="174660"/>
                  <a:pt x="1822691" y="173202"/>
                </a:cubicBezTo>
                <a:lnTo>
                  <a:pt x="1819774" y="147296"/>
                </a:lnTo>
                <a:cubicBezTo>
                  <a:pt x="1825122" y="149009"/>
                  <a:pt x="1831077" y="149865"/>
                  <a:pt x="1837641" y="149865"/>
                </a:cubicBezTo>
                <a:cubicBezTo>
                  <a:pt x="1842016" y="149865"/>
                  <a:pt x="1845556" y="148856"/>
                  <a:pt x="1848261" y="146837"/>
                </a:cubicBezTo>
                <a:cubicBezTo>
                  <a:pt x="1850965" y="144818"/>
                  <a:pt x="1853259" y="141208"/>
                  <a:pt x="1855143" y="136006"/>
                </a:cubicBezTo>
                <a:lnTo>
                  <a:pt x="1814486" y="39198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69A6E-36FB-4E40-B836-21329E58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5" y="85239"/>
            <a:ext cx="6284128" cy="622809"/>
          </a:xfrm>
          <a:custGeom xmlns:a="http://schemas.openxmlformats.org/drawingml/2006/main">
            <a:pathLst>
              <a:path w="6284128" h="622809">
                <a:moveTo>
                  <a:pt x="6284128" y="76103"/>
                </a:moveTo>
                <a:lnTo>
                  <a:pt x="6284128" y="546706"/>
                </a:lnTo>
                <a:cubicBezTo>
                  <a:pt x="6284128" y="588712"/>
                  <a:pt x="6250031" y="622809"/>
                  <a:pt x="6208042" y="622809"/>
                </a:cubicBezTo>
                <a:lnTo>
                  <a:pt x="76091" y="622809"/>
                </a:lnTo>
                <a:cubicBezTo>
                  <a:pt x="34095" y="622809"/>
                  <a:pt x="0" y="588712"/>
                  <a:pt x="0" y="546706"/>
                </a:cubicBezTo>
                <a:lnTo>
                  <a:pt x="0" y="76103"/>
                </a:lnTo>
                <a:cubicBezTo>
                  <a:pt x="0" y="34097"/>
                  <a:pt x="34095" y="0"/>
                  <a:pt x="76091" y="0"/>
                </a:cubicBezTo>
                <a:lnTo>
                  <a:pt x="6208042" y="0"/>
                </a:lnTo>
                <a:cubicBezTo>
                  <a:pt x="6250031" y="0"/>
                  <a:pt x="6284128" y="34097"/>
                  <a:pt x="6284128" y="76103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VeriTaS">
            <a:extLst xmlns:a="http://schemas.openxmlformats.org/drawingml/2006/main">
              <a:ext uri="{FF2B5EF4-FFF2-40B4-BE49-F238E27FC236}">
                <a16:creationId xmlns:a16="http://schemas.microsoft.com/office/drawing/2014/main" id="{6C7AE160-6B31-447B-84B1-8F270F30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36" y="184998"/>
            <a:ext cx="1078960" cy="190830"/>
          </a:xfrm>
          <a:custGeom xmlns:a="http://schemas.openxmlformats.org/drawingml/2006/main">
            <a:pathLst>
              <a:path w="1078960" h="190830">
                <a:moveTo>
                  <a:pt x="0" y="3268"/>
                </a:moveTo>
                <a:lnTo>
                  <a:pt x="59587" y="3268"/>
                </a:lnTo>
                <a:lnTo>
                  <a:pt x="101072" y="135894"/>
                </a:lnTo>
                <a:lnTo>
                  <a:pt x="141928" y="3268"/>
                </a:lnTo>
                <a:lnTo>
                  <a:pt x="199755" y="3268"/>
                </a:lnTo>
                <a:lnTo>
                  <a:pt x="131368" y="187561"/>
                </a:lnTo>
                <a:lnTo>
                  <a:pt x="69644" y="187561"/>
                </a:lnTo>
                <a:lnTo>
                  <a:pt x="0" y="3268"/>
                </a:lnTo>
                <a:close/>
                <a:moveTo>
                  <a:pt x="350244" y="133505"/>
                </a:moveTo>
                <a:lnTo>
                  <a:pt x="247664" y="133505"/>
                </a:lnTo>
                <a:cubicBezTo>
                  <a:pt x="248586" y="141679"/>
                  <a:pt x="250807" y="147768"/>
                  <a:pt x="254327" y="151773"/>
                </a:cubicBezTo>
                <a:cubicBezTo>
                  <a:pt x="259271" y="157529"/>
                  <a:pt x="265725" y="160408"/>
                  <a:pt x="273686" y="160408"/>
                </a:cubicBezTo>
                <a:cubicBezTo>
                  <a:pt x="278715" y="160408"/>
                  <a:pt x="283492" y="159164"/>
                  <a:pt x="288017" y="156676"/>
                </a:cubicBezTo>
                <a:cubicBezTo>
                  <a:pt x="290783" y="155099"/>
                  <a:pt x="293758" y="152320"/>
                  <a:pt x="296943" y="148339"/>
                </a:cubicBezTo>
                <a:lnTo>
                  <a:pt x="347353" y="152865"/>
                </a:lnTo>
                <a:cubicBezTo>
                  <a:pt x="339643" y="166319"/>
                  <a:pt x="330340" y="175968"/>
                  <a:pt x="319445" y="181814"/>
                </a:cubicBezTo>
                <a:cubicBezTo>
                  <a:pt x="308550" y="187657"/>
                  <a:pt x="292920" y="190578"/>
                  <a:pt x="272555" y="190578"/>
                </a:cubicBezTo>
                <a:cubicBezTo>
                  <a:pt x="254871" y="190578"/>
                  <a:pt x="240959" y="188085"/>
                  <a:pt x="230819" y="183099"/>
                </a:cubicBezTo>
                <a:cubicBezTo>
                  <a:pt x="220678" y="178112"/>
                  <a:pt x="212276" y="170192"/>
                  <a:pt x="205614" y="159339"/>
                </a:cubicBezTo>
                <a:cubicBezTo>
                  <a:pt x="198951" y="148486"/>
                  <a:pt x="195619" y="135726"/>
                  <a:pt x="195619" y="121060"/>
                </a:cubicBezTo>
                <a:cubicBezTo>
                  <a:pt x="195619" y="100192"/>
                  <a:pt x="202303" y="83305"/>
                  <a:pt x="215670" y="70398"/>
                </a:cubicBezTo>
                <a:cubicBezTo>
                  <a:pt x="229038" y="57492"/>
                  <a:pt x="247496" y="51039"/>
                  <a:pt x="271046" y="51039"/>
                </a:cubicBezTo>
                <a:cubicBezTo>
                  <a:pt x="290154" y="51039"/>
                  <a:pt x="305240" y="53930"/>
                  <a:pt x="316302" y="59713"/>
                </a:cubicBezTo>
                <a:cubicBezTo>
                  <a:pt x="327365" y="65496"/>
                  <a:pt x="335788" y="73876"/>
                  <a:pt x="341570" y="84855"/>
                </a:cubicBezTo>
                <a:cubicBezTo>
                  <a:pt x="347353" y="95834"/>
                  <a:pt x="350244" y="110123"/>
                  <a:pt x="350244" y="127723"/>
                </a:cubicBezTo>
                <a:lnTo>
                  <a:pt x="350244" y="133505"/>
                </a:lnTo>
                <a:moveTo>
                  <a:pt x="298200" y="108866"/>
                </a:moveTo>
                <a:cubicBezTo>
                  <a:pt x="297194" y="99066"/>
                  <a:pt x="294533" y="92048"/>
                  <a:pt x="290217" y="87813"/>
                </a:cubicBezTo>
                <a:cubicBezTo>
                  <a:pt x="285901" y="83578"/>
                  <a:pt x="280223" y="81461"/>
                  <a:pt x="273183" y="81461"/>
                </a:cubicBezTo>
                <a:cubicBezTo>
                  <a:pt x="265054" y="81461"/>
                  <a:pt x="258559" y="84659"/>
                  <a:pt x="253698" y="91054"/>
                </a:cubicBezTo>
                <a:cubicBezTo>
                  <a:pt x="250597" y="95040"/>
                  <a:pt x="248628" y="100978"/>
                  <a:pt x="247790" y="108866"/>
                </a:cubicBezTo>
                <a:lnTo>
                  <a:pt x="298200" y="108866"/>
                </a:lnTo>
                <a:close/>
                <a:moveTo>
                  <a:pt x="374232" y="54056"/>
                </a:moveTo>
                <a:lnTo>
                  <a:pt x="422128" y="54056"/>
                </a:lnTo>
                <a:lnTo>
                  <a:pt x="422128" y="75930"/>
                </a:lnTo>
                <a:cubicBezTo>
                  <a:pt x="426737" y="66459"/>
                  <a:pt x="431493" y="59943"/>
                  <a:pt x="436396" y="56382"/>
                </a:cubicBezTo>
                <a:cubicBezTo>
                  <a:pt x="441299" y="52820"/>
                  <a:pt x="447354" y="51039"/>
                  <a:pt x="454561" y="51039"/>
                </a:cubicBezTo>
                <a:cubicBezTo>
                  <a:pt x="462104" y="51039"/>
                  <a:pt x="470359" y="53385"/>
                  <a:pt x="479326" y="58079"/>
                </a:cubicBezTo>
                <a:lnTo>
                  <a:pt x="463487" y="94535"/>
                </a:lnTo>
                <a:cubicBezTo>
                  <a:pt x="457452" y="92021"/>
                  <a:pt x="452675" y="90764"/>
                  <a:pt x="449155" y="90764"/>
                </a:cubicBezTo>
                <a:cubicBezTo>
                  <a:pt x="442451" y="90764"/>
                  <a:pt x="437255" y="93529"/>
                  <a:pt x="433567" y="99061"/>
                </a:cubicBezTo>
                <a:cubicBezTo>
                  <a:pt x="428287" y="106855"/>
                  <a:pt x="425647" y="121437"/>
                  <a:pt x="425647" y="142808"/>
                </a:cubicBezTo>
                <a:lnTo>
                  <a:pt x="425647" y="187561"/>
                </a:lnTo>
                <a:lnTo>
                  <a:pt x="374232" y="187561"/>
                </a:lnTo>
                <a:lnTo>
                  <a:pt x="374232" y="54056"/>
                </a:lnTo>
                <a:close/>
                <a:moveTo>
                  <a:pt x="489874" y="3268"/>
                </a:moveTo>
                <a:lnTo>
                  <a:pt x="541038" y="3268"/>
                </a:lnTo>
                <a:lnTo>
                  <a:pt x="541038" y="37965"/>
                </a:lnTo>
                <a:lnTo>
                  <a:pt x="489874" y="37965"/>
                </a:lnTo>
                <a:lnTo>
                  <a:pt x="489874" y="3268"/>
                </a:lnTo>
                <a:moveTo>
                  <a:pt x="489874" y="54056"/>
                </a:moveTo>
                <a:lnTo>
                  <a:pt x="541038" y="54056"/>
                </a:lnTo>
                <a:lnTo>
                  <a:pt x="541038" y="187561"/>
                </a:lnTo>
                <a:lnTo>
                  <a:pt x="489874" y="187561"/>
                </a:lnTo>
                <a:lnTo>
                  <a:pt x="489874" y="54056"/>
                </a:lnTo>
                <a:close/>
                <a:moveTo>
                  <a:pt x="564193" y="3268"/>
                </a:moveTo>
                <a:lnTo>
                  <a:pt x="737297" y="3268"/>
                </a:lnTo>
                <a:lnTo>
                  <a:pt x="737297" y="48776"/>
                </a:lnTo>
                <a:lnTo>
                  <a:pt x="679219" y="48776"/>
                </a:lnTo>
                <a:lnTo>
                  <a:pt x="679219" y="187561"/>
                </a:lnTo>
                <a:lnTo>
                  <a:pt x="622272" y="187561"/>
                </a:lnTo>
                <a:lnTo>
                  <a:pt x="622272" y="48776"/>
                </a:lnTo>
                <a:lnTo>
                  <a:pt x="564193" y="48776"/>
                </a:lnTo>
                <a:lnTo>
                  <a:pt x="564193" y="3268"/>
                </a:lnTo>
                <a:close/>
                <a:moveTo>
                  <a:pt x="793242" y="97301"/>
                </a:moveTo>
                <a:lnTo>
                  <a:pt x="744341" y="92021"/>
                </a:lnTo>
                <a:cubicBezTo>
                  <a:pt x="746184" y="83498"/>
                  <a:pt x="748845" y="76794"/>
                  <a:pt x="752323" y="71907"/>
                </a:cubicBezTo>
                <a:cubicBezTo>
                  <a:pt x="755801" y="67017"/>
                  <a:pt x="760809" y="62777"/>
                  <a:pt x="767346" y="59186"/>
                </a:cubicBezTo>
                <a:cubicBezTo>
                  <a:pt x="772039" y="56596"/>
                  <a:pt x="778492" y="54591"/>
                  <a:pt x="786705" y="53172"/>
                </a:cubicBezTo>
                <a:cubicBezTo>
                  <a:pt x="794919" y="51750"/>
                  <a:pt x="803802" y="51039"/>
                  <a:pt x="813356" y="51039"/>
                </a:cubicBezTo>
                <a:cubicBezTo>
                  <a:pt x="828693" y="51039"/>
                  <a:pt x="841013" y="51898"/>
                  <a:pt x="850315" y="53616"/>
                </a:cubicBezTo>
                <a:cubicBezTo>
                  <a:pt x="859618" y="55334"/>
                  <a:pt x="867370" y="58917"/>
                  <a:pt x="873572" y="64364"/>
                </a:cubicBezTo>
                <a:cubicBezTo>
                  <a:pt x="877930" y="68136"/>
                  <a:pt x="881366" y="73478"/>
                  <a:pt x="883880" y="80392"/>
                </a:cubicBezTo>
                <a:cubicBezTo>
                  <a:pt x="886394" y="87306"/>
                  <a:pt x="887652" y="93906"/>
                  <a:pt x="887652" y="100192"/>
                </a:cubicBezTo>
                <a:lnTo>
                  <a:pt x="887652" y="159151"/>
                </a:lnTo>
                <a:cubicBezTo>
                  <a:pt x="887652" y="165436"/>
                  <a:pt x="888050" y="170360"/>
                  <a:pt x="888846" y="173922"/>
                </a:cubicBezTo>
                <a:cubicBezTo>
                  <a:pt x="889642" y="177483"/>
                  <a:pt x="891381" y="182030"/>
                  <a:pt x="894063" y="187561"/>
                </a:cubicBezTo>
                <a:lnTo>
                  <a:pt x="846041" y="187561"/>
                </a:lnTo>
                <a:cubicBezTo>
                  <a:pt x="844114" y="184125"/>
                  <a:pt x="842856" y="181506"/>
                  <a:pt x="842270" y="179704"/>
                </a:cubicBezTo>
                <a:cubicBezTo>
                  <a:pt x="841683" y="177902"/>
                  <a:pt x="841096" y="175074"/>
                  <a:pt x="840510" y="171219"/>
                </a:cubicBezTo>
                <a:cubicBezTo>
                  <a:pt x="833805" y="177672"/>
                  <a:pt x="827143" y="182281"/>
                  <a:pt x="820522" y="185047"/>
                </a:cubicBezTo>
                <a:cubicBezTo>
                  <a:pt x="811470" y="188735"/>
                  <a:pt x="800953" y="190578"/>
                  <a:pt x="788968" y="190578"/>
                </a:cubicBezTo>
                <a:cubicBezTo>
                  <a:pt x="773045" y="190578"/>
                  <a:pt x="760956" y="186886"/>
                  <a:pt x="752700" y="179500"/>
                </a:cubicBezTo>
                <a:cubicBezTo>
                  <a:pt x="744445" y="172114"/>
                  <a:pt x="740318" y="163010"/>
                  <a:pt x="740318" y="152185"/>
                </a:cubicBezTo>
                <a:cubicBezTo>
                  <a:pt x="740318" y="142029"/>
                  <a:pt x="743293" y="133678"/>
                  <a:pt x="749243" y="127133"/>
                </a:cubicBezTo>
                <a:cubicBezTo>
                  <a:pt x="755194" y="120589"/>
                  <a:pt x="766173" y="115721"/>
                  <a:pt x="782180" y="112531"/>
                </a:cubicBezTo>
                <a:cubicBezTo>
                  <a:pt x="801372" y="108671"/>
                  <a:pt x="813817" y="105964"/>
                  <a:pt x="819516" y="104411"/>
                </a:cubicBezTo>
                <a:cubicBezTo>
                  <a:pt x="825215" y="102858"/>
                  <a:pt x="831249" y="100823"/>
                  <a:pt x="837618" y="98306"/>
                </a:cubicBezTo>
                <a:cubicBezTo>
                  <a:pt x="837618" y="92068"/>
                  <a:pt x="836319" y="87701"/>
                  <a:pt x="833721" y="85205"/>
                </a:cubicBezTo>
                <a:cubicBezTo>
                  <a:pt x="831123" y="82709"/>
                  <a:pt x="826556" y="81461"/>
                  <a:pt x="820019" y="81461"/>
                </a:cubicBezTo>
                <a:cubicBezTo>
                  <a:pt x="811638" y="81461"/>
                  <a:pt x="805353" y="82802"/>
                  <a:pt x="801162" y="85484"/>
                </a:cubicBezTo>
                <a:cubicBezTo>
                  <a:pt x="797894" y="87579"/>
                  <a:pt x="795254" y="91518"/>
                  <a:pt x="793242" y="97301"/>
                </a:cubicBezTo>
                <a:moveTo>
                  <a:pt x="837618" y="124203"/>
                </a:moveTo>
                <a:cubicBezTo>
                  <a:pt x="830579" y="126717"/>
                  <a:pt x="823245" y="128938"/>
                  <a:pt x="815619" y="130865"/>
                </a:cubicBezTo>
                <a:cubicBezTo>
                  <a:pt x="805227" y="133631"/>
                  <a:pt x="798648" y="136355"/>
                  <a:pt x="795882" y="139037"/>
                </a:cubicBezTo>
                <a:cubicBezTo>
                  <a:pt x="793033" y="141802"/>
                  <a:pt x="791608" y="144945"/>
                  <a:pt x="791608" y="148465"/>
                </a:cubicBezTo>
                <a:cubicBezTo>
                  <a:pt x="791608" y="152488"/>
                  <a:pt x="793012" y="155777"/>
                  <a:pt x="795819" y="158333"/>
                </a:cubicBezTo>
                <a:cubicBezTo>
                  <a:pt x="798627" y="160890"/>
                  <a:pt x="802755" y="162168"/>
                  <a:pt x="808202" y="162168"/>
                </a:cubicBezTo>
                <a:cubicBezTo>
                  <a:pt x="813901" y="162168"/>
                  <a:pt x="819202" y="160785"/>
                  <a:pt x="824104" y="158019"/>
                </a:cubicBezTo>
                <a:cubicBezTo>
                  <a:pt x="829007" y="155253"/>
                  <a:pt x="832485" y="151880"/>
                  <a:pt x="834539" y="147899"/>
                </a:cubicBezTo>
                <a:cubicBezTo>
                  <a:pt x="836592" y="143918"/>
                  <a:pt x="837618" y="138743"/>
                  <a:pt x="837618" y="132374"/>
                </a:cubicBezTo>
                <a:lnTo>
                  <a:pt x="837618" y="124203"/>
                </a:lnTo>
                <a:close/>
                <a:moveTo>
                  <a:pt x="911764" y="126603"/>
                </a:moveTo>
                <a:lnTo>
                  <a:pt x="965946" y="123197"/>
                </a:lnTo>
                <a:cubicBezTo>
                  <a:pt x="967119" y="132031"/>
                  <a:pt x="969508" y="138763"/>
                  <a:pt x="973111" y="143393"/>
                </a:cubicBezTo>
                <a:cubicBezTo>
                  <a:pt x="978978" y="150881"/>
                  <a:pt x="987359" y="154625"/>
                  <a:pt x="998254" y="154625"/>
                </a:cubicBezTo>
                <a:cubicBezTo>
                  <a:pt x="1006383" y="154625"/>
                  <a:pt x="1012648" y="152714"/>
                  <a:pt x="1017048" y="148893"/>
                </a:cubicBezTo>
                <a:cubicBezTo>
                  <a:pt x="1021447" y="145072"/>
                  <a:pt x="1023647" y="140642"/>
                  <a:pt x="1023647" y="135603"/>
                </a:cubicBezTo>
                <a:cubicBezTo>
                  <a:pt x="1023647" y="130816"/>
                  <a:pt x="1021552" y="126532"/>
                  <a:pt x="1017362" y="122753"/>
                </a:cubicBezTo>
                <a:cubicBezTo>
                  <a:pt x="1013171" y="118974"/>
                  <a:pt x="1003450" y="115404"/>
                  <a:pt x="988197" y="112044"/>
                </a:cubicBezTo>
                <a:cubicBezTo>
                  <a:pt x="963222" y="106419"/>
                  <a:pt x="945413" y="98948"/>
                  <a:pt x="934770" y="89632"/>
                </a:cubicBezTo>
                <a:cubicBezTo>
                  <a:pt x="924042" y="80316"/>
                  <a:pt x="918678" y="68441"/>
                  <a:pt x="918678" y="54005"/>
                </a:cubicBezTo>
                <a:cubicBezTo>
                  <a:pt x="918678" y="44521"/>
                  <a:pt x="921423" y="35563"/>
                  <a:pt x="926913" y="27130"/>
                </a:cubicBezTo>
                <a:cubicBezTo>
                  <a:pt x="932402" y="18694"/>
                  <a:pt x="940657" y="12064"/>
                  <a:pt x="951678" y="7240"/>
                </a:cubicBezTo>
                <a:cubicBezTo>
                  <a:pt x="962698" y="2413"/>
                  <a:pt x="977805" y="0"/>
                  <a:pt x="996997" y="0"/>
                </a:cubicBezTo>
                <a:cubicBezTo>
                  <a:pt x="1020547" y="0"/>
                  <a:pt x="1038502" y="4379"/>
                  <a:pt x="1050864" y="13137"/>
                </a:cubicBezTo>
                <a:cubicBezTo>
                  <a:pt x="1063226" y="21895"/>
                  <a:pt x="1070580" y="35828"/>
                  <a:pt x="1072926" y="54936"/>
                </a:cubicBezTo>
                <a:lnTo>
                  <a:pt x="1019247" y="58079"/>
                </a:lnTo>
                <a:cubicBezTo>
                  <a:pt x="1017823" y="49782"/>
                  <a:pt x="1014827" y="43748"/>
                  <a:pt x="1010259" y="39976"/>
                </a:cubicBezTo>
                <a:cubicBezTo>
                  <a:pt x="1005692" y="36205"/>
                  <a:pt x="999385" y="34319"/>
                  <a:pt x="991340" y="34319"/>
                </a:cubicBezTo>
                <a:cubicBezTo>
                  <a:pt x="984719" y="34319"/>
                  <a:pt x="979732" y="35727"/>
                  <a:pt x="976380" y="38542"/>
                </a:cubicBezTo>
                <a:cubicBezTo>
                  <a:pt x="973028" y="41355"/>
                  <a:pt x="971351" y="44777"/>
                  <a:pt x="971351" y="48807"/>
                </a:cubicBezTo>
                <a:cubicBezTo>
                  <a:pt x="971351" y="51746"/>
                  <a:pt x="972734" y="54391"/>
                  <a:pt x="975500" y="56743"/>
                </a:cubicBezTo>
                <a:cubicBezTo>
                  <a:pt x="978182" y="59179"/>
                  <a:pt x="984551" y="61447"/>
                  <a:pt x="994608" y="63547"/>
                </a:cubicBezTo>
                <a:cubicBezTo>
                  <a:pt x="1019499" y="68921"/>
                  <a:pt x="1037329" y="74357"/>
                  <a:pt x="1048098" y="79854"/>
                </a:cubicBezTo>
                <a:cubicBezTo>
                  <a:pt x="1058868" y="85351"/>
                  <a:pt x="1066704" y="92171"/>
                  <a:pt x="1071606" y="100314"/>
                </a:cubicBezTo>
                <a:cubicBezTo>
                  <a:pt x="1076509" y="108453"/>
                  <a:pt x="1078960" y="117560"/>
                  <a:pt x="1078960" y="127632"/>
                </a:cubicBezTo>
                <a:cubicBezTo>
                  <a:pt x="1078960" y="139465"/>
                  <a:pt x="1075692" y="150376"/>
                  <a:pt x="1069155" y="160364"/>
                </a:cubicBezTo>
                <a:cubicBezTo>
                  <a:pt x="1062618" y="170351"/>
                  <a:pt x="1053483" y="177925"/>
                  <a:pt x="1041750" y="183087"/>
                </a:cubicBezTo>
                <a:cubicBezTo>
                  <a:pt x="1030017" y="188249"/>
                  <a:pt x="1015225" y="190830"/>
                  <a:pt x="997374" y="190830"/>
                </a:cubicBezTo>
                <a:cubicBezTo>
                  <a:pt x="966030" y="190830"/>
                  <a:pt x="944324" y="184785"/>
                  <a:pt x="932255" y="172696"/>
                </a:cubicBezTo>
                <a:cubicBezTo>
                  <a:pt x="920187" y="160607"/>
                  <a:pt x="913357" y="145242"/>
                  <a:pt x="911764" y="126603"/>
                </a:cubicBez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:">
            <a:extLst xmlns:a="http://schemas.openxmlformats.org/drawingml/2006/main">
              <a:ext uri="{FF2B5EF4-FFF2-40B4-BE49-F238E27FC236}">
                <a16:creationId xmlns:a16="http://schemas.microsoft.com/office/drawing/2014/main" id="{63BEE86C-EA37-4F00-A613-7D1EE438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08" y="239054"/>
            <a:ext cx="54684" cy="133505"/>
          </a:xfrm>
          <a:custGeom xmlns:a="http://schemas.openxmlformats.org/drawingml/2006/main">
            <a:pathLst>
              <a:path w="54684" h="133505">
                <a:moveTo>
                  <a:pt x="0" y="0"/>
                </a:moveTo>
                <a:lnTo>
                  <a:pt x="54684" y="0"/>
                </a:lnTo>
                <a:lnTo>
                  <a:pt x="54684" y="51290"/>
                </a:lnTo>
                <a:lnTo>
                  <a:pt x="0" y="51290"/>
                </a:lnTo>
                <a:lnTo>
                  <a:pt x="0" y="0"/>
                </a:lnTo>
                <a:moveTo>
                  <a:pt x="0" y="82215"/>
                </a:moveTo>
                <a:lnTo>
                  <a:pt x="54684" y="82215"/>
                </a:lnTo>
                <a:lnTo>
                  <a:pt x="54684" y="133505"/>
                </a:lnTo>
                <a:lnTo>
                  <a:pt x="0" y="133505"/>
                </a:lnTo>
                <a:lnTo>
                  <a:pt x="0" y="82215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Veri">
            <a:extLst xmlns:a="http://schemas.openxmlformats.org/drawingml/2006/main">
              <a:ext uri="{FF2B5EF4-FFF2-40B4-BE49-F238E27FC236}">
                <a16:creationId xmlns:a16="http://schemas.microsoft.com/office/drawing/2014/main" id="{BE3DFBB8-BBB1-4044-8D1E-4E0D16B1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945" y="188267"/>
            <a:ext cx="541038" cy="187310"/>
          </a:xfrm>
          <a:custGeom xmlns:a="http://schemas.openxmlformats.org/drawingml/2006/main">
            <a:pathLst>
              <a:path w="541038" h="187310">
                <a:moveTo>
                  <a:pt x="0" y="0"/>
                </a:moveTo>
                <a:lnTo>
                  <a:pt x="59587" y="0"/>
                </a:lnTo>
                <a:lnTo>
                  <a:pt x="101072" y="132625"/>
                </a:lnTo>
                <a:lnTo>
                  <a:pt x="141928" y="0"/>
                </a:lnTo>
                <a:lnTo>
                  <a:pt x="199755" y="0"/>
                </a:lnTo>
                <a:lnTo>
                  <a:pt x="131368" y="184293"/>
                </a:lnTo>
                <a:lnTo>
                  <a:pt x="69644" y="184293"/>
                </a:lnTo>
                <a:lnTo>
                  <a:pt x="0" y="0"/>
                </a:lnTo>
                <a:close/>
                <a:moveTo>
                  <a:pt x="350245" y="130237"/>
                </a:moveTo>
                <a:lnTo>
                  <a:pt x="247664" y="130237"/>
                </a:lnTo>
                <a:cubicBezTo>
                  <a:pt x="248586" y="138411"/>
                  <a:pt x="250807" y="144500"/>
                  <a:pt x="254327" y="148504"/>
                </a:cubicBezTo>
                <a:cubicBezTo>
                  <a:pt x="259271" y="154261"/>
                  <a:pt x="265725" y="157139"/>
                  <a:pt x="273686" y="157139"/>
                </a:cubicBezTo>
                <a:cubicBezTo>
                  <a:pt x="278715" y="157139"/>
                  <a:pt x="283492" y="155895"/>
                  <a:pt x="288017" y="153407"/>
                </a:cubicBezTo>
                <a:cubicBezTo>
                  <a:pt x="290783" y="151830"/>
                  <a:pt x="293758" y="149052"/>
                  <a:pt x="296943" y="145071"/>
                </a:cubicBezTo>
                <a:lnTo>
                  <a:pt x="347353" y="149596"/>
                </a:lnTo>
                <a:cubicBezTo>
                  <a:pt x="339643" y="163050"/>
                  <a:pt x="330340" y="172700"/>
                  <a:pt x="319445" y="178545"/>
                </a:cubicBezTo>
                <a:cubicBezTo>
                  <a:pt x="308550" y="184388"/>
                  <a:pt x="292920" y="187310"/>
                  <a:pt x="272555" y="187310"/>
                </a:cubicBezTo>
                <a:cubicBezTo>
                  <a:pt x="254872" y="187310"/>
                  <a:pt x="240959" y="184817"/>
                  <a:pt x="230819" y="179830"/>
                </a:cubicBezTo>
                <a:cubicBezTo>
                  <a:pt x="220678" y="174843"/>
                  <a:pt x="212276" y="166924"/>
                  <a:pt x="205614" y="156071"/>
                </a:cubicBezTo>
                <a:cubicBezTo>
                  <a:pt x="198951" y="145218"/>
                  <a:pt x="195620" y="132458"/>
                  <a:pt x="195620" y="117791"/>
                </a:cubicBezTo>
                <a:cubicBezTo>
                  <a:pt x="195620" y="96923"/>
                  <a:pt x="202303" y="80036"/>
                  <a:pt x="215671" y="67130"/>
                </a:cubicBezTo>
                <a:cubicBezTo>
                  <a:pt x="229038" y="54223"/>
                  <a:pt x="247496" y="47770"/>
                  <a:pt x="271046" y="47770"/>
                </a:cubicBezTo>
                <a:cubicBezTo>
                  <a:pt x="290154" y="47770"/>
                  <a:pt x="305240" y="50662"/>
                  <a:pt x="316302" y="56444"/>
                </a:cubicBezTo>
                <a:cubicBezTo>
                  <a:pt x="327365" y="62227"/>
                  <a:pt x="335788" y="70608"/>
                  <a:pt x="341570" y="81587"/>
                </a:cubicBezTo>
                <a:cubicBezTo>
                  <a:pt x="347353" y="92565"/>
                  <a:pt x="350245" y="106855"/>
                  <a:pt x="350245" y="124454"/>
                </a:cubicBezTo>
                <a:lnTo>
                  <a:pt x="350245" y="130237"/>
                </a:lnTo>
                <a:moveTo>
                  <a:pt x="298200" y="105597"/>
                </a:moveTo>
                <a:cubicBezTo>
                  <a:pt x="297194" y="95797"/>
                  <a:pt x="294533" y="88780"/>
                  <a:pt x="290217" y="84545"/>
                </a:cubicBezTo>
                <a:cubicBezTo>
                  <a:pt x="285901" y="80310"/>
                  <a:pt x="280223" y="78192"/>
                  <a:pt x="273183" y="78192"/>
                </a:cubicBezTo>
                <a:cubicBezTo>
                  <a:pt x="265054" y="78192"/>
                  <a:pt x="258559" y="81390"/>
                  <a:pt x="253698" y="87786"/>
                </a:cubicBezTo>
                <a:cubicBezTo>
                  <a:pt x="250597" y="91772"/>
                  <a:pt x="248628" y="97709"/>
                  <a:pt x="247790" y="105597"/>
                </a:cubicBezTo>
                <a:lnTo>
                  <a:pt x="298200" y="105597"/>
                </a:lnTo>
                <a:close/>
                <a:moveTo>
                  <a:pt x="374232" y="50787"/>
                </a:moveTo>
                <a:lnTo>
                  <a:pt x="422128" y="50787"/>
                </a:lnTo>
                <a:lnTo>
                  <a:pt x="422128" y="72661"/>
                </a:lnTo>
                <a:cubicBezTo>
                  <a:pt x="426737" y="63191"/>
                  <a:pt x="431493" y="56675"/>
                  <a:pt x="436396" y="53113"/>
                </a:cubicBezTo>
                <a:cubicBezTo>
                  <a:pt x="441299" y="49551"/>
                  <a:pt x="447354" y="47770"/>
                  <a:pt x="454561" y="47770"/>
                </a:cubicBezTo>
                <a:cubicBezTo>
                  <a:pt x="462104" y="47770"/>
                  <a:pt x="470359" y="50117"/>
                  <a:pt x="479326" y="54810"/>
                </a:cubicBezTo>
                <a:lnTo>
                  <a:pt x="463487" y="91266"/>
                </a:lnTo>
                <a:cubicBezTo>
                  <a:pt x="457452" y="88752"/>
                  <a:pt x="452675" y="87495"/>
                  <a:pt x="449156" y="87495"/>
                </a:cubicBezTo>
                <a:cubicBezTo>
                  <a:pt x="442451" y="87495"/>
                  <a:pt x="437255" y="90261"/>
                  <a:pt x="433567" y="95792"/>
                </a:cubicBezTo>
                <a:cubicBezTo>
                  <a:pt x="428287" y="103586"/>
                  <a:pt x="425648" y="118169"/>
                  <a:pt x="425648" y="139540"/>
                </a:cubicBezTo>
                <a:lnTo>
                  <a:pt x="425648" y="184293"/>
                </a:lnTo>
                <a:lnTo>
                  <a:pt x="374232" y="184293"/>
                </a:lnTo>
                <a:lnTo>
                  <a:pt x="374232" y="50787"/>
                </a:lnTo>
                <a:close/>
                <a:moveTo>
                  <a:pt x="489874" y="0"/>
                </a:moveTo>
                <a:lnTo>
                  <a:pt x="541038" y="0"/>
                </a:lnTo>
                <a:lnTo>
                  <a:pt x="541038" y="34696"/>
                </a:lnTo>
                <a:lnTo>
                  <a:pt x="489874" y="34696"/>
                </a:lnTo>
                <a:lnTo>
                  <a:pt x="489874" y="0"/>
                </a:lnTo>
                <a:moveTo>
                  <a:pt x="489874" y="50787"/>
                </a:moveTo>
                <a:lnTo>
                  <a:pt x="541038" y="50787"/>
                </a:lnTo>
                <a:lnTo>
                  <a:pt x="541038" y="184293"/>
                </a:lnTo>
                <a:lnTo>
                  <a:pt x="489874" y="184293"/>
                </a:lnTo>
                <a:lnTo>
                  <a:pt x="489874" y="50787"/>
                </a:ln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fed">
            <a:extLst xmlns:a="http://schemas.openxmlformats.org/drawingml/2006/main">
              <a:ext uri="{FF2B5EF4-FFF2-40B4-BE49-F238E27FC236}">
                <a16:creationId xmlns:a16="http://schemas.microsoft.com/office/drawing/2014/main" id="{7279365B-B931-45B2-A265-76FF3257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734" y="184998"/>
            <a:ext cx="496889" cy="190578"/>
          </a:xfrm>
          <a:custGeom xmlns:a="http://schemas.openxmlformats.org/drawingml/2006/main">
            <a:pathLst>
              <a:path w="496889" h="190578">
                <a:moveTo>
                  <a:pt x="63107" y="54056"/>
                </a:moveTo>
                <a:lnTo>
                  <a:pt x="85987" y="54056"/>
                </a:lnTo>
                <a:lnTo>
                  <a:pt x="85987" y="91518"/>
                </a:lnTo>
                <a:lnTo>
                  <a:pt x="63107" y="91518"/>
                </a:lnTo>
                <a:lnTo>
                  <a:pt x="63107" y="187561"/>
                </a:lnTo>
                <a:lnTo>
                  <a:pt x="16594" y="187561"/>
                </a:lnTo>
                <a:lnTo>
                  <a:pt x="16594" y="91518"/>
                </a:lnTo>
                <a:lnTo>
                  <a:pt x="0" y="91518"/>
                </a:lnTo>
                <a:lnTo>
                  <a:pt x="0" y="54056"/>
                </a:lnTo>
                <a:lnTo>
                  <a:pt x="16594" y="54056"/>
                </a:lnTo>
                <a:lnTo>
                  <a:pt x="16594" y="48006"/>
                </a:lnTo>
                <a:cubicBezTo>
                  <a:pt x="16594" y="42967"/>
                  <a:pt x="17160" y="37066"/>
                  <a:pt x="18291" y="30304"/>
                </a:cubicBezTo>
                <a:cubicBezTo>
                  <a:pt x="19422" y="23542"/>
                  <a:pt x="21706" y="17998"/>
                  <a:pt x="25142" y="13671"/>
                </a:cubicBezTo>
                <a:cubicBezTo>
                  <a:pt x="28578" y="9345"/>
                  <a:pt x="33313" y="5984"/>
                  <a:pt x="39348" y="3591"/>
                </a:cubicBezTo>
                <a:cubicBezTo>
                  <a:pt x="45382" y="1197"/>
                  <a:pt x="52715" y="0"/>
                  <a:pt x="61347" y="0"/>
                </a:cubicBezTo>
                <a:cubicBezTo>
                  <a:pt x="67884" y="0"/>
                  <a:pt x="79743" y="964"/>
                  <a:pt x="96923" y="2891"/>
                </a:cubicBezTo>
                <a:lnTo>
                  <a:pt x="91266" y="33698"/>
                </a:lnTo>
                <a:cubicBezTo>
                  <a:pt x="85232" y="32855"/>
                  <a:pt x="80916" y="32434"/>
                  <a:pt x="78318" y="32434"/>
                </a:cubicBezTo>
                <a:cubicBezTo>
                  <a:pt x="72787" y="32434"/>
                  <a:pt x="68869" y="33698"/>
                  <a:pt x="66564" y="36228"/>
                </a:cubicBezTo>
                <a:cubicBezTo>
                  <a:pt x="64259" y="38756"/>
                  <a:pt x="63107" y="43687"/>
                  <a:pt x="63107" y="51023"/>
                </a:cubicBezTo>
                <a:lnTo>
                  <a:pt x="63107" y="54056"/>
                </a:lnTo>
                <a:moveTo>
                  <a:pt x="106980" y="3268"/>
                </a:moveTo>
                <a:lnTo>
                  <a:pt x="153619" y="3268"/>
                </a:lnTo>
                <a:lnTo>
                  <a:pt x="153619" y="37965"/>
                </a:lnTo>
                <a:lnTo>
                  <a:pt x="106980" y="37965"/>
                </a:lnTo>
                <a:lnTo>
                  <a:pt x="106980" y="3268"/>
                </a:lnTo>
                <a:moveTo>
                  <a:pt x="106980" y="54056"/>
                </a:moveTo>
                <a:lnTo>
                  <a:pt x="153619" y="54056"/>
                </a:lnTo>
                <a:lnTo>
                  <a:pt x="153619" y="187561"/>
                </a:lnTo>
                <a:lnTo>
                  <a:pt x="106980" y="187561"/>
                </a:lnTo>
                <a:lnTo>
                  <a:pt x="106980" y="54056"/>
                </a:lnTo>
                <a:close/>
                <a:moveTo>
                  <a:pt x="332860" y="133505"/>
                </a:moveTo>
                <a:lnTo>
                  <a:pt x="230279" y="133505"/>
                </a:lnTo>
                <a:cubicBezTo>
                  <a:pt x="231201" y="141679"/>
                  <a:pt x="233422" y="147768"/>
                  <a:pt x="236942" y="151773"/>
                </a:cubicBezTo>
                <a:cubicBezTo>
                  <a:pt x="241887" y="157529"/>
                  <a:pt x="248340" y="160408"/>
                  <a:pt x="256301" y="160408"/>
                </a:cubicBezTo>
                <a:cubicBezTo>
                  <a:pt x="261330" y="160408"/>
                  <a:pt x="266107" y="159164"/>
                  <a:pt x="270633" y="156676"/>
                </a:cubicBezTo>
                <a:cubicBezTo>
                  <a:pt x="273398" y="155099"/>
                  <a:pt x="276373" y="152320"/>
                  <a:pt x="279558" y="148339"/>
                </a:cubicBezTo>
                <a:lnTo>
                  <a:pt x="329968" y="152865"/>
                </a:lnTo>
                <a:cubicBezTo>
                  <a:pt x="322258" y="166319"/>
                  <a:pt x="312955" y="175968"/>
                  <a:pt x="302060" y="181814"/>
                </a:cubicBezTo>
                <a:cubicBezTo>
                  <a:pt x="291165" y="187657"/>
                  <a:pt x="275535" y="190578"/>
                  <a:pt x="255170" y="190578"/>
                </a:cubicBezTo>
                <a:cubicBezTo>
                  <a:pt x="237487" y="190578"/>
                  <a:pt x="223575" y="188085"/>
                  <a:pt x="213434" y="183099"/>
                </a:cubicBezTo>
                <a:cubicBezTo>
                  <a:pt x="203293" y="178112"/>
                  <a:pt x="194891" y="170192"/>
                  <a:pt x="188229" y="159339"/>
                </a:cubicBezTo>
                <a:cubicBezTo>
                  <a:pt x="181566" y="148486"/>
                  <a:pt x="178235" y="135726"/>
                  <a:pt x="178235" y="121060"/>
                </a:cubicBezTo>
                <a:cubicBezTo>
                  <a:pt x="178235" y="100192"/>
                  <a:pt x="184918" y="83305"/>
                  <a:pt x="198286" y="70398"/>
                </a:cubicBezTo>
                <a:cubicBezTo>
                  <a:pt x="211653" y="57492"/>
                  <a:pt x="230112" y="51039"/>
                  <a:pt x="253662" y="51039"/>
                </a:cubicBezTo>
                <a:cubicBezTo>
                  <a:pt x="272770" y="51039"/>
                  <a:pt x="287855" y="53930"/>
                  <a:pt x="298918" y="59713"/>
                </a:cubicBezTo>
                <a:cubicBezTo>
                  <a:pt x="309980" y="65496"/>
                  <a:pt x="318403" y="73876"/>
                  <a:pt x="324186" y="84855"/>
                </a:cubicBezTo>
                <a:cubicBezTo>
                  <a:pt x="329968" y="95834"/>
                  <a:pt x="332860" y="110123"/>
                  <a:pt x="332860" y="127723"/>
                </a:cubicBezTo>
                <a:lnTo>
                  <a:pt x="332860" y="133505"/>
                </a:lnTo>
                <a:moveTo>
                  <a:pt x="280815" y="108866"/>
                </a:moveTo>
                <a:cubicBezTo>
                  <a:pt x="279809" y="99066"/>
                  <a:pt x="277149" y="92048"/>
                  <a:pt x="272832" y="87813"/>
                </a:cubicBezTo>
                <a:cubicBezTo>
                  <a:pt x="268516" y="83578"/>
                  <a:pt x="262838" y="81461"/>
                  <a:pt x="255799" y="81461"/>
                </a:cubicBezTo>
                <a:cubicBezTo>
                  <a:pt x="247669" y="81461"/>
                  <a:pt x="241174" y="84659"/>
                  <a:pt x="236313" y="91054"/>
                </a:cubicBezTo>
                <a:cubicBezTo>
                  <a:pt x="233212" y="95040"/>
                  <a:pt x="231243" y="100978"/>
                  <a:pt x="230405" y="108866"/>
                </a:cubicBezTo>
                <a:lnTo>
                  <a:pt x="280815" y="108866"/>
                </a:lnTo>
                <a:close/>
                <a:moveTo>
                  <a:pt x="496889" y="3268"/>
                </a:moveTo>
                <a:lnTo>
                  <a:pt x="496889" y="187561"/>
                </a:lnTo>
                <a:lnTo>
                  <a:pt x="448993" y="187561"/>
                </a:lnTo>
                <a:lnTo>
                  <a:pt x="448993" y="167825"/>
                </a:lnTo>
                <a:cubicBezTo>
                  <a:pt x="442289" y="176205"/>
                  <a:pt x="436171" y="181862"/>
                  <a:pt x="430639" y="184796"/>
                </a:cubicBezTo>
                <a:cubicBezTo>
                  <a:pt x="423264" y="188651"/>
                  <a:pt x="415051" y="190578"/>
                  <a:pt x="406000" y="190578"/>
                </a:cubicBezTo>
                <a:cubicBezTo>
                  <a:pt x="387814" y="190578"/>
                  <a:pt x="373923" y="183664"/>
                  <a:pt x="364327" y="169836"/>
                </a:cubicBezTo>
                <a:cubicBezTo>
                  <a:pt x="354731" y="156008"/>
                  <a:pt x="349933" y="139204"/>
                  <a:pt x="349933" y="119426"/>
                </a:cubicBezTo>
                <a:cubicBezTo>
                  <a:pt x="349933" y="97301"/>
                  <a:pt x="355234" y="80371"/>
                  <a:pt x="365835" y="68638"/>
                </a:cubicBezTo>
                <a:cubicBezTo>
                  <a:pt x="376437" y="56905"/>
                  <a:pt x="389909" y="51039"/>
                  <a:pt x="406251" y="51039"/>
                </a:cubicBezTo>
                <a:cubicBezTo>
                  <a:pt x="414213" y="51039"/>
                  <a:pt x="421442" y="52380"/>
                  <a:pt x="427937" y="55062"/>
                </a:cubicBezTo>
                <a:cubicBezTo>
                  <a:pt x="434432" y="57743"/>
                  <a:pt x="440193" y="61766"/>
                  <a:pt x="445222" y="67130"/>
                </a:cubicBezTo>
                <a:lnTo>
                  <a:pt x="445222" y="3268"/>
                </a:lnTo>
                <a:lnTo>
                  <a:pt x="496889" y="3268"/>
                </a:lnTo>
                <a:moveTo>
                  <a:pt x="445599" y="120431"/>
                </a:moveTo>
                <a:cubicBezTo>
                  <a:pt x="445599" y="109955"/>
                  <a:pt x="443378" y="102140"/>
                  <a:pt x="438936" y="96986"/>
                </a:cubicBezTo>
                <a:cubicBezTo>
                  <a:pt x="434495" y="91832"/>
                  <a:pt x="428879" y="89255"/>
                  <a:pt x="422091" y="89255"/>
                </a:cubicBezTo>
                <a:cubicBezTo>
                  <a:pt x="416141" y="89255"/>
                  <a:pt x="411154" y="91727"/>
                  <a:pt x="407131" y="96672"/>
                </a:cubicBezTo>
                <a:cubicBezTo>
                  <a:pt x="403109" y="101617"/>
                  <a:pt x="401097" y="109914"/>
                  <a:pt x="401097" y="121563"/>
                </a:cubicBezTo>
                <a:cubicBezTo>
                  <a:pt x="401097" y="132458"/>
                  <a:pt x="403172" y="140440"/>
                  <a:pt x="407320" y="145511"/>
                </a:cubicBezTo>
                <a:cubicBezTo>
                  <a:pt x="411468" y="150581"/>
                  <a:pt x="416602" y="153116"/>
                  <a:pt x="422720" y="153116"/>
                </a:cubicBezTo>
                <a:cubicBezTo>
                  <a:pt x="429257" y="153116"/>
                  <a:pt x="434704" y="150560"/>
                  <a:pt x="439062" y="145448"/>
                </a:cubicBezTo>
                <a:cubicBezTo>
                  <a:pt x="443420" y="140336"/>
                  <a:pt x="445599" y="131997"/>
                  <a:pt x="445599" y="120431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T">
            <a:extLst xmlns:a="http://schemas.openxmlformats.org/drawingml/2006/main">
              <a:ext uri="{FF2B5EF4-FFF2-40B4-BE49-F238E27FC236}">
                <a16:creationId xmlns:a16="http://schemas.microsoft.com/office/drawing/2014/main" id="{55A5D654-E481-4A96-A9F0-B3AAB75C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162" y="188267"/>
            <a:ext cx="173104" cy="184293"/>
          </a:xfrm>
          <a:custGeom xmlns:a="http://schemas.openxmlformats.org/drawingml/2006/main">
            <a:pathLst>
              <a:path w="173104" h="184293">
                <a:moveTo>
                  <a:pt x="0" y="0"/>
                </a:moveTo>
                <a:lnTo>
                  <a:pt x="173104" y="0"/>
                </a:lnTo>
                <a:lnTo>
                  <a:pt x="173104" y="45507"/>
                </a:lnTo>
                <a:lnTo>
                  <a:pt x="115026" y="45507"/>
                </a:lnTo>
                <a:lnTo>
                  <a:pt x="115026" y="184293"/>
                </a:lnTo>
                <a:lnTo>
                  <a:pt x="58079" y="184293"/>
                </a:lnTo>
                <a:lnTo>
                  <a:pt x="58079" y="45507"/>
                </a:lnTo>
                <a:lnTo>
                  <a:pt x="0" y="455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heses">
            <a:extLst xmlns:a="http://schemas.openxmlformats.org/drawingml/2006/main">
              <a:ext uri="{FF2B5EF4-FFF2-40B4-BE49-F238E27FC236}">
                <a16:creationId xmlns:a16="http://schemas.microsoft.com/office/drawing/2014/main" id="{AE190212-3AD7-490B-96CA-21911D70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553" y="188267"/>
            <a:ext cx="805225" cy="187310"/>
          </a:xfrm>
          <a:custGeom xmlns:a="http://schemas.openxmlformats.org/drawingml/2006/main">
            <a:pathLst>
              <a:path w="805225" h="187310">
                <a:moveTo>
                  <a:pt x="0" y="0"/>
                </a:moveTo>
                <a:lnTo>
                  <a:pt x="51165" y="0"/>
                </a:lnTo>
                <a:lnTo>
                  <a:pt x="51165" y="67982"/>
                </a:lnTo>
                <a:cubicBezTo>
                  <a:pt x="58121" y="60741"/>
                  <a:pt x="65035" y="55562"/>
                  <a:pt x="71907" y="52445"/>
                </a:cubicBezTo>
                <a:cubicBezTo>
                  <a:pt x="78779" y="49329"/>
                  <a:pt x="86908" y="47770"/>
                  <a:pt x="96295" y="47770"/>
                </a:cubicBezTo>
                <a:cubicBezTo>
                  <a:pt x="110207" y="47770"/>
                  <a:pt x="121165" y="52003"/>
                  <a:pt x="129168" y="60467"/>
                </a:cubicBezTo>
                <a:cubicBezTo>
                  <a:pt x="137172" y="68932"/>
                  <a:pt x="141174" y="81922"/>
                  <a:pt x="141174" y="99438"/>
                </a:cubicBezTo>
                <a:lnTo>
                  <a:pt x="141174" y="184293"/>
                </a:lnTo>
                <a:lnTo>
                  <a:pt x="89758" y="184293"/>
                </a:lnTo>
                <a:lnTo>
                  <a:pt x="89758" y="110972"/>
                </a:lnTo>
                <a:cubicBezTo>
                  <a:pt x="89758" y="102604"/>
                  <a:pt x="88207" y="96684"/>
                  <a:pt x="85107" y="93211"/>
                </a:cubicBezTo>
                <a:cubicBezTo>
                  <a:pt x="82006" y="89736"/>
                  <a:pt x="77648" y="87998"/>
                  <a:pt x="72033" y="87998"/>
                </a:cubicBezTo>
                <a:cubicBezTo>
                  <a:pt x="65831" y="87998"/>
                  <a:pt x="60802" y="90342"/>
                  <a:pt x="56947" y="95030"/>
                </a:cubicBezTo>
                <a:cubicBezTo>
                  <a:pt x="53092" y="99715"/>
                  <a:pt x="51165" y="108126"/>
                  <a:pt x="51165" y="120263"/>
                </a:cubicBezTo>
                <a:lnTo>
                  <a:pt x="51165" y="184293"/>
                </a:lnTo>
                <a:lnTo>
                  <a:pt x="0" y="184293"/>
                </a:lnTo>
                <a:lnTo>
                  <a:pt x="0" y="0"/>
                </a:lnTo>
                <a:close/>
                <a:moveTo>
                  <a:pt x="319911" y="130237"/>
                </a:moveTo>
                <a:lnTo>
                  <a:pt x="217331" y="130237"/>
                </a:lnTo>
                <a:cubicBezTo>
                  <a:pt x="218253" y="138411"/>
                  <a:pt x="220474" y="144500"/>
                  <a:pt x="223994" y="148504"/>
                </a:cubicBezTo>
                <a:cubicBezTo>
                  <a:pt x="228938" y="154261"/>
                  <a:pt x="235392" y="157139"/>
                  <a:pt x="243353" y="157139"/>
                </a:cubicBezTo>
                <a:cubicBezTo>
                  <a:pt x="248382" y="157139"/>
                  <a:pt x="253159" y="155895"/>
                  <a:pt x="257684" y="153407"/>
                </a:cubicBezTo>
                <a:cubicBezTo>
                  <a:pt x="260450" y="151830"/>
                  <a:pt x="263425" y="149052"/>
                  <a:pt x="266610" y="145071"/>
                </a:cubicBezTo>
                <a:lnTo>
                  <a:pt x="317020" y="149596"/>
                </a:lnTo>
                <a:cubicBezTo>
                  <a:pt x="309310" y="163050"/>
                  <a:pt x="300007" y="172700"/>
                  <a:pt x="289112" y="178545"/>
                </a:cubicBezTo>
                <a:cubicBezTo>
                  <a:pt x="278217" y="184388"/>
                  <a:pt x="262587" y="187310"/>
                  <a:pt x="242222" y="187310"/>
                </a:cubicBezTo>
                <a:cubicBezTo>
                  <a:pt x="224538" y="187310"/>
                  <a:pt x="210626" y="184817"/>
                  <a:pt x="200486" y="179830"/>
                </a:cubicBezTo>
                <a:cubicBezTo>
                  <a:pt x="190345" y="174843"/>
                  <a:pt x="181943" y="166924"/>
                  <a:pt x="175281" y="156071"/>
                </a:cubicBezTo>
                <a:cubicBezTo>
                  <a:pt x="168618" y="145218"/>
                  <a:pt x="165286" y="132458"/>
                  <a:pt x="165286" y="117791"/>
                </a:cubicBezTo>
                <a:cubicBezTo>
                  <a:pt x="165286" y="96923"/>
                  <a:pt x="171970" y="80036"/>
                  <a:pt x="185337" y="67130"/>
                </a:cubicBezTo>
                <a:cubicBezTo>
                  <a:pt x="198705" y="54223"/>
                  <a:pt x="217163" y="47770"/>
                  <a:pt x="240713" y="47770"/>
                </a:cubicBezTo>
                <a:cubicBezTo>
                  <a:pt x="259821" y="47770"/>
                  <a:pt x="274907" y="50662"/>
                  <a:pt x="285969" y="56444"/>
                </a:cubicBezTo>
                <a:cubicBezTo>
                  <a:pt x="297032" y="62227"/>
                  <a:pt x="305455" y="70608"/>
                  <a:pt x="311237" y="81587"/>
                </a:cubicBezTo>
                <a:cubicBezTo>
                  <a:pt x="317020" y="92565"/>
                  <a:pt x="319911" y="106855"/>
                  <a:pt x="319911" y="124454"/>
                </a:cubicBezTo>
                <a:lnTo>
                  <a:pt x="319911" y="130237"/>
                </a:lnTo>
                <a:moveTo>
                  <a:pt x="267867" y="105597"/>
                </a:moveTo>
                <a:cubicBezTo>
                  <a:pt x="266861" y="95797"/>
                  <a:pt x="264200" y="88780"/>
                  <a:pt x="259884" y="84545"/>
                </a:cubicBezTo>
                <a:cubicBezTo>
                  <a:pt x="255568" y="80310"/>
                  <a:pt x="249890" y="78192"/>
                  <a:pt x="242850" y="78192"/>
                </a:cubicBezTo>
                <a:cubicBezTo>
                  <a:pt x="234721" y="78192"/>
                  <a:pt x="228226" y="81390"/>
                  <a:pt x="223365" y="87786"/>
                </a:cubicBezTo>
                <a:cubicBezTo>
                  <a:pt x="220264" y="91772"/>
                  <a:pt x="218295" y="97709"/>
                  <a:pt x="217457" y="105597"/>
                </a:cubicBezTo>
                <a:lnTo>
                  <a:pt x="267867" y="105597"/>
                </a:lnTo>
                <a:close/>
                <a:moveTo>
                  <a:pt x="334345" y="147082"/>
                </a:moveTo>
                <a:lnTo>
                  <a:pt x="385132" y="142305"/>
                </a:lnTo>
                <a:cubicBezTo>
                  <a:pt x="387227" y="148339"/>
                  <a:pt x="390160" y="152655"/>
                  <a:pt x="393932" y="155253"/>
                </a:cubicBezTo>
                <a:cubicBezTo>
                  <a:pt x="397703" y="157851"/>
                  <a:pt x="402732" y="159151"/>
                  <a:pt x="409017" y="159151"/>
                </a:cubicBezTo>
                <a:cubicBezTo>
                  <a:pt x="415889" y="159151"/>
                  <a:pt x="421211" y="157690"/>
                  <a:pt x="424982" y="154770"/>
                </a:cubicBezTo>
                <a:cubicBezTo>
                  <a:pt x="427916" y="152602"/>
                  <a:pt x="429382" y="149890"/>
                  <a:pt x="429382" y="146634"/>
                </a:cubicBezTo>
                <a:cubicBezTo>
                  <a:pt x="429382" y="142963"/>
                  <a:pt x="427455" y="140126"/>
                  <a:pt x="423600" y="138125"/>
                </a:cubicBezTo>
                <a:cubicBezTo>
                  <a:pt x="420834" y="136706"/>
                  <a:pt x="413501" y="134954"/>
                  <a:pt x="401600" y="132869"/>
                </a:cubicBezTo>
                <a:cubicBezTo>
                  <a:pt x="383833" y="129781"/>
                  <a:pt x="371492" y="126920"/>
                  <a:pt x="364578" y="124285"/>
                </a:cubicBezTo>
                <a:cubicBezTo>
                  <a:pt x="357664" y="121648"/>
                  <a:pt x="351839" y="117192"/>
                  <a:pt x="347104" y="110917"/>
                </a:cubicBezTo>
                <a:cubicBezTo>
                  <a:pt x="342369" y="104639"/>
                  <a:pt x="340002" y="97483"/>
                  <a:pt x="340002" y="89448"/>
                </a:cubicBezTo>
                <a:cubicBezTo>
                  <a:pt x="340002" y="80661"/>
                  <a:pt x="342558" y="73088"/>
                  <a:pt x="347670" y="66729"/>
                </a:cubicBezTo>
                <a:cubicBezTo>
                  <a:pt x="352782" y="60368"/>
                  <a:pt x="359822" y="55618"/>
                  <a:pt x="368789" y="52481"/>
                </a:cubicBezTo>
                <a:cubicBezTo>
                  <a:pt x="377757" y="49340"/>
                  <a:pt x="389783" y="47770"/>
                  <a:pt x="404869" y="47770"/>
                </a:cubicBezTo>
                <a:cubicBezTo>
                  <a:pt x="420792" y="47770"/>
                  <a:pt x="432546" y="48985"/>
                  <a:pt x="440131" y="51416"/>
                </a:cubicBezTo>
                <a:cubicBezTo>
                  <a:pt x="447715" y="53846"/>
                  <a:pt x="454043" y="57618"/>
                  <a:pt x="459113" y="62730"/>
                </a:cubicBezTo>
                <a:cubicBezTo>
                  <a:pt x="464183" y="67842"/>
                  <a:pt x="468395" y="74756"/>
                  <a:pt x="471747" y="83472"/>
                </a:cubicBezTo>
                <a:lnTo>
                  <a:pt x="423222" y="88249"/>
                </a:lnTo>
                <a:cubicBezTo>
                  <a:pt x="421965" y="84014"/>
                  <a:pt x="419870" y="80900"/>
                  <a:pt x="416937" y="78907"/>
                </a:cubicBezTo>
                <a:cubicBezTo>
                  <a:pt x="412914" y="76252"/>
                  <a:pt x="408053" y="74924"/>
                  <a:pt x="402354" y="74924"/>
                </a:cubicBezTo>
                <a:cubicBezTo>
                  <a:pt x="396572" y="74924"/>
                  <a:pt x="392360" y="75947"/>
                  <a:pt x="389720" y="77992"/>
                </a:cubicBezTo>
                <a:cubicBezTo>
                  <a:pt x="387080" y="80035"/>
                  <a:pt x="385760" y="82516"/>
                  <a:pt x="385760" y="85437"/>
                </a:cubicBezTo>
                <a:cubicBezTo>
                  <a:pt x="385760" y="88692"/>
                  <a:pt x="387437" y="91154"/>
                  <a:pt x="390789" y="92822"/>
                </a:cubicBezTo>
                <a:cubicBezTo>
                  <a:pt x="394141" y="94490"/>
                  <a:pt x="401432" y="95992"/>
                  <a:pt x="412663" y="97328"/>
                </a:cubicBezTo>
                <a:cubicBezTo>
                  <a:pt x="429676" y="99245"/>
                  <a:pt x="442331" y="101919"/>
                  <a:pt x="450628" y="105350"/>
                </a:cubicBezTo>
                <a:cubicBezTo>
                  <a:pt x="458924" y="108781"/>
                  <a:pt x="465273" y="113676"/>
                  <a:pt x="469673" y="120035"/>
                </a:cubicBezTo>
                <a:cubicBezTo>
                  <a:pt x="474073" y="126394"/>
                  <a:pt x="476273" y="133381"/>
                  <a:pt x="476273" y="140997"/>
                </a:cubicBezTo>
                <a:cubicBezTo>
                  <a:pt x="476273" y="148694"/>
                  <a:pt x="473947" y="156183"/>
                  <a:pt x="469296" y="163464"/>
                </a:cubicBezTo>
                <a:cubicBezTo>
                  <a:pt x="464644" y="170742"/>
                  <a:pt x="457311" y="176537"/>
                  <a:pt x="447296" y="180847"/>
                </a:cubicBezTo>
                <a:cubicBezTo>
                  <a:pt x="437281" y="185156"/>
                  <a:pt x="423641" y="187310"/>
                  <a:pt x="406377" y="187310"/>
                </a:cubicBezTo>
                <a:cubicBezTo>
                  <a:pt x="381989" y="187310"/>
                  <a:pt x="364620" y="183821"/>
                  <a:pt x="354270" y="176844"/>
                </a:cubicBezTo>
                <a:cubicBezTo>
                  <a:pt x="343920" y="169865"/>
                  <a:pt x="337278" y="159944"/>
                  <a:pt x="334345" y="147082"/>
                </a:cubicBezTo>
                <a:close/>
                <a:moveTo>
                  <a:pt x="648864" y="130237"/>
                </a:moveTo>
                <a:lnTo>
                  <a:pt x="546284" y="130237"/>
                </a:lnTo>
                <a:cubicBezTo>
                  <a:pt x="547205" y="138411"/>
                  <a:pt x="549426" y="144500"/>
                  <a:pt x="552946" y="148504"/>
                </a:cubicBezTo>
                <a:cubicBezTo>
                  <a:pt x="557891" y="154261"/>
                  <a:pt x="564344" y="157139"/>
                  <a:pt x="572306" y="157139"/>
                </a:cubicBezTo>
                <a:cubicBezTo>
                  <a:pt x="577334" y="157139"/>
                  <a:pt x="582111" y="155895"/>
                  <a:pt x="586637" y="153407"/>
                </a:cubicBezTo>
                <a:cubicBezTo>
                  <a:pt x="589402" y="151830"/>
                  <a:pt x="592378" y="149052"/>
                  <a:pt x="595562" y="145071"/>
                </a:cubicBezTo>
                <a:lnTo>
                  <a:pt x="645973" y="149596"/>
                </a:lnTo>
                <a:cubicBezTo>
                  <a:pt x="638262" y="163050"/>
                  <a:pt x="628960" y="172700"/>
                  <a:pt x="618065" y="178545"/>
                </a:cubicBezTo>
                <a:cubicBezTo>
                  <a:pt x="607170" y="184388"/>
                  <a:pt x="591540" y="187310"/>
                  <a:pt x="571174" y="187310"/>
                </a:cubicBezTo>
                <a:cubicBezTo>
                  <a:pt x="553491" y="187310"/>
                  <a:pt x="539579" y="184817"/>
                  <a:pt x="529438" y="179830"/>
                </a:cubicBezTo>
                <a:cubicBezTo>
                  <a:pt x="519297" y="174843"/>
                  <a:pt x="510896" y="166924"/>
                  <a:pt x="504233" y="156071"/>
                </a:cubicBezTo>
                <a:cubicBezTo>
                  <a:pt x="497570" y="145218"/>
                  <a:pt x="494239" y="132458"/>
                  <a:pt x="494239" y="117791"/>
                </a:cubicBezTo>
                <a:cubicBezTo>
                  <a:pt x="494239" y="96923"/>
                  <a:pt x="500923" y="80036"/>
                  <a:pt x="514290" y="67130"/>
                </a:cubicBezTo>
                <a:cubicBezTo>
                  <a:pt x="527657" y="54223"/>
                  <a:pt x="546116" y="47770"/>
                  <a:pt x="569666" y="47770"/>
                </a:cubicBezTo>
                <a:cubicBezTo>
                  <a:pt x="588774" y="47770"/>
                  <a:pt x="603859" y="50662"/>
                  <a:pt x="614922" y="56444"/>
                </a:cubicBezTo>
                <a:cubicBezTo>
                  <a:pt x="625984" y="62227"/>
                  <a:pt x="634407" y="70608"/>
                  <a:pt x="640190" y="81587"/>
                </a:cubicBezTo>
                <a:cubicBezTo>
                  <a:pt x="645973" y="92565"/>
                  <a:pt x="648864" y="106855"/>
                  <a:pt x="648864" y="124454"/>
                </a:cubicBezTo>
                <a:lnTo>
                  <a:pt x="648864" y="130237"/>
                </a:lnTo>
                <a:moveTo>
                  <a:pt x="596819" y="105597"/>
                </a:moveTo>
                <a:cubicBezTo>
                  <a:pt x="595814" y="95797"/>
                  <a:pt x="593153" y="88780"/>
                  <a:pt x="588837" y="84545"/>
                </a:cubicBezTo>
                <a:cubicBezTo>
                  <a:pt x="584521" y="80310"/>
                  <a:pt x="578843" y="78192"/>
                  <a:pt x="571803" y="78192"/>
                </a:cubicBezTo>
                <a:cubicBezTo>
                  <a:pt x="563674" y="78192"/>
                  <a:pt x="557178" y="81390"/>
                  <a:pt x="552318" y="87786"/>
                </a:cubicBezTo>
                <a:cubicBezTo>
                  <a:pt x="549217" y="91772"/>
                  <a:pt x="547247" y="97709"/>
                  <a:pt x="546409" y="105597"/>
                </a:cubicBezTo>
                <a:lnTo>
                  <a:pt x="596819" y="105597"/>
                </a:lnTo>
                <a:close/>
                <a:moveTo>
                  <a:pt x="663297" y="147082"/>
                </a:moveTo>
                <a:lnTo>
                  <a:pt x="714085" y="142305"/>
                </a:lnTo>
                <a:cubicBezTo>
                  <a:pt x="716180" y="148339"/>
                  <a:pt x="719113" y="152655"/>
                  <a:pt x="722884" y="155253"/>
                </a:cubicBezTo>
                <a:cubicBezTo>
                  <a:pt x="726656" y="157851"/>
                  <a:pt x="731684" y="159151"/>
                  <a:pt x="737970" y="159151"/>
                </a:cubicBezTo>
                <a:cubicBezTo>
                  <a:pt x="744842" y="159151"/>
                  <a:pt x="750164" y="157690"/>
                  <a:pt x="753935" y="154770"/>
                </a:cubicBezTo>
                <a:cubicBezTo>
                  <a:pt x="756868" y="152602"/>
                  <a:pt x="758335" y="149890"/>
                  <a:pt x="758335" y="146634"/>
                </a:cubicBezTo>
                <a:cubicBezTo>
                  <a:pt x="758335" y="142963"/>
                  <a:pt x="756407" y="140126"/>
                  <a:pt x="752552" y="138125"/>
                </a:cubicBezTo>
                <a:cubicBezTo>
                  <a:pt x="749787" y="136706"/>
                  <a:pt x="742453" y="134954"/>
                  <a:pt x="730553" y="132869"/>
                </a:cubicBezTo>
                <a:cubicBezTo>
                  <a:pt x="712785" y="129781"/>
                  <a:pt x="700445" y="126920"/>
                  <a:pt x="693531" y="124285"/>
                </a:cubicBezTo>
                <a:cubicBezTo>
                  <a:pt x="686617" y="121648"/>
                  <a:pt x="680792" y="117192"/>
                  <a:pt x="676057" y="110917"/>
                </a:cubicBezTo>
                <a:cubicBezTo>
                  <a:pt x="671322" y="104639"/>
                  <a:pt x="668954" y="97483"/>
                  <a:pt x="668954" y="89448"/>
                </a:cubicBezTo>
                <a:cubicBezTo>
                  <a:pt x="668954" y="80661"/>
                  <a:pt x="671510" y="73088"/>
                  <a:pt x="676623" y="66729"/>
                </a:cubicBezTo>
                <a:cubicBezTo>
                  <a:pt x="681735" y="60368"/>
                  <a:pt x="688775" y="55618"/>
                  <a:pt x="697742" y="52481"/>
                </a:cubicBezTo>
                <a:cubicBezTo>
                  <a:pt x="706709" y="49340"/>
                  <a:pt x="718736" y="47770"/>
                  <a:pt x="733821" y="47770"/>
                </a:cubicBezTo>
                <a:cubicBezTo>
                  <a:pt x="749745" y="47770"/>
                  <a:pt x="761499" y="48985"/>
                  <a:pt x="769083" y="51416"/>
                </a:cubicBezTo>
                <a:cubicBezTo>
                  <a:pt x="776668" y="53846"/>
                  <a:pt x="782995" y="57618"/>
                  <a:pt x="788066" y="62730"/>
                </a:cubicBezTo>
                <a:cubicBezTo>
                  <a:pt x="793136" y="67842"/>
                  <a:pt x="797347" y="74756"/>
                  <a:pt x="800700" y="83472"/>
                </a:cubicBezTo>
                <a:lnTo>
                  <a:pt x="752175" y="88249"/>
                </a:lnTo>
                <a:cubicBezTo>
                  <a:pt x="750918" y="84014"/>
                  <a:pt x="748823" y="80900"/>
                  <a:pt x="745889" y="78907"/>
                </a:cubicBezTo>
                <a:cubicBezTo>
                  <a:pt x="741867" y="76252"/>
                  <a:pt x="737006" y="74924"/>
                  <a:pt x="731307" y="74924"/>
                </a:cubicBezTo>
                <a:cubicBezTo>
                  <a:pt x="725524" y="74924"/>
                  <a:pt x="721313" y="75947"/>
                  <a:pt x="718673" y="77992"/>
                </a:cubicBezTo>
                <a:cubicBezTo>
                  <a:pt x="716033" y="80035"/>
                  <a:pt x="714713" y="82516"/>
                  <a:pt x="714713" y="85437"/>
                </a:cubicBezTo>
                <a:cubicBezTo>
                  <a:pt x="714713" y="88692"/>
                  <a:pt x="716389" y="91154"/>
                  <a:pt x="719742" y="92822"/>
                </a:cubicBezTo>
                <a:cubicBezTo>
                  <a:pt x="723094" y="94490"/>
                  <a:pt x="730385" y="95992"/>
                  <a:pt x="741615" y="97328"/>
                </a:cubicBezTo>
                <a:cubicBezTo>
                  <a:pt x="758628" y="99245"/>
                  <a:pt x="771283" y="101919"/>
                  <a:pt x="779580" y="105350"/>
                </a:cubicBezTo>
                <a:cubicBezTo>
                  <a:pt x="787877" y="108781"/>
                  <a:pt x="794225" y="113676"/>
                  <a:pt x="798625" y="120035"/>
                </a:cubicBezTo>
                <a:cubicBezTo>
                  <a:pt x="803025" y="126394"/>
                  <a:pt x="805225" y="133381"/>
                  <a:pt x="805225" y="140997"/>
                </a:cubicBezTo>
                <a:cubicBezTo>
                  <a:pt x="805225" y="148694"/>
                  <a:pt x="802900" y="156183"/>
                  <a:pt x="798248" y="163464"/>
                </a:cubicBezTo>
                <a:cubicBezTo>
                  <a:pt x="793597" y="170742"/>
                  <a:pt x="786264" y="176537"/>
                  <a:pt x="776249" y="180847"/>
                </a:cubicBezTo>
                <a:cubicBezTo>
                  <a:pt x="766234" y="185156"/>
                  <a:pt x="752594" y="187310"/>
                  <a:pt x="735330" y="187310"/>
                </a:cubicBezTo>
                <a:cubicBezTo>
                  <a:pt x="710942" y="187310"/>
                  <a:pt x="693573" y="183821"/>
                  <a:pt x="683222" y="176844"/>
                </a:cubicBezTo>
                <a:cubicBezTo>
                  <a:pt x="672872" y="169865"/>
                  <a:pt x="666230" y="159944"/>
                  <a:pt x="663297" y="147082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a">
            <a:extLst xmlns:a="http://schemas.openxmlformats.org/drawingml/2006/main">
              <a:ext uri="{FF2B5EF4-FFF2-40B4-BE49-F238E27FC236}">
                <a16:creationId xmlns:a16="http://schemas.microsoft.com/office/drawing/2014/main" id="{DC1D3010-F846-4F08-9969-9F3E787A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828" y="236037"/>
            <a:ext cx="153745" cy="139540"/>
          </a:xfrm>
          <a:custGeom xmlns:a="http://schemas.openxmlformats.org/drawingml/2006/main">
            <a:pathLst>
              <a:path w="153745" h="139540">
                <a:moveTo>
                  <a:pt x="52924" y="46262"/>
                </a:moveTo>
                <a:lnTo>
                  <a:pt x="4023" y="40982"/>
                </a:lnTo>
                <a:cubicBezTo>
                  <a:pt x="5867" y="32460"/>
                  <a:pt x="8527" y="25755"/>
                  <a:pt x="12005" y="20868"/>
                </a:cubicBezTo>
                <a:cubicBezTo>
                  <a:pt x="15483" y="15978"/>
                  <a:pt x="20491" y="11738"/>
                  <a:pt x="27028" y="8148"/>
                </a:cubicBezTo>
                <a:cubicBezTo>
                  <a:pt x="31721" y="5558"/>
                  <a:pt x="38174" y="3553"/>
                  <a:pt x="46387" y="2133"/>
                </a:cubicBezTo>
                <a:cubicBezTo>
                  <a:pt x="54601" y="711"/>
                  <a:pt x="63484" y="0"/>
                  <a:pt x="73038" y="0"/>
                </a:cubicBezTo>
                <a:cubicBezTo>
                  <a:pt x="88375" y="0"/>
                  <a:pt x="100695" y="859"/>
                  <a:pt x="109997" y="2577"/>
                </a:cubicBezTo>
                <a:cubicBezTo>
                  <a:pt x="119300" y="4295"/>
                  <a:pt x="127052" y="7878"/>
                  <a:pt x="133254" y="13325"/>
                </a:cubicBezTo>
                <a:cubicBezTo>
                  <a:pt x="137612" y="17097"/>
                  <a:pt x="141048" y="22439"/>
                  <a:pt x="143562" y="29354"/>
                </a:cubicBezTo>
                <a:cubicBezTo>
                  <a:pt x="146077" y="36268"/>
                  <a:pt x="147334" y="42868"/>
                  <a:pt x="147334" y="49153"/>
                </a:cubicBezTo>
                <a:lnTo>
                  <a:pt x="147334" y="108112"/>
                </a:lnTo>
                <a:cubicBezTo>
                  <a:pt x="147334" y="114397"/>
                  <a:pt x="147732" y="119321"/>
                  <a:pt x="148528" y="122883"/>
                </a:cubicBezTo>
                <a:cubicBezTo>
                  <a:pt x="149324" y="126445"/>
                  <a:pt x="151063" y="130991"/>
                  <a:pt x="153745" y="136522"/>
                </a:cubicBezTo>
                <a:lnTo>
                  <a:pt x="105723" y="136522"/>
                </a:lnTo>
                <a:cubicBezTo>
                  <a:pt x="103796" y="133086"/>
                  <a:pt x="102539" y="130467"/>
                  <a:pt x="101952" y="128666"/>
                </a:cubicBezTo>
                <a:cubicBezTo>
                  <a:pt x="101365" y="126864"/>
                  <a:pt x="100779" y="124035"/>
                  <a:pt x="100192" y="120180"/>
                </a:cubicBezTo>
                <a:cubicBezTo>
                  <a:pt x="93487" y="126633"/>
                  <a:pt x="86825" y="131243"/>
                  <a:pt x="80204" y="134008"/>
                </a:cubicBezTo>
                <a:cubicBezTo>
                  <a:pt x="71153" y="137696"/>
                  <a:pt x="60635" y="139540"/>
                  <a:pt x="48650" y="139540"/>
                </a:cubicBezTo>
                <a:cubicBezTo>
                  <a:pt x="32727" y="139540"/>
                  <a:pt x="20638" y="135847"/>
                  <a:pt x="12383" y="128461"/>
                </a:cubicBezTo>
                <a:cubicBezTo>
                  <a:pt x="4128" y="121076"/>
                  <a:pt x="0" y="111971"/>
                  <a:pt x="0" y="101147"/>
                </a:cubicBezTo>
                <a:cubicBezTo>
                  <a:pt x="0" y="90990"/>
                  <a:pt x="2975" y="82639"/>
                  <a:pt x="8926" y="76095"/>
                </a:cubicBezTo>
                <a:cubicBezTo>
                  <a:pt x="14876" y="69550"/>
                  <a:pt x="25855" y="64682"/>
                  <a:pt x="41862" y="61492"/>
                </a:cubicBezTo>
                <a:cubicBezTo>
                  <a:pt x="61054" y="57632"/>
                  <a:pt x="73499" y="54925"/>
                  <a:pt x="79198" y="53372"/>
                </a:cubicBezTo>
                <a:cubicBezTo>
                  <a:pt x="84897" y="51819"/>
                  <a:pt x="90931" y="49784"/>
                  <a:pt x="97301" y="47267"/>
                </a:cubicBezTo>
                <a:cubicBezTo>
                  <a:pt x="97301" y="41029"/>
                  <a:pt x="96002" y="36662"/>
                  <a:pt x="93403" y="34166"/>
                </a:cubicBezTo>
                <a:cubicBezTo>
                  <a:pt x="90805" y="31670"/>
                  <a:pt x="86238" y="30422"/>
                  <a:pt x="79701" y="30422"/>
                </a:cubicBezTo>
                <a:cubicBezTo>
                  <a:pt x="71320" y="30422"/>
                  <a:pt x="65035" y="31763"/>
                  <a:pt x="60844" y="34445"/>
                </a:cubicBezTo>
                <a:cubicBezTo>
                  <a:pt x="57576" y="36540"/>
                  <a:pt x="54936" y="40479"/>
                  <a:pt x="52924" y="46262"/>
                </a:cubicBezTo>
                <a:moveTo>
                  <a:pt x="97301" y="73164"/>
                </a:moveTo>
                <a:cubicBezTo>
                  <a:pt x="90261" y="75678"/>
                  <a:pt x="82928" y="77899"/>
                  <a:pt x="75301" y="79827"/>
                </a:cubicBezTo>
                <a:cubicBezTo>
                  <a:pt x="64909" y="82592"/>
                  <a:pt x="58330" y="85316"/>
                  <a:pt x="55564" y="87998"/>
                </a:cubicBezTo>
                <a:cubicBezTo>
                  <a:pt x="52715" y="90764"/>
                  <a:pt x="51290" y="93906"/>
                  <a:pt x="51290" y="97426"/>
                </a:cubicBezTo>
                <a:cubicBezTo>
                  <a:pt x="51290" y="101449"/>
                  <a:pt x="52694" y="104738"/>
                  <a:pt x="55502" y="107295"/>
                </a:cubicBezTo>
                <a:cubicBezTo>
                  <a:pt x="58309" y="109851"/>
                  <a:pt x="62437" y="111129"/>
                  <a:pt x="67884" y="111129"/>
                </a:cubicBezTo>
                <a:cubicBezTo>
                  <a:pt x="73583" y="111129"/>
                  <a:pt x="78884" y="109746"/>
                  <a:pt x="83787" y="106980"/>
                </a:cubicBezTo>
                <a:cubicBezTo>
                  <a:pt x="88689" y="104215"/>
                  <a:pt x="92167" y="100841"/>
                  <a:pt x="94221" y="96861"/>
                </a:cubicBezTo>
                <a:cubicBezTo>
                  <a:pt x="96274" y="92880"/>
                  <a:pt x="97301" y="87705"/>
                  <a:pt x="97301" y="81335"/>
                </a:cubicBezTo>
                <a:lnTo>
                  <a:pt x="97301" y="73164"/>
                </a:ln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nd">
            <a:extLst xmlns:a="http://schemas.openxmlformats.org/drawingml/2006/main">
              <a:ext uri="{FF2B5EF4-FFF2-40B4-BE49-F238E27FC236}">
                <a16:creationId xmlns:a16="http://schemas.microsoft.com/office/drawing/2014/main" id="{FA74F666-0CB1-491D-B428-7B5691FC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837" y="188267"/>
            <a:ext cx="312243" cy="187310"/>
          </a:xfrm>
          <a:custGeom xmlns:a="http://schemas.openxmlformats.org/drawingml/2006/main">
            <a:pathLst>
              <a:path w="312243" h="187310">
                <a:moveTo>
                  <a:pt x="0" y="50787"/>
                </a:moveTo>
                <a:lnTo>
                  <a:pt x="47645" y="50787"/>
                </a:lnTo>
                <a:lnTo>
                  <a:pt x="47645" y="72610"/>
                </a:lnTo>
                <a:cubicBezTo>
                  <a:pt x="54768" y="63700"/>
                  <a:pt x="61976" y="57334"/>
                  <a:pt x="69267" y="53510"/>
                </a:cubicBezTo>
                <a:cubicBezTo>
                  <a:pt x="76558" y="49683"/>
                  <a:pt x="85442" y="47770"/>
                  <a:pt x="95918" y="47770"/>
                </a:cubicBezTo>
                <a:cubicBezTo>
                  <a:pt x="110081" y="47770"/>
                  <a:pt x="121165" y="51982"/>
                  <a:pt x="129168" y="60404"/>
                </a:cubicBezTo>
                <a:cubicBezTo>
                  <a:pt x="137172" y="68827"/>
                  <a:pt x="141174" y="81838"/>
                  <a:pt x="141174" y="99438"/>
                </a:cubicBezTo>
                <a:lnTo>
                  <a:pt x="141174" y="184293"/>
                </a:lnTo>
                <a:lnTo>
                  <a:pt x="89758" y="184293"/>
                </a:lnTo>
                <a:lnTo>
                  <a:pt x="89758" y="110972"/>
                </a:lnTo>
                <a:cubicBezTo>
                  <a:pt x="89758" y="102604"/>
                  <a:pt x="88207" y="96684"/>
                  <a:pt x="85107" y="93211"/>
                </a:cubicBezTo>
                <a:cubicBezTo>
                  <a:pt x="82006" y="89736"/>
                  <a:pt x="77648" y="87998"/>
                  <a:pt x="72033" y="87998"/>
                </a:cubicBezTo>
                <a:cubicBezTo>
                  <a:pt x="65831" y="87998"/>
                  <a:pt x="60802" y="90342"/>
                  <a:pt x="56947" y="95030"/>
                </a:cubicBezTo>
                <a:cubicBezTo>
                  <a:pt x="53092" y="99715"/>
                  <a:pt x="51165" y="108126"/>
                  <a:pt x="51165" y="120263"/>
                </a:cubicBezTo>
                <a:lnTo>
                  <a:pt x="51165" y="184293"/>
                </a:lnTo>
                <a:lnTo>
                  <a:pt x="0" y="184293"/>
                </a:lnTo>
                <a:lnTo>
                  <a:pt x="0" y="50787"/>
                </a:lnTo>
                <a:close/>
                <a:moveTo>
                  <a:pt x="312243" y="0"/>
                </a:moveTo>
                <a:lnTo>
                  <a:pt x="312243" y="184293"/>
                </a:lnTo>
                <a:lnTo>
                  <a:pt x="264347" y="184293"/>
                </a:lnTo>
                <a:lnTo>
                  <a:pt x="264347" y="164556"/>
                </a:lnTo>
                <a:cubicBezTo>
                  <a:pt x="257643" y="172937"/>
                  <a:pt x="251525" y="178594"/>
                  <a:pt x="245993" y="181527"/>
                </a:cubicBezTo>
                <a:cubicBezTo>
                  <a:pt x="238618" y="185382"/>
                  <a:pt x="230405" y="187310"/>
                  <a:pt x="221354" y="187310"/>
                </a:cubicBezTo>
                <a:cubicBezTo>
                  <a:pt x="203168" y="187310"/>
                  <a:pt x="189277" y="180396"/>
                  <a:pt x="179681" y="166567"/>
                </a:cubicBezTo>
                <a:cubicBezTo>
                  <a:pt x="170085" y="152739"/>
                  <a:pt x="165287" y="135936"/>
                  <a:pt x="165287" y="116157"/>
                </a:cubicBezTo>
                <a:cubicBezTo>
                  <a:pt x="165287" y="94032"/>
                  <a:pt x="170588" y="77103"/>
                  <a:pt x="181189" y="65370"/>
                </a:cubicBezTo>
                <a:cubicBezTo>
                  <a:pt x="191791" y="53637"/>
                  <a:pt x="205263" y="47770"/>
                  <a:pt x="221605" y="47770"/>
                </a:cubicBezTo>
                <a:cubicBezTo>
                  <a:pt x="229567" y="47770"/>
                  <a:pt x="236796" y="49111"/>
                  <a:pt x="243291" y="51793"/>
                </a:cubicBezTo>
                <a:cubicBezTo>
                  <a:pt x="249786" y="54475"/>
                  <a:pt x="255547" y="58498"/>
                  <a:pt x="260576" y="63861"/>
                </a:cubicBezTo>
                <a:lnTo>
                  <a:pt x="260576" y="0"/>
                </a:lnTo>
                <a:lnTo>
                  <a:pt x="312243" y="0"/>
                </a:lnTo>
                <a:moveTo>
                  <a:pt x="260953" y="117163"/>
                </a:moveTo>
                <a:cubicBezTo>
                  <a:pt x="260953" y="106687"/>
                  <a:pt x="258732" y="98872"/>
                  <a:pt x="254290" y="93718"/>
                </a:cubicBezTo>
                <a:cubicBezTo>
                  <a:pt x="249849" y="88564"/>
                  <a:pt x="244233" y="85987"/>
                  <a:pt x="237445" y="85987"/>
                </a:cubicBezTo>
                <a:cubicBezTo>
                  <a:pt x="231495" y="85987"/>
                  <a:pt x="226508" y="88459"/>
                  <a:pt x="222485" y="93403"/>
                </a:cubicBezTo>
                <a:cubicBezTo>
                  <a:pt x="218463" y="98348"/>
                  <a:pt x="216451" y="106645"/>
                  <a:pt x="216451" y="118294"/>
                </a:cubicBezTo>
                <a:cubicBezTo>
                  <a:pt x="216451" y="129189"/>
                  <a:pt x="218525" y="137172"/>
                  <a:pt x="222674" y="142242"/>
                </a:cubicBezTo>
                <a:cubicBezTo>
                  <a:pt x="226822" y="147313"/>
                  <a:pt x="231956" y="149848"/>
                  <a:pt x="238074" y="149848"/>
                </a:cubicBezTo>
                <a:cubicBezTo>
                  <a:pt x="244611" y="149848"/>
                  <a:pt x="250058" y="147292"/>
                  <a:pt x="254416" y="142179"/>
                </a:cubicBezTo>
                <a:cubicBezTo>
                  <a:pt x="258774" y="137067"/>
                  <a:pt x="260953" y="128728"/>
                  <a:pt x="260953" y="117163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S">
            <a:extLst xmlns:a="http://schemas.openxmlformats.org/drawingml/2006/main">
              <a:ext uri="{FF2B5EF4-FFF2-40B4-BE49-F238E27FC236}">
                <a16:creationId xmlns:a16="http://schemas.microsoft.com/office/drawing/2014/main" id="{CDF1EBD1-7F66-4A9A-82AE-1578F625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593" y="184998"/>
            <a:ext cx="167196" cy="190830"/>
          </a:xfrm>
          <a:custGeom xmlns:a="http://schemas.openxmlformats.org/drawingml/2006/main">
            <a:pathLst>
              <a:path w="167196" h="190830">
                <a:moveTo>
                  <a:pt x="0" y="126603"/>
                </a:moveTo>
                <a:lnTo>
                  <a:pt x="54182" y="123197"/>
                </a:lnTo>
                <a:cubicBezTo>
                  <a:pt x="55355" y="132031"/>
                  <a:pt x="57743" y="138763"/>
                  <a:pt x="61347" y="143393"/>
                </a:cubicBezTo>
                <a:cubicBezTo>
                  <a:pt x="67214" y="150881"/>
                  <a:pt x="75594" y="154625"/>
                  <a:pt x="86489" y="154625"/>
                </a:cubicBezTo>
                <a:cubicBezTo>
                  <a:pt x="94619" y="154625"/>
                  <a:pt x="100883" y="152714"/>
                  <a:pt x="105283" y="148893"/>
                </a:cubicBezTo>
                <a:cubicBezTo>
                  <a:pt x="109683" y="145072"/>
                  <a:pt x="111883" y="140642"/>
                  <a:pt x="111883" y="135603"/>
                </a:cubicBezTo>
                <a:cubicBezTo>
                  <a:pt x="111883" y="130816"/>
                  <a:pt x="109788" y="126532"/>
                  <a:pt x="105597" y="122753"/>
                </a:cubicBezTo>
                <a:cubicBezTo>
                  <a:pt x="101407" y="118974"/>
                  <a:pt x="91685" y="115404"/>
                  <a:pt x="76432" y="112044"/>
                </a:cubicBezTo>
                <a:cubicBezTo>
                  <a:pt x="51458" y="106419"/>
                  <a:pt x="33649" y="98948"/>
                  <a:pt x="23005" y="89632"/>
                </a:cubicBezTo>
                <a:cubicBezTo>
                  <a:pt x="12278" y="80316"/>
                  <a:pt x="6914" y="68441"/>
                  <a:pt x="6914" y="54005"/>
                </a:cubicBezTo>
                <a:cubicBezTo>
                  <a:pt x="6914" y="44521"/>
                  <a:pt x="9659" y="35563"/>
                  <a:pt x="15148" y="27130"/>
                </a:cubicBezTo>
                <a:cubicBezTo>
                  <a:pt x="20638" y="18694"/>
                  <a:pt x="28893" y="12064"/>
                  <a:pt x="39913" y="7240"/>
                </a:cubicBezTo>
                <a:cubicBezTo>
                  <a:pt x="50934" y="2413"/>
                  <a:pt x="66040" y="0"/>
                  <a:pt x="85232" y="0"/>
                </a:cubicBezTo>
                <a:cubicBezTo>
                  <a:pt x="108782" y="0"/>
                  <a:pt x="126738" y="4379"/>
                  <a:pt x="139100" y="13137"/>
                </a:cubicBezTo>
                <a:cubicBezTo>
                  <a:pt x="151461" y="21895"/>
                  <a:pt x="158815" y="35828"/>
                  <a:pt x="161162" y="54936"/>
                </a:cubicBezTo>
                <a:lnTo>
                  <a:pt x="107483" y="58079"/>
                </a:lnTo>
                <a:cubicBezTo>
                  <a:pt x="106058" y="49782"/>
                  <a:pt x="103062" y="43748"/>
                  <a:pt x="98495" y="39976"/>
                </a:cubicBezTo>
                <a:cubicBezTo>
                  <a:pt x="93927" y="36205"/>
                  <a:pt x="87621" y="34319"/>
                  <a:pt x="79575" y="34319"/>
                </a:cubicBezTo>
                <a:cubicBezTo>
                  <a:pt x="72954" y="34319"/>
                  <a:pt x="67968" y="35727"/>
                  <a:pt x="64616" y="38542"/>
                </a:cubicBezTo>
                <a:cubicBezTo>
                  <a:pt x="61263" y="41355"/>
                  <a:pt x="59587" y="44777"/>
                  <a:pt x="59587" y="48807"/>
                </a:cubicBezTo>
                <a:cubicBezTo>
                  <a:pt x="59587" y="51746"/>
                  <a:pt x="60970" y="54391"/>
                  <a:pt x="63736" y="56743"/>
                </a:cubicBezTo>
                <a:cubicBezTo>
                  <a:pt x="66417" y="59179"/>
                  <a:pt x="72787" y="61447"/>
                  <a:pt x="82844" y="63547"/>
                </a:cubicBezTo>
                <a:cubicBezTo>
                  <a:pt x="107735" y="68921"/>
                  <a:pt x="125565" y="74357"/>
                  <a:pt x="136334" y="79854"/>
                </a:cubicBezTo>
                <a:cubicBezTo>
                  <a:pt x="147103" y="85351"/>
                  <a:pt x="154939" y="92171"/>
                  <a:pt x="159842" y="100314"/>
                </a:cubicBezTo>
                <a:cubicBezTo>
                  <a:pt x="164745" y="108453"/>
                  <a:pt x="167196" y="117560"/>
                  <a:pt x="167196" y="127632"/>
                </a:cubicBezTo>
                <a:cubicBezTo>
                  <a:pt x="167196" y="139465"/>
                  <a:pt x="163928" y="150376"/>
                  <a:pt x="157391" y="160364"/>
                </a:cubicBezTo>
                <a:cubicBezTo>
                  <a:pt x="150854" y="170351"/>
                  <a:pt x="141719" y="177925"/>
                  <a:pt x="129985" y="183087"/>
                </a:cubicBezTo>
                <a:cubicBezTo>
                  <a:pt x="118252" y="188249"/>
                  <a:pt x="103460" y="190830"/>
                  <a:pt x="85609" y="190830"/>
                </a:cubicBezTo>
                <a:cubicBezTo>
                  <a:pt x="54265" y="190830"/>
                  <a:pt x="32559" y="184785"/>
                  <a:pt x="20491" y="172696"/>
                </a:cubicBezTo>
                <a:cubicBezTo>
                  <a:pt x="8423" y="160607"/>
                  <a:pt x="1592" y="145242"/>
                  <a:pt x="0" y="126603"/>
                </a:cubicBezTo>
                <a:close/>
              </a:path>
            </a:pathLst>
          </a:custGeom>
          <a:solidFill xmlns:a="http://schemas.openxmlformats.org/drawingml/2006/main">
            <a:srgbClr val="EC6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tatements">
            <a:extLst xmlns:a="http://schemas.openxmlformats.org/drawingml/2006/main">
              <a:ext uri="{FF2B5EF4-FFF2-40B4-BE49-F238E27FC236}">
                <a16:creationId xmlns:a16="http://schemas.microsoft.com/office/drawing/2014/main" id="{8E34D0E1-74A9-44EA-88E0-56C60377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37" y="188267"/>
            <a:ext cx="1423975" cy="187310"/>
          </a:xfrm>
          <a:custGeom xmlns:a="http://schemas.openxmlformats.org/drawingml/2006/main">
            <a:pathLst>
              <a:path w="1423975" h="187310">
                <a:moveTo>
                  <a:pt x="70147" y="0"/>
                </a:moveTo>
                <a:lnTo>
                  <a:pt x="70147" y="50787"/>
                </a:lnTo>
                <a:lnTo>
                  <a:pt x="98306" y="50787"/>
                </a:lnTo>
                <a:lnTo>
                  <a:pt x="98306" y="88249"/>
                </a:lnTo>
                <a:lnTo>
                  <a:pt x="70147" y="88249"/>
                </a:lnTo>
                <a:lnTo>
                  <a:pt x="70147" y="135548"/>
                </a:lnTo>
                <a:cubicBezTo>
                  <a:pt x="70147" y="141237"/>
                  <a:pt x="70692" y="145000"/>
                  <a:pt x="71781" y="146839"/>
                </a:cubicBezTo>
                <a:cubicBezTo>
                  <a:pt x="73457" y="149683"/>
                  <a:pt x="76391" y="151105"/>
                  <a:pt x="80581" y="151105"/>
                </a:cubicBezTo>
                <a:cubicBezTo>
                  <a:pt x="84352" y="151105"/>
                  <a:pt x="89632" y="150018"/>
                  <a:pt x="96421" y="147844"/>
                </a:cubicBezTo>
                <a:lnTo>
                  <a:pt x="100192" y="183161"/>
                </a:lnTo>
                <a:cubicBezTo>
                  <a:pt x="87537" y="185927"/>
                  <a:pt x="75720" y="187310"/>
                  <a:pt x="64741" y="187310"/>
                </a:cubicBezTo>
                <a:cubicBezTo>
                  <a:pt x="52003" y="187310"/>
                  <a:pt x="42616" y="185678"/>
                  <a:pt x="36582" y="182415"/>
                </a:cubicBezTo>
                <a:cubicBezTo>
                  <a:pt x="30548" y="179149"/>
                  <a:pt x="26085" y="174190"/>
                  <a:pt x="23194" y="167538"/>
                </a:cubicBezTo>
                <a:cubicBezTo>
                  <a:pt x="20302" y="160883"/>
                  <a:pt x="18857" y="150106"/>
                  <a:pt x="18857" y="135206"/>
                </a:cubicBezTo>
                <a:lnTo>
                  <a:pt x="18857" y="88249"/>
                </a:lnTo>
                <a:lnTo>
                  <a:pt x="0" y="88249"/>
                </a:lnTo>
                <a:lnTo>
                  <a:pt x="0" y="50787"/>
                </a:lnTo>
                <a:lnTo>
                  <a:pt x="18857" y="50787"/>
                </a:lnTo>
                <a:lnTo>
                  <a:pt x="18857" y="26274"/>
                </a:lnTo>
                <a:lnTo>
                  <a:pt x="70147" y="0"/>
                </a:lnTo>
                <a:close/>
                <a:moveTo>
                  <a:pt x="169321" y="94032"/>
                </a:moveTo>
                <a:lnTo>
                  <a:pt x="120419" y="88752"/>
                </a:lnTo>
                <a:cubicBezTo>
                  <a:pt x="122263" y="80230"/>
                  <a:pt x="124924" y="73525"/>
                  <a:pt x="128402" y="68638"/>
                </a:cubicBezTo>
                <a:cubicBezTo>
                  <a:pt x="131880" y="63749"/>
                  <a:pt x="136887" y="59509"/>
                  <a:pt x="143424" y="55918"/>
                </a:cubicBezTo>
                <a:cubicBezTo>
                  <a:pt x="148118" y="53328"/>
                  <a:pt x="154571" y="51323"/>
                  <a:pt x="162784" y="49903"/>
                </a:cubicBezTo>
                <a:cubicBezTo>
                  <a:pt x="170997" y="48481"/>
                  <a:pt x="179881" y="47770"/>
                  <a:pt x="189435" y="47770"/>
                </a:cubicBezTo>
                <a:cubicBezTo>
                  <a:pt x="204772" y="47770"/>
                  <a:pt x="217091" y="48629"/>
                  <a:pt x="226394" y="50347"/>
                </a:cubicBezTo>
                <a:cubicBezTo>
                  <a:pt x="235697" y="52065"/>
                  <a:pt x="243449" y="55648"/>
                  <a:pt x="249651" y="61096"/>
                </a:cubicBezTo>
                <a:cubicBezTo>
                  <a:pt x="254008" y="64867"/>
                  <a:pt x="257445" y="70210"/>
                  <a:pt x="259959" y="77124"/>
                </a:cubicBezTo>
                <a:cubicBezTo>
                  <a:pt x="262473" y="84038"/>
                  <a:pt x="263730" y="90638"/>
                  <a:pt x="263730" y="96923"/>
                </a:cubicBezTo>
                <a:lnTo>
                  <a:pt x="263730" y="155882"/>
                </a:lnTo>
                <a:cubicBezTo>
                  <a:pt x="263730" y="162168"/>
                  <a:pt x="264128" y="167091"/>
                  <a:pt x="264924" y="170653"/>
                </a:cubicBezTo>
                <a:cubicBezTo>
                  <a:pt x="265721" y="174215"/>
                  <a:pt x="267460" y="178761"/>
                  <a:pt x="270141" y="184293"/>
                </a:cubicBezTo>
                <a:lnTo>
                  <a:pt x="222120" y="184293"/>
                </a:lnTo>
                <a:cubicBezTo>
                  <a:pt x="220192" y="180857"/>
                  <a:pt x="218935" y="178238"/>
                  <a:pt x="218348" y="176436"/>
                </a:cubicBezTo>
                <a:cubicBezTo>
                  <a:pt x="217762" y="174634"/>
                  <a:pt x="217175" y="171805"/>
                  <a:pt x="216588" y="167950"/>
                </a:cubicBezTo>
                <a:cubicBezTo>
                  <a:pt x="209884" y="174403"/>
                  <a:pt x="203221" y="179013"/>
                  <a:pt x="196600" y="181779"/>
                </a:cubicBezTo>
                <a:cubicBezTo>
                  <a:pt x="187549" y="185466"/>
                  <a:pt x="177031" y="187310"/>
                  <a:pt x="165047" y="187310"/>
                </a:cubicBezTo>
                <a:cubicBezTo>
                  <a:pt x="149123" y="187310"/>
                  <a:pt x="137034" y="183617"/>
                  <a:pt x="128779" y="176232"/>
                </a:cubicBezTo>
                <a:cubicBezTo>
                  <a:pt x="120524" y="168846"/>
                  <a:pt x="116397" y="159741"/>
                  <a:pt x="116397" y="148917"/>
                </a:cubicBezTo>
                <a:cubicBezTo>
                  <a:pt x="116397" y="138760"/>
                  <a:pt x="119372" y="130410"/>
                  <a:pt x="125322" y="123865"/>
                </a:cubicBezTo>
                <a:cubicBezTo>
                  <a:pt x="131272" y="117320"/>
                  <a:pt x="142251" y="112453"/>
                  <a:pt x="158258" y="109263"/>
                </a:cubicBezTo>
                <a:cubicBezTo>
                  <a:pt x="177450" y="105402"/>
                  <a:pt x="189896" y="102696"/>
                  <a:pt x="195595" y="101143"/>
                </a:cubicBezTo>
                <a:cubicBezTo>
                  <a:pt x="201294" y="99590"/>
                  <a:pt x="207328" y="97555"/>
                  <a:pt x="213697" y="95038"/>
                </a:cubicBezTo>
                <a:cubicBezTo>
                  <a:pt x="213697" y="88799"/>
                  <a:pt x="212398" y="84432"/>
                  <a:pt x="209800" y="81936"/>
                </a:cubicBezTo>
                <a:cubicBezTo>
                  <a:pt x="207202" y="79440"/>
                  <a:pt x="202634" y="78192"/>
                  <a:pt x="196097" y="78192"/>
                </a:cubicBezTo>
                <a:cubicBezTo>
                  <a:pt x="187717" y="78192"/>
                  <a:pt x="181431" y="79533"/>
                  <a:pt x="177241" y="82215"/>
                </a:cubicBezTo>
                <a:cubicBezTo>
                  <a:pt x="173972" y="84310"/>
                  <a:pt x="171332" y="88249"/>
                  <a:pt x="169321" y="94032"/>
                </a:cubicBezTo>
                <a:moveTo>
                  <a:pt x="213697" y="120934"/>
                </a:moveTo>
                <a:cubicBezTo>
                  <a:pt x="206657" y="123448"/>
                  <a:pt x="199324" y="125669"/>
                  <a:pt x="191698" y="127597"/>
                </a:cubicBezTo>
                <a:cubicBezTo>
                  <a:pt x="181305" y="130363"/>
                  <a:pt x="174727" y="133086"/>
                  <a:pt x="171961" y="135768"/>
                </a:cubicBezTo>
                <a:cubicBezTo>
                  <a:pt x="169111" y="138534"/>
                  <a:pt x="167687" y="141677"/>
                  <a:pt x="167687" y="145197"/>
                </a:cubicBezTo>
                <a:cubicBezTo>
                  <a:pt x="167687" y="149219"/>
                  <a:pt x="169091" y="152509"/>
                  <a:pt x="171898" y="155065"/>
                </a:cubicBezTo>
                <a:cubicBezTo>
                  <a:pt x="174706" y="157621"/>
                  <a:pt x="178833" y="158899"/>
                  <a:pt x="184281" y="158899"/>
                </a:cubicBezTo>
                <a:cubicBezTo>
                  <a:pt x="189980" y="158899"/>
                  <a:pt x="195280" y="157516"/>
                  <a:pt x="200183" y="154751"/>
                </a:cubicBezTo>
                <a:cubicBezTo>
                  <a:pt x="205086" y="151985"/>
                  <a:pt x="208564" y="148612"/>
                  <a:pt x="210617" y="144631"/>
                </a:cubicBezTo>
                <a:cubicBezTo>
                  <a:pt x="212670" y="140650"/>
                  <a:pt x="213697" y="135475"/>
                  <a:pt x="213697" y="129106"/>
                </a:cubicBezTo>
                <a:lnTo>
                  <a:pt x="213697" y="120934"/>
                </a:lnTo>
                <a:close/>
                <a:moveTo>
                  <a:pt x="351727" y="0"/>
                </a:moveTo>
                <a:lnTo>
                  <a:pt x="351727" y="50787"/>
                </a:lnTo>
                <a:lnTo>
                  <a:pt x="379887" y="50787"/>
                </a:lnTo>
                <a:lnTo>
                  <a:pt x="379887" y="88249"/>
                </a:lnTo>
                <a:lnTo>
                  <a:pt x="351727" y="88249"/>
                </a:lnTo>
                <a:lnTo>
                  <a:pt x="351727" y="135548"/>
                </a:lnTo>
                <a:cubicBezTo>
                  <a:pt x="351727" y="141237"/>
                  <a:pt x="352272" y="145000"/>
                  <a:pt x="353361" y="146839"/>
                </a:cubicBezTo>
                <a:cubicBezTo>
                  <a:pt x="355038" y="149683"/>
                  <a:pt x="357971" y="151105"/>
                  <a:pt x="362161" y="151105"/>
                </a:cubicBezTo>
                <a:cubicBezTo>
                  <a:pt x="365933" y="151105"/>
                  <a:pt x="371212" y="150018"/>
                  <a:pt x="378001" y="147844"/>
                </a:cubicBezTo>
                <a:lnTo>
                  <a:pt x="381772" y="183161"/>
                </a:lnTo>
                <a:cubicBezTo>
                  <a:pt x="369117" y="185927"/>
                  <a:pt x="357300" y="187310"/>
                  <a:pt x="346322" y="187310"/>
                </a:cubicBezTo>
                <a:cubicBezTo>
                  <a:pt x="333583" y="187310"/>
                  <a:pt x="324196" y="185678"/>
                  <a:pt x="318162" y="182415"/>
                </a:cubicBezTo>
                <a:cubicBezTo>
                  <a:pt x="312128" y="179149"/>
                  <a:pt x="307665" y="174190"/>
                  <a:pt x="304774" y="167538"/>
                </a:cubicBezTo>
                <a:cubicBezTo>
                  <a:pt x="301883" y="160883"/>
                  <a:pt x="300437" y="150106"/>
                  <a:pt x="300437" y="135206"/>
                </a:cubicBezTo>
                <a:lnTo>
                  <a:pt x="300437" y="88249"/>
                </a:lnTo>
                <a:lnTo>
                  <a:pt x="281580" y="88249"/>
                </a:lnTo>
                <a:lnTo>
                  <a:pt x="281580" y="50787"/>
                </a:lnTo>
                <a:lnTo>
                  <a:pt x="300437" y="50787"/>
                </a:lnTo>
                <a:lnTo>
                  <a:pt x="300437" y="26274"/>
                </a:lnTo>
                <a:lnTo>
                  <a:pt x="351727" y="0"/>
                </a:lnTo>
                <a:close/>
                <a:moveTo>
                  <a:pt x="552476" y="130237"/>
                </a:moveTo>
                <a:lnTo>
                  <a:pt x="449896" y="130237"/>
                </a:lnTo>
                <a:cubicBezTo>
                  <a:pt x="450818" y="138411"/>
                  <a:pt x="453038" y="144500"/>
                  <a:pt x="456558" y="148504"/>
                </a:cubicBezTo>
                <a:cubicBezTo>
                  <a:pt x="461503" y="154261"/>
                  <a:pt x="467956" y="157139"/>
                  <a:pt x="475918" y="157139"/>
                </a:cubicBezTo>
                <a:cubicBezTo>
                  <a:pt x="480946" y="157139"/>
                  <a:pt x="485723" y="155895"/>
                  <a:pt x="490249" y="153407"/>
                </a:cubicBezTo>
                <a:cubicBezTo>
                  <a:pt x="493015" y="151830"/>
                  <a:pt x="495990" y="149052"/>
                  <a:pt x="499174" y="145071"/>
                </a:cubicBezTo>
                <a:lnTo>
                  <a:pt x="549585" y="149596"/>
                </a:lnTo>
                <a:cubicBezTo>
                  <a:pt x="541874" y="163050"/>
                  <a:pt x="532572" y="172700"/>
                  <a:pt x="521677" y="178545"/>
                </a:cubicBezTo>
                <a:cubicBezTo>
                  <a:pt x="510782" y="184388"/>
                  <a:pt x="495152" y="187310"/>
                  <a:pt x="474786" y="187310"/>
                </a:cubicBezTo>
                <a:cubicBezTo>
                  <a:pt x="457103" y="187310"/>
                  <a:pt x="443191" y="184817"/>
                  <a:pt x="433050" y="179830"/>
                </a:cubicBezTo>
                <a:cubicBezTo>
                  <a:pt x="422910" y="174843"/>
                  <a:pt x="414508" y="166924"/>
                  <a:pt x="407845" y="156071"/>
                </a:cubicBezTo>
                <a:cubicBezTo>
                  <a:pt x="401182" y="145218"/>
                  <a:pt x="397851" y="132458"/>
                  <a:pt x="397851" y="117791"/>
                </a:cubicBezTo>
                <a:cubicBezTo>
                  <a:pt x="397851" y="96923"/>
                  <a:pt x="404535" y="80036"/>
                  <a:pt x="417902" y="67130"/>
                </a:cubicBezTo>
                <a:cubicBezTo>
                  <a:pt x="431269" y="54223"/>
                  <a:pt x="449728" y="47770"/>
                  <a:pt x="473278" y="47770"/>
                </a:cubicBezTo>
                <a:cubicBezTo>
                  <a:pt x="492386" y="47770"/>
                  <a:pt x="507471" y="50662"/>
                  <a:pt x="518534" y="56444"/>
                </a:cubicBezTo>
                <a:cubicBezTo>
                  <a:pt x="529597" y="62227"/>
                  <a:pt x="538019" y="70608"/>
                  <a:pt x="543802" y="81587"/>
                </a:cubicBezTo>
                <a:cubicBezTo>
                  <a:pt x="549585" y="92565"/>
                  <a:pt x="552476" y="106855"/>
                  <a:pt x="552476" y="124454"/>
                </a:cubicBezTo>
                <a:lnTo>
                  <a:pt x="552476" y="130237"/>
                </a:lnTo>
                <a:moveTo>
                  <a:pt x="500432" y="105597"/>
                </a:moveTo>
                <a:cubicBezTo>
                  <a:pt x="499426" y="95797"/>
                  <a:pt x="496765" y="88780"/>
                  <a:pt x="492449" y="84545"/>
                </a:cubicBezTo>
                <a:cubicBezTo>
                  <a:pt x="488133" y="80310"/>
                  <a:pt x="482455" y="78192"/>
                  <a:pt x="475415" y="78192"/>
                </a:cubicBezTo>
                <a:cubicBezTo>
                  <a:pt x="467286" y="78192"/>
                  <a:pt x="460791" y="81390"/>
                  <a:pt x="455930" y="87786"/>
                </a:cubicBezTo>
                <a:cubicBezTo>
                  <a:pt x="452829" y="91772"/>
                  <a:pt x="450859" y="97709"/>
                  <a:pt x="450021" y="105597"/>
                </a:cubicBezTo>
                <a:lnTo>
                  <a:pt x="500432" y="105597"/>
                </a:lnTo>
                <a:close/>
                <a:moveTo>
                  <a:pt x="576337" y="50787"/>
                </a:moveTo>
                <a:lnTo>
                  <a:pt x="624108" y="50787"/>
                </a:lnTo>
                <a:lnTo>
                  <a:pt x="624108" y="70343"/>
                </a:lnTo>
                <a:cubicBezTo>
                  <a:pt x="630980" y="62188"/>
                  <a:pt x="637915" y="56387"/>
                  <a:pt x="644913" y="52940"/>
                </a:cubicBezTo>
                <a:cubicBezTo>
                  <a:pt x="651911" y="49494"/>
                  <a:pt x="660354" y="47770"/>
                  <a:pt x="670244" y="47770"/>
                </a:cubicBezTo>
                <a:cubicBezTo>
                  <a:pt x="680887" y="47770"/>
                  <a:pt x="689310" y="49663"/>
                  <a:pt x="695512" y="53447"/>
                </a:cubicBezTo>
                <a:cubicBezTo>
                  <a:pt x="701713" y="57229"/>
                  <a:pt x="706784" y="62861"/>
                  <a:pt x="710723" y="70343"/>
                </a:cubicBezTo>
                <a:cubicBezTo>
                  <a:pt x="718768" y="61601"/>
                  <a:pt x="726101" y="55653"/>
                  <a:pt x="732722" y="52500"/>
                </a:cubicBezTo>
                <a:cubicBezTo>
                  <a:pt x="739343" y="49347"/>
                  <a:pt x="747514" y="47770"/>
                  <a:pt x="757236" y="47770"/>
                </a:cubicBezTo>
                <a:cubicBezTo>
                  <a:pt x="771567" y="47770"/>
                  <a:pt x="782755" y="52024"/>
                  <a:pt x="790801" y="60530"/>
                </a:cubicBezTo>
                <a:cubicBezTo>
                  <a:pt x="798846" y="69036"/>
                  <a:pt x="802869" y="82341"/>
                  <a:pt x="802869" y="100443"/>
                </a:cubicBezTo>
                <a:lnTo>
                  <a:pt x="802869" y="184293"/>
                </a:lnTo>
                <a:lnTo>
                  <a:pt x="751579" y="184293"/>
                </a:lnTo>
                <a:lnTo>
                  <a:pt x="751579" y="108139"/>
                </a:lnTo>
                <a:cubicBezTo>
                  <a:pt x="751579" y="102097"/>
                  <a:pt x="750406" y="97607"/>
                  <a:pt x="748059" y="94668"/>
                </a:cubicBezTo>
                <a:cubicBezTo>
                  <a:pt x="744623" y="90054"/>
                  <a:pt x="740349" y="87746"/>
                  <a:pt x="735236" y="87746"/>
                </a:cubicBezTo>
                <a:cubicBezTo>
                  <a:pt x="729202" y="87746"/>
                  <a:pt x="724341" y="89928"/>
                  <a:pt x="720654" y="94291"/>
                </a:cubicBezTo>
                <a:cubicBezTo>
                  <a:pt x="716966" y="98655"/>
                  <a:pt x="715123" y="105662"/>
                  <a:pt x="715123" y="115313"/>
                </a:cubicBezTo>
                <a:lnTo>
                  <a:pt x="715123" y="184293"/>
                </a:lnTo>
                <a:lnTo>
                  <a:pt x="663832" y="184293"/>
                </a:lnTo>
                <a:lnTo>
                  <a:pt x="663832" y="110846"/>
                </a:lnTo>
                <a:cubicBezTo>
                  <a:pt x="663832" y="104987"/>
                  <a:pt x="663497" y="101012"/>
                  <a:pt x="662827" y="98919"/>
                </a:cubicBezTo>
                <a:cubicBezTo>
                  <a:pt x="661737" y="95572"/>
                  <a:pt x="659852" y="92873"/>
                  <a:pt x="657170" y="90822"/>
                </a:cubicBezTo>
                <a:cubicBezTo>
                  <a:pt x="654488" y="88772"/>
                  <a:pt x="651345" y="87746"/>
                  <a:pt x="647741" y="87746"/>
                </a:cubicBezTo>
                <a:cubicBezTo>
                  <a:pt x="641875" y="87746"/>
                  <a:pt x="637056" y="89965"/>
                  <a:pt x="633285" y="94401"/>
                </a:cubicBezTo>
                <a:cubicBezTo>
                  <a:pt x="629513" y="98838"/>
                  <a:pt x="627628" y="106120"/>
                  <a:pt x="627628" y="116248"/>
                </a:cubicBezTo>
                <a:lnTo>
                  <a:pt x="627628" y="184293"/>
                </a:lnTo>
                <a:lnTo>
                  <a:pt x="576337" y="184293"/>
                </a:lnTo>
                <a:lnTo>
                  <a:pt x="576337" y="50787"/>
                </a:lnTo>
                <a:close/>
                <a:moveTo>
                  <a:pt x="981657" y="130237"/>
                </a:moveTo>
                <a:lnTo>
                  <a:pt x="879076" y="130237"/>
                </a:lnTo>
                <a:cubicBezTo>
                  <a:pt x="879998" y="138411"/>
                  <a:pt x="882219" y="144500"/>
                  <a:pt x="885739" y="148504"/>
                </a:cubicBezTo>
                <a:cubicBezTo>
                  <a:pt x="890683" y="154261"/>
                  <a:pt x="897137" y="157139"/>
                  <a:pt x="905098" y="157139"/>
                </a:cubicBezTo>
                <a:cubicBezTo>
                  <a:pt x="910127" y="157139"/>
                  <a:pt x="914904" y="155895"/>
                  <a:pt x="919429" y="153407"/>
                </a:cubicBezTo>
                <a:cubicBezTo>
                  <a:pt x="922195" y="151830"/>
                  <a:pt x="925170" y="149052"/>
                  <a:pt x="928355" y="145071"/>
                </a:cubicBezTo>
                <a:lnTo>
                  <a:pt x="978765" y="149596"/>
                </a:lnTo>
                <a:cubicBezTo>
                  <a:pt x="971055" y="163050"/>
                  <a:pt x="961752" y="172700"/>
                  <a:pt x="950857" y="178545"/>
                </a:cubicBezTo>
                <a:cubicBezTo>
                  <a:pt x="939962" y="184388"/>
                  <a:pt x="924332" y="187310"/>
                  <a:pt x="903967" y="187310"/>
                </a:cubicBezTo>
                <a:cubicBezTo>
                  <a:pt x="886284" y="187310"/>
                  <a:pt x="872372" y="184817"/>
                  <a:pt x="862231" y="179830"/>
                </a:cubicBezTo>
                <a:cubicBezTo>
                  <a:pt x="852090" y="174843"/>
                  <a:pt x="843688" y="166924"/>
                  <a:pt x="837026" y="156071"/>
                </a:cubicBezTo>
                <a:cubicBezTo>
                  <a:pt x="830363" y="145218"/>
                  <a:pt x="827032" y="132458"/>
                  <a:pt x="827032" y="117791"/>
                </a:cubicBezTo>
                <a:cubicBezTo>
                  <a:pt x="827032" y="96923"/>
                  <a:pt x="833715" y="80036"/>
                  <a:pt x="847083" y="67130"/>
                </a:cubicBezTo>
                <a:cubicBezTo>
                  <a:pt x="860450" y="54223"/>
                  <a:pt x="878909" y="47770"/>
                  <a:pt x="902458" y="47770"/>
                </a:cubicBezTo>
                <a:cubicBezTo>
                  <a:pt x="921567" y="47770"/>
                  <a:pt x="936652" y="50662"/>
                  <a:pt x="947714" y="56444"/>
                </a:cubicBezTo>
                <a:cubicBezTo>
                  <a:pt x="958777" y="62227"/>
                  <a:pt x="967200" y="70608"/>
                  <a:pt x="972982" y="81587"/>
                </a:cubicBezTo>
                <a:cubicBezTo>
                  <a:pt x="978765" y="92565"/>
                  <a:pt x="981657" y="106855"/>
                  <a:pt x="981657" y="124454"/>
                </a:cubicBezTo>
                <a:lnTo>
                  <a:pt x="981657" y="130237"/>
                </a:lnTo>
                <a:moveTo>
                  <a:pt x="929612" y="105597"/>
                </a:moveTo>
                <a:cubicBezTo>
                  <a:pt x="928606" y="95797"/>
                  <a:pt x="925945" y="88780"/>
                  <a:pt x="921629" y="84545"/>
                </a:cubicBezTo>
                <a:cubicBezTo>
                  <a:pt x="917313" y="80310"/>
                  <a:pt x="911635" y="78192"/>
                  <a:pt x="904596" y="78192"/>
                </a:cubicBezTo>
                <a:cubicBezTo>
                  <a:pt x="896466" y="78192"/>
                  <a:pt x="889971" y="81390"/>
                  <a:pt x="885110" y="87786"/>
                </a:cubicBezTo>
                <a:cubicBezTo>
                  <a:pt x="882009" y="91772"/>
                  <a:pt x="880040" y="97709"/>
                  <a:pt x="879202" y="105597"/>
                </a:cubicBezTo>
                <a:lnTo>
                  <a:pt x="929612" y="105597"/>
                </a:lnTo>
                <a:close/>
                <a:moveTo>
                  <a:pt x="1005141" y="50787"/>
                </a:moveTo>
                <a:lnTo>
                  <a:pt x="1052785" y="50787"/>
                </a:lnTo>
                <a:lnTo>
                  <a:pt x="1052785" y="72610"/>
                </a:lnTo>
                <a:cubicBezTo>
                  <a:pt x="1059909" y="63700"/>
                  <a:pt x="1067116" y="57334"/>
                  <a:pt x="1074408" y="53510"/>
                </a:cubicBezTo>
                <a:cubicBezTo>
                  <a:pt x="1081699" y="49683"/>
                  <a:pt x="1090582" y="47770"/>
                  <a:pt x="1101058" y="47770"/>
                </a:cubicBezTo>
                <a:cubicBezTo>
                  <a:pt x="1115222" y="47770"/>
                  <a:pt x="1126305" y="51982"/>
                  <a:pt x="1134309" y="60404"/>
                </a:cubicBezTo>
                <a:cubicBezTo>
                  <a:pt x="1142313" y="68827"/>
                  <a:pt x="1146314" y="81838"/>
                  <a:pt x="1146314" y="99438"/>
                </a:cubicBezTo>
                <a:lnTo>
                  <a:pt x="1146314" y="184293"/>
                </a:lnTo>
                <a:lnTo>
                  <a:pt x="1094899" y="184293"/>
                </a:lnTo>
                <a:lnTo>
                  <a:pt x="1094899" y="110972"/>
                </a:lnTo>
                <a:cubicBezTo>
                  <a:pt x="1094899" y="102604"/>
                  <a:pt x="1093348" y="96684"/>
                  <a:pt x="1090247" y="93211"/>
                </a:cubicBezTo>
                <a:cubicBezTo>
                  <a:pt x="1087146" y="89736"/>
                  <a:pt x="1082788" y="87998"/>
                  <a:pt x="1077173" y="87998"/>
                </a:cubicBezTo>
                <a:cubicBezTo>
                  <a:pt x="1070971" y="87998"/>
                  <a:pt x="1065943" y="90342"/>
                  <a:pt x="1062088" y="95030"/>
                </a:cubicBezTo>
                <a:cubicBezTo>
                  <a:pt x="1058233" y="99715"/>
                  <a:pt x="1056305" y="108126"/>
                  <a:pt x="1056305" y="120263"/>
                </a:cubicBezTo>
                <a:lnTo>
                  <a:pt x="1056305" y="184293"/>
                </a:lnTo>
                <a:lnTo>
                  <a:pt x="1005141" y="184293"/>
                </a:lnTo>
                <a:lnTo>
                  <a:pt x="1005141" y="50787"/>
                </a:lnTo>
                <a:close/>
                <a:moveTo>
                  <a:pt x="1238563" y="0"/>
                </a:moveTo>
                <a:lnTo>
                  <a:pt x="1238563" y="50787"/>
                </a:lnTo>
                <a:lnTo>
                  <a:pt x="1266722" y="50787"/>
                </a:lnTo>
                <a:lnTo>
                  <a:pt x="1266722" y="88249"/>
                </a:lnTo>
                <a:lnTo>
                  <a:pt x="1238563" y="88249"/>
                </a:lnTo>
                <a:lnTo>
                  <a:pt x="1238563" y="135548"/>
                </a:lnTo>
                <a:cubicBezTo>
                  <a:pt x="1238563" y="141237"/>
                  <a:pt x="1239108" y="145000"/>
                  <a:pt x="1240197" y="146839"/>
                </a:cubicBezTo>
                <a:cubicBezTo>
                  <a:pt x="1241873" y="149683"/>
                  <a:pt x="1244807" y="151105"/>
                  <a:pt x="1248997" y="151105"/>
                </a:cubicBezTo>
                <a:cubicBezTo>
                  <a:pt x="1252768" y="151105"/>
                  <a:pt x="1258048" y="150018"/>
                  <a:pt x="1264837" y="147844"/>
                </a:cubicBezTo>
                <a:lnTo>
                  <a:pt x="1268608" y="183161"/>
                </a:lnTo>
                <a:cubicBezTo>
                  <a:pt x="1255953" y="185927"/>
                  <a:pt x="1244136" y="187310"/>
                  <a:pt x="1233157" y="187310"/>
                </a:cubicBezTo>
                <a:cubicBezTo>
                  <a:pt x="1220419" y="187310"/>
                  <a:pt x="1211032" y="185678"/>
                  <a:pt x="1204998" y="182415"/>
                </a:cubicBezTo>
                <a:cubicBezTo>
                  <a:pt x="1198964" y="179149"/>
                  <a:pt x="1194501" y="174190"/>
                  <a:pt x="1191610" y="167538"/>
                </a:cubicBezTo>
                <a:cubicBezTo>
                  <a:pt x="1188718" y="160883"/>
                  <a:pt x="1187273" y="150106"/>
                  <a:pt x="1187273" y="135206"/>
                </a:cubicBezTo>
                <a:lnTo>
                  <a:pt x="1187273" y="88249"/>
                </a:lnTo>
                <a:lnTo>
                  <a:pt x="1168416" y="88249"/>
                </a:lnTo>
                <a:lnTo>
                  <a:pt x="1168416" y="50787"/>
                </a:lnTo>
                <a:lnTo>
                  <a:pt x="1187273" y="50787"/>
                </a:lnTo>
                <a:lnTo>
                  <a:pt x="1187273" y="26274"/>
                </a:lnTo>
                <a:lnTo>
                  <a:pt x="1238563" y="0"/>
                </a:lnTo>
                <a:close/>
                <a:moveTo>
                  <a:pt x="1282047" y="147082"/>
                </a:moveTo>
                <a:lnTo>
                  <a:pt x="1332834" y="142305"/>
                </a:lnTo>
                <a:cubicBezTo>
                  <a:pt x="1334929" y="148339"/>
                  <a:pt x="1337862" y="152655"/>
                  <a:pt x="1341634" y="155253"/>
                </a:cubicBezTo>
                <a:cubicBezTo>
                  <a:pt x="1345405" y="157851"/>
                  <a:pt x="1350434" y="159151"/>
                  <a:pt x="1356719" y="159151"/>
                </a:cubicBezTo>
                <a:cubicBezTo>
                  <a:pt x="1363591" y="159151"/>
                  <a:pt x="1368913" y="157690"/>
                  <a:pt x="1372684" y="154770"/>
                </a:cubicBezTo>
                <a:cubicBezTo>
                  <a:pt x="1375618" y="152602"/>
                  <a:pt x="1377084" y="149890"/>
                  <a:pt x="1377084" y="146634"/>
                </a:cubicBezTo>
                <a:cubicBezTo>
                  <a:pt x="1377084" y="142963"/>
                  <a:pt x="1375157" y="140126"/>
                  <a:pt x="1371302" y="138125"/>
                </a:cubicBezTo>
                <a:cubicBezTo>
                  <a:pt x="1368536" y="136706"/>
                  <a:pt x="1361203" y="134954"/>
                  <a:pt x="1349302" y="132869"/>
                </a:cubicBezTo>
                <a:cubicBezTo>
                  <a:pt x="1331535" y="129781"/>
                  <a:pt x="1319194" y="126920"/>
                  <a:pt x="1312280" y="124285"/>
                </a:cubicBezTo>
                <a:cubicBezTo>
                  <a:pt x="1305366" y="121648"/>
                  <a:pt x="1299541" y="117192"/>
                  <a:pt x="1294806" y="110917"/>
                </a:cubicBezTo>
                <a:cubicBezTo>
                  <a:pt x="1290071" y="104639"/>
                  <a:pt x="1287704" y="97483"/>
                  <a:pt x="1287704" y="89448"/>
                </a:cubicBezTo>
                <a:cubicBezTo>
                  <a:pt x="1287704" y="80661"/>
                  <a:pt x="1290260" y="73088"/>
                  <a:pt x="1295372" y="66729"/>
                </a:cubicBezTo>
                <a:cubicBezTo>
                  <a:pt x="1300484" y="60368"/>
                  <a:pt x="1307524" y="55618"/>
                  <a:pt x="1316492" y="52481"/>
                </a:cubicBezTo>
                <a:cubicBezTo>
                  <a:pt x="1325459" y="49340"/>
                  <a:pt x="1337485" y="47770"/>
                  <a:pt x="1352571" y="47770"/>
                </a:cubicBezTo>
                <a:cubicBezTo>
                  <a:pt x="1368494" y="47770"/>
                  <a:pt x="1380248" y="48985"/>
                  <a:pt x="1387833" y="51416"/>
                </a:cubicBezTo>
                <a:cubicBezTo>
                  <a:pt x="1395417" y="53846"/>
                  <a:pt x="1401745" y="57618"/>
                  <a:pt x="1406815" y="62730"/>
                </a:cubicBezTo>
                <a:cubicBezTo>
                  <a:pt x="1411885" y="67842"/>
                  <a:pt x="1416097" y="74756"/>
                  <a:pt x="1419449" y="83472"/>
                </a:cubicBezTo>
                <a:lnTo>
                  <a:pt x="1370925" y="88249"/>
                </a:lnTo>
                <a:cubicBezTo>
                  <a:pt x="1369667" y="84014"/>
                  <a:pt x="1367572" y="80900"/>
                  <a:pt x="1364639" y="78907"/>
                </a:cubicBezTo>
                <a:cubicBezTo>
                  <a:pt x="1360616" y="76252"/>
                  <a:pt x="1355755" y="74924"/>
                  <a:pt x="1350056" y="74924"/>
                </a:cubicBezTo>
                <a:cubicBezTo>
                  <a:pt x="1344274" y="74924"/>
                  <a:pt x="1340062" y="75947"/>
                  <a:pt x="1337422" y="77992"/>
                </a:cubicBezTo>
                <a:cubicBezTo>
                  <a:pt x="1334783" y="80035"/>
                  <a:pt x="1333463" y="82516"/>
                  <a:pt x="1333463" y="85437"/>
                </a:cubicBezTo>
                <a:cubicBezTo>
                  <a:pt x="1333463" y="88692"/>
                  <a:pt x="1335139" y="91154"/>
                  <a:pt x="1338491" y="92822"/>
                </a:cubicBezTo>
                <a:cubicBezTo>
                  <a:pt x="1341843" y="94490"/>
                  <a:pt x="1349135" y="95992"/>
                  <a:pt x="1360365" y="97328"/>
                </a:cubicBezTo>
                <a:cubicBezTo>
                  <a:pt x="1377378" y="99245"/>
                  <a:pt x="1390033" y="101919"/>
                  <a:pt x="1398330" y="105350"/>
                </a:cubicBezTo>
                <a:cubicBezTo>
                  <a:pt x="1406627" y="108781"/>
                  <a:pt x="1412975" y="113676"/>
                  <a:pt x="1417375" y="120035"/>
                </a:cubicBezTo>
                <a:cubicBezTo>
                  <a:pt x="1421775" y="126394"/>
                  <a:pt x="1423975" y="133381"/>
                  <a:pt x="1423975" y="140997"/>
                </a:cubicBezTo>
                <a:cubicBezTo>
                  <a:pt x="1423975" y="148694"/>
                  <a:pt x="1421649" y="156183"/>
                  <a:pt x="1416998" y="163464"/>
                </a:cubicBezTo>
                <a:cubicBezTo>
                  <a:pt x="1412346" y="170742"/>
                  <a:pt x="1405013" y="176537"/>
                  <a:pt x="1394998" y="180847"/>
                </a:cubicBezTo>
                <a:cubicBezTo>
                  <a:pt x="1384983" y="185156"/>
                  <a:pt x="1371344" y="187310"/>
                  <a:pt x="1354079" y="187310"/>
                </a:cubicBezTo>
                <a:cubicBezTo>
                  <a:pt x="1329691" y="187310"/>
                  <a:pt x="1312322" y="183821"/>
                  <a:pt x="1301972" y="176844"/>
                </a:cubicBezTo>
                <a:cubicBezTo>
                  <a:pt x="1291622" y="169865"/>
                  <a:pt x="1284980" y="159944"/>
                  <a:pt x="1282047" y="147082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BenchmarkQuickFacts(Q12020–Q12026)">
            <a:extLst xmlns:a="http://schemas.openxmlformats.org/drawingml/2006/main">
              <a:ext uri="{FF2B5EF4-FFF2-40B4-BE49-F238E27FC236}">
                <a16:creationId xmlns:a16="http://schemas.microsoft.com/office/drawing/2014/main" id="{F4EC9512-E460-4E1E-A965-5CD2E2A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83" y="446950"/>
            <a:ext cx="3605220" cy="161299"/>
          </a:xfrm>
          <a:custGeom xmlns:a="http://schemas.openxmlformats.org/drawingml/2006/main">
            <a:pathLst>
              <a:path w="3605220" h="161299">
                <a:moveTo>
                  <a:pt x="0" y="2180"/>
                </a:moveTo>
                <a:lnTo>
                  <a:pt x="49128" y="2180"/>
                </a:lnTo>
                <a:cubicBezTo>
                  <a:pt x="58852" y="2180"/>
                  <a:pt x="66104" y="2585"/>
                  <a:pt x="70883" y="3395"/>
                </a:cubicBezTo>
                <a:cubicBezTo>
                  <a:pt x="75661" y="4204"/>
                  <a:pt x="79937" y="5892"/>
                  <a:pt x="83710" y="8460"/>
                </a:cubicBezTo>
                <a:cubicBezTo>
                  <a:pt x="87482" y="11025"/>
                  <a:pt x="90626" y="14443"/>
                  <a:pt x="93141" y="18714"/>
                </a:cubicBezTo>
                <a:cubicBezTo>
                  <a:pt x="95656" y="22982"/>
                  <a:pt x="96914" y="27768"/>
                  <a:pt x="96914" y="33070"/>
                </a:cubicBezTo>
                <a:cubicBezTo>
                  <a:pt x="96914" y="38818"/>
                  <a:pt x="95363" y="44092"/>
                  <a:pt x="92261" y="48892"/>
                </a:cubicBezTo>
                <a:cubicBezTo>
                  <a:pt x="89159" y="53691"/>
                  <a:pt x="84953" y="57291"/>
                  <a:pt x="79644" y="59691"/>
                </a:cubicBezTo>
                <a:cubicBezTo>
                  <a:pt x="87133" y="61874"/>
                  <a:pt x="92890" y="65596"/>
                  <a:pt x="96914" y="70857"/>
                </a:cubicBezTo>
                <a:cubicBezTo>
                  <a:pt x="100938" y="76116"/>
                  <a:pt x="102950" y="82299"/>
                  <a:pt x="102950" y="89408"/>
                </a:cubicBezTo>
                <a:cubicBezTo>
                  <a:pt x="102950" y="95004"/>
                  <a:pt x="101650" y="100446"/>
                  <a:pt x="99052" y="105735"/>
                </a:cubicBezTo>
                <a:cubicBezTo>
                  <a:pt x="96453" y="111022"/>
                  <a:pt x="92904" y="115247"/>
                  <a:pt x="88404" y="118410"/>
                </a:cubicBezTo>
                <a:cubicBezTo>
                  <a:pt x="83905" y="121571"/>
                  <a:pt x="78358" y="123516"/>
                  <a:pt x="71763" y="124244"/>
                </a:cubicBezTo>
                <a:cubicBezTo>
                  <a:pt x="67627" y="124691"/>
                  <a:pt x="57651" y="124971"/>
                  <a:pt x="41834" y="125082"/>
                </a:cubicBezTo>
                <a:lnTo>
                  <a:pt x="0" y="125082"/>
                </a:lnTo>
                <a:lnTo>
                  <a:pt x="0" y="2180"/>
                </a:lnTo>
                <a:moveTo>
                  <a:pt x="24815" y="22636"/>
                </a:moveTo>
                <a:lnTo>
                  <a:pt x="24815" y="50972"/>
                </a:lnTo>
                <a:lnTo>
                  <a:pt x="41079" y="50972"/>
                </a:lnTo>
                <a:cubicBezTo>
                  <a:pt x="50748" y="50972"/>
                  <a:pt x="56757" y="50832"/>
                  <a:pt x="59104" y="50553"/>
                </a:cubicBezTo>
                <a:cubicBezTo>
                  <a:pt x="63352" y="50051"/>
                  <a:pt x="66691" y="48590"/>
                  <a:pt x="69122" y="46167"/>
                </a:cubicBezTo>
                <a:cubicBezTo>
                  <a:pt x="71554" y="43743"/>
                  <a:pt x="72769" y="40552"/>
                  <a:pt x="72769" y="36594"/>
                </a:cubicBezTo>
                <a:cubicBezTo>
                  <a:pt x="72769" y="32806"/>
                  <a:pt x="71721" y="29728"/>
                  <a:pt x="69625" y="27359"/>
                </a:cubicBezTo>
                <a:cubicBezTo>
                  <a:pt x="67529" y="24991"/>
                  <a:pt x="64414" y="23556"/>
                  <a:pt x="60278" y="23055"/>
                </a:cubicBezTo>
                <a:cubicBezTo>
                  <a:pt x="57819" y="22775"/>
                  <a:pt x="50748" y="22636"/>
                  <a:pt x="39067" y="22636"/>
                </a:cubicBezTo>
                <a:lnTo>
                  <a:pt x="24815" y="22636"/>
                </a:lnTo>
                <a:moveTo>
                  <a:pt x="24815" y="71428"/>
                </a:moveTo>
                <a:lnTo>
                  <a:pt x="24815" y="104291"/>
                </a:lnTo>
                <a:lnTo>
                  <a:pt x="47786" y="104291"/>
                </a:lnTo>
                <a:cubicBezTo>
                  <a:pt x="56729" y="104291"/>
                  <a:pt x="62402" y="104040"/>
                  <a:pt x="64805" y="103537"/>
                </a:cubicBezTo>
                <a:cubicBezTo>
                  <a:pt x="68494" y="102866"/>
                  <a:pt x="71498" y="101231"/>
                  <a:pt x="73817" y="98632"/>
                </a:cubicBezTo>
                <a:cubicBezTo>
                  <a:pt x="76137" y="96033"/>
                  <a:pt x="77296" y="92554"/>
                  <a:pt x="77296" y="88195"/>
                </a:cubicBezTo>
                <a:cubicBezTo>
                  <a:pt x="77296" y="84506"/>
                  <a:pt x="76402" y="81376"/>
                  <a:pt x="74614" y="78805"/>
                </a:cubicBezTo>
                <a:cubicBezTo>
                  <a:pt x="72825" y="76234"/>
                  <a:pt x="70240" y="74362"/>
                  <a:pt x="66859" y="73188"/>
                </a:cubicBezTo>
                <a:cubicBezTo>
                  <a:pt x="63477" y="72015"/>
                  <a:pt x="56142" y="71428"/>
                  <a:pt x="44852" y="71428"/>
                </a:cubicBezTo>
                <a:lnTo>
                  <a:pt x="24815" y="71428"/>
                </a:lnTo>
                <a:close/>
                <a:moveTo>
                  <a:pt x="175305" y="96746"/>
                </a:moveTo>
                <a:lnTo>
                  <a:pt x="198779" y="100770"/>
                </a:lnTo>
                <a:cubicBezTo>
                  <a:pt x="195761" y="109349"/>
                  <a:pt x="190997" y="115882"/>
                  <a:pt x="184485" y="120367"/>
                </a:cubicBezTo>
                <a:cubicBezTo>
                  <a:pt x="177974" y="124852"/>
                  <a:pt x="169828" y="127095"/>
                  <a:pt x="160047" y="127095"/>
                </a:cubicBezTo>
                <a:cubicBezTo>
                  <a:pt x="144566" y="127095"/>
                  <a:pt x="133108" y="122036"/>
                  <a:pt x="125675" y="111920"/>
                </a:cubicBezTo>
                <a:cubicBezTo>
                  <a:pt x="119806" y="103816"/>
                  <a:pt x="116872" y="93588"/>
                  <a:pt x="116872" y="81237"/>
                </a:cubicBezTo>
                <a:cubicBezTo>
                  <a:pt x="116872" y="66481"/>
                  <a:pt x="120729" y="54926"/>
                  <a:pt x="128441" y="46571"/>
                </a:cubicBezTo>
                <a:cubicBezTo>
                  <a:pt x="136154" y="38215"/>
                  <a:pt x="145907" y="34037"/>
                  <a:pt x="157700" y="34037"/>
                </a:cubicBezTo>
                <a:cubicBezTo>
                  <a:pt x="170946" y="34037"/>
                  <a:pt x="181397" y="38411"/>
                  <a:pt x="189054" y="47157"/>
                </a:cubicBezTo>
                <a:cubicBezTo>
                  <a:pt x="196711" y="55904"/>
                  <a:pt x="200372" y="69304"/>
                  <a:pt x="200037" y="87357"/>
                </a:cubicBezTo>
                <a:lnTo>
                  <a:pt x="141017" y="87357"/>
                </a:lnTo>
                <a:cubicBezTo>
                  <a:pt x="141184" y="94343"/>
                  <a:pt x="143085" y="99778"/>
                  <a:pt x="146718" y="103663"/>
                </a:cubicBezTo>
                <a:cubicBezTo>
                  <a:pt x="150350" y="107547"/>
                  <a:pt x="154877" y="109489"/>
                  <a:pt x="160299" y="109489"/>
                </a:cubicBezTo>
                <a:cubicBezTo>
                  <a:pt x="163988" y="109489"/>
                  <a:pt x="167090" y="108483"/>
                  <a:pt x="169605" y="106471"/>
                </a:cubicBezTo>
                <a:cubicBezTo>
                  <a:pt x="172120" y="104459"/>
                  <a:pt x="174020" y="101217"/>
                  <a:pt x="175305" y="96746"/>
                </a:cubicBezTo>
                <a:moveTo>
                  <a:pt x="176647" y="72937"/>
                </a:moveTo>
                <a:cubicBezTo>
                  <a:pt x="176479" y="66146"/>
                  <a:pt x="174719" y="60983"/>
                  <a:pt x="171365" y="57448"/>
                </a:cubicBezTo>
                <a:cubicBezTo>
                  <a:pt x="168012" y="53913"/>
                  <a:pt x="163932" y="52146"/>
                  <a:pt x="159125" y="52146"/>
                </a:cubicBezTo>
                <a:cubicBezTo>
                  <a:pt x="153983" y="52146"/>
                  <a:pt x="149736" y="54010"/>
                  <a:pt x="146382" y="57739"/>
                </a:cubicBezTo>
                <a:cubicBezTo>
                  <a:pt x="143029" y="61470"/>
                  <a:pt x="141380" y="66536"/>
                  <a:pt x="141436" y="72937"/>
                </a:cubicBezTo>
                <a:lnTo>
                  <a:pt x="176647" y="72937"/>
                </a:lnTo>
                <a:close/>
                <a:moveTo>
                  <a:pt x="300228" y="125082"/>
                </a:moveTo>
                <a:lnTo>
                  <a:pt x="276671" y="125082"/>
                </a:lnTo>
                <a:lnTo>
                  <a:pt x="276671" y="79696"/>
                </a:lnTo>
                <a:cubicBezTo>
                  <a:pt x="276671" y="70093"/>
                  <a:pt x="276168" y="63883"/>
                  <a:pt x="275162" y="61064"/>
                </a:cubicBezTo>
                <a:cubicBezTo>
                  <a:pt x="274156" y="58245"/>
                  <a:pt x="272521" y="56054"/>
                  <a:pt x="270257" y="54490"/>
                </a:cubicBezTo>
                <a:cubicBezTo>
                  <a:pt x="267994" y="52927"/>
                  <a:pt x="265269" y="52146"/>
                  <a:pt x="262083" y="52146"/>
                </a:cubicBezTo>
                <a:cubicBezTo>
                  <a:pt x="258003" y="52146"/>
                  <a:pt x="254342" y="53263"/>
                  <a:pt x="251101" y="55496"/>
                </a:cubicBezTo>
                <a:cubicBezTo>
                  <a:pt x="247859" y="57729"/>
                  <a:pt x="245638" y="60687"/>
                  <a:pt x="244436" y="64373"/>
                </a:cubicBezTo>
                <a:cubicBezTo>
                  <a:pt x="243234" y="68056"/>
                  <a:pt x="242633" y="74867"/>
                  <a:pt x="242633" y="84805"/>
                </a:cubicBezTo>
                <a:lnTo>
                  <a:pt x="242633" y="125082"/>
                </a:lnTo>
                <a:lnTo>
                  <a:pt x="219076" y="125082"/>
                </a:lnTo>
                <a:lnTo>
                  <a:pt x="219076" y="36049"/>
                </a:lnTo>
                <a:lnTo>
                  <a:pt x="240957" y="36049"/>
                </a:lnTo>
                <a:lnTo>
                  <a:pt x="240957" y="49128"/>
                </a:lnTo>
                <a:cubicBezTo>
                  <a:pt x="248726" y="39067"/>
                  <a:pt x="258506" y="34037"/>
                  <a:pt x="270299" y="34037"/>
                </a:cubicBezTo>
                <a:cubicBezTo>
                  <a:pt x="275497" y="34037"/>
                  <a:pt x="280248" y="34973"/>
                  <a:pt x="284551" y="36846"/>
                </a:cubicBezTo>
                <a:cubicBezTo>
                  <a:pt x="288855" y="38718"/>
                  <a:pt x="292110" y="41107"/>
                  <a:pt x="294318" y="44014"/>
                </a:cubicBezTo>
                <a:cubicBezTo>
                  <a:pt x="296526" y="46920"/>
                  <a:pt x="298063" y="50217"/>
                  <a:pt x="298929" y="53906"/>
                </a:cubicBezTo>
                <a:cubicBezTo>
                  <a:pt x="299795" y="57595"/>
                  <a:pt x="300228" y="62877"/>
                  <a:pt x="300228" y="69751"/>
                </a:cubicBezTo>
                <a:lnTo>
                  <a:pt x="300228" y="125082"/>
                </a:lnTo>
                <a:close/>
                <a:moveTo>
                  <a:pt x="401746" y="62374"/>
                </a:moveTo>
                <a:lnTo>
                  <a:pt x="378524" y="66565"/>
                </a:lnTo>
                <a:cubicBezTo>
                  <a:pt x="377741" y="61954"/>
                  <a:pt x="375967" y="58482"/>
                  <a:pt x="373200" y="56149"/>
                </a:cubicBezTo>
                <a:cubicBezTo>
                  <a:pt x="370434" y="53815"/>
                  <a:pt x="366843" y="52649"/>
                  <a:pt x="362427" y="52649"/>
                </a:cubicBezTo>
                <a:cubicBezTo>
                  <a:pt x="356559" y="52649"/>
                  <a:pt x="351878" y="54669"/>
                  <a:pt x="348385" y="58708"/>
                </a:cubicBezTo>
                <a:cubicBezTo>
                  <a:pt x="344892" y="62748"/>
                  <a:pt x="343145" y="69504"/>
                  <a:pt x="343145" y="78976"/>
                </a:cubicBezTo>
                <a:cubicBezTo>
                  <a:pt x="343145" y="89507"/>
                  <a:pt x="344920" y="96947"/>
                  <a:pt x="348469" y="101294"/>
                </a:cubicBezTo>
                <a:cubicBezTo>
                  <a:pt x="352018" y="105640"/>
                  <a:pt x="356783" y="107812"/>
                  <a:pt x="362763" y="107812"/>
                </a:cubicBezTo>
                <a:cubicBezTo>
                  <a:pt x="367234" y="107812"/>
                  <a:pt x="370895" y="106541"/>
                  <a:pt x="373745" y="103998"/>
                </a:cubicBezTo>
                <a:cubicBezTo>
                  <a:pt x="376596" y="101455"/>
                  <a:pt x="378608" y="97081"/>
                  <a:pt x="379781" y="90878"/>
                </a:cubicBezTo>
                <a:lnTo>
                  <a:pt x="402920" y="94902"/>
                </a:lnTo>
                <a:cubicBezTo>
                  <a:pt x="400517" y="105521"/>
                  <a:pt x="395906" y="113541"/>
                  <a:pt x="389087" y="118962"/>
                </a:cubicBezTo>
                <a:cubicBezTo>
                  <a:pt x="382269" y="124384"/>
                  <a:pt x="373130" y="127095"/>
                  <a:pt x="361673" y="127095"/>
                </a:cubicBezTo>
                <a:cubicBezTo>
                  <a:pt x="348651" y="127095"/>
                  <a:pt x="338269" y="122987"/>
                  <a:pt x="330528" y="114771"/>
                </a:cubicBezTo>
                <a:cubicBezTo>
                  <a:pt x="322787" y="106555"/>
                  <a:pt x="318917" y="95181"/>
                  <a:pt x="318917" y="80650"/>
                </a:cubicBezTo>
                <a:cubicBezTo>
                  <a:pt x="318917" y="65951"/>
                  <a:pt x="322801" y="54507"/>
                  <a:pt x="330570" y="46319"/>
                </a:cubicBezTo>
                <a:cubicBezTo>
                  <a:pt x="338339" y="38131"/>
                  <a:pt x="348846" y="34037"/>
                  <a:pt x="362092" y="34037"/>
                </a:cubicBezTo>
                <a:cubicBezTo>
                  <a:pt x="372935" y="34037"/>
                  <a:pt x="381556" y="36371"/>
                  <a:pt x="387955" y="41037"/>
                </a:cubicBezTo>
                <a:cubicBezTo>
                  <a:pt x="394355" y="45704"/>
                  <a:pt x="398952" y="52816"/>
                  <a:pt x="401746" y="62374"/>
                </a:cubicBezTo>
                <a:close/>
                <a:moveTo>
                  <a:pt x="443085" y="2180"/>
                </a:moveTo>
                <a:lnTo>
                  <a:pt x="443085" y="47430"/>
                </a:lnTo>
                <a:cubicBezTo>
                  <a:pt x="450686" y="38501"/>
                  <a:pt x="459769" y="34037"/>
                  <a:pt x="470332" y="34037"/>
                </a:cubicBezTo>
                <a:cubicBezTo>
                  <a:pt x="475753" y="34037"/>
                  <a:pt x="480644" y="35043"/>
                  <a:pt x="485003" y="37055"/>
                </a:cubicBezTo>
                <a:cubicBezTo>
                  <a:pt x="489362" y="39067"/>
                  <a:pt x="492646" y="41638"/>
                  <a:pt x="494854" y="44768"/>
                </a:cubicBezTo>
                <a:cubicBezTo>
                  <a:pt x="497061" y="47898"/>
                  <a:pt x="498570" y="51363"/>
                  <a:pt x="499381" y="55164"/>
                </a:cubicBezTo>
                <a:cubicBezTo>
                  <a:pt x="500191" y="58964"/>
                  <a:pt x="500596" y="64861"/>
                  <a:pt x="500596" y="72853"/>
                </a:cubicBezTo>
                <a:lnTo>
                  <a:pt x="500596" y="125082"/>
                </a:lnTo>
                <a:lnTo>
                  <a:pt x="477039" y="125082"/>
                </a:lnTo>
                <a:lnTo>
                  <a:pt x="477039" y="78106"/>
                </a:lnTo>
                <a:cubicBezTo>
                  <a:pt x="477039" y="68783"/>
                  <a:pt x="476592" y="62865"/>
                  <a:pt x="475697" y="60354"/>
                </a:cubicBezTo>
                <a:cubicBezTo>
                  <a:pt x="474803" y="57840"/>
                  <a:pt x="473224" y="55844"/>
                  <a:pt x="470961" y="54365"/>
                </a:cubicBezTo>
                <a:cubicBezTo>
                  <a:pt x="468697" y="52885"/>
                  <a:pt x="465861" y="52146"/>
                  <a:pt x="462451" y="52146"/>
                </a:cubicBezTo>
                <a:cubicBezTo>
                  <a:pt x="458539" y="52146"/>
                  <a:pt x="455046" y="53095"/>
                  <a:pt x="451972" y="54993"/>
                </a:cubicBezTo>
                <a:cubicBezTo>
                  <a:pt x="448898" y="56892"/>
                  <a:pt x="446648" y="59753"/>
                  <a:pt x="445223" y="63576"/>
                </a:cubicBezTo>
                <a:cubicBezTo>
                  <a:pt x="443798" y="67399"/>
                  <a:pt x="443085" y="73052"/>
                  <a:pt x="443085" y="80534"/>
                </a:cubicBezTo>
                <a:lnTo>
                  <a:pt x="443085" y="125082"/>
                </a:lnTo>
                <a:lnTo>
                  <a:pt x="419528" y="125082"/>
                </a:lnTo>
                <a:lnTo>
                  <a:pt x="419528" y="2180"/>
                </a:lnTo>
                <a:lnTo>
                  <a:pt x="443085" y="2180"/>
                </a:lnTo>
                <a:close/>
                <a:moveTo>
                  <a:pt x="522722" y="36049"/>
                </a:moveTo>
                <a:lnTo>
                  <a:pt x="544435" y="36049"/>
                </a:lnTo>
                <a:lnTo>
                  <a:pt x="544435" y="48205"/>
                </a:lnTo>
                <a:cubicBezTo>
                  <a:pt x="552204" y="38760"/>
                  <a:pt x="561454" y="34037"/>
                  <a:pt x="572185" y="34037"/>
                </a:cubicBezTo>
                <a:cubicBezTo>
                  <a:pt x="577886" y="34037"/>
                  <a:pt x="582832" y="35216"/>
                  <a:pt x="587024" y="37574"/>
                </a:cubicBezTo>
                <a:cubicBezTo>
                  <a:pt x="591216" y="39932"/>
                  <a:pt x="594653" y="43497"/>
                  <a:pt x="597336" y="48271"/>
                </a:cubicBezTo>
                <a:cubicBezTo>
                  <a:pt x="601248" y="43497"/>
                  <a:pt x="605468" y="39932"/>
                  <a:pt x="609995" y="37574"/>
                </a:cubicBezTo>
                <a:cubicBezTo>
                  <a:pt x="614522" y="35216"/>
                  <a:pt x="619356" y="34037"/>
                  <a:pt x="624498" y="34037"/>
                </a:cubicBezTo>
                <a:cubicBezTo>
                  <a:pt x="631037" y="34037"/>
                  <a:pt x="636571" y="35365"/>
                  <a:pt x="641098" y="38019"/>
                </a:cubicBezTo>
                <a:cubicBezTo>
                  <a:pt x="645625" y="40674"/>
                  <a:pt x="649006" y="44573"/>
                  <a:pt x="651242" y="49714"/>
                </a:cubicBezTo>
                <a:cubicBezTo>
                  <a:pt x="652863" y="53515"/>
                  <a:pt x="653673" y="59663"/>
                  <a:pt x="653673" y="68158"/>
                </a:cubicBezTo>
                <a:lnTo>
                  <a:pt x="653673" y="125082"/>
                </a:lnTo>
                <a:lnTo>
                  <a:pt x="630115" y="125082"/>
                </a:lnTo>
                <a:lnTo>
                  <a:pt x="630115" y="74252"/>
                </a:lnTo>
                <a:cubicBezTo>
                  <a:pt x="630115" y="65432"/>
                  <a:pt x="629305" y="59738"/>
                  <a:pt x="627684" y="57171"/>
                </a:cubicBezTo>
                <a:cubicBezTo>
                  <a:pt x="625504" y="53821"/>
                  <a:pt x="622151" y="52146"/>
                  <a:pt x="617624" y="52146"/>
                </a:cubicBezTo>
                <a:cubicBezTo>
                  <a:pt x="614326" y="52146"/>
                  <a:pt x="611224" y="53151"/>
                  <a:pt x="608318" y="55161"/>
                </a:cubicBezTo>
                <a:cubicBezTo>
                  <a:pt x="605412" y="57170"/>
                  <a:pt x="603316" y="60114"/>
                  <a:pt x="602030" y="63995"/>
                </a:cubicBezTo>
                <a:cubicBezTo>
                  <a:pt x="600745" y="67874"/>
                  <a:pt x="600102" y="74001"/>
                  <a:pt x="600102" y="82376"/>
                </a:cubicBezTo>
                <a:lnTo>
                  <a:pt x="600102" y="125082"/>
                </a:lnTo>
                <a:lnTo>
                  <a:pt x="576544" y="125082"/>
                </a:lnTo>
                <a:lnTo>
                  <a:pt x="576544" y="76345"/>
                </a:lnTo>
                <a:cubicBezTo>
                  <a:pt x="576544" y="67693"/>
                  <a:pt x="576125" y="62111"/>
                  <a:pt x="575287" y="59599"/>
                </a:cubicBezTo>
                <a:cubicBezTo>
                  <a:pt x="574449" y="57086"/>
                  <a:pt x="573149" y="55215"/>
                  <a:pt x="571389" y="53987"/>
                </a:cubicBezTo>
                <a:cubicBezTo>
                  <a:pt x="569628" y="52760"/>
                  <a:pt x="567239" y="52146"/>
                  <a:pt x="564221" y="52146"/>
                </a:cubicBezTo>
                <a:cubicBezTo>
                  <a:pt x="560588" y="52146"/>
                  <a:pt x="557318" y="53123"/>
                  <a:pt x="554412" y="55077"/>
                </a:cubicBezTo>
                <a:cubicBezTo>
                  <a:pt x="551506" y="57030"/>
                  <a:pt x="549424" y="59849"/>
                  <a:pt x="548166" y="63534"/>
                </a:cubicBezTo>
                <a:cubicBezTo>
                  <a:pt x="546909" y="67219"/>
                  <a:pt x="546280" y="73332"/>
                  <a:pt x="546280" y="81873"/>
                </a:cubicBezTo>
                <a:lnTo>
                  <a:pt x="546280" y="125082"/>
                </a:lnTo>
                <a:lnTo>
                  <a:pt x="522722" y="125082"/>
                </a:lnTo>
                <a:lnTo>
                  <a:pt x="522722" y="36049"/>
                </a:lnTo>
                <a:close/>
                <a:moveTo>
                  <a:pt x="694759" y="63547"/>
                </a:moveTo>
                <a:lnTo>
                  <a:pt x="673381" y="59691"/>
                </a:lnTo>
                <a:cubicBezTo>
                  <a:pt x="675785" y="50970"/>
                  <a:pt x="679920" y="44515"/>
                  <a:pt x="685789" y="40325"/>
                </a:cubicBezTo>
                <a:cubicBezTo>
                  <a:pt x="691657" y="36133"/>
                  <a:pt x="700376" y="34037"/>
                  <a:pt x="711946" y="34037"/>
                </a:cubicBezTo>
                <a:cubicBezTo>
                  <a:pt x="722453" y="34037"/>
                  <a:pt x="730278" y="35281"/>
                  <a:pt x="735419" y="37768"/>
                </a:cubicBezTo>
                <a:cubicBezTo>
                  <a:pt x="740561" y="40255"/>
                  <a:pt x="744180" y="43413"/>
                  <a:pt x="746276" y="47241"/>
                </a:cubicBezTo>
                <a:cubicBezTo>
                  <a:pt x="748372" y="51070"/>
                  <a:pt x="749420" y="58098"/>
                  <a:pt x="749420" y="68326"/>
                </a:cubicBezTo>
                <a:lnTo>
                  <a:pt x="749168" y="95824"/>
                </a:lnTo>
                <a:cubicBezTo>
                  <a:pt x="749168" y="103649"/>
                  <a:pt x="749546" y="109419"/>
                  <a:pt x="750300" y="113136"/>
                </a:cubicBezTo>
                <a:cubicBezTo>
                  <a:pt x="751055" y="116853"/>
                  <a:pt x="752466" y="120835"/>
                  <a:pt x="754534" y="125082"/>
                </a:cubicBezTo>
                <a:lnTo>
                  <a:pt x="731228" y="125082"/>
                </a:lnTo>
                <a:cubicBezTo>
                  <a:pt x="730613" y="123518"/>
                  <a:pt x="729858" y="121198"/>
                  <a:pt x="728964" y="118124"/>
                </a:cubicBezTo>
                <a:cubicBezTo>
                  <a:pt x="728573" y="116727"/>
                  <a:pt x="728293" y="115805"/>
                  <a:pt x="728126" y="115358"/>
                </a:cubicBezTo>
                <a:cubicBezTo>
                  <a:pt x="724102" y="119270"/>
                  <a:pt x="719798" y="122204"/>
                  <a:pt x="715215" y="124160"/>
                </a:cubicBezTo>
                <a:cubicBezTo>
                  <a:pt x="710632" y="126116"/>
                  <a:pt x="705742" y="127095"/>
                  <a:pt x="700544" y="127095"/>
                </a:cubicBezTo>
                <a:cubicBezTo>
                  <a:pt x="691378" y="127095"/>
                  <a:pt x="684154" y="124618"/>
                  <a:pt x="678872" y="119665"/>
                </a:cubicBezTo>
                <a:cubicBezTo>
                  <a:pt x="673591" y="114711"/>
                  <a:pt x="670950" y="108450"/>
                  <a:pt x="670950" y="100880"/>
                </a:cubicBezTo>
                <a:cubicBezTo>
                  <a:pt x="670950" y="95871"/>
                  <a:pt x="672152" y="91405"/>
                  <a:pt x="674555" y="87482"/>
                </a:cubicBezTo>
                <a:cubicBezTo>
                  <a:pt x="676958" y="83558"/>
                  <a:pt x="680326" y="80552"/>
                  <a:pt x="684657" y="78465"/>
                </a:cubicBezTo>
                <a:cubicBezTo>
                  <a:pt x="688989" y="76378"/>
                  <a:pt x="695234" y="74555"/>
                  <a:pt x="703394" y="72997"/>
                </a:cubicBezTo>
                <a:cubicBezTo>
                  <a:pt x="714405" y="70938"/>
                  <a:pt x="722034" y="69018"/>
                  <a:pt x="726281" y="67236"/>
                </a:cubicBezTo>
                <a:lnTo>
                  <a:pt x="726281" y="64862"/>
                </a:lnTo>
                <a:cubicBezTo>
                  <a:pt x="726281" y="60285"/>
                  <a:pt x="725164" y="57021"/>
                  <a:pt x="722928" y="55072"/>
                </a:cubicBezTo>
                <a:cubicBezTo>
                  <a:pt x="720692" y="53121"/>
                  <a:pt x="716473" y="52146"/>
                  <a:pt x="710269" y="52146"/>
                </a:cubicBezTo>
                <a:cubicBezTo>
                  <a:pt x="706077" y="52146"/>
                  <a:pt x="702807" y="52989"/>
                  <a:pt x="700460" y="54676"/>
                </a:cubicBezTo>
                <a:cubicBezTo>
                  <a:pt x="698113" y="56362"/>
                  <a:pt x="696212" y="59319"/>
                  <a:pt x="694759" y="63547"/>
                </a:cubicBezTo>
                <a:moveTo>
                  <a:pt x="726281" y="82662"/>
                </a:moveTo>
                <a:cubicBezTo>
                  <a:pt x="723263" y="83656"/>
                  <a:pt x="718485" y="84843"/>
                  <a:pt x="711946" y="86225"/>
                </a:cubicBezTo>
                <a:cubicBezTo>
                  <a:pt x="705406" y="87605"/>
                  <a:pt x="701131" y="88957"/>
                  <a:pt x="699119" y="90283"/>
                </a:cubicBezTo>
                <a:cubicBezTo>
                  <a:pt x="696045" y="92436"/>
                  <a:pt x="694508" y="95170"/>
                  <a:pt x="694508" y="98483"/>
                </a:cubicBezTo>
                <a:cubicBezTo>
                  <a:pt x="694508" y="101742"/>
                  <a:pt x="695737" y="104559"/>
                  <a:pt x="698197" y="106935"/>
                </a:cubicBezTo>
                <a:cubicBezTo>
                  <a:pt x="700656" y="109308"/>
                  <a:pt x="703786" y="110495"/>
                  <a:pt x="707586" y="110495"/>
                </a:cubicBezTo>
                <a:cubicBezTo>
                  <a:pt x="711834" y="110495"/>
                  <a:pt x="715886" y="109114"/>
                  <a:pt x="719742" y="106353"/>
                </a:cubicBezTo>
                <a:cubicBezTo>
                  <a:pt x="722593" y="104255"/>
                  <a:pt x="724465" y="101687"/>
                  <a:pt x="725359" y="98648"/>
                </a:cubicBezTo>
                <a:cubicBezTo>
                  <a:pt x="725974" y="96661"/>
                  <a:pt x="726281" y="92878"/>
                  <a:pt x="726281" y="87302"/>
                </a:cubicBezTo>
                <a:lnTo>
                  <a:pt x="726281" y="82662"/>
                </a:lnTo>
                <a:close/>
                <a:moveTo>
                  <a:pt x="795202" y="125082"/>
                </a:moveTo>
                <a:lnTo>
                  <a:pt x="771645" y="125082"/>
                </a:lnTo>
                <a:lnTo>
                  <a:pt x="771645" y="36049"/>
                </a:lnTo>
                <a:lnTo>
                  <a:pt x="793526" y="36049"/>
                </a:lnTo>
                <a:lnTo>
                  <a:pt x="793526" y="48708"/>
                </a:lnTo>
                <a:cubicBezTo>
                  <a:pt x="797270" y="42728"/>
                  <a:pt x="800638" y="38788"/>
                  <a:pt x="803628" y="36888"/>
                </a:cubicBezTo>
                <a:cubicBezTo>
                  <a:pt x="806618" y="34987"/>
                  <a:pt x="810013" y="34037"/>
                  <a:pt x="813814" y="34037"/>
                </a:cubicBezTo>
                <a:cubicBezTo>
                  <a:pt x="819179" y="34037"/>
                  <a:pt x="824349" y="35518"/>
                  <a:pt x="829323" y="38480"/>
                </a:cubicBezTo>
                <a:lnTo>
                  <a:pt x="822030" y="59020"/>
                </a:lnTo>
                <a:cubicBezTo>
                  <a:pt x="818061" y="56449"/>
                  <a:pt x="814373" y="55164"/>
                  <a:pt x="810963" y="55164"/>
                </a:cubicBezTo>
                <a:cubicBezTo>
                  <a:pt x="807666" y="55164"/>
                  <a:pt x="804871" y="56072"/>
                  <a:pt x="802580" y="57888"/>
                </a:cubicBezTo>
                <a:cubicBezTo>
                  <a:pt x="800288" y="59705"/>
                  <a:pt x="798486" y="62988"/>
                  <a:pt x="797172" y="67739"/>
                </a:cubicBezTo>
                <a:cubicBezTo>
                  <a:pt x="795859" y="72490"/>
                  <a:pt x="795202" y="82438"/>
                  <a:pt x="795202" y="97584"/>
                </a:cubicBezTo>
                <a:lnTo>
                  <a:pt x="795202" y="125082"/>
                </a:lnTo>
                <a:close/>
                <a:moveTo>
                  <a:pt x="838636" y="125082"/>
                </a:moveTo>
                <a:lnTo>
                  <a:pt x="838636" y="2180"/>
                </a:lnTo>
                <a:lnTo>
                  <a:pt x="862194" y="2180"/>
                </a:lnTo>
                <a:lnTo>
                  <a:pt x="862194" y="67404"/>
                </a:lnTo>
                <a:lnTo>
                  <a:pt x="889775" y="36049"/>
                </a:lnTo>
                <a:lnTo>
                  <a:pt x="918783" y="36049"/>
                </a:lnTo>
                <a:lnTo>
                  <a:pt x="888350" y="68590"/>
                </a:lnTo>
                <a:lnTo>
                  <a:pt x="920962" y="125082"/>
                </a:lnTo>
                <a:lnTo>
                  <a:pt x="895560" y="125082"/>
                </a:lnTo>
                <a:lnTo>
                  <a:pt x="873176" y="85082"/>
                </a:lnTo>
                <a:lnTo>
                  <a:pt x="862194" y="96578"/>
                </a:lnTo>
                <a:lnTo>
                  <a:pt x="862194" y="125082"/>
                </a:lnTo>
                <a:lnTo>
                  <a:pt x="838636" y="125082"/>
                </a:lnTo>
                <a:close/>
                <a:moveTo>
                  <a:pt x="1081761" y="109329"/>
                </a:moveTo>
                <a:cubicBezTo>
                  <a:pt x="1087854" y="113685"/>
                  <a:pt x="1094477" y="117148"/>
                  <a:pt x="1101630" y="119717"/>
                </a:cubicBezTo>
                <a:lnTo>
                  <a:pt x="1092492" y="137490"/>
                </a:lnTo>
                <a:cubicBezTo>
                  <a:pt x="1088748" y="136372"/>
                  <a:pt x="1085087" y="134835"/>
                  <a:pt x="1081510" y="132879"/>
                </a:cubicBezTo>
                <a:cubicBezTo>
                  <a:pt x="1080727" y="132488"/>
                  <a:pt x="1075222" y="128855"/>
                  <a:pt x="1064994" y="121981"/>
                </a:cubicBezTo>
                <a:cubicBezTo>
                  <a:pt x="1056946" y="125502"/>
                  <a:pt x="1048032" y="127262"/>
                  <a:pt x="1038251" y="127262"/>
                </a:cubicBezTo>
                <a:cubicBezTo>
                  <a:pt x="1019360" y="127262"/>
                  <a:pt x="1004563" y="121694"/>
                  <a:pt x="993860" y="110558"/>
                </a:cubicBezTo>
                <a:cubicBezTo>
                  <a:pt x="983157" y="99420"/>
                  <a:pt x="977806" y="83778"/>
                  <a:pt x="977806" y="63631"/>
                </a:cubicBezTo>
                <a:cubicBezTo>
                  <a:pt x="977806" y="43540"/>
                  <a:pt x="983171" y="27913"/>
                  <a:pt x="993902" y="16749"/>
                </a:cubicBezTo>
                <a:cubicBezTo>
                  <a:pt x="1004633" y="5583"/>
                  <a:pt x="1019192" y="0"/>
                  <a:pt x="1037580" y="0"/>
                </a:cubicBezTo>
                <a:cubicBezTo>
                  <a:pt x="1055800" y="0"/>
                  <a:pt x="1070248" y="5572"/>
                  <a:pt x="1080923" y="16715"/>
                </a:cubicBezTo>
                <a:cubicBezTo>
                  <a:pt x="1091598" y="27856"/>
                  <a:pt x="1096936" y="43452"/>
                  <a:pt x="1096936" y="63503"/>
                </a:cubicBezTo>
                <a:cubicBezTo>
                  <a:pt x="1096936" y="74115"/>
                  <a:pt x="1095455" y="83442"/>
                  <a:pt x="1092492" y="91485"/>
                </a:cubicBezTo>
                <a:cubicBezTo>
                  <a:pt x="1090257" y="97628"/>
                  <a:pt x="1086680" y="103576"/>
                  <a:pt x="1081761" y="109329"/>
                </a:cubicBezTo>
                <a:moveTo>
                  <a:pt x="1061809" y="95415"/>
                </a:moveTo>
                <a:cubicBezTo>
                  <a:pt x="1064994" y="91674"/>
                  <a:pt x="1067384" y="87151"/>
                  <a:pt x="1068977" y="81847"/>
                </a:cubicBezTo>
                <a:cubicBezTo>
                  <a:pt x="1070569" y="76543"/>
                  <a:pt x="1071366" y="70457"/>
                  <a:pt x="1071366" y="63589"/>
                </a:cubicBezTo>
                <a:cubicBezTo>
                  <a:pt x="1071366" y="49407"/>
                  <a:pt x="1068236" y="38812"/>
                  <a:pt x="1061976" y="31805"/>
                </a:cubicBezTo>
                <a:cubicBezTo>
                  <a:pt x="1055717" y="24798"/>
                  <a:pt x="1047529" y="21294"/>
                  <a:pt x="1037413" y="21294"/>
                </a:cubicBezTo>
                <a:cubicBezTo>
                  <a:pt x="1027296" y="21294"/>
                  <a:pt x="1019094" y="24819"/>
                  <a:pt x="1012807" y="31868"/>
                </a:cubicBezTo>
                <a:cubicBezTo>
                  <a:pt x="1006519" y="38917"/>
                  <a:pt x="1003375" y="49519"/>
                  <a:pt x="1003375" y="63673"/>
                </a:cubicBezTo>
                <a:cubicBezTo>
                  <a:pt x="1003375" y="78051"/>
                  <a:pt x="1006519" y="88806"/>
                  <a:pt x="1012807" y="95939"/>
                </a:cubicBezTo>
                <a:cubicBezTo>
                  <a:pt x="1019094" y="103072"/>
                  <a:pt x="1027045" y="106639"/>
                  <a:pt x="1036658" y="106639"/>
                </a:cubicBezTo>
                <a:cubicBezTo>
                  <a:pt x="1040235" y="106639"/>
                  <a:pt x="1043616" y="106043"/>
                  <a:pt x="1046802" y="104852"/>
                </a:cubicBezTo>
                <a:cubicBezTo>
                  <a:pt x="1041772" y="101530"/>
                  <a:pt x="1036658" y="98940"/>
                  <a:pt x="1031460" y="97081"/>
                </a:cubicBezTo>
                <a:lnTo>
                  <a:pt x="1038419" y="82662"/>
                </a:lnTo>
                <a:cubicBezTo>
                  <a:pt x="1046579" y="85496"/>
                  <a:pt x="1054375" y="89748"/>
                  <a:pt x="1061809" y="95415"/>
                </a:cubicBezTo>
                <a:close/>
                <a:moveTo>
                  <a:pt x="1174813" y="125082"/>
                </a:moveTo>
                <a:lnTo>
                  <a:pt x="1174813" y="111753"/>
                </a:lnTo>
                <a:cubicBezTo>
                  <a:pt x="1171572" y="116503"/>
                  <a:pt x="1167310" y="120248"/>
                  <a:pt x="1162028" y="122987"/>
                </a:cubicBezTo>
                <a:cubicBezTo>
                  <a:pt x="1156747" y="125725"/>
                  <a:pt x="1151172" y="127095"/>
                  <a:pt x="1145303" y="127095"/>
                </a:cubicBezTo>
                <a:cubicBezTo>
                  <a:pt x="1139323" y="127095"/>
                  <a:pt x="1133958" y="125781"/>
                  <a:pt x="1129207" y="123154"/>
                </a:cubicBezTo>
                <a:cubicBezTo>
                  <a:pt x="1124456" y="120527"/>
                  <a:pt x="1121019" y="116839"/>
                  <a:pt x="1118895" y="112088"/>
                </a:cubicBezTo>
                <a:cubicBezTo>
                  <a:pt x="1116771" y="107337"/>
                  <a:pt x="1115709" y="100770"/>
                  <a:pt x="1115709" y="92387"/>
                </a:cubicBezTo>
                <a:lnTo>
                  <a:pt x="1115709" y="36049"/>
                </a:lnTo>
                <a:lnTo>
                  <a:pt x="1139267" y="36049"/>
                </a:lnTo>
                <a:lnTo>
                  <a:pt x="1139267" y="76867"/>
                </a:lnTo>
                <a:cubicBezTo>
                  <a:pt x="1139267" y="89358"/>
                  <a:pt x="1139700" y="97012"/>
                  <a:pt x="1140567" y="99827"/>
                </a:cubicBezTo>
                <a:cubicBezTo>
                  <a:pt x="1141433" y="102643"/>
                  <a:pt x="1143012" y="104873"/>
                  <a:pt x="1145303" y="106518"/>
                </a:cubicBezTo>
                <a:cubicBezTo>
                  <a:pt x="1147595" y="108163"/>
                  <a:pt x="1150501" y="108986"/>
                  <a:pt x="1154022" y="108986"/>
                </a:cubicBezTo>
                <a:cubicBezTo>
                  <a:pt x="1158046" y="108986"/>
                  <a:pt x="1161651" y="107885"/>
                  <a:pt x="1164837" y="105682"/>
                </a:cubicBezTo>
                <a:cubicBezTo>
                  <a:pt x="1168023" y="103480"/>
                  <a:pt x="1170202" y="100747"/>
                  <a:pt x="1171376" y="97485"/>
                </a:cubicBezTo>
                <a:cubicBezTo>
                  <a:pt x="1172550" y="94222"/>
                  <a:pt x="1173137" y="86234"/>
                  <a:pt x="1173137" y="73521"/>
                </a:cubicBezTo>
                <a:lnTo>
                  <a:pt x="1173137" y="36049"/>
                </a:lnTo>
                <a:lnTo>
                  <a:pt x="1196694" y="36049"/>
                </a:lnTo>
                <a:lnTo>
                  <a:pt x="1196694" y="125082"/>
                </a:lnTo>
                <a:lnTo>
                  <a:pt x="1174813" y="125082"/>
                </a:lnTo>
                <a:close/>
                <a:moveTo>
                  <a:pt x="1221084" y="23977"/>
                </a:moveTo>
                <a:lnTo>
                  <a:pt x="1221084" y="2180"/>
                </a:lnTo>
                <a:lnTo>
                  <a:pt x="1244642" y="2180"/>
                </a:lnTo>
                <a:lnTo>
                  <a:pt x="1244642" y="23977"/>
                </a:lnTo>
                <a:lnTo>
                  <a:pt x="1221084" y="23977"/>
                </a:lnTo>
                <a:moveTo>
                  <a:pt x="1221084" y="125082"/>
                </a:moveTo>
                <a:lnTo>
                  <a:pt x="1221084" y="36049"/>
                </a:lnTo>
                <a:lnTo>
                  <a:pt x="1244642" y="36049"/>
                </a:lnTo>
                <a:lnTo>
                  <a:pt x="1244642" y="125082"/>
                </a:lnTo>
                <a:lnTo>
                  <a:pt x="1221084" y="125082"/>
                </a:lnTo>
                <a:close/>
                <a:moveTo>
                  <a:pt x="1346412" y="62374"/>
                </a:moveTo>
                <a:lnTo>
                  <a:pt x="1323190" y="66565"/>
                </a:lnTo>
                <a:cubicBezTo>
                  <a:pt x="1322407" y="61954"/>
                  <a:pt x="1320633" y="58482"/>
                  <a:pt x="1317866" y="56149"/>
                </a:cubicBezTo>
                <a:cubicBezTo>
                  <a:pt x="1315100" y="53815"/>
                  <a:pt x="1311509" y="52649"/>
                  <a:pt x="1307093" y="52649"/>
                </a:cubicBezTo>
                <a:cubicBezTo>
                  <a:pt x="1301225" y="52649"/>
                  <a:pt x="1296544" y="54669"/>
                  <a:pt x="1293051" y="58708"/>
                </a:cubicBezTo>
                <a:cubicBezTo>
                  <a:pt x="1289558" y="62748"/>
                  <a:pt x="1287811" y="69504"/>
                  <a:pt x="1287811" y="78976"/>
                </a:cubicBezTo>
                <a:cubicBezTo>
                  <a:pt x="1287811" y="89507"/>
                  <a:pt x="1289586" y="96947"/>
                  <a:pt x="1293135" y="101294"/>
                </a:cubicBezTo>
                <a:cubicBezTo>
                  <a:pt x="1296684" y="105640"/>
                  <a:pt x="1301449" y="107812"/>
                  <a:pt x="1307429" y="107812"/>
                </a:cubicBezTo>
                <a:cubicBezTo>
                  <a:pt x="1311900" y="107812"/>
                  <a:pt x="1315561" y="106541"/>
                  <a:pt x="1318411" y="103998"/>
                </a:cubicBezTo>
                <a:cubicBezTo>
                  <a:pt x="1321262" y="101455"/>
                  <a:pt x="1323274" y="97081"/>
                  <a:pt x="1324447" y="90878"/>
                </a:cubicBezTo>
                <a:lnTo>
                  <a:pt x="1347586" y="94902"/>
                </a:lnTo>
                <a:cubicBezTo>
                  <a:pt x="1345183" y="105521"/>
                  <a:pt x="1340572" y="113541"/>
                  <a:pt x="1333753" y="118962"/>
                </a:cubicBezTo>
                <a:cubicBezTo>
                  <a:pt x="1326935" y="124384"/>
                  <a:pt x="1317796" y="127095"/>
                  <a:pt x="1306339" y="127095"/>
                </a:cubicBezTo>
                <a:cubicBezTo>
                  <a:pt x="1293316" y="127095"/>
                  <a:pt x="1282935" y="122987"/>
                  <a:pt x="1275194" y="114771"/>
                </a:cubicBezTo>
                <a:cubicBezTo>
                  <a:pt x="1267453" y="106555"/>
                  <a:pt x="1263583" y="95181"/>
                  <a:pt x="1263583" y="80650"/>
                </a:cubicBezTo>
                <a:cubicBezTo>
                  <a:pt x="1263583" y="65951"/>
                  <a:pt x="1267467" y="54507"/>
                  <a:pt x="1275236" y="46319"/>
                </a:cubicBezTo>
                <a:cubicBezTo>
                  <a:pt x="1283005" y="38131"/>
                  <a:pt x="1293512" y="34037"/>
                  <a:pt x="1306758" y="34037"/>
                </a:cubicBezTo>
                <a:cubicBezTo>
                  <a:pt x="1317601" y="34037"/>
                  <a:pt x="1326222" y="36371"/>
                  <a:pt x="1332621" y="41037"/>
                </a:cubicBezTo>
                <a:cubicBezTo>
                  <a:pt x="1339021" y="45704"/>
                  <a:pt x="1343618" y="52816"/>
                  <a:pt x="1346412" y="62374"/>
                </a:cubicBezTo>
                <a:close/>
                <a:moveTo>
                  <a:pt x="1363439" y="125082"/>
                </a:moveTo>
                <a:lnTo>
                  <a:pt x="1363439" y="2180"/>
                </a:lnTo>
                <a:lnTo>
                  <a:pt x="1386997" y="2180"/>
                </a:lnTo>
                <a:lnTo>
                  <a:pt x="1386997" y="67404"/>
                </a:lnTo>
                <a:lnTo>
                  <a:pt x="1414579" y="36049"/>
                </a:lnTo>
                <a:lnTo>
                  <a:pt x="1443586" y="36049"/>
                </a:lnTo>
                <a:lnTo>
                  <a:pt x="1413153" y="68590"/>
                </a:lnTo>
                <a:lnTo>
                  <a:pt x="1445765" y="125082"/>
                </a:lnTo>
                <a:lnTo>
                  <a:pt x="1420363" y="125082"/>
                </a:lnTo>
                <a:lnTo>
                  <a:pt x="1397979" y="85082"/>
                </a:lnTo>
                <a:lnTo>
                  <a:pt x="1386997" y="96578"/>
                </a:lnTo>
                <a:lnTo>
                  <a:pt x="1386997" y="125082"/>
                </a:lnTo>
                <a:lnTo>
                  <a:pt x="1363439" y="125082"/>
                </a:lnTo>
                <a:close/>
                <a:moveTo>
                  <a:pt x="1507806" y="125082"/>
                </a:moveTo>
                <a:lnTo>
                  <a:pt x="1507806" y="2180"/>
                </a:lnTo>
                <a:lnTo>
                  <a:pt x="1592061" y="2180"/>
                </a:lnTo>
                <a:lnTo>
                  <a:pt x="1592061" y="22971"/>
                </a:lnTo>
                <a:lnTo>
                  <a:pt x="1532622" y="22971"/>
                </a:lnTo>
                <a:lnTo>
                  <a:pt x="1532622" y="51978"/>
                </a:lnTo>
                <a:lnTo>
                  <a:pt x="1583929" y="51978"/>
                </a:lnTo>
                <a:lnTo>
                  <a:pt x="1583929" y="72769"/>
                </a:lnTo>
                <a:lnTo>
                  <a:pt x="1532622" y="72769"/>
                </a:lnTo>
                <a:lnTo>
                  <a:pt x="1532622" y="125082"/>
                </a:lnTo>
                <a:lnTo>
                  <a:pt x="1507806" y="125082"/>
                </a:lnTo>
                <a:close/>
                <a:moveTo>
                  <a:pt x="1629948" y="63547"/>
                </a:moveTo>
                <a:lnTo>
                  <a:pt x="1608570" y="59691"/>
                </a:lnTo>
                <a:cubicBezTo>
                  <a:pt x="1610973" y="50970"/>
                  <a:pt x="1615109" y="44515"/>
                  <a:pt x="1620977" y="40325"/>
                </a:cubicBezTo>
                <a:cubicBezTo>
                  <a:pt x="1626846" y="36133"/>
                  <a:pt x="1635565" y="34037"/>
                  <a:pt x="1647134" y="34037"/>
                </a:cubicBezTo>
                <a:cubicBezTo>
                  <a:pt x="1657642" y="34037"/>
                  <a:pt x="1665466" y="35281"/>
                  <a:pt x="1670608" y="37768"/>
                </a:cubicBezTo>
                <a:cubicBezTo>
                  <a:pt x="1675750" y="40255"/>
                  <a:pt x="1679369" y="43413"/>
                  <a:pt x="1681465" y="47241"/>
                </a:cubicBezTo>
                <a:cubicBezTo>
                  <a:pt x="1683561" y="51070"/>
                  <a:pt x="1684609" y="58098"/>
                  <a:pt x="1684609" y="68326"/>
                </a:cubicBezTo>
                <a:lnTo>
                  <a:pt x="1684357" y="95824"/>
                </a:lnTo>
                <a:cubicBezTo>
                  <a:pt x="1684357" y="103649"/>
                  <a:pt x="1684734" y="109419"/>
                  <a:pt x="1685489" y="113136"/>
                </a:cubicBezTo>
                <a:cubicBezTo>
                  <a:pt x="1686243" y="116853"/>
                  <a:pt x="1687655" y="120835"/>
                  <a:pt x="1689723" y="125082"/>
                </a:cubicBezTo>
                <a:lnTo>
                  <a:pt x="1666416" y="125082"/>
                </a:lnTo>
                <a:cubicBezTo>
                  <a:pt x="1665801" y="123518"/>
                  <a:pt x="1665047" y="121198"/>
                  <a:pt x="1664153" y="118124"/>
                </a:cubicBezTo>
                <a:cubicBezTo>
                  <a:pt x="1663761" y="116727"/>
                  <a:pt x="1663482" y="115805"/>
                  <a:pt x="1663314" y="115358"/>
                </a:cubicBezTo>
                <a:cubicBezTo>
                  <a:pt x="1659290" y="119270"/>
                  <a:pt x="1654987" y="122204"/>
                  <a:pt x="1650404" y="124160"/>
                </a:cubicBezTo>
                <a:cubicBezTo>
                  <a:pt x="1645821" y="126116"/>
                  <a:pt x="1640930" y="127095"/>
                  <a:pt x="1635733" y="127095"/>
                </a:cubicBezTo>
                <a:cubicBezTo>
                  <a:pt x="1626567" y="127095"/>
                  <a:pt x="1619343" y="124618"/>
                  <a:pt x="1614061" y="119665"/>
                </a:cubicBezTo>
                <a:cubicBezTo>
                  <a:pt x="1608779" y="114711"/>
                  <a:pt x="1606139" y="108450"/>
                  <a:pt x="1606139" y="100880"/>
                </a:cubicBezTo>
                <a:cubicBezTo>
                  <a:pt x="1606139" y="95871"/>
                  <a:pt x="1607340" y="91405"/>
                  <a:pt x="1609744" y="87482"/>
                </a:cubicBezTo>
                <a:cubicBezTo>
                  <a:pt x="1612147" y="83558"/>
                  <a:pt x="1615514" y="80552"/>
                  <a:pt x="1619846" y="78465"/>
                </a:cubicBezTo>
                <a:cubicBezTo>
                  <a:pt x="1624177" y="76378"/>
                  <a:pt x="1630423" y="74555"/>
                  <a:pt x="1638583" y="72997"/>
                </a:cubicBezTo>
                <a:cubicBezTo>
                  <a:pt x="1649593" y="70938"/>
                  <a:pt x="1657222" y="69018"/>
                  <a:pt x="1661470" y="67236"/>
                </a:cubicBezTo>
                <a:lnTo>
                  <a:pt x="1661470" y="64862"/>
                </a:lnTo>
                <a:cubicBezTo>
                  <a:pt x="1661470" y="60285"/>
                  <a:pt x="1660352" y="57021"/>
                  <a:pt x="1658117" y="55072"/>
                </a:cubicBezTo>
                <a:cubicBezTo>
                  <a:pt x="1655881" y="53121"/>
                  <a:pt x="1651661" y="52146"/>
                  <a:pt x="1645457" y="52146"/>
                </a:cubicBezTo>
                <a:cubicBezTo>
                  <a:pt x="1641266" y="52146"/>
                  <a:pt x="1637996" y="52989"/>
                  <a:pt x="1635649" y="54676"/>
                </a:cubicBezTo>
                <a:cubicBezTo>
                  <a:pt x="1633301" y="56362"/>
                  <a:pt x="1631401" y="59319"/>
                  <a:pt x="1629948" y="63547"/>
                </a:cubicBezTo>
                <a:moveTo>
                  <a:pt x="1661470" y="82662"/>
                </a:moveTo>
                <a:cubicBezTo>
                  <a:pt x="1658452" y="83656"/>
                  <a:pt x="1653673" y="84843"/>
                  <a:pt x="1647134" y="86225"/>
                </a:cubicBezTo>
                <a:cubicBezTo>
                  <a:pt x="1640595" y="87605"/>
                  <a:pt x="1636319" y="88957"/>
                  <a:pt x="1634307" y="90283"/>
                </a:cubicBezTo>
                <a:cubicBezTo>
                  <a:pt x="1631233" y="92436"/>
                  <a:pt x="1629696" y="95170"/>
                  <a:pt x="1629696" y="98483"/>
                </a:cubicBezTo>
                <a:cubicBezTo>
                  <a:pt x="1629696" y="101742"/>
                  <a:pt x="1630926" y="104559"/>
                  <a:pt x="1633385" y="106935"/>
                </a:cubicBezTo>
                <a:cubicBezTo>
                  <a:pt x="1635844" y="109308"/>
                  <a:pt x="1638974" y="110495"/>
                  <a:pt x="1642775" y="110495"/>
                </a:cubicBezTo>
                <a:cubicBezTo>
                  <a:pt x="1647022" y="110495"/>
                  <a:pt x="1651074" y="109114"/>
                  <a:pt x="1654931" y="106353"/>
                </a:cubicBezTo>
                <a:cubicBezTo>
                  <a:pt x="1657781" y="104255"/>
                  <a:pt x="1659654" y="101687"/>
                  <a:pt x="1660548" y="98648"/>
                </a:cubicBezTo>
                <a:cubicBezTo>
                  <a:pt x="1661163" y="96661"/>
                  <a:pt x="1661470" y="92878"/>
                  <a:pt x="1661470" y="87302"/>
                </a:cubicBezTo>
                <a:lnTo>
                  <a:pt x="1661470" y="82662"/>
                </a:lnTo>
                <a:close/>
                <a:moveTo>
                  <a:pt x="1785471" y="62374"/>
                </a:moveTo>
                <a:lnTo>
                  <a:pt x="1762248" y="66565"/>
                </a:lnTo>
                <a:cubicBezTo>
                  <a:pt x="1761466" y="61954"/>
                  <a:pt x="1759691" y="58482"/>
                  <a:pt x="1756925" y="56149"/>
                </a:cubicBezTo>
                <a:cubicBezTo>
                  <a:pt x="1754158" y="53815"/>
                  <a:pt x="1750567" y="52649"/>
                  <a:pt x="1746152" y="52649"/>
                </a:cubicBezTo>
                <a:cubicBezTo>
                  <a:pt x="1740283" y="52649"/>
                  <a:pt x="1735603" y="54669"/>
                  <a:pt x="1732109" y="58708"/>
                </a:cubicBezTo>
                <a:cubicBezTo>
                  <a:pt x="1728616" y="62748"/>
                  <a:pt x="1726870" y="69504"/>
                  <a:pt x="1726870" y="78976"/>
                </a:cubicBezTo>
                <a:cubicBezTo>
                  <a:pt x="1726870" y="89507"/>
                  <a:pt x="1728644" y="96947"/>
                  <a:pt x="1732193" y="101294"/>
                </a:cubicBezTo>
                <a:cubicBezTo>
                  <a:pt x="1735742" y="105640"/>
                  <a:pt x="1740507" y="107812"/>
                  <a:pt x="1746487" y="107812"/>
                </a:cubicBezTo>
                <a:cubicBezTo>
                  <a:pt x="1750958" y="107812"/>
                  <a:pt x="1754619" y="106541"/>
                  <a:pt x="1757470" y="103998"/>
                </a:cubicBezTo>
                <a:cubicBezTo>
                  <a:pt x="1760320" y="101455"/>
                  <a:pt x="1762332" y="97081"/>
                  <a:pt x="1763506" y="90878"/>
                </a:cubicBezTo>
                <a:lnTo>
                  <a:pt x="1786644" y="94902"/>
                </a:lnTo>
                <a:cubicBezTo>
                  <a:pt x="1784241" y="105521"/>
                  <a:pt x="1779630" y="113541"/>
                  <a:pt x="1772811" y="118962"/>
                </a:cubicBezTo>
                <a:cubicBezTo>
                  <a:pt x="1765993" y="124384"/>
                  <a:pt x="1756855" y="127095"/>
                  <a:pt x="1745397" y="127095"/>
                </a:cubicBezTo>
                <a:cubicBezTo>
                  <a:pt x="1732375" y="127095"/>
                  <a:pt x="1721993" y="122987"/>
                  <a:pt x="1714252" y="114771"/>
                </a:cubicBezTo>
                <a:cubicBezTo>
                  <a:pt x="1706512" y="106555"/>
                  <a:pt x="1702641" y="95181"/>
                  <a:pt x="1702641" y="80650"/>
                </a:cubicBezTo>
                <a:cubicBezTo>
                  <a:pt x="1702641" y="65951"/>
                  <a:pt x="1706526" y="54507"/>
                  <a:pt x="1714294" y="46319"/>
                </a:cubicBezTo>
                <a:cubicBezTo>
                  <a:pt x="1722063" y="38131"/>
                  <a:pt x="1732570" y="34037"/>
                  <a:pt x="1745816" y="34037"/>
                </a:cubicBezTo>
                <a:cubicBezTo>
                  <a:pt x="1756659" y="34037"/>
                  <a:pt x="1765280" y="36371"/>
                  <a:pt x="1771680" y="41037"/>
                </a:cubicBezTo>
                <a:cubicBezTo>
                  <a:pt x="1778079" y="45704"/>
                  <a:pt x="1782676" y="52816"/>
                  <a:pt x="1785471" y="62374"/>
                </a:cubicBezTo>
                <a:close/>
                <a:moveTo>
                  <a:pt x="1844164" y="36049"/>
                </a:moveTo>
                <a:lnTo>
                  <a:pt x="1844164" y="54828"/>
                </a:lnTo>
                <a:lnTo>
                  <a:pt x="1828067" y="54828"/>
                </a:lnTo>
                <a:lnTo>
                  <a:pt x="1828067" y="90652"/>
                </a:lnTo>
                <a:cubicBezTo>
                  <a:pt x="1828067" y="97908"/>
                  <a:pt x="1828221" y="102135"/>
                  <a:pt x="1828528" y="103335"/>
                </a:cubicBezTo>
                <a:cubicBezTo>
                  <a:pt x="1828836" y="104533"/>
                  <a:pt x="1829534" y="105523"/>
                  <a:pt x="1830624" y="106306"/>
                </a:cubicBezTo>
                <a:cubicBezTo>
                  <a:pt x="1831714" y="107087"/>
                  <a:pt x="1833041" y="107477"/>
                  <a:pt x="1834606" y="107477"/>
                </a:cubicBezTo>
                <a:cubicBezTo>
                  <a:pt x="1836786" y="107477"/>
                  <a:pt x="1839944" y="106723"/>
                  <a:pt x="1844080" y="105213"/>
                </a:cubicBezTo>
                <a:lnTo>
                  <a:pt x="1846092" y="123558"/>
                </a:lnTo>
                <a:cubicBezTo>
                  <a:pt x="1840615" y="125916"/>
                  <a:pt x="1834411" y="127095"/>
                  <a:pt x="1827480" y="127095"/>
                </a:cubicBezTo>
                <a:cubicBezTo>
                  <a:pt x="1823233" y="127095"/>
                  <a:pt x="1819404" y="126382"/>
                  <a:pt x="1815995" y="124957"/>
                </a:cubicBezTo>
                <a:cubicBezTo>
                  <a:pt x="1812586" y="123532"/>
                  <a:pt x="1810085" y="121687"/>
                  <a:pt x="1808492" y="119424"/>
                </a:cubicBezTo>
                <a:cubicBezTo>
                  <a:pt x="1806899" y="117160"/>
                  <a:pt x="1805795" y="114100"/>
                  <a:pt x="1805180" y="110244"/>
                </a:cubicBezTo>
                <a:cubicBezTo>
                  <a:pt x="1804677" y="107505"/>
                  <a:pt x="1804426" y="101972"/>
                  <a:pt x="1804426" y="93644"/>
                </a:cubicBezTo>
                <a:lnTo>
                  <a:pt x="1804426" y="54828"/>
                </a:lnTo>
                <a:lnTo>
                  <a:pt x="1793611" y="54828"/>
                </a:lnTo>
                <a:lnTo>
                  <a:pt x="1793611" y="36049"/>
                </a:lnTo>
                <a:lnTo>
                  <a:pt x="1804426" y="36049"/>
                </a:lnTo>
                <a:lnTo>
                  <a:pt x="1804426" y="18276"/>
                </a:lnTo>
                <a:lnTo>
                  <a:pt x="1828067" y="4359"/>
                </a:lnTo>
                <a:lnTo>
                  <a:pt x="1828067" y="36049"/>
                </a:lnTo>
                <a:lnTo>
                  <a:pt x="1844164" y="36049"/>
                </a:lnTo>
                <a:close/>
                <a:moveTo>
                  <a:pt x="1852228" y="99764"/>
                </a:moveTo>
                <a:lnTo>
                  <a:pt x="1875869" y="96075"/>
                </a:lnTo>
                <a:cubicBezTo>
                  <a:pt x="1876875" y="100630"/>
                  <a:pt x="1878915" y="104089"/>
                  <a:pt x="1881989" y="106450"/>
                </a:cubicBezTo>
                <a:cubicBezTo>
                  <a:pt x="1885063" y="108811"/>
                  <a:pt x="1889367" y="109992"/>
                  <a:pt x="1894900" y="109992"/>
                </a:cubicBezTo>
                <a:cubicBezTo>
                  <a:pt x="1900992" y="109992"/>
                  <a:pt x="1905575" y="108876"/>
                  <a:pt x="1908649" y="106644"/>
                </a:cubicBezTo>
                <a:cubicBezTo>
                  <a:pt x="1910717" y="105081"/>
                  <a:pt x="1911751" y="102987"/>
                  <a:pt x="1911751" y="100364"/>
                </a:cubicBezTo>
                <a:cubicBezTo>
                  <a:pt x="1911751" y="98577"/>
                  <a:pt x="1911192" y="97098"/>
                  <a:pt x="1910074" y="95926"/>
                </a:cubicBezTo>
                <a:cubicBezTo>
                  <a:pt x="1908901" y="94810"/>
                  <a:pt x="1906274" y="93778"/>
                  <a:pt x="1902194" y="92829"/>
                </a:cubicBezTo>
                <a:cubicBezTo>
                  <a:pt x="1883191" y="88645"/>
                  <a:pt x="1871147" y="84821"/>
                  <a:pt x="1866061" y="81360"/>
                </a:cubicBezTo>
                <a:cubicBezTo>
                  <a:pt x="1859018" y="76557"/>
                  <a:pt x="1855497" y="69884"/>
                  <a:pt x="1855497" y="61341"/>
                </a:cubicBezTo>
                <a:cubicBezTo>
                  <a:pt x="1855497" y="53635"/>
                  <a:pt x="1858543" y="47158"/>
                  <a:pt x="1864635" y="41910"/>
                </a:cubicBezTo>
                <a:cubicBezTo>
                  <a:pt x="1870727" y="36661"/>
                  <a:pt x="1880173" y="34037"/>
                  <a:pt x="1892972" y="34037"/>
                </a:cubicBezTo>
                <a:cubicBezTo>
                  <a:pt x="1905156" y="34037"/>
                  <a:pt x="1914210" y="36014"/>
                  <a:pt x="1920134" y="39969"/>
                </a:cubicBezTo>
                <a:cubicBezTo>
                  <a:pt x="1926059" y="43923"/>
                  <a:pt x="1930139" y="49770"/>
                  <a:pt x="1932374" y="57511"/>
                </a:cubicBezTo>
                <a:lnTo>
                  <a:pt x="1910158" y="61703"/>
                </a:lnTo>
                <a:cubicBezTo>
                  <a:pt x="1909208" y="58238"/>
                  <a:pt x="1907405" y="55583"/>
                  <a:pt x="1904751" y="53739"/>
                </a:cubicBezTo>
                <a:cubicBezTo>
                  <a:pt x="1902096" y="51894"/>
                  <a:pt x="1898309" y="50972"/>
                  <a:pt x="1893391" y="50972"/>
                </a:cubicBezTo>
                <a:cubicBezTo>
                  <a:pt x="1887187" y="50972"/>
                  <a:pt x="1882744" y="51837"/>
                  <a:pt x="1880061" y="53568"/>
                </a:cubicBezTo>
                <a:cubicBezTo>
                  <a:pt x="1878273" y="54794"/>
                  <a:pt x="1877378" y="56385"/>
                  <a:pt x="1877378" y="58339"/>
                </a:cubicBezTo>
                <a:cubicBezTo>
                  <a:pt x="1877378" y="60012"/>
                  <a:pt x="1878161" y="61435"/>
                  <a:pt x="1879726" y="62607"/>
                </a:cubicBezTo>
                <a:cubicBezTo>
                  <a:pt x="1881850" y="64170"/>
                  <a:pt x="1889185" y="66375"/>
                  <a:pt x="1901733" y="69222"/>
                </a:cubicBezTo>
                <a:cubicBezTo>
                  <a:pt x="1914280" y="72069"/>
                  <a:pt x="1923041" y="75561"/>
                  <a:pt x="1928015" y="79699"/>
                </a:cubicBezTo>
                <a:cubicBezTo>
                  <a:pt x="1932933" y="83894"/>
                  <a:pt x="1935393" y="89738"/>
                  <a:pt x="1935393" y="97231"/>
                </a:cubicBezTo>
                <a:cubicBezTo>
                  <a:pt x="1935393" y="105396"/>
                  <a:pt x="1931983" y="112415"/>
                  <a:pt x="1925165" y="118287"/>
                </a:cubicBezTo>
                <a:cubicBezTo>
                  <a:pt x="1918346" y="124159"/>
                  <a:pt x="1908258" y="127095"/>
                  <a:pt x="1894900" y="127095"/>
                </a:cubicBezTo>
                <a:cubicBezTo>
                  <a:pt x="1882772" y="127095"/>
                  <a:pt x="1873173" y="124643"/>
                  <a:pt x="1866103" y="119741"/>
                </a:cubicBezTo>
                <a:cubicBezTo>
                  <a:pt x="1859032" y="114836"/>
                  <a:pt x="1854408" y="108177"/>
                  <a:pt x="1852228" y="99764"/>
                </a:cubicBezTo>
                <a:close/>
                <a:moveTo>
                  <a:pt x="2042788" y="161299"/>
                </a:moveTo>
                <a:lnTo>
                  <a:pt x="2026608" y="161299"/>
                </a:lnTo>
                <a:cubicBezTo>
                  <a:pt x="2018057" y="148375"/>
                  <a:pt x="2011545" y="134947"/>
                  <a:pt x="2007074" y="121016"/>
                </a:cubicBezTo>
                <a:cubicBezTo>
                  <a:pt x="2002603" y="107086"/>
                  <a:pt x="2000367" y="93602"/>
                  <a:pt x="2000367" y="80566"/>
                </a:cubicBezTo>
                <a:cubicBezTo>
                  <a:pt x="2000367" y="64396"/>
                  <a:pt x="2003134" y="49094"/>
                  <a:pt x="2008667" y="34661"/>
                </a:cubicBezTo>
                <a:cubicBezTo>
                  <a:pt x="2013474" y="22127"/>
                  <a:pt x="2019566" y="10574"/>
                  <a:pt x="2026943" y="0"/>
                </a:cubicBezTo>
                <a:lnTo>
                  <a:pt x="2043040" y="0"/>
                </a:lnTo>
                <a:cubicBezTo>
                  <a:pt x="2035383" y="16952"/>
                  <a:pt x="2030115" y="31373"/>
                  <a:pt x="2027237" y="43262"/>
                </a:cubicBezTo>
                <a:cubicBezTo>
                  <a:pt x="2024358" y="55151"/>
                  <a:pt x="2022919" y="67753"/>
                  <a:pt x="2022919" y="81069"/>
                </a:cubicBezTo>
                <a:cubicBezTo>
                  <a:pt x="2022919" y="90245"/>
                  <a:pt x="2023771" y="99645"/>
                  <a:pt x="2025476" y="109269"/>
                </a:cubicBezTo>
                <a:cubicBezTo>
                  <a:pt x="2027181" y="118891"/>
                  <a:pt x="2029514" y="128038"/>
                  <a:pt x="2032476" y="136709"/>
                </a:cubicBezTo>
                <a:cubicBezTo>
                  <a:pt x="2034433" y="142417"/>
                  <a:pt x="2037870" y="150614"/>
                  <a:pt x="2042788" y="161299"/>
                </a:cubicBezTo>
                <a:close/>
                <a:moveTo>
                  <a:pt x="2160006" y="109329"/>
                </a:moveTo>
                <a:cubicBezTo>
                  <a:pt x="2166098" y="113685"/>
                  <a:pt x="2172721" y="117148"/>
                  <a:pt x="2179875" y="119717"/>
                </a:cubicBezTo>
                <a:lnTo>
                  <a:pt x="2170737" y="137490"/>
                </a:lnTo>
                <a:cubicBezTo>
                  <a:pt x="2166993" y="136372"/>
                  <a:pt x="2163332" y="134835"/>
                  <a:pt x="2159755" y="132879"/>
                </a:cubicBezTo>
                <a:cubicBezTo>
                  <a:pt x="2158972" y="132488"/>
                  <a:pt x="2153467" y="128855"/>
                  <a:pt x="2143239" y="121981"/>
                </a:cubicBezTo>
                <a:cubicBezTo>
                  <a:pt x="2135191" y="125502"/>
                  <a:pt x="2126277" y="127262"/>
                  <a:pt x="2116496" y="127262"/>
                </a:cubicBezTo>
                <a:cubicBezTo>
                  <a:pt x="2097605" y="127262"/>
                  <a:pt x="2082808" y="121694"/>
                  <a:pt x="2072105" y="110558"/>
                </a:cubicBezTo>
                <a:cubicBezTo>
                  <a:pt x="2061402" y="99420"/>
                  <a:pt x="2056050" y="83778"/>
                  <a:pt x="2056050" y="63631"/>
                </a:cubicBezTo>
                <a:cubicBezTo>
                  <a:pt x="2056050" y="43540"/>
                  <a:pt x="2061416" y="27913"/>
                  <a:pt x="2072147" y="16749"/>
                </a:cubicBezTo>
                <a:cubicBezTo>
                  <a:pt x="2082878" y="5583"/>
                  <a:pt x="2097437" y="0"/>
                  <a:pt x="2115825" y="0"/>
                </a:cubicBezTo>
                <a:cubicBezTo>
                  <a:pt x="2134045" y="0"/>
                  <a:pt x="2148493" y="5572"/>
                  <a:pt x="2159168" y="16715"/>
                </a:cubicBezTo>
                <a:cubicBezTo>
                  <a:pt x="2169843" y="27856"/>
                  <a:pt x="2175181" y="43452"/>
                  <a:pt x="2175181" y="63503"/>
                </a:cubicBezTo>
                <a:cubicBezTo>
                  <a:pt x="2175181" y="74115"/>
                  <a:pt x="2173699" y="83442"/>
                  <a:pt x="2170737" y="91485"/>
                </a:cubicBezTo>
                <a:cubicBezTo>
                  <a:pt x="2168502" y="97628"/>
                  <a:pt x="2164925" y="103576"/>
                  <a:pt x="2160006" y="109329"/>
                </a:cubicBezTo>
                <a:moveTo>
                  <a:pt x="2140054" y="95415"/>
                </a:moveTo>
                <a:cubicBezTo>
                  <a:pt x="2143239" y="91674"/>
                  <a:pt x="2145629" y="87151"/>
                  <a:pt x="2147221" y="81847"/>
                </a:cubicBezTo>
                <a:cubicBezTo>
                  <a:pt x="2148814" y="76543"/>
                  <a:pt x="2149611" y="70457"/>
                  <a:pt x="2149611" y="63589"/>
                </a:cubicBezTo>
                <a:cubicBezTo>
                  <a:pt x="2149611" y="49407"/>
                  <a:pt x="2146481" y="38812"/>
                  <a:pt x="2140221" y="31805"/>
                </a:cubicBezTo>
                <a:cubicBezTo>
                  <a:pt x="2133961" y="24798"/>
                  <a:pt x="2125774" y="21294"/>
                  <a:pt x="2115657" y="21294"/>
                </a:cubicBezTo>
                <a:cubicBezTo>
                  <a:pt x="2105541" y="21294"/>
                  <a:pt x="2097339" y="24819"/>
                  <a:pt x="2091052" y="31868"/>
                </a:cubicBezTo>
                <a:cubicBezTo>
                  <a:pt x="2084764" y="38917"/>
                  <a:pt x="2081620" y="49519"/>
                  <a:pt x="2081620" y="63673"/>
                </a:cubicBezTo>
                <a:cubicBezTo>
                  <a:pt x="2081620" y="78051"/>
                  <a:pt x="2084764" y="88806"/>
                  <a:pt x="2091052" y="95939"/>
                </a:cubicBezTo>
                <a:cubicBezTo>
                  <a:pt x="2097339" y="103072"/>
                  <a:pt x="2105290" y="106639"/>
                  <a:pt x="2114903" y="106639"/>
                </a:cubicBezTo>
                <a:cubicBezTo>
                  <a:pt x="2118480" y="106639"/>
                  <a:pt x="2121861" y="106043"/>
                  <a:pt x="2125047" y="104852"/>
                </a:cubicBezTo>
                <a:cubicBezTo>
                  <a:pt x="2120017" y="101530"/>
                  <a:pt x="2114903" y="98940"/>
                  <a:pt x="2109705" y="97081"/>
                </a:cubicBezTo>
                <a:lnTo>
                  <a:pt x="2116663" y="82662"/>
                </a:lnTo>
                <a:cubicBezTo>
                  <a:pt x="2124823" y="85496"/>
                  <a:pt x="2132620" y="89748"/>
                  <a:pt x="2140054" y="95415"/>
                </a:cubicBezTo>
                <a:close/>
                <a:moveTo>
                  <a:pt x="2249705" y="125082"/>
                </a:moveTo>
                <a:lnTo>
                  <a:pt x="2226147" y="125082"/>
                </a:lnTo>
                <a:lnTo>
                  <a:pt x="2226147" y="36398"/>
                </a:lnTo>
                <a:cubicBezTo>
                  <a:pt x="2217540" y="44477"/>
                  <a:pt x="2207396" y="50453"/>
                  <a:pt x="2195715" y="54325"/>
                </a:cubicBezTo>
                <a:lnTo>
                  <a:pt x="2195715" y="32863"/>
                </a:lnTo>
                <a:cubicBezTo>
                  <a:pt x="2201862" y="30846"/>
                  <a:pt x="2208541" y="27022"/>
                  <a:pt x="2215751" y="21391"/>
                </a:cubicBezTo>
                <a:cubicBezTo>
                  <a:pt x="2222961" y="15758"/>
                  <a:pt x="2227907" y="9187"/>
                  <a:pt x="2230590" y="1677"/>
                </a:cubicBezTo>
                <a:lnTo>
                  <a:pt x="2249705" y="1677"/>
                </a:lnTo>
                <a:lnTo>
                  <a:pt x="2249705" y="125082"/>
                </a:lnTo>
                <a:close/>
                <a:moveTo>
                  <a:pt x="2412180" y="103118"/>
                </a:moveTo>
                <a:lnTo>
                  <a:pt x="2412180" y="125082"/>
                </a:lnTo>
                <a:lnTo>
                  <a:pt x="2329602" y="125082"/>
                </a:lnTo>
                <a:cubicBezTo>
                  <a:pt x="2330497" y="116818"/>
                  <a:pt x="2333179" y="108986"/>
                  <a:pt x="2337651" y="101588"/>
                </a:cubicBezTo>
                <a:cubicBezTo>
                  <a:pt x="2342122" y="94187"/>
                  <a:pt x="2350952" y="84372"/>
                  <a:pt x="2364143" y="72140"/>
                </a:cubicBezTo>
                <a:cubicBezTo>
                  <a:pt x="2374762" y="62257"/>
                  <a:pt x="2381273" y="55556"/>
                  <a:pt x="2383676" y="52038"/>
                </a:cubicBezTo>
                <a:cubicBezTo>
                  <a:pt x="2386918" y="47179"/>
                  <a:pt x="2388539" y="42376"/>
                  <a:pt x="2388539" y="37629"/>
                </a:cubicBezTo>
                <a:cubicBezTo>
                  <a:pt x="2388539" y="32379"/>
                  <a:pt x="2387127" y="28344"/>
                  <a:pt x="2384305" y="25525"/>
                </a:cubicBezTo>
                <a:cubicBezTo>
                  <a:pt x="2381483" y="22705"/>
                  <a:pt x="2377584" y="21294"/>
                  <a:pt x="2372610" y="21294"/>
                </a:cubicBezTo>
                <a:cubicBezTo>
                  <a:pt x="2367692" y="21294"/>
                  <a:pt x="2363779" y="22782"/>
                  <a:pt x="2360873" y="25758"/>
                </a:cubicBezTo>
                <a:cubicBezTo>
                  <a:pt x="2357967" y="28733"/>
                  <a:pt x="2356290" y="33672"/>
                  <a:pt x="2355843" y="40576"/>
                </a:cubicBezTo>
                <a:lnTo>
                  <a:pt x="2332369" y="38218"/>
                </a:lnTo>
                <a:cubicBezTo>
                  <a:pt x="2333766" y="25196"/>
                  <a:pt x="2338154" y="15850"/>
                  <a:pt x="2345531" y="10181"/>
                </a:cubicBezTo>
                <a:cubicBezTo>
                  <a:pt x="2352909" y="4511"/>
                  <a:pt x="2362131" y="1677"/>
                  <a:pt x="2373197" y="1677"/>
                </a:cubicBezTo>
                <a:cubicBezTo>
                  <a:pt x="2385325" y="1677"/>
                  <a:pt x="2394854" y="4944"/>
                  <a:pt x="2401785" y="11478"/>
                </a:cubicBezTo>
                <a:cubicBezTo>
                  <a:pt x="2408715" y="18012"/>
                  <a:pt x="2412180" y="26137"/>
                  <a:pt x="2412180" y="35853"/>
                </a:cubicBezTo>
                <a:cubicBezTo>
                  <a:pt x="2412180" y="41382"/>
                  <a:pt x="2411188" y="46647"/>
                  <a:pt x="2409204" y="51645"/>
                </a:cubicBezTo>
                <a:cubicBezTo>
                  <a:pt x="2407220" y="56642"/>
                  <a:pt x="2404076" y="61877"/>
                  <a:pt x="2399773" y="67349"/>
                </a:cubicBezTo>
                <a:cubicBezTo>
                  <a:pt x="2396922" y="70980"/>
                  <a:pt x="2391780" y="76202"/>
                  <a:pt x="2384347" y="83015"/>
                </a:cubicBezTo>
                <a:cubicBezTo>
                  <a:pt x="2376914" y="89827"/>
                  <a:pt x="2372205" y="94350"/>
                  <a:pt x="2370221" y="96584"/>
                </a:cubicBezTo>
                <a:cubicBezTo>
                  <a:pt x="2368237" y="98818"/>
                  <a:pt x="2366630" y="100995"/>
                  <a:pt x="2365400" y="103118"/>
                </a:cubicBezTo>
                <a:lnTo>
                  <a:pt x="2412180" y="103118"/>
                </a:lnTo>
                <a:close/>
                <a:moveTo>
                  <a:pt x="2467939" y="1677"/>
                </a:moveTo>
                <a:cubicBezTo>
                  <a:pt x="2479844" y="1677"/>
                  <a:pt x="2489150" y="5927"/>
                  <a:pt x="2495857" y="14428"/>
                </a:cubicBezTo>
                <a:cubicBezTo>
                  <a:pt x="2503849" y="24495"/>
                  <a:pt x="2507845" y="41189"/>
                  <a:pt x="2507845" y="64511"/>
                </a:cubicBezTo>
                <a:cubicBezTo>
                  <a:pt x="2507845" y="87777"/>
                  <a:pt x="2503821" y="104500"/>
                  <a:pt x="2495773" y="114679"/>
                </a:cubicBezTo>
                <a:cubicBezTo>
                  <a:pt x="2489122" y="123068"/>
                  <a:pt x="2479844" y="127262"/>
                  <a:pt x="2467939" y="127262"/>
                </a:cubicBezTo>
                <a:cubicBezTo>
                  <a:pt x="2455979" y="127262"/>
                  <a:pt x="2446338" y="122663"/>
                  <a:pt x="2439016" y="113463"/>
                </a:cubicBezTo>
                <a:cubicBezTo>
                  <a:pt x="2431694" y="104262"/>
                  <a:pt x="2428034" y="87861"/>
                  <a:pt x="2428034" y="64260"/>
                </a:cubicBezTo>
                <a:cubicBezTo>
                  <a:pt x="2428034" y="41106"/>
                  <a:pt x="2432058" y="24439"/>
                  <a:pt x="2440106" y="14260"/>
                </a:cubicBezTo>
                <a:cubicBezTo>
                  <a:pt x="2446757" y="5871"/>
                  <a:pt x="2456035" y="1677"/>
                  <a:pt x="2467939" y="1677"/>
                </a:cubicBezTo>
                <a:moveTo>
                  <a:pt x="2467939" y="21294"/>
                </a:moveTo>
                <a:cubicBezTo>
                  <a:pt x="2465089" y="21294"/>
                  <a:pt x="2462546" y="22202"/>
                  <a:pt x="2460310" y="24016"/>
                </a:cubicBezTo>
                <a:cubicBezTo>
                  <a:pt x="2458075" y="25831"/>
                  <a:pt x="2456342" y="29083"/>
                  <a:pt x="2455113" y="33773"/>
                </a:cubicBezTo>
                <a:cubicBezTo>
                  <a:pt x="2453492" y="39859"/>
                  <a:pt x="2452681" y="50106"/>
                  <a:pt x="2452681" y="64511"/>
                </a:cubicBezTo>
                <a:cubicBezTo>
                  <a:pt x="2452681" y="78917"/>
                  <a:pt x="2453408" y="88814"/>
                  <a:pt x="2454861" y="94202"/>
                </a:cubicBezTo>
                <a:cubicBezTo>
                  <a:pt x="2456314" y="99590"/>
                  <a:pt x="2458145" y="103178"/>
                  <a:pt x="2460352" y="104965"/>
                </a:cubicBezTo>
                <a:cubicBezTo>
                  <a:pt x="2462560" y="106751"/>
                  <a:pt x="2465089" y="107645"/>
                  <a:pt x="2467939" y="107645"/>
                </a:cubicBezTo>
                <a:cubicBezTo>
                  <a:pt x="2470790" y="107645"/>
                  <a:pt x="2473333" y="106737"/>
                  <a:pt x="2475568" y="104923"/>
                </a:cubicBezTo>
                <a:cubicBezTo>
                  <a:pt x="2477804" y="103108"/>
                  <a:pt x="2479537" y="99856"/>
                  <a:pt x="2480766" y="95166"/>
                </a:cubicBezTo>
                <a:cubicBezTo>
                  <a:pt x="2482387" y="89135"/>
                  <a:pt x="2483197" y="78917"/>
                  <a:pt x="2483197" y="64511"/>
                </a:cubicBezTo>
                <a:cubicBezTo>
                  <a:pt x="2483197" y="50106"/>
                  <a:pt x="2482471" y="40209"/>
                  <a:pt x="2481018" y="34821"/>
                </a:cubicBezTo>
                <a:cubicBezTo>
                  <a:pt x="2479565" y="29432"/>
                  <a:pt x="2477734" y="25831"/>
                  <a:pt x="2475526" y="24016"/>
                </a:cubicBezTo>
                <a:cubicBezTo>
                  <a:pt x="2473319" y="22202"/>
                  <a:pt x="2470790" y="21294"/>
                  <a:pt x="2467939" y="21294"/>
                </a:cubicBezTo>
                <a:close/>
                <a:moveTo>
                  <a:pt x="2603174" y="103118"/>
                </a:moveTo>
                <a:lnTo>
                  <a:pt x="2603174" y="125082"/>
                </a:lnTo>
                <a:lnTo>
                  <a:pt x="2520596" y="125082"/>
                </a:lnTo>
                <a:cubicBezTo>
                  <a:pt x="2521491" y="116818"/>
                  <a:pt x="2524173" y="108986"/>
                  <a:pt x="2528644" y="101588"/>
                </a:cubicBezTo>
                <a:cubicBezTo>
                  <a:pt x="2533116" y="94187"/>
                  <a:pt x="2541946" y="84372"/>
                  <a:pt x="2555136" y="72140"/>
                </a:cubicBezTo>
                <a:cubicBezTo>
                  <a:pt x="2565756" y="62257"/>
                  <a:pt x="2572267" y="55556"/>
                  <a:pt x="2574670" y="52038"/>
                </a:cubicBezTo>
                <a:cubicBezTo>
                  <a:pt x="2577912" y="47179"/>
                  <a:pt x="2579533" y="42376"/>
                  <a:pt x="2579533" y="37629"/>
                </a:cubicBezTo>
                <a:cubicBezTo>
                  <a:pt x="2579533" y="32379"/>
                  <a:pt x="2578121" y="28344"/>
                  <a:pt x="2575299" y="25525"/>
                </a:cubicBezTo>
                <a:cubicBezTo>
                  <a:pt x="2572476" y="22705"/>
                  <a:pt x="2568578" y="21294"/>
                  <a:pt x="2563604" y="21294"/>
                </a:cubicBezTo>
                <a:cubicBezTo>
                  <a:pt x="2558685" y="21294"/>
                  <a:pt x="2554773" y="22782"/>
                  <a:pt x="2551867" y="25758"/>
                </a:cubicBezTo>
                <a:cubicBezTo>
                  <a:pt x="2548961" y="28733"/>
                  <a:pt x="2547284" y="33672"/>
                  <a:pt x="2546837" y="40576"/>
                </a:cubicBezTo>
                <a:lnTo>
                  <a:pt x="2523363" y="38218"/>
                </a:lnTo>
                <a:cubicBezTo>
                  <a:pt x="2524760" y="25196"/>
                  <a:pt x="2529147" y="15850"/>
                  <a:pt x="2536525" y="10181"/>
                </a:cubicBezTo>
                <a:cubicBezTo>
                  <a:pt x="2543903" y="4511"/>
                  <a:pt x="2553124" y="1677"/>
                  <a:pt x="2564191" y="1677"/>
                </a:cubicBezTo>
                <a:cubicBezTo>
                  <a:pt x="2576319" y="1677"/>
                  <a:pt x="2585848" y="4944"/>
                  <a:pt x="2592779" y="11478"/>
                </a:cubicBezTo>
                <a:cubicBezTo>
                  <a:pt x="2599709" y="18012"/>
                  <a:pt x="2603174" y="26137"/>
                  <a:pt x="2603174" y="35853"/>
                </a:cubicBezTo>
                <a:cubicBezTo>
                  <a:pt x="2603174" y="41382"/>
                  <a:pt x="2602182" y="46647"/>
                  <a:pt x="2600198" y="51645"/>
                </a:cubicBezTo>
                <a:cubicBezTo>
                  <a:pt x="2598214" y="56642"/>
                  <a:pt x="2595070" y="61877"/>
                  <a:pt x="2590767" y="67349"/>
                </a:cubicBezTo>
                <a:cubicBezTo>
                  <a:pt x="2587916" y="70980"/>
                  <a:pt x="2582774" y="76202"/>
                  <a:pt x="2575341" y="83015"/>
                </a:cubicBezTo>
                <a:cubicBezTo>
                  <a:pt x="2567907" y="89827"/>
                  <a:pt x="2563199" y="94350"/>
                  <a:pt x="2561215" y="96584"/>
                </a:cubicBezTo>
                <a:cubicBezTo>
                  <a:pt x="2559230" y="98818"/>
                  <a:pt x="2557624" y="100995"/>
                  <a:pt x="2556394" y="103118"/>
                </a:cubicBezTo>
                <a:lnTo>
                  <a:pt x="2603174" y="103118"/>
                </a:lnTo>
                <a:close/>
                <a:moveTo>
                  <a:pt x="2658933" y="1677"/>
                </a:moveTo>
                <a:cubicBezTo>
                  <a:pt x="2670838" y="1677"/>
                  <a:pt x="2680143" y="5927"/>
                  <a:pt x="2686850" y="14428"/>
                </a:cubicBezTo>
                <a:cubicBezTo>
                  <a:pt x="2694842" y="24495"/>
                  <a:pt x="2698839" y="41189"/>
                  <a:pt x="2698839" y="64511"/>
                </a:cubicBezTo>
                <a:cubicBezTo>
                  <a:pt x="2698839" y="87777"/>
                  <a:pt x="2694815" y="104500"/>
                  <a:pt x="2686766" y="114679"/>
                </a:cubicBezTo>
                <a:cubicBezTo>
                  <a:pt x="2680115" y="123068"/>
                  <a:pt x="2670838" y="127262"/>
                  <a:pt x="2658933" y="127262"/>
                </a:cubicBezTo>
                <a:cubicBezTo>
                  <a:pt x="2646972" y="127262"/>
                  <a:pt x="2637331" y="122663"/>
                  <a:pt x="2630010" y="113463"/>
                </a:cubicBezTo>
                <a:cubicBezTo>
                  <a:pt x="2622688" y="104262"/>
                  <a:pt x="2619027" y="87861"/>
                  <a:pt x="2619027" y="64260"/>
                </a:cubicBezTo>
                <a:cubicBezTo>
                  <a:pt x="2619027" y="41106"/>
                  <a:pt x="2623051" y="24439"/>
                  <a:pt x="2631100" y="14260"/>
                </a:cubicBezTo>
                <a:cubicBezTo>
                  <a:pt x="2637751" y="5871"/>
                  <a:pt x="2647028" y="1677"/>
                  <a:pt x="2658933" y="1677"/>
                </a:cubicBezTo>
                <a:moveTo>
                  <a:pt x="2658933" y="21294"/>
                </a:moveTo>
                <a:cubicBezTo>
                  <a:pt x="2656083" y="21294"/>
                  <a:pt x="2653540" y="22202"/>
                  <a:pt x="2651304" y="24016"/>
                </a:cubicBezTo>
                <a:cubicBezTo>
                  <a:pt x="2649068" y="25831"/>
                  <a:pt x="2647336" y="29083"/>
                  <a:pt x="2646106" y="33773"/>
                </a:cubicBezTo>
                <a:cubicBezTo>
                  <a:pt x="2644485" y="39859"/>
                  <a:pt x="2643675" y="50106"/>
                  <a:pt x="2643675" y="64511"/>
                </a:cubicBezTo>
                <a:cubicBezTo>
                  <a:pt x="2643675" y="78917"/>
                  <a:pt x="2644401" y="88814"/>
                  <a:pt x="2645855" y="94202"/>
                </a:cubicBezTo>
                <a:cubicBezTo>
                  <a:pt x="2647308" y="99590"/>
                  <a:pt x="2649138" y="103178"/>
                  <a:pt x="2651346" y="104965"/>
                </a:cubicBezTo>
                <a:cubicBezTo>
                  <a:pt x="2653554" y="106751"/>
                  <a:pt x="2656083" y="107645"/>
                  <a:pt x="2658933" y="107645"/>
                </a:cubicBezTo>
                <a:cubicBezTo>
                  <a:pt x="2661783" y="107645"/>
                  <a:pt x="2664326" y="106737"/>
                  <a:pt x="2666562" y="104923"/>
                </a:cubicBezTo>
                <a:cubicBezTo>
                  <a:pt x="2668798" y="103108"/>
                  <a:pt x="2670530" y="99856"/>
                  <a:pt x="2671760" y="95166"/>
                </a:cubicBezTo>
                <a:cubicBezTo>
                  <a:pt x="2673381" y="89135"/>
                  <a:pt x="2674191" y="78917"/>
                  <a:pt x="2674191" y="64511"/>
                </a:cubicBezTo>
                <a:cubicBezTo>
                  <a:pt x="2674191" y="50106"/>
                  <a:pt x="2673464" y="40209"/>
                  <a:pt x="2672011" y="34821"/>
                </a:cubicBezTo>
                <a:cubicBezTo>
                  <a:pt x="2670558" y="29432"/>
                  <a:pt x="2668728" y="25831"/>
                  <a:pt x="2666520" y="24016"/>
                </a:cubicBezTo>
                <a:cubicBezTo>
                  <a:pt x="2664312" y="22202"/>
                  <a:pt x="2661783" y="21294"/>
                  <a:pt x="2658933" y="21294"/>
                </a:cubicBezTo>
                <a:close/>
                <a:moveTo>
                  <a:pt x="2754676" y="89369"/>
                </a:moveTo>
                <a:lnTo>
                  <a:pt x="2754676" y="71763"/>
                </a:lnTo>
                <a:lnTo>
                  <a:pt x="2850165" y="71763"/>
                </a:lnTo>
                <a:lnTo>
                  <a:pt x="2850165" y="89369"/>
                </a:lnTo>
                <a:lnTo>
                  <a:pt x="2754676" y="89369"/>
                </a:lnTo>
                <a:close/>
                <a:moveTo>
                  <a:pt x="3009622" y="109329"/>
                </a:moveTo>
                <a:cubicBezTo>
                  <a:pt x="3015714" y="113685"/>
                  <a:pt x="3022337" y="117148"/>
                  <a:pt x="3029491" y="119717"/>
                </a:cubicBezTo>
                <a:lnTo>
                  <a:pt x="3020353" y="137490"/>
                </a:lnTo>
                <a:cubicBezTo>
                  <a:pt x="3016608" y="136372"/>
                  <a:pt x="3012947" y="134835"/>
                  <a:pt x="3009370" y="132879"/>
                </a:cubicBezTo>
                <a:cubicBezTo>
                  <a:pt x="3008588" y="132488"/>
                  <a:pt x="3003083" y="128855"/>
                  <a:pt x="2992855" y="121981"/>
                </a:cubicBezTo>
                <a:cubicBezTo>
                  <a:pt x="2984807" y="125502"/>
                  <a:pt x="2975892" y="127262"/>
                  <a:pt x="2966111" y="127262"/>
                </a:cubicBezTo>
                <a:cubicBezTo>
                  <a:pt x="2947220" y="127262"/>
                  <a:pt x="2932423" y="121694"/>
                  <a:pt x="2921721" y="110558"/>
                </a:cubicBezTo>
                <a:cubicBezTo>
                  <a:pt x="2911018" y="99420"/>
                  <a:pt x="2905666" y="83778"/>
                  <a:pt x="2905666" y="63631"/>
                </a:cubicBezTo>
                <a:cubicBezTo>
                  <a:pt x="2905666" y="43540"/>
                  <a:pt x="2911031" y="27913"/>
                  <a:pt x="2921762" y="16749"/>
                </a:cubicBezTo>
                <a:cubicBezTo>
                  <a:pt x="2932493" y="5583"/>
                  <a:pt x="2947053" y="0"/>
                  <a:pt x="2965441" y="0"/>
                </a:cubicBezTo>
                <a:cubicBezTo>
                  <a:pt x="2983661" y="0"/>
                  <a:pt x="2998109" y="5572"/>
                  <a:pt x="3008784" y="16715"/>
                </a:cubicBezTo>
                <a:cubicBezTo>
                  <a:pt x="3019459" y="27856"/>
                  <a:pt x="3024796" y="43452"/>
                  <a:pt x="3024796" y="63503"/>
                </a:cubicBezTo>
                <a:cubicBezTo>
                  <a:pt x="3024796" y="74115"/>
                  <a:pt x="3023315" y="83442"/>
                  <a:pt x="3020353" y="91485"/>
                </a:cubicBezTo>
                <a:cubicBezTo>
                  <a:pt x="3018117" y="97628"/>
                  <a:pt x="3014540" y="103576"/>
                  <a:pt x="3009622" y="109329"/>
                </a:cubicBezTo>
                <a:moveTo>
                  <a:pt x="2989669" y="95415"/>
                </a:moveTo>
                <a:cubicBezTo>
                  <a:pt x="2992855" y="91674"/>
                  <a:pt x="2995244" y="87151"/>
                  <a:pt x="2996837" y="81847"/>
                </a:cubicBezTo>
                <a:cubicBezTo>
                  <a:pt x="2998430" y="76543"/>
                  <a:pt x="2999226" y="70457"/>
                  <a:pt x="2999226" y="63589"/>
                </a:cubicBezTo>
                <a:cubicBezTo>
                  <a:pt x="2999226" y="49407"/>
                  <a:pt x="2996097" y="38812"/>
                  <a:pt x="2989837" y="31805"/>
                </a:cubicBezTo>
                <a:cubicBezTo>
                  <a:pt x="2983577" y="24798"/>
                  <a:pt x="2975389" y="21294"/>
                  <a:pt x="2965273" y="21294"/>
                </a:cubicBezTo>
                <a:cubicBezTo>
                  <a:pt x="2955157" y="21294"/>
                  <a:pt x="2946955" y="24819"/>
                  <a:pt x="2940667" y="31868"/>
                </a:cubicBezTo>
                <a:cubicBezTo>
                  <a:pt x="2934380" y="38917"/>
                  <a:pt x="2931236" y="49519"/>
                  <a:pt x="2931236" y="63673"/>
                </a:cubicBezTo>
                <a:cubicBezTo>
                  <a:pt x="2931236" y="78051"/>
                  <a:pt x="2934380" y="88806"/>
                  <a:pt x="2940667" y="95939"/>
                </a:cubicBezTo>
                <a:cubicBezTo>
                  <a:pt x="2946955" y="103072"/>
                  <a:pt x="2954905" y="106639"/>
                  <a:pt x="2964518" y="106639"/>
                </a:cubicBezTo>
                <a:cubicBezTo>
                  <a:pt x="2968095" y="106639"/>
                  <a:pt x="2971477" y="106043"/>
                  <a:pt x="2974663" y="104852"/>
                </a:cubicBezTo>
                <a:cubicBezTo>
                  <a:pt x="2969632" y="101530"/>
                  <a:pt x="2964518" y="98940"/>
                  <a:pt x="2959321" y="97081"/>
                </a:cubicBezTo>
                <a:lnTo>
                  <a:pt x="2966279" y="82662"/>
                </a:lnTo>
                <a:cubicBezTo>
                  <a:pt x="2974439" y="85496"/>
                  <a:pt x="2982236" y="89748"/>
                  <a:pt x="2989669" y="95415"/>
                </a:cubicBezTo>
                <a:close/>
                <a:moveTo>
                  <a:pt x="3099320" y="125082"/>
                </a:moveTo>
                <a:lnTo>
                  <a:pt x="3075763" y="125082"/>
                </a:lnTo>
                <a:lnTo>
                  <a:pt x="3075763" y="36398"/>
                </a:lnTo>
                <a:cubicBezTo>
                  <a:pt x="3067156" y="44477"/>
                  <a:pt x="3057011" y="50453"/>
                  <a:pt x="3045330" y="54325"/>
                </a:cubicBezTo>
                <a:lnTo>
                  <a:pt x="3045330" y="32863"/>
                </a:lnTo>
                <a:cubicBezTo>
                  <a:pt x="3051478" y="30846"/>
                  <a:pt x="3058157" y="27022"/>
                  <a:pt x="3065367" y="21391"/>
                </a:cubicBezTo>
                <a:cubicBezTo>
                  <a:pt x="3072577" y="15758"/>
                  <a:pt x="3077523" y="9187"/>
                  <a:pt x="3080206" y="1677"/>
                </a:cubicBezTo>
                <a:lnTo>
                  <a:pt x="3099320" y="1677"/>
                </a:lnTo>
                <a:lnTo>
                  <a:pt x="3099320" y="125082"/>
                </a:lnTo>
                <a:close/>
                <a:moveTo>
                  <a:pt x="3261796" y="103118"/>
                </a:moveTo>
                <a:lnTo>
                  <a:pt x="3261796" y="125082"/>
                </a:lnTo>
                <a:lnTo>
                  <a:pt x="3179218" y="125082"/>
                </a:lnTo>
                <a:cubicBezTo>
                  <a:pt x="3180113" y="116818"/>
                  <a:pt x="3182795" y="108986"/>
                  <a:pt x="3187266" y="101588"/>
                </a:cubicBezTo>
                <a:cubicBezTo>
                  <a:pt x="3191738" y="94187"/>
                  <a:pt x="3200568" y="84372"/>
                  <a:pt x="3213758" y="72140"/>
                </a:cubicBezTo>
                <a:cubicBezTo>
                  <a:pt x="3224378" y="62257"/>
                  <a:pt x="3230889" y="55556"/>
                  <a:pt x="3233292" y="52038"/>
                </a:cubicBezTo>
                <a:cubicBezTo>
                  <a:pt x="3236534" y="47179"/>
                  <a:pt x="3238155" y="42376"/>
                  <a:pt x="3238155" y="37629"/>
                </a:cubicBezTo>
                <a:cubicBezTo>
                  <a:pt x="3238155" y="32379"/>
                  <a:pt x="3236743" y="28344"/>
                  <a:pt x="3233921" y="25525"/>
                </a:cubicBezTo>
                <a:cubicBezTo>
                  <a:pt x="3231098" y="22705"/>
                  <a:pt x="3227200" y="21294"/>
                  <a:pt x="3222226" y="21294"/>
                </a:cubicBezTo>
                <a:cubicBezTo>
                  <a:pt x="3217308" y="21294"/>
                  <a:pt x="3213395" y="22782"/>
                  <a:pt x="3210489" y="25758"/>
                </a:cubicBezTo>
                <a:cubicBezTo>
                  <a:pt x="3207583" y="28733"/>
                  <a:pt x="3205906" y="33672"/>
                  <a:pt x="3205459" y="40576"/>
                </a:cubicBezTo>
                <a:lnTo>
                  <a:pt x="3181985" y="38218"/>
                </a:lnTo>
                <a:cubicBezTo>
                  <a:pt x="3183382" y="25196"/>
                  <a:pt x="3187770" y="15850"/>
                  <a:pt x="3195147" y="10181"/>
                </a:cubicBezTo>
                <a:cubicBezTo>
                  <a:pt x="3202525" y="4511"/>
                  <a:pt x="3211746" y="1677"/>
                  <a:pt x="3222813" y="1677"/>
                </a:cubicBezTo>
                <a:cubicBezTo>
                  <a:pt x="3234941" y="1677"/>
                  <a:pt x="3244470" y="4944"/>
                  <a:pt x="3251401" y="11478"/>
                </a:cubicBezTo>
                <a:cubicBezTo>
                  <a:pt x="3258331" y="18012"/>
                  <a:pt x="3261796" y="26137"/>
                  <a:pt x="3261796" y="35853"/>
                </a:cubicBezTo>
                <a:cubicBezTo>
                  <a:pt x="3261796" y="41382"/>
                  <a:pt x="3260804" y="46647"/>
                  <a:pt x="3258820" y="51645"/>
                </a:cubicBezTo>
                <a:cubicBezTo>
                  <a:pt x="3256836" y="56642"/>
                  <a:pt x="3253692" y="61877"/>
                  <a:pt x="3249389" y="67349"/>
                </a:cubicBezTo>
                <a:cubicBezTo>
                  <a:pt x="3246538" y="70980"/>
                  <a:pt x="3241396" y="76202"/>
                  <a:pt x="3233963" y="83015"/>
                </a:cubicBezTo>
                <a:cubicBezTo>
                  <a:pt x="3226529" y="89827"/>
                  <a:pt x="3221821" y="94350"/>
                  <a:pt x="3219837" y="96584"/>
                </a:cubicBezTo>
                <a:cubicBezTo>
                  <a:pt x="3217852" y="98818"/>
                  <a:pt x="3216246" y="100995"/>
                  <a:pt x="3215016" y="103118"/>
                </a:cubicBezTo>
                <a:lnTo>
                  <a:pt x="3261796" y="103118"/>
                </a:lnTo>
                <a:close/>
                <a:moveTo>
                  <a:pt x="3317555" y="1677"/>
                </a:moveTo>
                <a:cubicBezTo>
                  <a:pt x="3329460" y="1677"/>
                  <a:pt x="3338765" y="5927"/>
                  <a:pt x="3345472" y="14428"/>
                </a:cubicBezTo>
                <a:cubicBezTo>
                  <a:pt x="3353465" y="24495"/>
                  <a:pt x="3357461" y="41189"/>
                  <a:pt x="3357461" y="64511"/>
                </a:cubicBezTo>
                <a:cubicBezTo>
                  <a:pt x="3357461" y="87777"/>
                  <a:pt x="3353437" y="104500"/>
                  <a:pt x="3345388" y="114679"/>
                </a:cubicBezTo>
                <a:cubicBezTo>
                  <a:pt x="3338737" y="123068"/>
                  <a:pt x="3329460" y="127262"/>
                  <a:pt x="3317555" y="127262"/>
                </a:cubicBezTo>
                <a:cubicBezTo>
                  <a:pt x="3305594" y="127262"/>
                  <a:pt x="3295953" y="122663"/>
                  <a:pt x="3288632" y="113463"/>
                </a:cubicBezTo>
                <a:cubicBezTo>
                  <a:pt x="3281310" y="104262"/>
                  <a:pt x="3277649" y="87861"/>
                  <a:pt x="3277649" y="64260"/>
                </a:cubicBezTo>
                <a:cubicBezTo>
                  <a:pt x="3277649" y="41106"/>
                  <a:pt x="3281673" y="24439"/>
                  <a:pt x="3289722" y="14260"/>
                </a:cubicBezTo>
                <a:cubicBezTo>
                  <a:pt x="3296373" y="5871"/>
                  <a:pt x="3305650" y="1677"/>
                  <a:pt x="3317555" y="1677"/>
                </a:cubicBezTo>
                <a:moveTo>
                  <a:pt x="3317555" y="21294"/>
                </a:moveTo>
                <a:cubicBezTo>
                  <a:pt x="3314705" y="21294"/>
                  <a:pt x="3312162" y="22202"/>
                  <a:pt x="3309926" y="24016"/>
                </a:cubicBezTo>
                <a:cubicBezTo>
                  <a:pt x="3307690" y="25831"/>
                  <a:pt x="3305958" y="29083"/>
                  <a:pt x="3304728" y="33773"/>
                </a:cubicBezTo>
                <a:cubicBezTo>
                  <a:pt x="3303107" y="39859"/>
                  <a:pt x="3302297" y="50106"/>
                  <a:pt x="3302297" y="64511"/>
                </a:cubicBezTo>
                <a:cubicBezTo>
                  <a:pt x="3302297" y="78917"/>
                  <a:pt x="3303024" y="88814"/>
                  <a:pt x="3304477" y="94202"/>
                </a:cubicBezTo>
                <a:cubicBezTo>
                  <a:pt x="3305930" y="99590"/>
                  <a:pt x="3307760" y="103178"/>
                  <a:pt x="3309968" y="104965"/>
                </a:cubicBezTo>
                <a:cubicBezTo>
                  <a:pt x="3312176" y="106751"/>
                  <a:pt x="3314705" y="107645"/>
                  <a:pt x="3317555" y="107645"/>
                </a:cubicBezTo>
                <a:cubicBezTo>
                  <a:pt x="3320405" y="107645"/>
                  <a:pt x="3322948" y="106737"/>
                  <a:pt x="3325184" y="104923"/>
                </a:cubicBezTo>
                <a:cubicBezTo>
                  <a:pt x="3327420" y="103108"/>
                  <a:pt x="3329152" y="99856"/>
                  <a:pt x="3330382" y="95166"/>
                </a:cubicBezTo>
                <a:cubicBezTo>
                  <a:pt x="3332003" y="89135"/>
                  <a:pt x="3332813" y="78917"/>
                  <a:pt x="3332813" y="64511"/>
                </a:cubicBezTo>
                <a:cubicBezTo>
                  <a:pt x="3332813" y="50106"/>
                  <a:pt x="3332086" y="40209"/>
                  <a:pt x="3330633" y="34821"/>
                </a:cubicBezTo>
                <a:cubicBezTo>
                  <a:pt x="3329180" y="29432"/>
                  <a:pt x="3327350" y="25831"/>
                  <a:pt x="3325142" y="24016"/>
                </a:cubicBezTo>
                <a:cubicBezTo>
                  <a:pt x="3322934" y="22202"/>
                  <a:pt x="3320405" y="21294"/>
                  <a:pt x="3317555" y="21294"/>
                </a:cubicBezTo>
                <a:close/>
                <a:moveTo>
                  <a:pt x="3452790" y="103118"/>
                </a:moveTo>
                <a:lnTo>
                  <a:pt x="3452790" y="125082"/>
                </a:lnTo>
                <a:lnTo>
                  <a:pt x="3370212" y="125082"/>
                </a:lnTo>
                <a:cubicBezTo>
                  <a:pt x="3371106" y="116818"/>
                  <a:pt x="3373789" y="108986"/>
                  <a:pt x="3378260" y="101588"/>
                </a:cubicBezTo>
                <a:cubicBezTo>
                  <a:pt x="3382731" y="94187"/>
                  <a:pt x="3391562" y="84372"/>
                  <a:pt x="3404752" y="72140"/>
                </a:cubicBezTo>
                <a:cubicBezTo>
                  <a:pt x="3415371" y="62257"/>
                  <a:pt x="3421882" y="55556"/>
                  <a:pt x="3424286" y="52038"/>
                </a:cubicBezTo>
                <a:cubicBezTo>
                  <a:pt x="3427527" y="47179"/>
                  <a:pt x="3429148" y="42376"/>
                  <a:pt x="3429148" y="37629"/>
                </a:cubicBezTo>
                <a:cubicBezTo>
                  <a:pt x="3429148" y="32379"/>
                  <a:pt x="3427737" y="28344"/>
                  <a:pt x="3424914" y="25525"/>
                </a:cubicBezTo>
                <a:cubicBezTo>
                  <a:pt x="3422092" y="22705"/>
                  <a:pt x="3418194" y="21294"/>
                  <a:pt x="3413219" y="21294"/>
                </a:cubicBezTo>
                <a:cubicBezTo>
                  <a:pt x="3408301" y="21294"/>
                  <a:pt x="3404389" y="22782"/>
                  <a:pt x="3401482" y="25758"/>
                </a:cubicBezTo>
                <a:cubicBezTo>
                  <a:pt x="3398576" y="28733"/>
                  <a:pt x="3396899" y="33672"/>
                  <a:pt x="3396452" y="40576"/>
                </a:cubicBezTo>
                <a:lnTo>
                  <a:pt x="3372978" y="38218"/>
                </a:lnTo>
                <a:cubicBezTo>
                  <a:pt x="3374376" y="25196"/>
                  <a:pt x="3378763" y="15850"/>
                  <a:pt x="3386141" y="10181"/>
                </a:cubicBezTo>
                <a:cubicBezTo>
                  <a:pt x="3393518" y="4511"/>
                  <a:pt x="3402740" y="1677"/>
                  <a:pt x="3413806" y="1677"/>
                </a:cubicBezTo>
                <a:cubicBezTo>
                  <a:pt x="3425934" y="1677"/>
                  <a:pt x="3435464" y="4944"/>
                  <a:pt x="3442394" y="11478"/>
                </a:cubicBezTo>
                <a:cubicBezTo>
                  <a:pt x="3449325" y="18012"/>
                  <a:pt x="3452790" y="26137"/>
                  <a:pt x="3452790" y="35853"/>
                </a:cubicBezTo>
                <a:cubicBezTo>
                  <a:pt x="3452790" y="41382"/>
                  <a:pt x="3451798" y="46647"/>
                  <a:pt x="3449814" y="51645"/>
                </a:cubicBezTo>
                <a:cubicBezTo>
                  <a:pt x="3447830" y="56642"/>
                  <a:pt x="3444686" y="61877"/>
                  <a:pt x="3440382" y="67349"/>
                </a:cubicBezTo>
                <a:cubicBezTo>
                  <a:pt x="3437532" y="70980"/>
                  <a:pt x="3432390" y="76202"/>
                  <a:pt x="3424956" y="83015"/>
                </a:cubicBezTo>
                <a:cubicBezTo>
                  <a:pt x="3417523" y="89827"/>
                  <a:pt x="3412814" y="94350"/>
                  <a:pt x="3410830" y="96584"/>
                </a:cubicBezTo>
                <a:cubicBezTo>
                  <a:pt x="3408846" y="98818"/>
                  <a:pt x="3407239" y="100995"/>
                  <a:pt x="3406010" y="103118"/>
                </a:cubicBezTo>
                <a:lnTo>
                  <a:pt x="3452790" y="103118"/>
                </a:lnTo>
                <a:close/>
                <a:moveTo>
                  <a:pt x="3548538" y="32528"/>
                </a:moveTo>
                <a:lnTo>
                  <a:pt x="3525735" y="35043"/>
                </a:lnTo>
                <a:cubicBezTo>
                  <a:pt x="3525176" y="30348"/>
                  <a:pt x="3523723" y="26883"/>
                  <a:pt x="3521376" y="24648"/>
                </a:cubicBezTo>
                <a:cubicBezTo>
                  <a:pt x="3519028" y="22412"/>
                  <a:pt x="3515982" y="21294"/>
                  <a:pt x="3512238" y="21294"/>
                </a:cubicBezTo>
                <a:cubicBezTo>
                  <a:pt x="3507263" y="21294"/>
                  <a:pt x="3503058" y="23538"/>
                  <a:pt x="3499620" y="28025"/>
                </a:cubicBezTo>
                <a:cubicBezTo>
                  <a:pt x="3496183" y="32512"/>
                  <a:pt x="3494017" y="41837"/>
                  <a:pt x="3493123" y="56002"/>
                </a:cubicBezTo>
                <a:cubicBezTo>
                  <a:pt x="3498992" y="49072"/>
                  <a:pt x="3506285" y="45606"/>
                  <a:pt x="3515004" y="45606"/>
                </a:cubicBezTo>
                <a:cubicBezTo>
                  <a:pt x="3524841" y="45606"/>
                  <a:pt x="3533266" y="49340"/>
                  <a:pt x="3540281" y="56806"/>
                </a:cubicBezTo>
                <a:cubicBezTo>
                  <a:pt x="3547295" y="64273"/>
                  <a:pt x="3550802" y="73912"/>
                  <a:pt x="3550802" y="85724"/>
                </a:cubicBezTo>
                <a:cubicBezTo>
                  <a:pt x="3550802" y="98261"/>
                  <a:pt x="3547113" y="108319"/>
                  <a:pt x="3539736" y="115897"/>
                </a:cubicBezTo>
                <a:cubicBezTo>
                  <a:pt x="3532358" y="123474"/>
                  <a:pt x="3522885" y="127262"/>
                  <a:pt x="3511315" y="127262"/>
                </a:cubicBezTo>
                <a:cubicBezTo>
                  <a:pt x="3498908" y="127262"/>
                  <a:pt x="3488708" y="122439"/>
                  <a:pt x="3480715" y="112793"/>
                </a:cubicBezTo>
                <a:cubicBezTo>
                  <a:pt x="3472723" y="103145"/>
                  <a:pt x="3468727" y="87330"/>
                  <a:pt x="3468727" y="65350"/>
                </a:cubicBezTo>
                <a:cubicBezTo>
                  <a:pt x="3468727" y="42812"/>
                  <a:pt x="3472891" y="26565"/>
                  <a:pt x="3481219" y="16610"/>
                </a:cubicBezTo>
                <a:cubicBezTo>
                  <a:pt x="3489546" y="6654"/>
                  <a:pt x="3500361" y="1677"/>
                  <a:pt x="3513663" y="1677"/>
                </a:cubicBezTo>
                <a:cubicBezTo>
                  <a:pt x="3522997" y="1677"/>
                  <a:pt x="3530723" y="4311"/>
                  <a:pt x="3536843" y="9581"/>
                </a:cubicBezTo>
                <a:cubicBezTo>
                  <a:pt x="3542963" y="14848"/>
                  <a:pt x="3546862" y="22498"/>
                  <a:pt x="3548538" y="32528"/>
                </a:cubicBezTo>
                <a:moveTo>
                  <a:pt x="3495135" y="83890"/>
                </a:moveTo>
                <a:cubicBezTo>
                  <a:pt x="3495135" y="91476"/>
                  <a:pt x="3496896" y="97331"/>
                  <a:pt x="3500417" y="101457"/>
                </a:cubicBezTo>
                <a:cubicBezTo>
                  <a:pt x="3503938" y="105582"/>
                  <a:pt x="3507962" y="107645"/>
                  <a:pt x="3512489" y="107645"/>
                </a:cubicBezTo>
                <a:cubicBezTo>
                  <a:pt x="3516849" y="107645"/>
                  <a:pt x="3520481" y="105956"/>
                  <a:pt x="3523388" y="102578"/>
                </a:cubicBezTo>
                <a:cubicBezTo>
                  <a:pt x="3526294" y="99200"/>
                  <a:pt x="3527747" y="93663"/>
                  <a:pt x="3527747" y="85968"/>
                </a:cubicBezTo>
                <a:cubicBezTo>
                  <a:pt x="3527747" y="78049"/>
                  <a:pt x="3526182" y="72249"/>
                  <a:pt x="3523052" y="68567"/>
                </a:cubicBezTo>
                <a:cubicBezTo>
                  <a:pt x="3519923" y="64885"/>
                  <a:pt x="3516010" y="63044"/>
                  <a:pt x="3511315" y="63044"/>
                </a:cubicBezTo>
                <a:cubicBezTo>
                  <a:pt x="3506788" y="63044"/>
                  <a:pt x="3502960" y="64802"/>
                  <a:pt x="3499830" y="68318"/>
                </a:cubicBezTo>
                <a:cubicBezTo>
                  <a:pt x="3496700" y="71834"/>
                  <a:pt x="3495135" y="77025"/>
                  <a:pt x="3495135" y="83890"/>
                </a:cubicBezTo>
                <a:close/>
                <a:moveTo>
                  <a:pt x="3562715" y="161299"/>
                </a:moveTo>
                <a:cubicBezTo>
                  <a:pt x="3567354" y="151340"/>
                  <a:pt x="3570624" y="143704"/>
                  <a:pt x="3572524" y="138389"/>
                </a:cubicBezTo>
                <a:cubicBezTo>
                  <a:pt x="3574424" y="133074"/>
                  <a:pt x="3576185" y="126948"/>
                  <a:pt x="3577805" y="120010"/>
                </a:cubicBezTo>
                <a:cubicBezTo>
                  <a:pt x="3579426" y="113071"/>
                  <a:pt x="3580628" y="106483"/>
                  <a:pt x="3581410" y="100246"/>
                </a:cubicBezTo>
                <a:cubicBezTo>
                  <a:pt x="3582193" y="94007"/>
                  <a:pt x="3582584" y="87615"/>
                  <a:pt x="3582584" y="81069"/>
                </a:cubicBezTo>
                <a:cubicBezTo>
                  <a:pt x="3582584" y="67753"/>
                  <a:pt x="3581159" y="55151"/>
                  <a:pt x="3578308" y="43262"/>
                </a:cubicBezTo>
                <a:cubicBezTo>
                  <a:pt x="3575458" y="31373"/>
                  <a:pt x="3570204" y="16952"/>
                  <a:pt x="3562547" y="0"/>
                </a:cubicBezTo>
                <a:lnTo>
                  <a:pt x="3578560" y="0"/>
                </a:lnTo>
                <a:cubicBezTo>
                  <a:pt x="3586999" y="12029"/>
                  <a:pt x="3593553" y="24785"/>
                  <a:pt x="3598219" y="38268"/>
                </a:cubicBezTo>
                <a:cubicBezTo>
                  <a:pt x="3602886" y="51752"/>
                  <a:pt x="3605220" y="65431"/>
                  <a:pt x="3605220" y="79306"/>
                </a:cubicBezTo>
                <a:cubicBezTo>
                  <a:pt x="3605220" y="90999"/>
                  <a:pt x="3603375" y="103532"/>
                  <a:pt x="3599686" y="116903"/>
                </a:cubicBezTo>
                <a:cubicBezTo>
                  <a:pt x="3595495" y="131898"/>
                  <a:pt x="3588592" y="146696"/>
                  <a:pt x="3578979" y="161299"/>
                </a:cubicBezTo>
                <a:lnTo>
                  <a:pt x="3562715" y="161299"/>
                </a:lnTo>
                <a:close/>
              </a:path>
            </a:pathLst>
          </a:custGeom>
          <a:solidFill xmlns:a="http://schemas.openxmlformats.org/drawingml/2006/main">
            <a:srgbClr val="7E7E7E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007012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2026-09-05T17:18:28.2310000Z</dcterms:created>
  <dcterms:modified xsi:type="dcterms:W3CDTF">2026-09-05T17:18:28.2310000Z</dcterms:modified>
</coreProperties>
</file>