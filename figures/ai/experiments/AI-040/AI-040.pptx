
<file path=[Content_Types].xml><?xml version="1.0" encoding="utf-8"?>
<Types xmlns="http://schemas.openxmlformats.org/package/2006/content-types">
  <Default Extension="xml" ContentType="application/vnd.openxmlformats-package.core-properties+xml"/>
  <Default Extension="rels" ContentType="application/vnd.openxmlformats-package.relationships+xml"/>
  <Override PartName="/docProps/app.xml" ContentType="application/vnd.openxmlformats-officedocument.extended-properties+xml"/>
  <Override PartName="/ppt/presentation.xml" ContentType="application/vnd.openxmlformats-officedocument.presentationml.presentation.main+xml"/>
  <Override PartName="/ppt/theme/theme1.xml" ContentType="application/vnd.openxmlformats-officedocument.theme+xml"/>
  <Override PartName="/ppt/slideMasters/slideMaster1.xml" ContentType="application/vnd.openxmlformats-officedocument.presentationml.slideMaster+xml"/>
  <Override PartName="/ppt/slideMasters/theme/theme2.xml" ContentType="application/vnd.openxmlformats-officedocument.theme+xml"/>
  <Override PartName="/ppt/slideLayouts/slideLayout1.xml" ContentType="application/vnd.openxmlformats-officedocument.presentationml.slideLayout+xml"/>
  <Override PartName="/ppt/notesMasters/notesMaster1.xml" ContentType="application/vnd.openxmlformats-officedocument.presentationml.notesMaster+xml"/>
  <Override PartName="/ppt/notesMasters/theme/theme3.xml" ContentType="application/vnd.openxmlformats-officedocument.theme+xml"/>
  <Override PartName="/ppt/presProps.xml" ContentType="application/vnd.openxmlformats-officedocument.presentationml.presProps+xml"/>
  <Override PartName="/ppt/tableStyles.xml" ContentType="application/vnd.openxmlformats-officedocument.presentationml.tableStyles+xml"/>
  <Override PartName="/ppt/slides/slide1.xml" ContentType="application/vnd.openxmlformats-officedocument.presentationml.slide+xml"/>
  <Override PartName="/ppt/notesSlides/notesSlide1.xml" ContentType="application/vnd.openxmlformats-officedocument.presentationml.notesSlide+xml"/>
</Types>
</file>

<file path=_rels/.rels>&#65279;<?xml version="1.0" encoding="utf-8"?><Relationships xmlns="http://schemas.openxmlformats.org/package/2006/relationships"><Relationship Type="http://schemas.openxmlformats.org/package/2006/relationships/metadata/core-properties" Target="/docProps/core.xml" Id="Rb2c14e7461ee46ec" /><Relationship Type="http://schemas.openxmlformats.org/officeDocument/2006/relationships/extended-properties" Target="/docProps/app.xml" Id="R0c18515236d84e40" /><Relationship Type="http://schemas.openxmlformats.org/officeDocument/2006/relationships/officeDocument" Target="/ppt/presentation.xml" Id="R686da4e133824712" /></Relationships>
</file>

<file path=ppt/presentation.xml><?xml version="1.0" encoding="utf-8"?>
<p:presentation xmlns:p="http://schemas.openxmlformats.org/presentationml/2006/main">
  <p:sldMasterIdLst>
    <p:sldMasterId xmlns:r="http://schemas.openxmlformats.org/officeDocument/2006/relationships" id="2147483648" r:id="Ra29a36474db14849"/>
  </p:sldMasterIdLst>
  <p:notesMasterIdLst>
    <p:notesMasterId xmlns:r="http://schemas.openxmlformats.org/officeDocument/2006/relationships" r:id="R18fee8c6d59a40df"/>
  </p:notesMasterIdLst>
  <p:sldIdLst>
    <p:sldId xmlns:r="http://schemas.openxmlformats.org/officeDocument/2006/relationships" id="256" r:id="R8550d6e941744b6f"/>
  </p:sldIdLst>
  <p:sldSz cx="13030200" cy="8258175"/>
  <p:notesSz cx="6858000" cy="9144000"/>
</p:presentation>
</file>

<file path=ppt/presProps.xml><?xml version="1.0" encoding="utf-8"?>
<p:presentationPr xmlns:p="http://schemas.openxmlformats.org/presentationml/2006/main">
  <p:extLst>
    <p:ext xmlns:p14="http://schemas.microsoft.com/office/powerpoint/2010/main" uri="{E76CE94A-603C-4142-B9EB-6D1370010A27}">
      <p14:discardImageEditData val="0"/>
    </p:ext>
    <p:ext xmlns:p14="http://schemas.microsoft.com/office/powerpoint/2010/main" uri="{D31A062A-798A-4329-ABDD-BBA856620510}">
      <p14:defaultImageDpi val="32767"/>
    </p:ext>
    <p:ext xmlns:p15="http://schemas.microsoft.com/office/powerpoint/2012/main" uri="{FD5EFAAD-0ECE-453E-9831-46B23BE46B34}">
      <p15:chartTrackingRefBased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_rels/presentation.xml.rels>&#65279;<?xml version="1.0" encoding="utf-8"?><Relationships xmlns="http://schemas.openxmlformats.org/package/2006/relationships"><Relationship Type="http://schemas.openxmlformats.org/officeDocument/2006/relationships/theme" Target="/ppt/theme/theme1.xml" Id="Rc90743c8dd2e4352" /><Relationship Type="http://schemas.openxmlformats.org/officeDocument/2006/relationships/slideMaster" Target="/ppt/slideMasters/slideMaster1.xml" Id="Ra29a36474db14849" /><Relationship Type="http://schemas.openxmlformats.org/officeDocument/2006/relationships/notesMaster" Target="/ppt/notesMasters/notesMaster1.xml" Id="R18fee8c6d59a40df" /><Relationship Type="http://schemas.openxmlformats.org/officeDocument/2006/relationships/presProps" Target="/ppt/presProps.xml" Id="R53cddbd6a69d40c0" /><Relationship Type="http://schemas.openxmlformats.org/officeDocument/2006/relationships/tableStyles" Target="/ppt/tableStyles.xml" Id="R73693956f38246c6" /><Relationship Type="http://schemas.openxmlformats.org/officeDocument/2006/relationships/slide" Target="/ppt/slides/slide1.xml" Id="R8550d6e941744b6f" /></Relationships>
</file>

<file path=ppt/notesMasters/_rels/notesMaster1.xml.rels>&#65279;<?xml version="1.0" encoding="utf-8"?><Relationships xmlns="http://schemas.openxmlformats.org/package/2006/relationships"><Relationship Type="http://schemas.openxmlformats.org/officeDocument/2006/relationships/theme" Target="/ppt/notesMasters/theme/theme3.xml" Id="Rd80de2a8a2f44b1a" /></Relationships>
</file>

<file path=ppt/notesMasters/notesMaster1.xml><?xml version="1.0" encoding="utf-8"?>
<p:notesMaster xmlns:p="http://schemas.openxmlformats.org/presentationml/2006/main">
  <p:cSld>
    <p:bg>
      <p:bgRef idx="1001">
        <a:schemeClr xmlns:a="http://schemas.openxmlformats.org/drawingml/2006/main" val="bg1"/>
      </p:bgRef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Header Placeholder"/>
          <p:cNvSpPr/>
          <p:nvPr>
            <p:ph type="hdr" sz="quarter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3" name="Date Placeholder"/>
          <p:cNvSpPr/>
          <p:nvPr>
            <p:ph type="dt" sz="quarter" idx="1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4" name="Slide Image Placeholder"/>
          <p:cNvSpPr/>
          <p:nvPr>
            <p:ph type="sldImg" idx="2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5" name="Notes Placeholder"/>
          <p:cNvSpPr/>
          <p:nvPr>
            <p:ph type="body" sz="quarter" idx="3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6" name="Footer Placeholder"/>
          <p:cNvSpPr/>
          <p:nvPr>
            <p:ph type="ftr" sz="quarter" idx="4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7" name="Slide Number Placeholder"/>
          <p:cNvSpPr/>
          <p:nvPr>
            <p:ph type="sldNum" sz="quarter" idx="5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xmlns:a="http://schemas.openxmlformats.org/drawingml/2006/main" marL="0" algn="l" defTabSz="914400" rtl="0" eaLnBrk="1" latinLnBrk="0" hangingPunct="1">
      <a:defRPr sz="1200" kern="1200"/>
    </a:lvl1pPr>
  </p:notesStyle>
</p:notesMaster>
</file>

<file path=ppt/notesMasters/theme/theme3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Calibri Light"/>
        <a:ea typeface="Calibri Light"/>
        <a:cs typeface="Calibri Light"/>
      </a:majorFont>
      <a:minorFont>
        <a:latin typeface="Calibri"/>
        <a:ea typeface="Calibri"/>
        <a:cs typeface="Calibri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notesSlides/_rels/notesSlide1.xml.rels>&#65279;<?xml version="1.0" encoding="utf-8"?><Relationships xmlns="http://schemas.openxmlformats.org/package/2006/relationships"><Relationship Type="http://schemas.openxmlformats.org/officeDocument/2006/relationships/slide" Target="/ppt/slides/slide1.xml" Id="R580b243c6a8c4597" /><Relationship Type="http://schemas.openxmlformats.org/officeDocument/2006/relationships/notesMaster" Target="/ppt/notesMasters/notesMaster1.xml" Id="R375e555b65224e52" /></Relationships>
</file>

<file path=ppt/notesSlides/notesSlide1.xml><?xml version="1.0" encoding="utf-8"?>
<ns0:notes xmlns:ns0="http://schemas.openxmlformats.org/presentationml/2006/main" xmlns:ns1="http://schemas.openxmlformats.org/drawingml/2006/main">
  <ns0:cSld>
    <ns0:spTree>
      <ns0:nvGrpSpPr>
        <ns0:cNvPr id="1" name=""/>
        <ns0:cNvGrpSpPr/>
        <ns0:nvPr/>
      </ns0:nvGrpSpPr>
      <ns0:grpSpPr>
        <ns1:xfrm/>
      </ns0:grpSpPr>
      <ns0:sp>
        <ns0:nvSpPr>
          <ns0:cNvPr id="2" name="Slide Image Placeholder 1"/>
          <ns0:cNvSpPr>
            <ns1:spLocks noGrp="1"/>
          </ns0:cNvSpPr>
          <ns0:nvPr>
            <ns0:ph type="sldImg" idx="0"/>
          </ns0:nvPr>
        </ns0:nvSpPr>
        <ns0:spPr/>
      </ns0:sp>
      <ns0:sp>
        <ns0:nvSpPr>
          <ns0:cNvPr id="3" name="Notes Placeholder 2"/>
          <ns0:cNvSpPr>
            <ns1:spLocks noGrp="1"/>
          </ns0:cNvSpPr>
          <ns0:nvPr>
            <ns0:ph type="body" idx="1"/>
          </ns0:nvPr>
        </ns0:nvSpPr>
        <ns0:spPr/>
        <ns0:txBody>
          <ns1:bodyPr/>
          <ns1:lstStyle/>
          <ns1:p>
            <ns1:r>
              <ns1:t>素材ID：AI-040</ns1:t>
            </ns1:r>
          </ns1:p>
          <ns1:p>
            <ns1:r>
              <ns1:t>论文：Are Rules Meant to be Broken? Understanding Multilingual Moral Reasoning as a Computational Pipeline with UniMoral</ns1:t>
            </ns1:r>
          </ns1:p>
          <ns1:p>
            <ns1:r>
              <ns1:t>会议：ACL 2025</ns1:t>
            </ns1:r>
          </ns1:p>
          <ns1:p>
            <ns1:r>
              <ns1:t>奖项：Best Resource Paper</ns1:t>
            </ns1:r>
          </ns1:p>
          <ns1:p>
            <ns1:r>
              <ns1:t>图号：Figure 2，PDF第5页</ns1:t>
            </ns1:r>
          </ns1:p>
          <ns1:p>
            <ns1:r>
              <ns1:t>类型：实验图表</ns1:t>
            </ns1:r>
          </ns1:p>
          <ns1:p>
            <ns1:r>
              <ns1:t>借鉴点：堆叠比例、偏好曲线、评分热图、分组条图与嵌入散点共同刻画数据构成。</ns1:t>
            </ns1:r>
          </ns1:p>
          <ns1:p>
            <ns1:r>
              <ns1:t>论文URL：https://aclanthology.org/2025.acl-long.294/</ns1:t>
            </ns1:r>
          </ns1:p>
          <ns1:p>
            <ns1:r>
              <ns1:t>官方获奖URL：https://2025.aclweb.org/program/awards/</ns1:t>
            </ns1:r>
          </ns1:p>
          <ns1:p>
            <ns1:r>
              <ns1:t>原始论文与绘图来源：见本页论文链接及仓库 catalog/papers.md。</ns1:t>
            </ns1:r>
          </ns1:p>
        </ns0:txBody>
      </ns0:sp>
      <ns0:sp>
        <ns0:nvSpPr>
          <ns0:cNvPr id="4" name="Slide Number Placeholder 3"/>
          <ns0:cNvSpPr>
            <ns1:spLocks noGrp="1"/>
          </ns0:cNvSpPr>
          <ns0:nvPr>
            <ns0:ph type="sldNum" idx="5"/>
          </ns0:nvPr>
        </ns0:nvSpPr>
        <ns0:spPr/>
        <ns0:txBody>
          <ns1:bodyPr/>
          <ns1:lstStyle/>
          <ns1:p/>
        </ns0:txBody>
      </ns0:sp>
    </ns0:spTree>
  </ns0:cSld>
  <ns0:clrMapOvr>
    <ns1:masterClrMapping/>
  </ns0:clrMapOvr>
</ns0:notes>
</file>

<file path=ppt/slideLayouts/_rels/slideLayout1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449196048f494806" /></Relationships>
</file>

<file path=ppt/slideLayouts/slideLayout1.xml><?xml version="1.0" encoding="utf-8"?>
<p:sldLayout xmlns:p="http://schemas.openxmlformats.org/presentationml/2006/main" type="title">
  <p:cSld name="Title Slide">
    <p:spTree>
      <p:nvGrpSpPr>
        <p:cNvPr id="1" name=""/>
        <p:cNvGrpSpPr/>
        <p:nvPr/>
      </p:nvGrpSpPr>
      <p:grpSpPr>
        <a:xfrm xmlns:a="http://schemas.openxmlformats.org/drawingml/2006/main"/>
      </p:grpSpPr>
    </p:spTree>
  </p:cSld>
</p:sldLayout>
</file>

<file path=ppt/slideMasters/_rels/slideMaster1.xml.rels>&#65279;<?xml version="1.0" encoding="utf-8"?><Relationships xmlns="http://schemas.openxmlformats.org/package/2006/relationships"><Relationship Type="http://schemas.openxmlformats.org/officeDocument/2006/relationships/theme" Target="/ppt/slideMasters/theme/theme2.xml" Id="Rbb1bed6454ad4099" /><Relationship Type="http://schemas.openxmlformats.org/officeDocument/2006/relationships/slideLayout" Target="/ppt/slideLayouts/slideLayout1.xml" Id="Rd62a8c15dc044cd1" /></Relationships>
</file>

<file path=ppt/slideMasters/slideMaster1.xml><?xml version="1.0" encoding="utf-8"?>
<p:sldMaster xmlns:p="http://schemas.openxmlformats.org/presentationml/2006/main">
  <p:cSld name="Master">
    <p:bg>
      <p:bgRef idx="1001">
        <a:schemeClr xmlns:a="http://schemas.openxmlformats.org/drawingml/2006/main" val="bg1"/>
      </p:bgRef>
    </p:bg>
    <p:spTree>
      <p:nvGrpSpPr>
        <p:cNvPr id="1" name=""/>
        <p:cNvGrpSpPr/>
        <p:nvPr/>
      </p:nvGrpSpPr>
      <p:grpSpPr>
        <a:xfrm xmlns:a="http://schemas.openxmlformats.org/drawingml/2006/main"/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xmlns:r="http://schemas.openxmlformats.org/officeDocument/2006/relationships" id="2147483649" r:id="Rd62a8c15dc044cd1"/>
  </p:sldLayoutIdLst>
  <p:txStyles>
    <p:titleStyle>
      <a:lvl1pPr xmlns:a="http://schemas.openxmlformats.org/drawingml/2006/main" algn="l">
        <a:lnSpc>
          <a:spcPct val="90000"/>
        </a:lnSpc>
        <a:spcBef>
          <a:spcPts val="0"/>
        </a:spcBef>
        <a:buNone/>
        <a:defRPr sz="4400">
          <a:solidFill>
            <a:schemeClr val="tx1"/>
          </a:solidFill>
          <a:latin typeface="+mj-lt"/>
          <a:ea typeface="+mj-lt"/>
          <a:cs typeface="+mj-lt"/>
        </a:defRPr>
      </a:lvl1pPr>
    </p:titleStyle>
    <p:bodyStyle>
      <a:lvl1pPr xmlns:a="http://schemas.openxmlformats.org/drawingml/2006/main" marL="228600" indent="-228600" algn="l">
        <a:lnSpc>
          <a:spcPct val="90000"/>
        </a:lnSpc>
        <a:spcBef>
          <a:spcPts val="1000"/>
        </a:spcBef>
        <a:buChar char="•"/>
        <a:defRPr sz="2800">
          <a:solidFill>
            <a:schemeClr val="tx1"/>
          </a:solidFill>
          <a:latin typeface="+mn-lt"/>
          <a:ea typeface="+mn-lt"/>
          <a:cs typeface="+mn-lt"/>
        </a:defRPr>
      </a:lvl1pPr>
      <a:lvl2pPr xmlns:a="http://schemas.openxmlformats.org/drawingml/2006/main" marL="685800" indent="-228600" algn="l">
        <a:lnSpc>
          <a:spcPct val="90000"/>
        </a:lnSpc>
        <a:spcBef>
          <a:spcPts val="500"/>
        </a:spcBef>
        <a:buChar char="•"/>
        <a:defRPr sz="2400">
          <a:solidFill>
            <a:schemeClr val="tx1"/>
          </a:solidFill>
          <a:latin typeface="+mn-lt"/>
          <a:ea typeface="+mn-lt"/>
          <a:cs typeface="+mn-lt"/>
        </a:defRPr>
      </a:lvl2pPr>
      <a:lvl3pPr xmlns:a="http://schemas.openxmlformats.org/drawingml/2006/main" marL="1143000" indent="-228600" algn="l">
        <a:lnSpc>
          <a:spcPct val="90000"/>
        </a:lnSpc>
        <a:spcBef>
          <a:spcPts val="500"/>
        </a:spcBef>
        <a:buChar char="•"/>
        <a:defRPr sz="2000">
          <a:solidFill>
            <a:schemeClr val="tx1"/>
          </a:solidFill>
          <a:latin typeface="+mn-lt"/>
          <a:ea typeface="+mn-lt"/>
          <a:cs typeface="+mn-lt"/>
        </a:defRPr>
      </a:lvl3pPr>
      <a:lvl4pPr xmlns:a="http://schemas.openxmlformats.org/drawingml/2006/main" marL="1600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xmlns:a="http://schemas.openxmlformats.org/drawingml/2006/main" marL="20574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xmlns:a="http://schemas.openxmlformats.org/drawingml/2006/main" marL="25146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xmlns:a="http://schemas.openxmlformats.org/drawingml/2006/main" marL="29718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xmlns:a="http://schemas.openxmlformats.org/drawingml/2006/main" marL="34290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xmlns:a="http://schemas.openxmlformats.org/drawingml/2006/main" marL="3886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9pPr>
    </p:bodyStyle>
    <p:otherStyle>
      <a:lvl1pPr xmlns:a="http://schemas.openxmlformats.org/drawingml/2006/main" marL="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1pPr>
      <a:lvl2pPr xmlns:a="http://schemas.openxmlformats.org/drawingml/2006/main" marL="457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2pPr>
      <a:lvl3pPr xmlns:a="http://schemas.openxmlformats.org/drawingml/2006/main" marL="914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3pPr>
      <a:lvl4pPr xmlns:a="http://schemas.openxmlformats.org/drawingml/2006/main" marL="1371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xmlns:a="http://schemas.openxmlformats.org/drawingml/2006/main" marL="18288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xmlns:a="http://schemas.openxmlformats.org/drawingml/2006/main" marL="22860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xmlns:a="http://schemas.openxmlformats.org/drawingml/2006/main" marL="2743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xmlns:a="http://schemas.openxmlformats.org/drawingml/2006/main" marL="3200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xmlns:a="http://schemas.openxmlformats.org/drawingml/2006/main" marL="3657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9pPr>
    </p:otherStyle>
  </p:txStyles>
</p:sldMaster>
</file>

<file path=ppt/slideMasters/theme/theme2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Calibri Light"/>
        <a:ea typeface="Calibri Light"/>
        <a:cs typeface="Calibri Light"/>
      </a:majorFont>
      <a:minorFont>
        <a:latin typeface="Calibri"/>
        <a:ea typeface="Calibri"/>
        <a:cs typeface="Calibri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slides/_rels/slide1.xml.rels>&#65279;<?xml version="1.0" encoding="utf-8"?><Relationships xmlns="http://schemas.openxmlformats.org/package/2006/relationships"><Relationship Type="http://schemas.openxmlformats.org/officeDocument/2006/relationships/slideLayout" Target="/ppt/slideLayouts/slideLayout1.xml" Id="R708a494566344b23" /><Relationship Type="http://schemas.openxmlformats.org/officeDocument/2006/relationships/notesSlide" Target="/ppt/notesSlides/notesSlide1.xml" Id="R72c43807641543a2" /></Relationships>
</file>

<file path=ppt/slides/slide1.xml><?xml version="1.0" encoding="utf-8"?>
<p:sld xmlns:p="http://schemas.openxmlformats.org/presentationml/2006/main">
  <p:cSld>
    <p:bg>
      <p:bgPr>
        <a:solidFill xmlns:a="http://schemas.openxmlformats.org/drawingml/2006/main">
          <a:srgbClr val="FFFFFF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18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97E49C-140B-47D8-98F6-2CA7F9F408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715" y="189098"/>
            <a:ext cx="4147319" cy="2715567"/>
          </a:xfrm>
          <a:custGeom xmlns:a="http://schemas.openxmlformats.org/drawingml/2006/main">
            <a:pathLst>
              <a:path w="4147319" h="2715567">
                <a:moveTo>
                  <a:pt x="0" y="2715567"/>
                </a:moveTo>
                <a:lnTo>
                  <a:pt x="4147319" y="2715567"/>
                </a:lnTo>
                <a:lnTo>
                  <a:pt x="4147319" y="0"/>
                </a:lnTo>
                <a:lnTo>
                  <a:pt x="0" y="0"/>
                </a:lnTo>
                <a:lnTo>
                  <a:pt x="0" y="2715567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8E3E67-845F-4C91-BA60-B7583CD711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385" y="260094"/>
            <a:ext cx="3167264" cy="2152960"/>
          </a:xfrm>
          <a:custGeom xmlns:a="http://schemas.openxmlformats.org/drawingml/2006/main">
            <a:pathLst>
              <a:path w="3167264" h="2152960">
                <a:moveTo>
                  <a:pt x="0" y="2152960"/>
                </a:moveTo>
                <a:lnTo>
                  <a:pt x="3167264" y="2152960"/>
                </a:lnTo>
                <a:lnTo>
                  <a:pt x="3167264" y="0"/>
                </a:lnTo>
                <a:lnTo>
                  <a:pt x="0" y="0"/>
                </a:lnTo>
                <a:lnTo>
                  <a:pt x="0" y="215296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4F79C7-68F0-4E07-AC1E-02DBE2E810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385" y="260094"/>
            <a:ext cx="10" cy="2152960"/>
          </a:xfrm>
          <a:custGeom xmlns:a="http://schemas.openxmlformats.org/drawingml/2006/main">
            <a:pathLst>
              <a:path w="1" h="2152960" fill="none">
                <a:moveTo>
                  <a:pt x="0" y="215296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861" cap="flat">
            <a:solidFill>
              <a:srgbClr val="CCCCCC">
                <a:alpha val="40000"/>
              </a:srgbClr>
            </a:solidFill>
            <a:custDash>
              <a:ds d="370000" sp="160000"/>
            </a:custDash>
            <a:round/>
          </a:ln>
        </p:spPr>
      </p:sp>
      <p:sp>
        <p:nvSpPr>
          <p:cNvPr id="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9C5CA7-694C-4631-8F10-2398932AC8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3763" y="2509220"/>
            <a:ext cx="82829" cy="104226"/>
          </a:xfrm>
          <a:custGeom xmlns:a="http://schemas.openxmlformats.org/drawingml/2006/main">
            <a:pathLst>
              <a:path w="82829" h="104226">
                <a:moveTo>
                  <a:pt x="56876" y="52044"/>
                </a:moveTo>
                <a:cubicBezTo>
                  <a:pt x="56876" y="39482"/>
                  <a:pt x="55633" y="30647"/>
                  <a:pt x="53287" y="25401"/>
                </a:cubicBezTo>
                <a:cubicBezTo>
                  <a:pt x="50940" y="20293"/>
                  <a:pt x="46936" y="17670"/>
                  <a:pt x="41414" y="17670"/>
                </a:cubicBezTo>
                <a:cubicBezTo>
                  <a:pt x="35893" y="17670"/>
                  <a:pt x="31889" y="20293"/>
                  <a:pt x="29542" y="25401"/>
                </a:cubicBezTo>
                <a:cubicBezTo>
                  <a:pt x="27057" y="30647"/>
                  <a:pt x="25953" y="39482"/>
                  <a:pt x="25953" y="52044"/>
                </a:cubicBezTo>
                <a:cubicBezTo>
                  <a:pt x="25953" y="64745"/>
                  <a:pt x="27057" y="73718"/>
                  <a:pt x="29542" y="78964"/>
                </a:cubicBezTo>
                <a:cubicBezTo>
                  <a:pt x="31889" y="84209"/>
                  <a:pt x="35893" y="86694"/>
                  <a:pt x="41414" y="86694"/>
                </a:cubicBezTo>
                <a:cubicBezTo>
                  <a:pt x="46936" y="86694"/>
                  <a:pt x="50802" y="84209"/>
                  <a:pt x="53287" y="78964"/>
                </a:cubicBezTo>
                <a:cubicBezTo>
                  <a:pt x="55633" y="73718"/>
                  <a:pt x="56876" y="64745"/>
                  <a:pt x="56876" y="52044"/>
                </a:cubicBezTo>
                <a:close/>
                <a:moveTo>
                  <a:pt x="82829" y="52182"/>
                </a:moveTo>
                <a:cubicBezTo>
                  <a:pt x="82829" y="68886"/>
                  <a:pt x="79240" y="81724"/>
                  <a:pt x="72061" y="90698"/>
                </a:cubicBezTo>
                <a:cubicBezTo>
                  <a:pt x="64883" y="99809"/>
                  <a:pt x="54667" y="104226"/>
                  <a:pt x="41414" y="104226"/>
                </a:cubicBezTo>
                <a:cubicBezTo>
                  <a:pt x="28162" y="104226"/>
                  <a:pt x="17946" y="99809"/>
                  <a:pt x="10768" y="90698"/>
                </a:cubicBezTo>
                <a:cubicBezTo>
                  <a:pt x="3589" y="81724"/>
                  <a:pt x="0" y="68886"/>
                  <a:pt x="0" y="52182"/>
                </a:cubicBezTo>
                <a:cubicBezTo>
                  <a:pt x="0" y="35616"/>
                  <a:pt x="3589" y="22778"/>
                  <a:pt x="10768" y="13667"/>
                </a:cubicBezTo>
                <a:cubicBezTo>
                  <a:pt x="17946" y="4556"/>
                  <a:pt x="28162" y="0"/>
                  <a:pt x="41414" y="0"/>
                </a:cubicBezTo>
                <a:cubicBezTo>
                  <a:pt x="54667" y="0"/>
                  <a:pt x="64883" y="4556"/>
                  <a:pt x="72061" y="13667"/>
                </a:cubicBezTo>
                <a:cubicBezTo>
                  <a:pt x="79240" y="22778"/>
                  <a:pt x="82829" y="35616"/>
                  <a:pt x="82829" y="5218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D04268-8A37-4063-9C8B-879B167876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7636" y="2509220"/>
            <a:ext cx="129489" cy="104226"/>
          </a:xfrm>
          <a:custGeom xmlns:a="http://schemas.openxmlformats.org/drawingml/2006/main">
            <a:pathLst>
              <a:path w="129489" h="104226">
                <a:moveTo>
                  <a:pt x="102570" y="60879"/>
                </a:moveTo>
                <a:cubicBezTo>
                  <a:pt x="99257" y="60879"/>
                  <a:pt x="96772" y="62260"/>
                  <a:pt x="95115" y="65021"/>
                </a:cubicBezTo>
                <a:cubicBezTo>
                  <a:pt x="93321" y="67782"/>
                  <a:pt x="92492" y="71785"/>
                  <a:pt x="92492" y="76893"/>
                </a:cubicBezTo>
                <a:cubicBezTo>
                  <a:pt x="92492" y="82139"/>
                  <a:pt x="93321" y="86004"/>
                  <a:pt x="95115" y="88765"/>
                </a:cubicBezTo>
                <a:cubicBezTo>
                  <a:pt x="96772" y="91526"/>
                  <a:pt x="99257" y="92906"/>
                  <a:pt x="102570" y="92906"/>
                </a:cubicBezTo>
                <a:cubicBezTo>
                  <a:pt x="105745" y="92906"/>
                  <a:pt x="108230" y="91526"/>
                  <a:pt x="109886" y="88765"/>
                </a:cubicBezTo>
                <a:cubicBezTo>
                  <a:pt x="111543" y="86004"/>
                  <a:pt x="112509" y="82139"/>
                  <a:pt x="112509" y="76893"/>
                </a:cubicBezTo>
                <a:cubicBezTo>
                  <a:pt x="112509" y="71785"/>
                  <a:pt x="111543" y="67782"/>
                  <a:pt x="109886" y="65021"/>
                </a:cubicBezTo>
                <a:cubicBezTo>
                  <a:pt x="108230" y="62260"/>
                  <a:pt x="105745" y="60879"/>
                  <a:pt x="102570" y="60879"/>
                </a:cubicBezTo>
                <a:close/>
                <a:moveTo>
                  <a:pt x="102570" y="49559"/>
                </a:moveTo>
                <a:cubicBezTo>
                  <a:pt x="110853" y="49559"/>
                  <a:pt x="117479" y="52044"/>
                  <a:pt x="122311" y="56876"/>
                </a:cubicBezTo>
                <a:cubicBezTo>
                  <a:pt x="127004" y="61846"/>
                  <a:pt x="129489" y="68472"/>
                  <a:pt x="129489" y="76893"/>
                </a:cubicBezTo>
                <a:cubicBezTo>
                  <a:pt x="129489" y="85452"/>
                  <a:pt x="127004" y="92078"/>
                  <a:pt x="122311" y="96910"/>
                </a:cubicBezTo>
                <a:cubicBezTo>
                  <a:pt x="117479" y="101880"/>
                  <a:pt x="110853" y="104226"/>
                  <a:pt x="102570" y="104226"/>
                </a:cubicBezTo>
                <a:cubicBezTo>
                  <a:pt x="94149" y="104226"/>
                  <a:pt x="87523" y="101880"/>
                  <a:pt x="82691" y="96910"/>
                </a:cubicBezTo>
                <a:cubicBezTo>
                  <a:pt x="77859" y="92078"/>
                  <a:pt x="75512" y="85452"/>
                  <a:pt x="75512" y="76893"/>
                </a:cubicBezTo>
                <a:cubicBezTo>
                  <a:pt x="75512" y="68472"/>
                  <a:pt x="77859" y="61846"/>
                  <a:pt x="82691" y="56876"/>
                </a:cubicBezTo>
                <a:cubicBezTo>
                  <a:pt x="87523" y="52044"/>
                  <a:pt x="94149" y="49559"/>
                  <a:pt x="102570" y="49559"/>
                </a:cubicBezTo>
                <a:close/>
                <a:moveTo>
                  <a:pt x="40724" y="104226"/>
                </a:moveTo>
                <a:lnTo>
                  <a:pt x="25815" y="104226"/>
                </a:lnTo>
                <a:lnTo>
                  <a:pt x="88765" y="0"/>
                </a:lnTo>
                <a:lnTo>
                  <a:pt x="103674" y="0"/>
                </a:lnTo>
                <a:lnTo>
                  <a:pt x="40724" y="104226"/>
                </a:lnTo>
                <a:close/>
                <a:moveTo>
                  <a:pt x="26919" y="0"/>
                </a:moveTo>
                <a:cubicBezTo>
                  <a:pt x="35202" y="0"/>
                  <a:pt x="41829" y="2485"/>
                  <a:pt x="46660" y="7317"/>
                </a:cubicBezTo>
                <a:cubicBezTo>
                  <a:pt x="51354" y="12286"/>
                  <a:pt x="53839" y="18913"/>
                  <a:pt x="53839" y="27334"/>
                </a:cubicBezTo>
                <a:cubicBezTo>
                  <a:pt x="53839" y="35893"/>
                  <a:pt x="51354" y="42519"/>
                  <a:pt x="46660" y="47489"/>
                </a:cubicBezTo>
                <a:cubicBezTo>
                  <a:pt x="41829" y="52458"/>
                  <a:pt x="35202" y="54805"/>
                  <a:pt x="26919" y="54805"/>
                </a:cubicBezTo>
                <a:cubicBezTo>
                  <a:pt x="18498" y="54805"/>
                  <a:pt x="11872" y="52458"/>
                  <a:pt x="7179" y="47489"/>
                </a:cubicBezTo>
                <a:cubicBezTo>
                  <a:pt x="2347" y="42519"/>
                  <a:pt x="0" y="35893"/>
                  <a:pt x="0" y="27334"/>
                </a:cubicBezTo>
                <a:cubicBezTo>
                  <a:pt x="0" y="18913"/>
                  <a:pt x="2347" y="12286"/>
                  <a:pt x="7179" y="7317"/>
                </a:cubicBezTo>
                <a:cubicBezTo>
                  <a:pt x="11872" y="2485"/>
                  <a:pt x="18498" y="0"/>
                  <a:pt x="26919" y="0"/>
                </a:cubicBezTo>
                <a:close/>
                <a:moveTo>
                  <a:pt x="26919" y="11320"/>
                </a:moveTo>
                <a:cubicBezTo>
                  <a:pt x="23606" y="11320"/>
                  <a:pt x="21121" y="12700"/>
                  <a:pt x="19465" y="15461"/>
                </a:cubicBezTo>
                <a:cubicBezTo>
                  <a:pt x="17670" y="18222"/>
                  <a:pt x="16842" y="22226"/>
                  <a:pt x="16842" y="27334"/>
                </a:cubicBezTo>
                <a:cubicBezTo>
                  <a:pt x="16842" y="32579"/>
                  <a:pt x="17670" y="36583"/>
                  <a:pt x="19465" y="39344"/>
                </a:cubicBezTo>
                <a:cubicBezTo>
                  <a:pt x="21121" y="42105"/>
                  <a:pt x="23606" y="43485"/>
                  <a:pt x="26919" y="43485"/>
                </a:cubicBezTo>
                <a:cubicBezTo>
                  <a:pt x="30094" y="43485"/>
                  <a:pt x="32579" y="42105"/>
                  <a:pt x="34374" y="39344"/>
                </a:cubicBezTo>
                <a:cubicBezTo>
                  <a:pt x="36031" y="36583"/>
                  <a:pt x="36997" y="32579"/>
                  <a:pt x="36997" y="27334"/>
                </a:cubicBezTo>
                <a:cubicBezTo>
                  <a:pt x="36997" y="22226"/>
                  <a:pt x="36031" y="18222"/>
                  <a:pt x="34374" y="15461"/>
                </a:cubicBezTo>
                <a:cubicBezTo>
                  <a:pt x="32579" y="12700"/>
                  <a:pt x="30094" y="11320"/>
                  <a:pt x="26919" y="1132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7A2CD9-CCAF-49A3-B8FF-6E086EA02E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17838" y="260094"/>
            <a:ext cx="10" cy="2152960"/>
          </a:xfrm>
          <a:custGeom xmlns:a="http://schemas.openxmlformats.org/drawingml/2006/main">
            <a:pathLst>
              <a:path w="1" h="2152960" fill="none">
                <a:moveTo>
                  <a:pt x="0" y="215296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861" cap="flat">
            <a:solidFill>
              <a:srgbClr val="CCCCCC">
                <a:alpha val="40000"/>
              </a:srgbClr>
            </a:solidFill>
            <a:custDash>
              <a:ds d="370000" sp="160000"/>
            </a:custDash>
            <a:round/>
          </a:ln>
        </p:spPr>
      </p:sp>
      <p:sp>
        <p:nvSpPr>
          <p:cNvPr id="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35B10E-D901-448D-8FBF-68D0234F94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3425" y="2509220"/>
            <a:ext cx="73166" cy="102432"/>
          </a:xfrm>
          <a:custGeom xmlns:a="http://schemas.openxmlformats.org/drawingml/2006/main">
            <a:pathLst>
              <a:path w="73166" h="102432">
                <a:moveTo>
                  <a:pt x="28852" y="83381"/>
                </a:moveTo>
                <a:lnTo>
                  <a:pt x="73166" y="83381"/>
                </a:lnTo>
                <a:lnTo>
                  <a:pt x="73166" y="102432"/>
                </a:lnTo>
                <a:lnTo>
                  <a:pt x="0" y="102432"/>
                </a:lnTo>
                <a:lnTo>
                  <a:pt x="0" y="83381"/>
                </a:lnTo>
                <a:lnTo>
                  <a:pt x="36721" y="50940"/>
                </a:lnTo>
                <a:cubicBezTo>
                  <a:pt x="40034" y="48041"/>
                  <a:pt x="42381" y="45142"/>
                  <a:pt x="44037" y="42243"/>
                </a:cubicBezTo>
                <a:cubicBezTo>
                  <a:pt x="45556" y="39482"/>
                  <a:pt x="46384" y="36445"/>
                  <a:pt x="46384" y="33408"/>
                </a:cubicBezTo>
                <a:cubicBezTo>
                  <a:pt x="46384" y="28714"/>
                  <a:pt x="44728" y="24987"/>
                  <a:pt x="41552" y="22088"/>
                </a:cubicBezTo>
                <a:cubicBezTo>
                  <a:pt x="38377" y="19189"/>
                  <a:pt x="34236" y="17670"/>
                  <a:pt x="28990" y="17670"/>
                </a:cubicBezTo>
                <a:cubicBezTo>
                  <a:pt x="24849" y="17670"/>
                  <a:pt x="20431" y="18636"/>
                  <a:pt x="15737" y="20293"/>
                </a:cubicBezTo>
                <a:cubicBezTo>
                  <a:pt x="10906" y="22088"/>
                  <a:pt x="5798" y="24711"/>
                  <a:pt x="276" y="28024"/>
                </a:cubicBezTo>
                <a:lnTo>
                  <a:pt x="276" y="5936"/>
                </a:lnTo>
                <a:cubicBezTo>
                  <a:pt x="6074" y="4003"/>
                  <a:pt x="11872" y="2623"/>
                  <a:pt x="17670" y="1519"/>
                </a:cubicBezTo>
                <a:cubicBezTo>
                  <a:pt x="23330" y="552"/>
                  <a:pt x="28852" y="0"/>
                  <a:pt x="34374" y="0"/>
                </a:cubicBezTo>
                <a:cubicBezTo>
                  <a:pt x="46384" y="0"/>
                  <a:pt x="55771" y="2761"/>
                  <a:pt x="62398" y="8007"/>
                </a:cubicBezTo>
                <a:cubicBezTo>
                  <a:pt x="69024" y="13253"/>
                  <a:pt x="72475" y="20707"/>
                  <a:pt x="72475" y="30094"/>
                </a:cubicBezTo>
                <a:cubicBezTo>
                  <a:pt x="72475" y="35616"/>
                  <a:pt x="70957" y="40862"/>
                  <a:pt x="68196" y="45556"/>
                </a:cubicBezTo>
                <a:cubicBezTo>
                  <a:pt x="65297" y="50250"/>
                  <a:pt x="59361" y="56600"/>
                  <a:pt x="50388" y="64468"/>
                </a:cubicBezTo>
                <a:lnTo>
                  <a:pt x="28852" y="8338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0EC17D-EDE5-4AC4-BE89-ACF3905134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55227" y="2509220"/>
            <a:ext cx="82829" cy="104226"/>
          </a:xfrm>
          <a:custGeom xmlns:a="http://schemas.openxmlformats.org/drawingml/2006/main">
            <a:pathLst>
              <a:path w="82829" h="104226">
                <a:moveTo>
                  <a:pt x="56876" y="52044"/>
                </a:moveTo>
                <a:cubicBezTo>
                  <a:pt x="56876" y="39482"/>
                  <a:pt x="55633" y="30647"/>
                  <a:pt x="53287" y="25401"/>
                </a:cubicBezTo>
                <a:cubicBezTo>
                  <a:pt x="50940" y="20293"/>
                  <a:pt x="46936" y="17670"/>
                  <a:pt x="41414" y="17670"/>
                </a:cubicBezTo>
                <a:cubicBezTo>
                  <a:pt x="35893" y="17670"/>
                  <a:pt x="31889" y="20293"/>
                  <a:pt x="29542" y="25401"/>
                </a:cubicBezTo>
                <a:cubicBezTo>
                  <a:pt x="27057" y="30647"/>
                  <a:pt x="25953" y="39482"/>
                  <a:pt x="25953" y="52044"/>
                </a:cubicBezTo>
                <a:cubicBezTo>
                  <a:pt x="25953" y="64745"/>
                  <a:pt x="27057" y="73718"/>
                  <a:pt x="29542" y="78964"/>
                </a:cubicBezTo>
                <a:cubicBezTo>
                  <a:pt x="31889" y="84209"/>
                  <a:pt x="35893" y="86694"/>
                  <a:pt x="41414" y="86694"/>
                </a:cubicBezTo>
                <a:cubicBezTo>
                  <a:pt x="46936" y="86694"/>
                  <a:pt x="50802" y="84209"/>
                  <a:pt x="53287" y="78964"/>
                </a:cubicBezTo>
                <a:cubicBezTo>
                  <a:pt x="55633" y="73718"/>
                  <a:pt x="56876" y="64745"/>
                  <a:pt x="56876" y="52044"/>
                </a:cubicBezTo>
                <a:close/>
                <a:moveTo>
                  <a:pt x="82829" y="52182"/>
                </a:moveTo>
                <a:cubicBezTo>
                  <a:pt x="82829" y="68886"/>
                  <a:pt x="79240" y="81724"/>
                  <a:pt x="72061" y="90698"/>
                </a:cubicBezTo>
                <a:cubicBezTo>
                  <a:pt x="64883" y="99809"/>
                  <a:pt x="54667" y="104226"/>
                  <a:pt x="41414" y="104226"/>
                </a:cubicBezTo>
                <a:cubicBezTo>
                  <a:pt x="28162" y="104226"/>
                  <a:pt x="17946" y="99809"/>
                  <a:pt x="10768" y="90698"/>
                </a:cubicBezTo>
                <a:cubicBezTo>
                  <a:pt x="3589" y="81724"/>
                  <a:pt x="0" y="68886"/>
                  <a:pt x="0" y="52182"/>
                </a:cubicBezTo>
                <a:cubicBezTo>
                  <a:pt x="0" y="35616"/>
                  <a:pt x="3589" y="22778"/>
                  <a:pt x="10768" y="13667"/>
                </a:cubicBezTo>
                <a:cubicBezTo>
                  <a:pt x="17946" y="4556"/>
                  <a:pt x="28162" y="0"/>
                  <a:pt x="41414" y="0"/>
                </a:cubicBezTo>
                <a:cubicBezTo>
                  <a:pt x="54667" y="0"/>
                  <a:pt x="64883" y="4556"/>
                  <a:pt x="72061" y="13667"/>
                </a:cubicBezTo>
                <a:cubicBezTo>
                  <a:pt x="79240" y="22778"/>
                  <a:pt x="82829" y="35616"/>
                  <a:pt x="82829" y="5218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B8B496-0613-47BB-8AF1-86FD02ADC5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9100" y="2509220"/>
            <a:ext cx="129489" cy="104226"/>
          </a:xfrm>
          <a:custGeom xmlns:a="http://schemas.openxmlformats.org/drawingml/2006/main">
            <a:pathLst>
              <a:path w="129489" h="104226">
                <a:moveTo>
                  <a:pt x="102570" y="60879"/>
                </a:moveTo>
                <a:cubicBezTo>
                  <a:pt x="99257" y="60879"/>
                  <a:pt x="96772" y="62260"/>
                  <a:pt x="95115" y="65021"/>
                </a:cubicBezTo>
                <a:cubicBezTo>
                  <a:pt x="93321" y="67782"/>
                  <a:pt x="92492" y="71785"/>
                  <a:pt x="92492" y="76893"/>
                </a:cubicBezTo>
                <a:cubicBezTo>
                  <a:pt x="92492" y="82139"/>
                  <a:pt x="93321" y="86004"/>
                  <a:pt x="95115" y="88765"/>
                </a:cubicBezTo>
                <a:cubicBezTo>
                  <a:pt x="96772" y="91526"/>
                  <a:pt x="99257" y="92906"/>
                  <a:pt x="102570" y="92906"/>
                </a:cubicBezTo>
                <a:cubicBezTo>
                  <a:pt x="105745" y="92906"/>
                  <a:pt x="108230" y="91526"/>
                  <a:pt x="109886" y="88765"/>
                </a:cubicBezTo>
                <a:cubicBezTo>
                  <a:pt x="111543" y="86004"/>
                  <a:pt x="112509" y="82139"/>
                  <a:pt x="112509" y="76893"/>
                </a:cubicBezTo>
                <a:cubicBezTo>
                  <a:pt x="112509" y="71785"/>
                  <a:pt x="111543" y="67782"/>
                  <a:pt x="109886" y="65021"/>
                </a:cubicBezTo>
                <a:cubicBezTo>
                  <a:pt x="108230" y="62260"/>
                  <a:pt x="105745" y="60879"/>
                  <a:pt x="102570" y="60879"/>
                </a:cubicBezTo>
                <a:close/>
                <a:moveTo>
                  <a:pt x="102570" y="49559"/>
                </a:moveTo>
                <a:cubicBezTo>
                  <a:pt x="110853" y="49559"/>
                  <a:pt x="117479" y="52044"/>
                  <a:pt x="122311" y="56876"/>
                </a:cubicBezTo>
                <a:cubicBezTo>
                  <a:pt x="127004" y="61846"/>
                  <a:pt x="129489" y="68472"/>
                  <a:pt x="129489" y="76893"/>
                </a:cubicBezTo>
                <a:cubicBezTo>
                  <a:pt x="129489" y="85452"/>
                  <a:pt x="127004" y="92078"/>
                  <a:pt x="122311" y="96910"/>
                </a:cubicBezTo>
                <a:cubicBezTo>
                  <a:pt x="117479" y="101880"/>
                  <a:pt x="110853" y="104226"/>
                  <a:pt x="102570" y="104226"/>
                </a:cubicBezTo>
                <a:cubicBezTo>
                  <a:pt x="94149" y="104226"/>
                  <a:pt x="87523" y="101880"/>
                  <a:pt x="82691" y="96910"/>
                </a:cubicBezTo>
                <a:cubicBezTo>
                  <a:pt x="77859" y="92078"/>
                  <a:pt x="75512" y="85452"/>
                  <a:pt x="75512" y="76893"/>
                </a:cubicBezTo>
                <a:cubicBezTo>
                  <a:pt x="75512" y="68472"/>
                  <a:pt x="77859" y="61846"/>
                  <a:pt x="82691" y="56876"/>
                </a:cubicBezTo>
                <a:cubicBezTo>
                  <a:pt x="87523" y="52044"/>
                  <a:pt x="94149" y="49559"/>
                  <a:pt x="102570" y="49559"/>
                </a:cubicBezTo>
                <a:close/>
                <a:moveTo>
                  <a:pt x="40724" y="104226"/>
                </a:moveTo>
                <a:lnTo>
                  <a:pt x="25815" y="104226"/>
                </a:lnTo>
                <a:lnTo>
                  <a:pt x="88765" y="0"/>
                </a:lnTo>
                <a:lnTo>
                  <a:pt x="103674" y="0"/>
                </a:lnTo>
                <a:lnTo>
                  <a:pt x="40724" y="104226"/>
                </a:lnTo>
                <a:close/>
                <a:moveTo>
                  <a:pt x="26919" y="0"/>
                </a:moveTo>
                <a:cubicBezTo>
                  <a:pt x="35202" y="0"/>
                  <a:pt x="41829" y="2485"/>
                  <a:pt x="46660" y="7317"/>
                </a:cubicBezTo>
                <a:cubicBezTo>
                  <a:pt x="51354" y="12286"/>
                  <a:pt x="53839" y="18913"/>
                  <a:pt x="53839" y="27334"/>
                </a:cubicBezTo>
                <a:cubicBezTo>
                  <a:pt x="53839" y="35893"/>
                  <a:pt x="51354" y="42519"/>
                  <a:pt x="46660" y="47489"/>
                </a:cubicBezTo>
                <a:cubicBezTo>
                  <a:pt x="41829" y="52458"/>
                  <a:pt x="35202" y="54805"/>
                  <a:pt x="26919" y="54805"/>
                </a:cubicBezTo>
                <a:cubicBezTo>
                  <a:pt x="18498" y="54805"/>
                  <a:pt x="11872" y="52458"/>
                  <a:pt x="7179" y="47489"/>
                </a:cubicBezTo>
                <a:cubicBezTo>
                  <a:pt x="2347" y="42519"/>
                  <a:pt x="0" y="35893"/>
                  <a:pt x="0" y="27334"/>
                </a:cubicBezTo>
                <a:cubicBezTo>
                  <a:pt x="0" y="18913"/>
                  <a:pt x="2347" y="12286"/>
                  <a:pt x="7179" y="7317"/>
                </a:cubicBezTo>
                <a:cubicBezTo>
                  <a:pt x="11872" y="2485"/>
                  <a:pt x="18498" y="0"/>
                  <a:pt x="26919" y="0"/>
                </a:cubicBezTo>
                <a:close/>
                <a:moveTo>
                  <a:pt x="26919" y="11320"/>
                </a:moveTo>
                <a:cubicBezTo>
                  <a:pt x="23606" y="11320"/>
                  <a:pt x="21121" y="12700"/>
                  <a:pt x="19465" y="15461"/>
                </a:cubicBezTo>
                <a:cubicBezTo>
                  <a:pt x="17670" y="18222"/>
                  <a:pt x="16842" y="22226"/>
                  <a:pt x="16842" y="27334"/>
                </a:cubicBezTo>
                <a:cubicBezTo>
                  <a:pt x="16842" y="32579"/>
                  <a:pt x="17670" y="36583"/>
                  <a:pt x="19465" y="39344"/>
                </a:cubicBezTo>
                <a:cubicBezTo>
                  <a:pt x="21121" y="42105"/>
                  <a:pt x="23606" y="43485"/>
                  <a:pt x="26919" y="43485"/>
                </a:cubicBezTo>
                <a:cubicBezTo>
                  <a:pt x="30094" y="43485"/>
                  <a:pt x="32579" y="42105"/>
                  <a:pt x="34374" y="39344"/>
                </a:cubicBezTo>
                <a:cubicBezTo>
                  <a:pt x="36031" y="36583"/>
                  <a:pt x="36997" y="32579"/>
                  <a:pt x="36997" y="27334"/>
                </a:cubicBezTo>
                <a:cubicBezTo>
                  <a:pt x="36997" y="22226"/>
                  <a:pt x="36031" y="18222"/>
                  <a:pt x="34374" y="15461"/>
                </a:cubicBezTo>
                <a:cubicBezTo>
                  <a:pt x="32579" y="12700"/>
                  <a:pt x="30094" y="11320"/>
                  <a:pt x="26919" y="1132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CB6EAD-6DEC-4DB9-A61C-B8309695B2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51291" y="260094"/>
            <a:ext cx="10" cy="2152960"/>
          </a:xfrm>
          <a:custGeom xmlns:a="http://schemas.openxmlformats.org/drawingml/2006/main">
            <a:pathLst>
              <a:path w="1" h="2152960" fill="none">
                <a:moveTo>
                  <a:pt x="0" y="215296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861" cap="flat">
            <a:solidFill>
              <a:srgbClr val="CCCCCC">
                <a:alpha val="40000"/>
              </a:srgbClr>
            </a:solidFill>
            <a:custDash>
              <a:ds d="370000" sp="160000"/>
            </a:custDash>
            <a:round/>
          </a:ln>
        </p:spPr>
      </p:sp>
      <p:sp>
        <p:nvSpPr>
          <p:cNvPr id="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532890-2671-427C-B22A-4491F27B41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92184" y="2511015"/>
            <a:ext cx="83519" cy="100637"/>
          </a:xfrm>
          <a:custGeom xmlns:a="http://schemas.openxmlformats.org/drawingml/2006/main">
            <a:pathLst>
              <a:path w="83519" h="100637">
                <a:moveTo>
                  <a:pt x="44590" y="21397"/>
                </a:moveTo>
                <a:lnTo>
                  <a:pt x="16152" y="63502"/>
                </a:lnTo>
                <a:lnTo>
                  <a:pt x="44590" y="63502"/>
                </a:lnTo>
                <a:lnTo>
                  <a:pt x="44590" y="21397"/>
                </a:lnTo>
                <a:close/>
                <a:moveTo>
                  <a:pt x="40310" y="0"/>
                </a:moveTo>
                <a:lnTo>
                  <a:pt x="69162" y="0"/>
                </a:lnTo>
                <a:lnTo>
                  <a:pt x="69162" y="63502"/>
                </a:lnTo>
                <a:lnTo>
                  <a:pt x="83519" y="63502"/>
                </a:lnTo>
                <a:lnTo>
                  <a:pt x="83519" y="82277"/>
                </a:lnTo>
                <a:lnTo>
                  <a:pt x="69162" y="82277"/>
                </a:lnTo>
                <a:lnTo>
                  <a:pt x="69162" y="100637"/>
                </a:lnTo>
                <a:lnTo>
                  <a:pt x="44590" y="100637"/>
                </a:lnTo>
                <a:lnTo>
                  <a:pt x="44590" y="82277"/>
                </a:lnTo>
                <a:lnTo>
                  <a:pt x="0" y="82277"/>
                </a:lnTo>
                <a:lnTo>
                  <a:pt x="0" y="60051"/>
                </a:lnTo>
                <a:lnTo>
                  <a:pt x="4031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8ABF98-0C9A-4207-9D78-A1410B0B61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88680" y="2509220"/>
            <a:ext cx="82829" cy="104226"/>
          </a:xfrm>
          <a:custGeom xmlns:a="http://schemas.openxmlformats.org/drawingml/2006/main">
            <a:pathLst>
              <a:path w="82829" h="104226">
                <a:moveTo>
                  <a:pt x="56876" y="52044"/>
                </a:moveTo>
                <a:cubicBezTo>
                  <a:pt x="56876" y="39482"/>
                  <a:pt x="55633" y="30647"/>
                  <a:pt x="53287" y="25401"/>
                </a:cubicBezTo>
                <a:cubicBezTo>
                  <a:pt x="50940" y="20293"/>
                  <a:pt x="46936" y="17670"/>
                  <a:pt x="41414" y="17670"/>
                </a:cubicBezTo>
                <a:cubicBezTo>
                  <a:pt x="35893" y="17670"/>
                  <a:pt x="31889" y="20293"/>
                  <a:pt x="29542" y="25401"/>
                </a:cubicBezTo>
                <a:cubicBezTo>
                  <a:pt x="27057" y="30647"/>
                  <a:pt x="25953" y="39482"/>
                  <a:pt x="25953" y="52044"/>
                </a:cubicBezTo>
                <a:cubicBezTo>
                  <a:pt x="25953" y="64745"/>
                  <a:pt x="27057" y="73718"/>
                  <a:pt x="29542" y="78964"/>
                </a:cubicBezTo>
                <a:cubicBezTo>
                  <a:pt x="31889" y="84209"/>
                  <a:pt x="35893" y="86694"/>
                  <a:pt x="41414" y="86694"/>
                </a:cubicBezTo>
                <a:cubicBezTo>
                  <a:pt x="46936" y="86694"/>
                  <a:pt x="50802" y="84209"/>
                  <a:pt x="53287" y="78964"/>
                </a:cubicBezTo>
                <a:cubicBezTo>
                  <a:pt x="55633" y="73718"/>
                  <a:pt x="56876" y="64745"/>
                  <a:pt x="56876" y="52044"/>
                </a:cubicBezTo>
                <a:close/>
                <a:moveTo>
                  <a:pt x="82829" y="52182"/>
                </a:moveTo>
                <a:cubicBezTo>
                  <a:pt x="82829" y="68886"/>
                  <a:pt x="79240" y="81724"/>
                  <a:pt x="72061" y="90698"/>
                </a:cubicBezTo>
                <a:cubicBezTo>
                  <a:pt x="64883" y="99809"/>
                  <a:pt x="54667" y="104226"/>
                  <a:pt x="41414" y="104226"/>
                </a:cubicBezTo>
                <a:cubicBezTo>
                  <a:pt x="28162" y="104226"/>
                  <a:pt x="17946" y="99809"/>
                  <a:pt x="10768" y="90698"/>
                </a:cubicBezTo>
                <a:cubicBezTo>
                  <a:pt x="3589" y="81724"/>
                  <a:pt x="0" y="68886"/>
                  <a:pt x="0" y="52182"/>
                </a:cubicBezTo>
                <a:cubicBezTo>
                  <a:pt x="0" y="35616"/>
                  <a:pt x="3589" y="22778"/>
                  <a:pt x="10768" y="13667"/>
                </a:cubicBezTo>
                <a:cubicBezTo>
                  <a:pt x="17946" y="4556"/>
                  <a:pt x="28162" y="0"/>
                  <a:pt x="41414" y="0"/>
                </a:cubicBezTo>
                <a:cubicBezTo>
                  <a:pt x="54667" y="0"/>
                  <a:pt x="64883" y="4556"/>
                  <a:pt x="72061" y="13667"/>
                </a:cubicBezTo>
                <a:cubicBezTo>
                  <a:pt x="79240" y="22778"/>
                  <a:pt x="82829" y="35616"/>
                  <a:pt x="82829" y="5218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3F2A4C-93AE-4A2F-B93E-957DB0335B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82552" y="2509220"/>
            <a:ext cx="129489" cy="104226"/>
          </a:xfrm>
          <a:custGeom xmlns:a="http://schemas.openxmlformats.org/drawingml/2006/main">
            <a:pathLst>
              <a:path w="129489" h="104226">
                <a:moveTo>
                  <a:pt x="102570" y="60879"/>
                </a:moveTo>
                <a:cubicBezTo>
                  <a:pt x="99257" y="60879"/>
                  <a:pt x="96772" y="62260"/>
                  <a:pt x="95115" y="65021"/>
                </a:cubicBezTo>
                <a:cubicBezTo>
                  <a:pt x="93321" y="67782"/>
                  <a:pt x="92492" y="71785"/>
                  <a:pt x="92492" y="76893"/>
                </a:cubicBezTo>
                <a:cubicBezTo>
                  <a:pt x="92492" y="82139"/>
                  <a:pt x="93321" y="86004"/>
                  <a:pt x="95115" y="88765"/>
                </a:cubicBezTo>
                <a:cubicBezTo>
                  <a:pt x="96772" y="91526"/>
                  <a:pt x="99257" y="92906"/>
                  <a:pt x="102570" y="92906"/>
                </a:cubicBezTo>
                <a:cubicBezTo>
                  <a:pt x="105745" y="92906"/>
                  <a:pt x="108230" y="91526"/>
                  <a:pt x="109886" y="88765"/>
                </a:cubicBezTo>
                <a:cubicBezTo>
                  <a:pt x="111543" y="86004"/>
                  <a:pt x="112509" y="82139"/>
                  <a:pt x="112509" y="76893"/>
                </a:cubicBezTo>
                <a:cubicBezTo>
                  <a:pt x="112509" y="71785"/>
                  <a:pt x="111543" y="67782"/>
                  <a:pt x="109886" y="65021"/>
                </a:cubicBezTo>
                <a:cubicBezTo>
                  <a:pt x="108230" y="62260"/>
                  <a:pt x="105745" y="60879"/>
                  <a:pt x="102570" y="60879"/>
                </a:cubicBezTo>
                <a:close/>
                <a:moveTo>
                  <a:pt x="102570" y="49559"/>
                </a:moveTo>
                <a:cubicBezTo>
                  <a:pt x="110853" y="49559"/>
                  <a:pt x="117479" y="52044"/>
                  <a:pt x="122311" y="56876"/>
                </a:cubicBezTo>
                <a:cubicBezTo>
                  <a:pt x="127004" y="61846"/>
                  <a:pt x="129489" y="68472"/>
                  <a:pt x="129489" y="76893"/>
                </a:cubicBezTo>
                <a:cubicBezTo>
                  <a:pt x="129489" y="85452"/>
                  <a:pt x="127004" y="92078"/>
                  <a:pt x="122311" y="96910"/>
                </a:cubicBezTo>
                <a:cubicBezTo>
                  <a:pt x="117479" y="101880"/>
                  <a:pt x="110853" y="104226"/>
                  <a:pt x="102570" y="104226"/>
                </a:cubicBezTo>
                <a:cubicBezTo>
                  <a:pt x="94149" y="104226"/>
                  <a:pt x="87523" y="101880"/>
                  <a:pt x="82691" y="96910"/>
                </a:cubicBezTo>
                <a:cubicBezTo>
                  <a:pt x="77859" y="92078"/>
                  <a:pt x="75512" y="85452"/>
                  <a:pt x="75512" y="76893"/>
                </a:cubicBezTo>
                <a:cubicBezTo>
                  <a:pt x="75512" y="68472"/>
                  <a:pt x="77859" y="61846"/>
                  <a:pt x="82691" y="56876"/>
                </a:cubicBezTo>
                <a:cubicBezTo>
                  <a:pt x="87523" y="52044"/>
                  <a:pt x="94149" y="49559"/>
                  <a:pt x="102570" y="49559"/>
                </a:cubicBezTo>
                <a:close/>
                <a:moveTo>
                  <a:pt x="40724" y="104226"/>
                </a:moveTo>
                <a:lnTo>
                  <a:pt x="25815" y="104226"/>
                </a:lnTo>
                <a:lnTo>
                  <a:pt x="88765" y="0"/>
                </a:lnTo>
                <a:lnTo>
                  <a:pt x="103674" y="0"/>
                </a:lnTo>
                <a:lnTo>
                  <a:pt x="40724" y="104226"/>
                </a:lnTo>
                <a:close/>
                <a:moveTo>
                  <a:pt x="26919" y="0"/>
                </a:moveTo>
                <a:cubicBezTo>
                  <a:pt x="35202" y="0"/>
                  <a:pt x="41829" y="2485"/>
                  <a:pt x="46660" y="7317"/>
                </a:cubicBezTo>
                <a:cubicBezTo>
                  <a:pt x="51354" y="12286"/>
                  <a:pt x="53839" y="18913"/>
                  <a:pt x="53839" y="27334"/>
                </a:cubicBezTo>
                <a:cubicBezTo>
                  <a:pt x="53839" y="35893"/>
                  <a:pt x="51354" y="42519"/>
                  <a:pt x="46660" y="47489"/>
                </a:cubicBezTo>
                <a:cubicBezTo>
                  <a:pt x="41829" y="52458"/>
                  <a:pt x="35202" y="54805"/>
                  <a:pt x="26919" y="54805"/>
                </a:cubicBezTo>
                <a:cubicBezTo>
                  <a:pt x="18498" y="54805"/>
                  <a:pt x="11872" y="52458"/>
                  <a:pt x="7179" y="47489"/>
                </a:cubicBezTo>
                <a:cubicBezTo>
                  <a:pt x="2347" y="42519"/>
                  <a:pt x="0" y="35893"/>
                  <a:pt x="0" y="27334"/>
                </a:cubicBezTo>
                <a:cubicBezTo>
                  <a:pt x="0" y="18913"/>
                  <a:pt x="2347" y="12286"/>
                  <a:pt x="7179" y="7317"/>
                </a:cubicBezTo>
                <a:cubicBezTo>
                  <a:pt x="11872" y="2485"/>
                  <a:pt x="18498" y="0"/>
                  <a:pt x="26919" y="0"/>
                </a:cubicBezTo>
                <a:close/>
                <a:moveTo>
                  <a:pt x="26919" y="11320"/>
                </a:moveTo>
                <a:cubicBezTo>
                  <a:pt x="23606" y="11320"/>
                  <a:pt x="21121" y="12700"/>
                  <a:pt x="19465" y="15461"/>
                </a:cubicBezTo>
                <a:cubicBezTo>
                  <a:pt x="17670" y="18222"/>
                  <a:pt x="16842" y="22226"/>
                  <a:pt x="16842" y="27334"/>
                </a:cubicBezTo>
                <a:cubicBezTo>
                  <a:pt x="16842" y="32579"/>
                  <a:pt x="17670" y="36583"/>
                  <a:pt x="19465" y="39344"/>
                </a:cubicBezTo>
                <a:cubicBezTo>
                  <a:pt x="21121" y="42105"/>
                  <a:pt x="23606" y="43485"/>
                  <a:pt x="26919" y="43485"/>
                </a:cubicBezTo>
                <a:cubicBezTo>
                  <a:pt x="30094" y="43485"/>
                  <a:pt x="32579" y="42105"/>
                  <a:pt x="34374" y="39344"/>
                </a:cubicBezTo>
                <a:cubicBezTo>
                  <a:pt x="36031" y="36583"/>
                  <a:pt x="36997" y="32579"/>
                  <a:pt x="36997" y="27334"/>
                </a:cubicBezTo>
                <a:cubicBezTo>
                  <a:pt x="36997" y="22226"/>
                  <a:pt x="36031" y="18222"/>
                  <a:pt x="34374" y="15461"/>
                </a:cubicBezTo>
                <a:cubicBezTo>
                  <a:pt x="32579" y="12700"/>
                  <a:pt x="30094" y="11320"/>
                  <a:pt x="26919" y="1132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8A37D9-0FB5-4FB5-9AB5-6898EF63FF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84744" y="260094"/>
            <a:ext cx="10" cy="2152960"/>
          </a:xfrm>
          <a:custGeom xmlns:a="http://schemas.openxmlformats.org/drawingml/2006/main">
            <a:pathLst>
              <a:path w="1" h="2152960" fill="none">
                <a:moveTo>
                  <a:pt x="0" y="215296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861" cap="flat">
            <a:solidFill>
              <a:srgbClr val="CCCCCC">
                <a:alpha val="40000"/>
              </a:srgbClr>
            </a:solidFill>
            <a:custDash>
              <a:ds d="370000" sp="160000"/>
            </a:custDash>
            <a:round/>
          </a:ln>
        </p:spPr>
      </p:sp>
      <p:sp>
        <p:nvSpPr>
          <p:cNvPr id="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17D151-93DB-4FB2-871A-61E6A14DFD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27984" y="2509358"/>
            <a:ext cx="80068" cy="104088"/>
          </a:xfrm>
          <a:custGeom xmlns:a="http://schemas.openxmlformats.org/drawingml/2006/main">
            <a:pathLst>
              <a:path w="80068" h="104088">
                <a:moveTo>
                  <a:pt x="41414" y="52596"/>
                </a:moveTo>
                <a:cubicBezTo>
                  <a:pt x="36859" y="52596"/>
                  <a:pt x="33408" y="54115"/>
                  <a:pt x="31199" y="57014"/>
                </a:cubicBezTo>
                <a:cubicBezTo>
                  <a:pt x="28852" y="60051"/>
                  <a:pt x="27748" y="64468"/>
                  <a:pt x="27748" y="70267"/>
                </a:cubicBezTo>
                <a:cubicBezTo>
                  <a:pt x="27748" y="76203"/>
                  <a:pt x="28852" y="80620"/>
                  <a:pt x="31199" y="83519"/>
                </a:cubicBezTo>
                <a:cubicBezTo>
                  <a:pt x="33408" y="86556"/>
                  <a:pt x="36859" y="87937"/>
                  <a:pt x="41414" y="87937"/>
                </a:cubicBezTo>
                <a:cubicBezTo>
                  <a:pt x="45970" y="87937"/>
                  <a:pt x="49421" y="86556"/>
                  <a:pt x="51630" y="83519"/>
                </a:cubicBezTo>
                <a:cubicBezTo>
                  <a:pt x="53839" y="80620"/>
                  <a:pt x="55081" y="76203"/>
                  <a:pt x="55081" y="70267"/>
                </a:cubicBezTo>
                <a:cubicBezTo>
                  <a:pt x="55081" y="64468"/>
                  <a:pt x="53839" y="60051"/>
                  <a:pt x="51630" y="57014"/>
                </a:cubicBezTo>
                <a:cubicBezTo>
                  <a:pt x="49421" y="54115"/>
                  <a:pt x="45970" y="52596"/>
                  <a:pt x="41414" y="52596"/>
                </a:cubicBezTo>
                <a:close/>
                <a:moveTo>
                  <a:pt x="73442" y="4279"/>
                </a:moveTo>
                <a:lnTo>
                  <a:pt x="73442" y="22916"/>
                </a:lnTo>
                <a:cubicBezTo>
                  <a:pt x="69162" y="20983"/>
                  <a:pt x="65159" y="19465"/>
                  <a:pt x="61431" y="18498"/>
                </a:cubicBezTo>
                <a:cubicBezTo>
                  <a:pt x="57566" y="17532"/>
                  <a:pt x="53977" y="16980"/>
                  <a:pt x="50388" y="16980"/>
                </a:cubicBezTo>
                <a:cubicBezTo>
                  <a:pt x="42657" y="16980"/>
                  <a:pt x="36583" y="19189"/>
                  <a:pt x="32303" y="23468"/>
                </a:cubicBezTo>
                <a:cubicBezTo>
                  <a:pt x="27886" y="27748"/>
                  <a:pt x="25401" y="34098"/>
                  <a:pt x="24711" y="42519"/>
                </a:cubicBezTo>
                <a:cubicBezTo>
                  <a:pt x="27610" y="40310"/>
                  <a:pt x="30785" y="38653"/>
                  <a:pt x="34374" y="37549"/>
                </a:cubicBezTo>
                <a:cubicBezTo>
                  <a:pt x="37825" y="36445"/>
                  <a:pt x="41552" y="35893"/>
                  <a:pt x="45694" y="35893"/>
                </a:cubicBezTo>
                <a:cubicBezTo>
                  <a:pt x="55909" y="35893"/>
                  <a:pt x="64192" y="38930"/>
                  <a:pt x="70543" y="45004"/>
                </a:cubicBezTo>
                <a:cubicBezTo>
                  <a:pt x="76893" y="51078"/>
                  <a:pt x="80068" y="58947"/>
                  <a:pt x="80068" y="68610"/>
                </a:cubicBezTo>
                <a:cubicBezTo>
                  <a:pt x="80068" y="79378"/>
                  <a:pt x="76479" y="88075"/>
                  <a:pt x="69438" y="94425"/>
                </a:cubicBezTo>
                <a:cubicBezTo>
                  <a:pt x="62398" y="100913"/>
                  <a:pt x="53010" y="104088"/>
                  <a:pt x="41138" y="104088"/>
                </a:cubicBezTo>
                <a:cubicBezTo>
                  <a:pt x="28024" y="104088"/>
                  <a:pt x="17946" y="99809"/>
                  <a:pt x="10768" y="90974"/>
                </a:cubicBezTo>
                <a:cubicBezTo>
                  <a:pt x="3589" y="82139"/>
                  <a:pt x="0" y="69714"/>
                  <a:pt x="0" y="53425"/>
                </a:cubicBezTo>
                <a:cubicBezTo>
                  <a:pt x="0" y="36859"/>
                  <a:pt x="4141" y="23744"/>
                  <a:pt x="12562" y="14219"/>
                </a:cubicBezTo>
                <a:cubicBezTo>
                  <a:pt x="20845" y="4832"/>
                  <a:pt x="32441" y="0"/>
                  <a:pt x="47074" y="0"/>
                </a:cubicBezTo>
                <a:cubicBezTo>
                  <a:pt x="51630" y="0"/>
                  <a:pt x="56048" y="414"/>
                  <a:pt x="60465" y="1104"/>
                </a:cubicBezTo>
                <a:cubicBezTo>
                  <a:pt x="64883" y="1795"/>
                  <a:pt x="69162" y="2899"/>
                  <a:pt x="73442" y="427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2A145E-1F7E-4B9F-926F-F1A8A3310A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2132" y="2509220"/>
            <a:ext cx="82829" cy="104226"/>
          </a:xfrm>
          <a:custGeom xmlns:a="http://schemas.openxmlformats.org/drawingml/2006/main">
            <a:pathLst>
              <a:path w="82829" h="104226">
                <a:moveTo>
                  <a:pt x="56876" y="52044"/>
                </a:moveTo>
                <a:cubicBezTo>
                  <a:pt x="56876" y="39482"/>
                  <a:pt x="55633" y="30647"/>
                  <a:pt x="53287" y="25401"/>
                </a:cubicBezTo>
                <a:cubicBezTo>
                  <a:pt x="50940" y="20293"/>
                  <a:pt x="46936" y="17670"/>
                  <a:pt x="41414" y="17670"/>
                </a:cubicBezTo>
                <a:cubicBezTo>
                  <a:pt x="35893" y="17670"/>
                  <a:pt x="31889" y="20293"/>
                  <a:pt x="29542" y="25401"/>
                </a:cubicBezTo>
                <a:cubicBezTo>
                  <a:pt x="27057" y="30647"/>
                  <a:pt x="25953" y="39482"/>
                  <a:pt x="25953" y="52044"/>
                </a:cubicBezTo>
                <a:cubicBezTo>
                  <a:pt x="25953" y="64745"/>
                  <a:pt x="27057" y="73718"/>
                  <a:pt x="29542" y="78964"/>
                </a:cubicBezTo>
                <a:cubicBezTo>
                  <a:pt x="31889" y="84209"/>
                  <a:pt x="35893" y="86694"/>
                  <a:pt x="41414" y="86694"/>
                </a:cubicBezTo>
                <a:cubicBezTo>
                  <a:pt x="46936" y="86694"/>
                  <a:pt x="50802" y="84209"/>
                  <a:pt x="53287" y="78964"/>
                </a:cubicBezTo>
                <a:cubicBezTo>
                  <a:pt x="55633" y="73718"/>
                  <a:pt x="56876" y="64745"/>
                  <a:pt x="56876" y="52044"/>
                </a:cubicBezTo>
                <a:close/>
                <a:moveTo>
                  <a:pt x="82829" y="52182"/>
                </a:moveTo>
                <a:cubicBezTo>
                  <a:pt x="82829" y="68886"/>
                  <a:pt x="79240" y="81724"/>
                  <a:pt x="72061" y="90698"/>
                </a:cubicBezTo>
                <a:cubicBezTo>
                  <a:pt x="64883" y="99809"/>
                  <a:pt x="54667" y="104226"/>
                  <a:pt x="41414" y="104226"/>
                </a:cubicBezTo>
                <a:cubicBezTo>
                  <a:pt x="28162" y="104226"/>
                  <a:pt x="17946" y="99809"/>
                  <a:pt x="10768" y="90698"/>
                </a:cubicBezTo>
                <a:cubicBezTo>
                  <a:pt x="3589" y="81724"/>
                  <a:pt x="0" y="68886"/>
                  <a:pt x="0" y="52182"/>
                </a:cubicBezTo>
                <a:cubicBezTo>
                  <a:pt x="0" y="35616"/>
                  <a:pt x="3589" y="22778"/>
                  <a:pt x="10768" y="13667"/>
                </a:cubicBezTo>
                <a:cubicBezTo>
                  <a:pt x="17946" y="4556"/>
                  <a:pt x="28162" y="0"/>
                  <a:pt x="41414" y="0"/>
                </a:cubicBezTo>
                <a:cubicBezTo>
                  <a:pt x="54667" y="0"/>
                  <a:pt x="64883" y="4556"/>
                  <a:pt x="72061" y="13667"/>
                </a:cubicBezTo>
                <a:cubicBezTo>
                  <a:pt x="79240" y="22778"/>
                  <a:pt x="82829" y="35616"/>
                  <a:pt x="82829" y="5218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9C2E31-695D-4817-9602-825791B1C3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16005" y="2509220"/>
            <a:ext cx="129489" cy="104226"/>
          </a:xfrm>
          <a:custGeom xmlns:a="http://schemas.openxmlformats.org/drawingml/2006/main">
            <a:pathLst>
              <a:path w="129489" h="104226">
                <a:moveTo>
                  <a:pt x="102570" y="60879"/>
                </a:moveTo>
                <a:cubicBezTo>
                  <a:pt x="99257" y="60879"/>
                  <a:pt x="96772" y="62260"/>
                  <a:pt x="95115" y="65021"/>
                </a:cubicBezTo>
                <a:cubicBezTo>
                  <a:pt x="93321" y="67782"/>
                  <a:pt x="92492" y="71785"/>
                  <a:pt x="92492" y="76893"/>
                </a:cubicBezTo>
                <a:cubicBezTo>
                  <a:pt x="92492" y="82139"/>
                  <a:pt x="93321" y="86004"/>
                  <a:pt x="95115" y="88765"/>
                </a:cubicBezTo>
                <a:cubicBezTo>
                  <a:pt x="96772" y="91526"/>
                  <a:pt x="99257" y="92906"/>
                  <a:pt x="102570" y="92906"/>
                </a:cubicBezTo>
                <a:cubicBezTo>
                  <a:pt x="105745" y="92906"/>
                  <a:pt x="108230" y="91526"/>
                  <a:pt x="109886" y="88765"/>
                </a:cubicBezTo>
                <a:cubicBezTo>
                  <a:pt x="111543" y="86004"/>
                  <a:pt x="112509" y="82139"/>
                  <a:pt x="112509" y="76893"/>
                </a:cubicBezTo>
                <a:cubicBezTo>
                  <a:pt x="112509" y="71785"/>
                  <a:pt x="111543" y="67782"/>
                  <a:pt x="109886" y="65021"/>
                </a:cubicBezTo>
                <a:cubicBezTo>
                  <a:pt x="108230" y="62260"/>
                  <a:pt x="105745" y="60879"/>
                  <a:pt x="102570" y="60879"/>
                </a:cubicBezTo>
                <a:close/>
                <a:moveTo>
                  <a:pt x="102570" y="49559"/>
                </a:moveTo>
                <a:cubicBezTo>
                  <a:pt x="110853" y="49559"/>
                  <a:pt x="117479" y="52044"/>
                  <a:pt x="122311" y="56876"/>
                </a:cubicBezTo>
                <a:cubicBezTo>
                  <a:pt x="127004" y="61846"/>
                  <a:pt x="129489" y="68472"/>
                  <a:pt x="129489" y="76893"/>
                </a:cubicBezTo>
                <a:cubicBezTo>
                  <a:pt x="129489" y="85452"/>
                  <a:pt x="127004" y="92078"/>
                  <a:pt x="122311" y="96910"/>
                </a:cubicBezTo>
                <a:cubicBezTo>
                  <a:pt x="117479" y="101880"/>
                  <a:pt x="110853" y="104226"/>
                  <a:pt x="102570" y="104226"/>
                </a:cubicBezTo>
                <a:cubicBezTo>
                  <a:pt x="94149" y="104226"/>
                  <a:pt x="87523" y="101880"/>
                  <a:pt x="82691" y="96910"/>
                </a:cubicBezTo>
                <a:cubicBezTo>
                  <a:pt x="77859" y="92078"/>
                  <a:pt x="75512" y="85452"/>
                  <a:pt x="75512" y="76893"/>
                </a:cubicBezTo>
                <a:cubicBezTo>
                  <a:pt x="75512" y="68472"/>
                  <a:pt x="77859" y="61846"/>
                  <a:pt x="82691" y="56876"/>
                </a:cubicBezTo>
                <a:cubicBezTo>
                  <a:pt x="87523" y="52044"/>
                  <a:pt x="94149" y="49559"/>
                  <a:pt x="102570" y="49559"/>
                </a:cubicBezTo>
                <a:close/>
                <a:moveTo>
                  <a:pt x="40724" y="104226"/>
                </a:moveTo>
                <a:lnTo>
                  <a:pt x="25815" y="104226"/>
                </a:lnTo>
                <a:lnTo>
                  <a:pt x="88765" y="0"/>
                </a:lnTo>
                <a:lnTo>
                  <a:pt x="103674" y="0"/>
                </a:lnTo>
                <a:lnTo>
                  <a:pt x="40724" y="104226"/>
                </a:lnTo>
                <a:close/>
                <a:moveTo>
                  <a:pt x="26919" y="0"/>
                </a:moveTo>
                <a:cubicBezTo>
                  <a:pt x="35202" y="0"/>
                  <a:pt x="41829" y="2485"/>
                  <a:pt x="46660" y="7317"/>
                </a:cubicBezTo>
                <a:cubicBezTo>
                  <a:pt x="51354" y="12286"/>
                  <a:pt x="53839" y="18913"/>
                  <a:pt x="53839" y="27334"/>
                </a:cubicBezTo>
                <a:cubicBezTo>
                  <a:pt x="53839" y="35893"/>
                  <a:pt x="51354" y="42519"/>
                  <a:pt x="46660" y="47489"/>
                </a:cubicBezTo>
                <a:cubicBezTo>
                  <a:pt x="41829" y="52458"/>
                  <a:pt x="35202" y="54805"/>
                  <a:pt x="26919" y="54805"/>
                </a:cubicBezTo>
                <a:cubicBezTo>
                  <a:pt x="18498" y="54805"/>
                  <a:pt x="11872" y="52458"/>
                  <a:pt x="7179" y="47489"/>
                </a:cubicBezTo>
                <a:cubicBezTo>
                  <a:pt x="2347" y="42519"/>
                  <a:pt x="0" y="35893"/>
                  <a:pt x="0" y="27334"/>
                </a:cubicBezTo>
                <a:cubicBezTo>
                  <a:pt x="0" y="18913"/>
                  <a:pt x="2347" y="12286"/>
                  <a:pt x="7179" y="7317"/>
                </a:cubicBezTo>
                <a:cubicBezTo>
                  <a:pt x="11872" y="2485"/>
                  <a:pt x="18498" y="0"/>
                  <a:pt x="26919" y="0"/>
                </a:cubicBezTo>
                <a:close/>
                <a:moveTo>
                  <a:pt x="26919" y="11320"/>
                </a:moveTo>
                <a:cubicBezTo>
                  <a:pt x="23606" y="11320"/>
                  <a:pt x="21121" y="12700"/>
                  <a:pt x="19465" y="15461"/>
                </a:cubicBezTo>
                <a:cubicBezTo>
                  <a:pt x="17670" y="18222"/>
                  <a:pt x="16842" y="22226"/>
                  <a:pt x="16842" y="27334"/>
                </a:cubicBezTo>
                <a:cubicBezTo>
                  <a:pt x="16842" y="32579"/>
                  <a:pt x="17670" y="36583"/>
                  <a:pt x="19465" y="39344"/>
                </a:cubicBezTo>
                <a:cubicBezTo>
                  <a:pt x="21121" y="42105"/>
                  <a:pt x="23606" y="43485"/>
                  <a:pt x="26919" y="43485"/>
                </a:cubicBezTo>
                <a:cubicBezTo>
                  <a:pt x="30094" y="43485"/>
                  <a:pt x="32579" y="42105"/>
                  <a:pt x="34374" y="39344"/>
                </a:cubicBezTo>
                <a:cubicBezTo>
                  <a:pt x="36031" y="36583"/>
                  <a:pt x="36997" y="32579"/>
                  <a:pt x="36997" y="27334"/>
                </a:cubicBezTo>
                <a:cubicBezTo>
                  <a:pt x="36997" y="22226"/>
                  <a:pt x="36031" y="18222"/>
                  <a:pt x="34374" y="15461"/>
                </a:cubicBezTo>
                <a:cubicBezTo>
                  <a:pt x="32579" y="12700"/>
                  <a:pt x="30094" y="11320"/>
                  <a:pt x="26919" y="1132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E1120D-49D4-452E-A94F-9B1D2E65CF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18196" y="260094"/>
            <a:ext cx="10" cy="2152960"/>
          </a:xfrm>
          <a:custGeom xmlns:a="http://schemas.openxmlformats.org/drawingml/2006/main">
            <a:pathLst>
              <a:path w="1" h="2152960" fill="none">
                <a:moveTo>
                  <a:pt x="0" y="215296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861" cap="flat">
            <a:solidFill>
              <a:srgbClr val="CCCCCC">
                <a:alpha val="40000"/>
              </a:srgbClr>
            </a:solidFill>
            <a:custDash>
              <a:ds d="370000" sp="160000"/>
            </a:custDash>
            <a:round/>
          </a:ln>
        </p:spPr>
      </p:sp>
      <p:sp>
        <p:nvSpPr>
          <p:cNvPr id="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9D71E9-9A98-4FD2-8882-183A772F71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61298" y="2509220"/>
            <a:ext cx="79102" cy="104226"/>
          </a:xfrm>
          <a:custGeom xmlns:a="http://schemas.openxmlformats.org/drawingml/2006/main">
            <a:pathLst>
              <a:path w="79102" h="104226">
                <a:moveTo>
                  <a:pt x="39620" y="57428"/>
                </a:moveTo>
                <a:cubicBezTo>
                  <a:pt x="34650" y="57428"/>
                  <a:pt x="30923" y="58809"/>
                  <a:pt x="28438" y="61431"/>
                </a:cubicBezTo>
                <a:cubicBezTo>
                  <a:pt x="25815" y="64054"/>
                  <a:pt x="24573" y="67782"/>
                  <a:pt x="24573" y="72751"/>
                </a:cubicBezTo>
                <a:cubicBezTo>
                  <a:pt x="24573" y="77721"/>
                  <a:pt x="25815" y="81586"/>
                  <a:pt x="28438" y="84209"/>
                </a:cubicBezTo>
                <a:cubicBezTo>
                  <a:pt x="30923" y="86832"/>
                  <a:pt x="34650" y="88075"/>
                  <a:pt x="39620" y="88075"/>
                </a:cubicBezTo>
                <a:cubicBezTo>
                  <a:pt x="44313" y="88075"/>
                  <a:pt x="48041" y="86832"/>
                  <a:pt x="50664" y="84209"/>
                </a:cubicBezTo>
                <a:cubicBezTo>
                  <a:pt x="53149" y="81586"/>
                  <a:pt x="54529" y="77721"/>
                  <a:pt x="54529" y="72751"/>
                </a:cubicBezTo>
                <a:cubicBezTo>
                  <a:pt x="54529" y="67782"/>
                  <a:pt x="53149" y="64054"/>
                  <a:pt x="50664" y="61431"/>
                </a:cubicBezTo>
                <a:cubicBezTo>
                  <a:pt x="48041" y="58809"/>
                  <a:pt x="44313" y="57428"/>
                  <a:pt x="39620" y="57428"/>
                </a:cubicBezTo>
                <a:close/>
                <a:moveTo>
                  <a:pt x="20707" y="48869"/>
                </a:moveTo>
                <a:cubicBezTo>
                  <a:pt x="14633" y="47074"/>
                  <a:pt x="9939" y="44313"/>
                  <a:pt x="6902" y="40448"/>
                </a:cubicBezTo>
                <a:cubicBezTo>
                  <a:pt x="3727" y="36583"/>
                  <a:pt x="2209" y="31889"/>
                  <a:pt x="2209" y="26091"/>
                </a:cubicBezTo>
                <a:cubicBezTo>
                  <a:pt x="2209" y="17532"/>
                  <a:pt x="5384" y="11044"/>
                  <a:pt x="11734" y="6626"/>
                </a:cubicBezTo>
                <a:cubicBezTo>
                  <a:pt x="18084" y="2209"/>
                  <a:pt x="27334" y="0"/>
                  <a:pt x="39620" y="0"/>
                </a:cubicBezTo>
                <a:cubicBezTo>
                  <a:pt x="51768" y="0"/>
                  <a:pt x="61017" y="2209"/>
                  <a:pt x="67367" y="6626"/>
                </a:cubicBezTo>
                <a:cubicBezTo>
                  <a:pt x="73718" y="11044"/>
                  <a:pt x="76893" y="17532"/>
                  <a:pt x="76893" y="26091"/>
                </a:cubicBezTo>
                <a:cubicBezTo>
                  <a:pt x="76893" y="31889"/>
                  <a:pt x="75236" y="36583"/>
                  <a:pt x="72199" y="40448"/>
                </a:cubicBezTo>
                <a:cubicBezTo>
                  <a:pt x="69024" y="44313"/>
                  <a:pt x="64468" y="47074"/>
                  <a:pt x="58394" y="48869"/>
                </a:cubicBezTo>
                <a:cubicBezTo>
                  <a:pt x="65159" y="50802"/>
                  <a:pt x="70267" y="53839"/>
                  <a:pt x="73856" y="58118"/>
                </a:cubicBezTo>
                <a:cubicBezTo>
                  <a:pt x="77307" y="62398"/>
                  <a:pt x="79102" y="67782"/>
                  <a:pt x="79102" y="74132"/>
                </a:cubicBezTo>
                <a:cubicBezTo>
                  <a:pt x="79102" y="84071"/>
                  <a:pt x="75788" y="91664"/>
                  <a:pt x="69162" y="96634"/>
                </a:cubicBezTo>
                <a:cubicBezTo>
                  <a:pt x="62536" y="101741"/>
                  <a:pt x="52596" y="104226"/>
                  <a:pt x="39620" y="104226"/>
                </a:cubicBezTo>
                <a:cubicBezTo>
                  <a:pt x="26505" y="104226"/>
                  <a:pt x="16566" y="101741"/>
                  <a:pt x="9939" y="96634"/>
                </a:cubicBezTo>
                <a:cubicBezTo>
                  <a:pt x="3313" y="91664"/>
                  <a:pt x="0" y="84071"/>
                  <a:pt x="0" y="74132"/>
                </a:cubicBezTo>
                <a:cubicBezTo>
                  <a:pt x="0" y="67782"/>
                  <a:pt x="1657" y="62398"/>
                  <a:pt x="5246" y="58118"/>
                </a:cubicBezTo>
                <a:cubicBezTo>
                  <a:pt x="8697" y="53839"/>
                  <a:pt x="13805" y="50802"/>
                  <a:pt x="20707" y="48869"/>
                </a:cubicBezTo>
                <a:close/>
                <a:moveTo>
                  <a:pt x="26781" y="28714"/>
                </a:moveTo>
                <a:cubicBezTo>
                  <a:pt x="26781" y="32717"/>
                  <a:pt x="27886" y="35754"/>
                  <a:pt x="30094" y="37963"/>
                </a:cubicBezTo>
                <a:cubicBezTo>
                  <a:pt x="32303" y="40172"/>
                  <a:pt x="35478" y="41138"/>
                  <a:pt x="39620" y="41138"/>
                </a:cubicBezTo>
                <a:cubicBezTo>
                  <a:pt x="43623" y="41138"/>
                  <a:pt x="46798" y="40172"/>
                  <a:pt x="49007" y="37963"/>
                </a:cubicBezTo>
                <a:cubicBezTo>
                  <a:pt x="51216" y="35754"/>
                  <a:pt x="52320" y="32717"/>
                  <a:pt x="52320" y="28714"/>
                </a:cubicBezTo>
                <a:cubicBezTo>
                  <a:pt x="52320" y="24711"/>
                  <a:pt x="51216" y="21674"/>
                  <a:pt x="49007" y="19465"/>
                </a:cubicBezTo>
                <a:cubicBezTo>
                  <a:pt x="46798" y="17394"/>
                  <a:pt x="43623" y="16290"/>
                  <a:pt x="39620" y="16290"/>
                </a:cubicBezTo>
                <a:cubicBezTo>
                  <a:pt x="35478" y="16290"/>
                  <a:pt x="32303" y="17394"/>
                  <a:pt x="30094" y="19603"/>
                </a:cubicBezTo>
                <a:cubicBezTo>
                  <a:pt x="27886" y="21812"/>
                  <a:pt x="26781" y="24849"/>
                  <a:pt x="26781" y="2871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85B5BB-6A20-4CB2-9344-75BB675174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55585" y="2509220"/>
            <a:ext cx="82829" cy="104226"/>
          </a:xfrm>
          <a:custGeom xmlns:a="http://schemas.openxmlformats.org/drawingml/2006/main">
            <a:pathLst>
              <a:path w="82829" h="104226">
                <a:moveTo>
                  <a:pt x="56876" y="52044"/>
                </a:moveTo>
                <a:cubicBezTo>
                  <a:pt x="56876" y="39482"/>
                  <a:pt x="55633" y="30647"/>
                  <a:pt x="53287" y="25401"/>
                </a:cubicBezTo>
                <a:cubicBezTo>
                  <a:pt x="50940" y="20293"/>
                  <a:pt x="46936" y="17670"/>
                  <a:pt x="41414" y="17670"/>
                </a:cubicBezTo>
                <a:cubicBezTo>
                  <a:pt x="35893" y="17670"/>
                  <a:pt x="31889" y="20293"/>
                  <a:pt x="29542" y="25401"/>
                </a:cubicBezTo>
                <a:cubicBezTo>
                  <a:pt x="27057" y="30647"/>
                  <a:pt x="25953" y="39482"/>
                  <a:pt x="25953" y="52044"/>
                </a:cubicBezTo>
                <a:cubicBezTo>
                  <a:pt x="25953" y="64745"/>
                  <a:pt x="27057" y="73718"/>
                  <a:pt x="29542" y="78964"/>
                </a:cubicBezTo>
                <a:cubicBezTo>
                  <a:pt x="31889" y="84209"/>
                  <a:pt x="35893" y="86694"/>
                  <a:pt x="41414" y="86694"/>
                </a:cubicBezTo>
                <a:cubicBezTo>
                  <a:pt x="46936" y="86694"/>
                  <a:pt x="50802" y="84209"/>
                  <a:pt x="53287" y="78964"/>
                </a:cubicBezTo>
                <a:cubicBezTo>
                  <a:pt x="55633" y="73718"/>
                  <a:pt x="56876" y="64745"/>
                  <a:pt x="56876" y="52044"/>
                </a:cubicBezTo>
                <a:close/>
                <a:moveTo>
                  <a:pt x="82829" y="52182"/>
                </a:moveTo>
                <a:cubicBezTo>
                  <a:pt x="82829" y="68886"/>
                  <a:pt x="79240" y="81724"/>
                  <a:pt x="72061" y="90698"/>
                </a:cubicBezTo>
                <a:cubicBezTo>
                  <a:pt x="64883" y="99809"/>
                  <a:pt x="54667" y="104226"/>
                  <a:pt x="41414" y="104226"/>
                </a:cubicBezTo>
                <a:cubicBezTo>
                  <a:pt x="28162" y="104226"/>
                  <a:pt x="17946" y="99809"/>
                  <a:pt x="10768" y="90698"/>
                </a:cubicBezTo>
                <a:cubicBezTo>
                  <a:pt x="3589" y="81724"/>
                  <a:pt x="0" y="68886"/>
                  <a:pt x="0" y="52182"/>
                </a:cubicBezTo>
                <a:cubicBezTo>
                  <a:pt x="0" y="35616"/>
                  <a:pt x="3589" y="22778"/>
                  <a:pt x="10768" y="13667"/>
                </a:cubicBezTo>
                <a:cubicBezTo>
                  <a:pt x="17946" y="4556"/>
                  <a:pt x="28162" y="0"/>
                  <a:pt x="41414" y="0"/>
                </a:cubicBezTo>
                <a:cubicBezTo>
                  <a:pt x="54667" y="0"/>
                  <a:pt x="64883" y="4556"/>
                  <a:pt x="72061" y="13667"/>
                </a:cubicBezTo>
                <a:cubicBezTo>
                  <a:pt x="79240" y="22778"/>
                  <a:pt x="82829" y="35616"/>
                  <a:pt x="82829" y="5218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C9B8F8-E32C-4B36-8985-D563EAEB17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49458" y="2509220"/>
            <a:ext cx="129489" cy="104226"/>
          </a:xfrm>
          <a:custGeom xmlns:a="http://schemas.openxmlformats.org/drawingml/2006/main">
            <a:pathLst>
              <a:path w="129489" h="104226">
                <a:moveTo>
                  <a:pt x="102570" y="60879"/>
                </a:moveTo>
                <a:cubicBezTo>
                  <a:pt x="99257" y="60879"/>
                  <a:pt x="96772" y="62260"/>
                  <a:pt x="95115" y="65021"/>
                </a:cubicBezTo>
                <a:cubicBezTo>
                  <a:pt x="93321" y="67782"/>
                  <a:pt x="92492" y="71785"/>
                  <a:pt x="92492" y="76893"/>
                </a:cubicBezTo>
                <a:cubicBezTo>
                  <a:pt x="92492" y="82139"/>
                  <a:pt x="93321" y="86004"/>
                  <a:pt x="95115" y="88765"/>
                </a:cubicBezTo>
                <a:cubicBezTo>
                  <a:pt x="96772" y="91526"/>
                  <a:pt x="99257" y="92906"/>
                  <a:pt x="102570" y="92906"/>
                </a:cubicBezTo>
                <a:cubicBezTo>
                  <a:pt x="105745" y="92906"/>
                  <a:pt x="108230" y="91526"/>
                  <a:pt x="109886" y="88765"/>
                </a:cubicBezTo>
                <a:cubicBezTo>
                  <a:pt x="111543" y="86004"/>
                  <a:pt x="112509" y="82139"/>
                  <a:pt x="112509" y="76893"/>
                </a:cubicBezTo>
                <a:cubicBezTo>
                  <a:pt x="112509" y="71785"/>
                  <a:pt x="111543" y="67782"/>
                  <a:pt x="109886" y="65021"/>
                </a:cubicBezTo>
                <a:cubicBezTo>
                  <a:pt x="108230" y="62260"/>
                  <a:pt x="105745" y="60879"/>
                  <a:pt x="102570" y="60879"/>
                </a:cubicBezTo>
                <a:close/>
                <a:moveTo>
                  <a:pt x="102570" y="49559"/>
                </a:moveTo>
                <a:cubicBezTo>
                  <a:pt x="110853" y="49559"/>
                  <a:pt x="117479" y="52044"/>
                  <a:pt x="122311" y="56876"/>
                </a:cubicBezTo>
                <a:cubicBezTo>
                  <a:pt x="127004" y="61846"/>
                  <a:pt x="129489" y="68472"/>
                  <a:pt x="129489" y="76893"/>
                </a:cubicBezTo>
                <a:cubicBezTo>
                  <a:pt x="129489" y="85452"/>
                  <a:pt x="127004" y="92078"/>
                  <a:pt x="122311" y="96910"/>
                </a:cubicBezTo>
                <a:cubicBezTo>
                  <a:pt x="117479" y="101880"/>
                  <a:pt x="110853" y="104226"/>
                  <a:pt x="102570" y="104226"/>
                </a:cubicBezTo>
                <a:cubicBezTo>
                  <a:pt x="94149" y="104226"/>
                  <a:pt x="87523" y="101880"/>
                  <a:pt x="82691" y="96910"/>
                </a:cubicBezTo>
                <a:cubicBezTo>
                  <a:pt x="77859" y="92078"/>
                  <a:pt x="75512" y="85452"/>
                  <a:pt x="75512" y="76893"/>
                </a:cubicBezTo>
                <a:cubicBezTo>
                  <a:pt x="75512" y="68472"/>
                  <a:pt x="77859" y="61846"/>
                  <a:pt x="82691" y="56876"/>
                </a:cubicBezTo>
                <a:cubicBezTo>
                  <a:pt x="87523" y="52044"/>
                  <a:pt x="94149" y="49559"/>
                  <a:pt x="102570" y="49559"/>
                </a:cubicBezTo>
                <a:close/>
                <a:moveTo>
                  <a:pt x="40724" y="104226"/>
                </a:moveTo>
                <a:lnTo>
                  <a:pt x="25815" y="104226"/>
                </a:lnTo>
                <a:lnTo>
                  <a:pt x="88765" y="0"/>
                </a:lnTo>
                <a:lnTo>
                  <a:pt x="103674" y="0"/>
                </a:lnTo>
                <a:lnTo>
                  <a:pt x="40724" y="104226"/>
                </a:lnTo>
                <a:close/>
                <a:moveTo>
                  <a:pt x="26919" y="0"/>
                </a:moveTo>
                <a:cubicBezTo>
                  <a:pt x="35202" y="0"/>
                  <a:pt x="41829" y="2485"/>
                  <a:pt x="46660" y="7317"/>
                </a:cubicBezTo>
                <a:cubicBezTo>
                  <a:pt x="51354" y="12286"/>
                  <a:pt x="53839" y="18913"/>
                  <a:pt x="53839" y="27334"/>
                </a:cubicBezTo>
                <a:cubicBezTo>
                  <a:pt x="53839" y="35893"/>
                  <a:pt x="51354" y="42519"/>
                  <a:pt x="46660" y="47489"/>
                </a:cubicBezTo>
                <a:cubicBezTo>
                  <a:pt x="41829" y="52458"/>
                  <a:pt x="35202" y="54805"/>
                  <a:pt x="26919" y="54805"/>
                </a:cubicBezTo>
                <a:cubicBezTo>
                  <a:pt x="18498" y="54805"/>
                  <a:pt x="11872" y="52458"/>
                  <a:pt x="7179" y="47489"/>
                </a:cubicBezTo>
                <a:cubicBezTo>
                  <a:pt x="2347" y="42519"/>
                  <a:pt x="0" y="35893"/>
                  <a:pt x="0" y="27334"/>
                </a:cubicBezTo>
                <a:cubicBezTo>
                  <a:pt x="0" y="18913"/>
                  <a:pt x="2347" y="12286"/>
                  <a:pt x="7179" y="7317"/>
                </a:cubicBezTo>
                <a:cubicBezTo>
                  <a:pt x="11872" y="2485"/>
                  <a:pt x="18498" y="0"/>
                  <a:pt x="26919" y="0"/>
                </a:cubicBezTo>
                <a:close/>
                <a:moveTo>
                  <a:pt x="26919" y="11320"/>
                </a:moveTo>
                <a:cubicBezTo>
                  <a:pt x="23606" y="11320"/>
                  <a:pt x="21121" y="12700"/>
                  <a:pt x="19465" y="15461"/>
                </a:cubicBezTo>
                <a:cubicBezTo>
                  <a:pt x="17670" y="18222"/>
                  <a:pt x="16842" y="22226"/>
                  <a:pt x="16842" y="27334"/>
                </a:cubicBezTo>
                <a:cubicBezTo>
                  <a:pt x="16842" y="32579"/>
                  <a:pt x="17670" y="36583"/>
                  <a:pt x="19465" y="39344"/>
                </a:cubicBezTo>
                <a:cubicBezTo>
                  <a:pt x="21121" y="42105"/>
                  <a:pt x="23606" y="43485"/>
                  <a:pt x="26919" y="43485"/>
                </a:cubicBezTo>
                <a:cubicBezTo>
                  <a:pt x="30094" y="43485"/>
                  <a:pt x="32579" y="42105"/>
                  <a:pt x="34374" y="39344"/>
                </a:cubicBezTo>
                <a:cubicBezTo>
                  <a:pt x="36031" y="36583"/>
                  <a:pt x="36997" y="32579"/>
                  <a:pt x="36997" y="27334"/>
                </a:cubicBezTo>
                <a:cubicBezTo>
                  <a:pt x="36997" y="22226"/>
                  <a:pt x="36031" y="18222"/>
                  <a:pt x="34374" y="15461"/>
                </a:cubicBezTo>
                <a:cubicBezTo>
                  <a:pt x="32579" y="12700"/>
                  <a:pt x="30094" y="11320"/>
                  <a:pt x="26919" y="1132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81D1D6-4613-4FE4-8221-87588557A9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51649" y="260094"/>
            <a:ext cx="10" cy="2152960"/>
          </a:xfrm>
          <a:custGeom xmlns:a="http://schemas.openxmlformats.org/drawingml/2006/main">
            <a:pathLst>
              <a:path w="1" h="2152960" fill="none">
                <a:moveTo>
                  <a:pt x="0" y="215296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9861" cap="flat">
            <a:solidFill>
              <a:srgbClr val="CCCCCC">
                <a:alpha val="40000"/>
              </a:srgbClr>
            </a:solidFill>
            <a:custDash>
              <a:ds d="370000" sp="160000"/>
            </a:custDash>
            <a:round/>
          </a:ln>
        </p:spPr>
      </p:sp>
      <p:sp>
        <p:nvSpPr>
          <p:cNvPr id="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873C0D-DB6A-4CA3-920F-CCC205E611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3859" y="2511015"/>
            <a:ext cx="70957" cy="100637"/>
          </a:xfrm>
          <a:custGeom xmlns:a="http://schemas.openxmlformats.org/drawingml/2006/main">
            <a:pathLst>
              <a:path w="70957" h="100637">
                <a:moveTo>
                  <a:pt x="552" y="82691"/>
                </a:moveTo>
                <a:lnTo>
                  <a:pt x="23468" y="82691"/>
                </a:lnTo>
                <a:lnTo>
                  <a:pt x="23468" y="17670"/>
                </a:lnTo>
                <a:lnTo>
                  <a:pt x="0" y="22502"/>
                </a:lnTo>
                <a:lnTo>
                  <a:pt x="0" y="4832"/>
                </a:lnTo>
                <a:lnTo>
                  <a:pt x="23330" y="0"/>
                </a:lnTo>
                <a:lnTo>
                  <a:pt x="48041" y="0"/>
                </a:lnTo>
                <a:lnTo>
                  <a:pt x="48041" y="82691"/>
                </a:lnTo>
                <a:lnTo>
                  <a:pt x="70957" y="82691"/>
                </a:lnTo>
                <a:lnTo>
                  <a:pt x="70957" y="100637"/>
                </a:lnTo>
                <a:lnTo>
                  <a:pt x="552" y="100637"/>
                </a:lnTo>
                <a:lnTo>
                  <a:pt x="552" y="8269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97287E-666C-4E74-AE69-C8F2B4B013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40967" y="2509220"/>
            <a:ext cx="82829" cy="104226"/>
          </a:xfrm>
          <a:custGeom xmlns:a="http://schemas.openxmlformats.org/drawingml/2006/main">
            <a:pathLst>
              <a:path w="82829" h="104226">
                <a:moveTo>
                  <a:pt x="56876" y="52044"/>
                </a:moveTo>
                <a:cubicBezTo>
                  <a:pt x="56876" y="39482"/>
                  <a:pt x="55633" y="30647"/>
                  <a:pt x="53287" y="25401"/>
                </a:cubicBezTo>
                <a:cubicBezTo>
                  <a:pt x="50940" y="20293"/>
                  <a:pt x="46936" y="17670"/>
                  <a:pt x="41414" y="17670"/>
                </a:cubicBezTo>
                <a:cubicBezTo>
                  <a:pt x="35893" y="17670"/>
                  <a:pt x="31889" y="20293"/>
                  <a:pt x="29542" y="25401"/>
                </a:cubicBezTo>
                <a:cubicBezTo>
                  <a:pt x="27057" y="30647"/>
                  <a:pt x="25953" y="39482"/>
                  <a:pt x="25953" y="52044"/>
                </a:cubicBezTo>
                <a:cubicBezTo>
                  <a:pt x="25953" y="64745"/>
                  <a:pt x="27057" y="73718"/>
                  <a:pt x="29542" y="78964"/>
                </a:cubicBezTo>
                <a:cubicBezTo>
                  <a:pt x="31889" y="84209"/>
                  <a:pt x="35893" y="86694"/>
                  <a:pt x="41414" y="86694"/>
                </a:cubicBezTo>
                <a:cubicBezTo>
                  <a:pt x="46936" y="86694"/>
                  <a:pt x="50802" y="84209"/>
                  <a:pt x="53287" y="78964"/>
                </a:cubicBezTo>
                <a:cubicBezTo>
                  <a:pt x="55633" y="73718"/>
                  <a:pt x="56876" y="64745"/>
                  <a:pt x="56876" y="52044"/>
                </a:cubicBezTo>
                <a:close/>
                <a:moveTo>
                  <a:pt x="82829" y="52182"/>
                </a:moveTo>
                <a:cubicBezTo>
                  <a:pt x="82829" y="68886"/>
                  <a:pt x="79240" y="81724"/>
                  <a:pt x="72061" y="90698"/>
                </a:cubicBezTo>
                <a:cubicBezTo>
                  <a:pt x="64883" y="99809"/>
                  <a:pt x="54667" y="104226"/>
                  <a:pt x="41414" y="104226"/>
                </a:cubicBezTo>
                <a:cubicBezTo>
                  <a:pt x="28162" y="104226"/>
                  <a:pt x="17946" y="99809"/>
                  <a:pt x="10768" y="90698"/>
                </a:cubicBezTo>
                <a:cubicBezTo>
                  <a:pt x="3589" y="81724"/>
                  <a:pt x="0" y="68886"/>
                  <a:pt x="0" y="52182"/>
                </a:cubicBezTo>
                <a:cubicBezTo>
                  <a:pt x="0" y="35616"/>
                  <a:pt x="3589" y="22778"/>
                  <a:pt x="10768" y="13667"/>
                </a:cubicBezTo>
                <a:cubicBezTo>
                  <a:pt x="17946" y="4556"/>
                  <a:pt x="28162" y="0"/>
                  <a:pt x="41414" y="0"/>
                </a:cubicBezTo>
                <a:cubicBezTo>
                  <a:pt x="54667" y="0"/>
                  <a:pt x="64883" y="4556"/>
                  <a:pt x="72061" y="13667"/>
                </a:cubicBezTo>
                <a:cubicBezTo>
                  <a:pt x="79240" y="22778"/>
                  <a:pt x="82829" y="35616"/>
                  <a:pt x="82829" y="5218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155D59-4B3D-4DD0-993D-8D5FE3BC7D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37049" y="2509220"/>
            <a:ext cx="82829" cy="104226"/>
          </a:xfrm>
          <a:custGeom xmlns:a="http://schemas.openxmlformats.org/drawingml/2006/main">
            <a:pathLst>
              <a:path w="82829" h="104226">
                <a:moveTo>
                  <a:pt x="56876" y="52044"/>
                </a:moveTo>
                <a:cubicBezTo>
                  <a:pt x="56876" y="39482"/>
                  <a:pt x="55633" y="30647"/>
                  <a:pt x="53287" y="25401"/>
                </a:cubicBezTo>
                <a:cubicBezTo>
                  <a:pt x="50940" y="20293"/>
                  <a:pt x="46936" y="17670"/>
                  <a:pt x="41414" y="17670"/>
                </a:cubicBezTo>
                <a:cubicBezTo>
                  <a:pt x="35893" y="17670"/>
                  <a:pt x="31889" y="20293"/>
                  <a:pt x="29542" y="25401"/>
                </a:cubicBezTo>
                <a:cubicBezTo>
                  <a:pt x="27057" y="30647"/>
                  <a:pt x="25953" y="39482"/>
                  <a:pt x="25953" y="52044"/>
                </a:cubicBezTo>
                <a:cubicBezTo>
                  <a:pt x="25953" y="64745"/>
                  <a:pt x="27057" y="73718"/>
                  <a:pt x="29542" y="78964"/>
                </a:cubicBezTo>
                <a:cubicBezTo>
                  <a:pt x="31889" y="84209"/>
                  <a:pt x="35893" y="86694"/>
                  <a:pt x="41414" y="86694"/>
                </a:cubicBezTo>
                <a:cubicBezTo>
                  <a:pt x="46936" y="86694"/>
                  <a:pt x="50802" y="84209"/>
                  <a:pt x="53287" y="78964"/>
                </a:cubicBezTo>
                <a:cubicBezTo>
                  <a:pt x="55633" y="73718"/>
                  <a:pt x="56876" y="64745"/>
                  <a:pt x="56876" y="52044"/>
                </a:cubicBezTo>
                <a:close/>
                <a:moveTo>
                  <a:pt x="82829" y="52182"/>
                </a:moveTo>
                <a:cubicBezTo>
                  <a:pt x="82829" y="68886"/>
                  <a:pt x="79240" y="81724"/>
                  <a:pt x="72061" y="90698"/>
                </a:cubicBezTo>
                <a:cubicBezTo>
                  <a:pt x="64883" y="99809"/>
                  <a:pt x="54667" y="104226"/>
                  <a:pt x="41414" y="104226"/>
                </a:cubicBezTo>
                <a:cubicBezTo>
                  <a:pt x="28162" y="104226"/>
                  <a:pt x="17946" y="99809"/>
                  <a:pt x="10768" y="90698"/>
                </a:cubicBezTo>
                <a:cubicBezTo>
                  <a:pt x="3589" y="81724"/>
                  <a:pt x="0" y="68886"/>
                  <a:pt x="0" y="52182"/>
                </a:cubicBezTo>
                <a:cubicBezTo>
                  <a:pt x="0" y="35616"/>
                  <a:pt x="3589" y="22778"/>
                  <a:pt x="10768" y="13667"/>
                </a:cubicBezTo>
                <a:cubicBezTo>
                  <a:pt x="17946" y="4556"/>
                  <a:pt x="28162" y="0"/>
                  <a:pt x="41414" y="0"/>
                </a:cubicBezTo>
                <a:cubicBezTo>
                  <a:pt x="54667" y="0"/>
                  <a:pt x="64883" y="4556"/>
                  <a:pt x="72061" y="13667"/>
                </a:cubicBezTo>
                <a:cubicBezTo>
                  <a:pt x="79240" y="22778"/>
                  <a:pt x="82829" y="35616"/>
                  <a:pt x="82829" y="5218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4BC791-4314-4FE3-A1E3-17B316A558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30921" y="2509220"/>
            <a:ext cx="129489" cy="104226"/>
          </a:xfrm>
          <a:custGeom xmlns:a="http://schemas.openxmlformats.org/drawingml/2006/main">
            <a:pathLst>
              <a:path w="129489" h="104226">
                <a:moveTo>
                  <a:pt x="102570" y="60879"/>
                </a:moveTo>
                <a:cubicBezTo>
                  <a:pt x="99257" y="60879"/>
                  <a:pt x="96772" y="62260"/>
                  <a:pt x="95115" y="65021"/>
                </a:cubicBezTo>
                <a:cubicBezTo>
                  <a:pt x="93321" y="67782"/>
                  <a:pt x="92492" y="71785"/>
                  <a:pt x="92492" y="76893"/>
                </a:cubicBezTo>
                <a:cubicBezTo>
                  <a:pt x="92492" y="82139"/>
                  <a:pt x="93321" y="86004"/>
                  <a:pt x="95115" y="88765"/>
                </a:cubicBezTo>
                <a:cubicBezTo>
                  <a:pt x="96772" y="91526"/>
                  <a:pt x="99257" y="92906"/>
                  <a:pt x="102570" y="92906"/>
                </a:cubicBezTo>
                <a:cubicBezTo>
                  <a:pt x="105745" y="92906"/>
                  <a:pt x="108230" y="91526"/>
                  <a:pt x="109886" y="88765"/>
                </a:cubicBezTo>
                <a:cubicBezTo>
                  <a:pt x="111543" y="86004"/>
                  <a:pt x="112509" y="82139"/>
                  <a:pt x="112509" y="76893"/>
                </a:cubicBezTo>
                <a:cubicBezTo>
                  <a:pt x="112509" y="71785"/>
                  <a:pt x="111543" y="67782"/>
                  <a:pt x="109886" y="65021"/>
                </a:cubicBezTo>
                <a:cubicBezTo>
                  <a:pt x="108230" y="62260"/>
                  <a:pt x="105745" y="60879"/>
                  <a:pt x="102570" y="60879"/>
                </a:cubicBezTo>
                <a:close/>
                <a:moveTo>
                  <a:pt x="102570" y="49559"/>
                </a:moveTo>
                <a:cubicBezTo>
                  <a:pt x="110853" y="49559"/>
                  <a:pt x="117479" y="52044"/>
                  <a:pt x="122311" y="56876"/>
                </a:cubicBezTo>
                <a:cubicBezTo>
                  <a:pt x="127004" y="61846"/>
                  <a:pt x="129489" y="68472"/>
                  <a:pt x="129489" y="76893"/>
                </a:cubicBezTo>
                <a:cubicBezTo>
                  <a:pt x="129489" y="85452"/>
                  <a:pt x="127004" y="92078"/>
                  <a:pt x="122311" y="96910"/>
                </a:cubicBezTo>
                <a:cubicBezTo>
                  <a:pt x="117479" y="101880"/>
                  <a:pt x="110853" y="104226"/>
                  <a:pt x="102570" y="104226"/>
                </a:cubicBezTo>
                <a:cubicBezTo>
                  <a:pt x="94149" y="104226"/>
                  <a:pt x="87523" y="101880"/>
                  <a:pt x="82691" y="96910"/>
                </a:cubicBezTo>
                <a:cubicBezTo>
                  <a:pt x="77859" y="92078"/>
                  <a:pt x="75512" y="85452"/>
                  <a:pt x="75512" y="76893"/>
                </a:cubicBezTo>
                <a:cubicBezTo>
                  <a:pt x="75512" y="68472"/>
                  <a:pt x="77859" y="61846"/>
                  <a:pt x="82691" y="56876"/>
                </a:cubicBezTo>
                <a:cubicBezTo>
                  <a:pt x="87523" y="52044"/>
                  <a:pt x="94149" y="49559"/>
                  <a:pt x="102570" y="49559"/>
                </a:cubicBezTo>
                <a:close/>
                <a:moveTo>
                  <a:pt x="40724" y="104226"/>
                </a:moveTo>
                <a:lnTo>
                  <a:pt x="25815" y="104226"/>
                </a:lnTo>
                <a:lnTo>
                  <a:pt x="88765" y="0"/>
                </a:lnTo>
                <a:lnTo>
                  <a:pt x="103674" y="0"/>
                </a:lnTo>
                <a:lnTo>
                  <a:pt x="40724" y="104226"/>
                </a:lnTo>
                <a:close/>
                <a:moveTo>
                  <a:pt x="26919" y="0"/>
                </a:moveTo>
                <a:cubicBezTo>
                  <a:pt x="35202" y="0"/>
                  <a:pt x="41829" y="2485"/>
                  <a:pt x="46660" y="7317"/>
                </a:cubicBezTo>
                <a:cubicBezTo>
                  <a:pt x="51354" y="12286"/>
                  <a:pt x="53839" y="18913"/>
                  <a:pt x="53839" y="27334"/>
                </a:cubicBezTo>
                <a:cubicBezTo>
                  <a:pt x="53839" y="35893"/>
                  <a:pt x="51354" y="42519"/>
                  <a:pt x="46660" y="47489"/>
                </a:cubicBezTo>
                <a:cubicBezTo>
                  <a:pt x="41829" y="52458"/>
                  <a:pt x="35202" y="54805"/>
                  <a:pt x="26919" y="54805"/>
                </a:cubicBezTo>
                <a:cubicBezTo>
                  <a:pt x="18498" y="54805"/>
                  <a:pt x="11872" y="52458"/>
                  <a:pt x="7179" y="47489"/>
                </a:cubicBezTo>
                <a:cubicBezTo>
                  <a:pt x="2347" y="42519"/>
                  <a:pt x="0" y="35893"/>
                  <a:pt x="0" y="27334"/>
                </a:cubicBezTo>
                <a:cubicBezTo>
                  <a:pt x="0" y="18913"/>
                  <a:pt x="2347" y="12286"/>
                  <a:pt x="7179" y="7317"/>
                </a:cubicBezTo>
                <a:cubicBezTo>
                  <a:pt x="11872" y="2485"/>
                  <a:pt x="18498" y="0"/>
                  <a:pt x="26919" y="0"/>
                </a:cubicBezTo>
                <a:close/>
                <a:moveTo>
                  <a:pt x="26919" y="11320"/>
                </a:moveTo>
                <a:cubicBezTo>
                  <a:pt x="23606" y="11320"/>
                  <a:pt x="21121" y="12700"/>
                  <a:pt x="19465" y="15461"/>
                </a:cubicBezTo>
                <a:cubicBezTo>
                  <a:pt x="17670" y="18222"/>
                  <a:pt x="16842" y="22226"/>
                  <a:pt x="16842" y="27334"/>
                </a:cubicBezTo>
                <a:cubicBezTo>
                  <a:pt x="16842" y="32579"/>
                  <a:pt x="17670" y="36583"/>
                  <a:pt x="19465" y="39344"/>
                </a:cubicBezTo>
                <a:cubicBezTo>
                  <a:pt x="21121" y="42105"/>
                  <a:pt x="23606" y="43485"/>
                  <a:pt x="26919" y="43485"/>
                </a:cubicBezTo>
                <a:cubicBezTo>
                  <a:pt x="30094" y="43485"/>
                  <a:pt x="32579" y="42105"/>
                  <a:pt x="34374" y="39344"/>
                </a:cubicBezTo>
                <a:cubicBezTo>
                  <a:pt x="36031" y="36583"/>
                  <a:pt x="36997" y="32579"/>
                  <a:pt x="36997" y="27334"/>
                </a:cubicBezTo>
                <a:cubicBezTo>
                  <a:pt x="36997" y="22226"/>
                  <a:pt x="36031" y="18222"/>
                  <a:pt x="34374" y="15461"/>
                </a:cubicBezTo>
                <a:cubicBezTo>
                  <a:pt x="32579" y="12700"/>
                  <a:pt x="30094" y="11320"/>
                  <a:pt x="26919" y="1132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ABEBC3-D7A8-4E2A-913D-91A42345A9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6279" y="2684606"/>
            <a:ext cx="94662" cy="115014"/>
          </a:xfrm>
          <a:custGeom xmlns:a="http://schemas.openxmlformats.org/drawingml/2006/main">
            <a:pathLst>
              <a:path w="94662" h="115014">
                <a:moveTo>
                  <a:pt x="0" y="0"/>
                </a:moveTo>
                <a:lnTo>
                  <a:pt x="49224" y="0"/>
                </a:lnTo>
                <a:cubicBezTo>
                  <a:pt x="63739" y="0"/>
                  <a:pt x="74940" y="3313"/>
                  <a:pt x="82829" y="9782"/>
                </a:cubicBezTo>
                <a:cubicBezTo>
                  <a:pt x="90717" y="16408"/>
                  <a:pt x="94662" y="25559"/>
                  <a:pt x="94662" y="37549"/>
                </a:cubicBezTo>
                <a:cubicBezTo>
                  <a:pt x="94662" y="49697"/>
                  <a:pt x="90717" y="59006"/>
                  <a:pt x="82829" y="65474"/>
                </a:cubicBezTo>
                <a:cubicBezTo>
                  <a:pt x="74940" y="71943"/>
                  <a:pt x="63739" y="75098"/>
                  <a:pt x="49224" y="75098"/>
                </a:cubicBezTo>
                <a:lnTo>
                  <a:pt x="29661" y="75098"/>
                </a:lnTo>
                <a:lnTo>
                  <a:pt x="29661" y="115014"/>
                </a:lnTo>
                <a:lnTo>
                  <a:pt x="0" y="115014"/>
                </a:lnTo>
                <a:lnTo>
                  <a:pt x="0" y="0"/>
                </a:lnTo>
                <a:close/>
                <a:moveTo>
                  <a:pt x="29661" y="21457"/>
                </a:moveTo>
                <a:lnTo>
                  <a:pt x="29661" y="53642"/>
                </a:lnTo>
                <a:lnTo>
                  <a:pt x="46069" y="53642"/>
                </a:lnTo>
                <a:cubicBezTo>
                  <a:pt x="51748" y="53642"/>
                  <a:pt x="56166" y="52379"/>
                  <a:pt x="59321" y="49540"/>
                </a:cubicBezTo>
                <a:cubicBezTo>
                  <a:pt x="62477" y="46700"/>
                  <a:pt x="64054" y="42755"/>
                  <a:pt x="64054" y="37549"/>
                </a:cubicBezTo>
                <a:cubicBezTo>
                  <a:pt x="64054" y="32500"/>
                  <a:pt x="62477" y="28556"/>
                  <a:pt x="59321" y="25716"/>
                </a:cubicBezTo>
                <a:cubicBezTo>
                  <a:pt x="56166" y="22877"/>
                  <a:pt x="51748" y="21457"/>
                  <a:pt x="46069" y="21457"/>
                </a:cubicBezTo>
                <a:lnTo>
                  <a:pt x="29661" y="21457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BE97D8-BBB9-4135-9961-4108F43BDA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4194" y="2711269"/>
            <a:ext cx="92611" cy="90402"/>
          </a:xfrm>
          <a:custGeom xmlns:a="http://schemas.openxmlformats.org/drawingml/2006/main">
            <a:pathLst>
              <a:path w="92611" h="90402">
                <a:moveTo>
                  <a:pt x="92611" y="44964"/>
                </a:moveTo>
                <a:lnTo>
                  <a:pt x="92611" y="52853"/>
                </a:lnTo>
                <a:lnTo>
                  <a:pt x="28083" y="52853"/>
                </a:lnTo>
                <a:cubicBezTo>
                  <a:pt x="28714" y="59321"/>
                  <a:pt x="31081" y="64212"/>
                  <a:pt x="35183" y="67367"/>
                </a:cubicBezTo>
                <a:cubicBezTo>
                  <a:pt x="39127" y="70681"/>
                  <a:pt x="44649" y="72258"/>
                  <a:pt x="51906" y="72258"/>
                </a:cubicBezTo>
                <a:cubicBezTo>
                  <a:pt x="57586" y="72258"/>
                  <a:pt x="63581" y="71469"/>
                  <a:pt x="69734" y="69734"/>
                </a:cubicBezTo>
                <a:cubicBezTo>
                  <a:pt x="75729" y="67999"/>
                  <a:pt x="82040" y="65316"/>
                  <a:pt x="88509" y="61846"/>
                </a:cubicBezTo>
                <a:lnTo>
                  <a:pt x="88509" y="83144"/>
                </a:lnTo>
                <a:cubicBezTo>
                  <a:pt x="81882" y="85669"/>
                  <a:pt x="75414" y="87404"/>
                  <a:pt x="68945" y="88509"/>
                </a:cubicBezTo>
                <a:cubicBezTo>
                  <a:pt x="62319" y="89771"/>
                  <a:pt x="55850" y="90402"/>
                  <a:pt x="49382" y="90402"/>
                </a:cubicBezTo>
                <a:cubicBezTo>
                  <a:pt x="33763" y="90402"/>
                  <a:pt x="21614" y="86458"/>
                  <a:pt x="12937" y="78569"/>
                </a:cubicBezTo>
                <a:cubicBezTo>
                  <a:pt x="4260" y="70681"/>
                  <a:pt x="0" y="59637"/>
                  <a:pt x="0" y="45280"/>
                </a:cubicBezTo>
                <a:cubicBezTo>
                  <a:pt x="0" y="31238"/>
                  <a:pt x="4260" y="20194"/>
                  <a:pt x="12779" y="12148"/>
                </a:cubicBezTo>
                <a:cubicBezTo>
                  <a:pt x="21299" y="4102"/>
                  <a:pt x="32974" y="0"/>
                  <a:pt x="47804" y="0"/>
                </a:cubicBezTo>
                <a:cubicBezTo>
                  <a:pt x="61372" y="0"/>
                  <a:pt x="72101" y="4102"/>
                  <a:pt x="80305" y="12306"/>
                </a:cubicBezTo>
                <a:cubicBezTo>
                  <a:pt x="88509" y="20510"/>
                  <a:pt x="92611" y="31396"/>
                  <a:pt x="92611" y="44964"/>
                </a:cubicBezTo>
                <a:close/>
                <a:moveTo>
                  <a:pt x="64212" y="35814"/>
                </a:moveTo>
                <a:cubicBezTo>
                  <a:pt x="64212" y="30607"/>
                  <a:pt x="62634" y="26347"/>
                  <a:pt x="59637" y="23192"/>
                </a:cubicBezTo>
                <a:cubicBezTo>
                  <a:pt x="56481" y="20037"/>
                  <a:pt x="52537" y="18301"/>
                  <a:pt x="47646" y="18301"/>
                </a:cubicBezTo>
                <a:cubicBezTo>
                  <a:pt x="42282" y="18301"/>
                  <a:pt x="37865" y="19879"/>
                  <a:pt x="34551" y="22877"/>
                </a:cubicBezTo>
                <a:cubicBezTo>
                  <a:pt x="31238" y="25874"/>
                  <a:pt x="29187" y="30134"/>
                  <a:pt x="28398" y="35814"/>
                </a:cubicBezTo>
                <a:lnTo>
                  <a:pt x="64212" y="35814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FD9602-3EBC-42E9-9D01-0D9B0E7156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7630" y="2711269"/>
            <a:ext cx="64054" cy="88351"/>
          </a:xfrm>
          <a:custGeom xmlns:a="http://schemas.openxmlformats.org/drawingml/2006/main">
            <a:pathLst>
              <a:path w="64054" h="88351">
                <a:moveTo>
                  <a:pt x="64054" y="25559"/>
                </a:moveTo>
                <a:cubicBezTo>
                  <a:pt x="61530" y="24454"/>
                  <a:pt x="59163" y="23665"/>
                  <a:pt x="56797" y="23034"/>
                </a:cubicBezTo>
                <a:cubicBezTo>
                  <a:pt x="54430" y="22561"/>
                  <a:pt x="52064" y="22245"/>
                  <a:pt x="49697" y="22245"/>
                </a:cubicBezTo>
                <a:cubicBezTo>
                  <a:pt x="42598" y="22245"/>
                  <a:pt x="37076" y="24612"/>
                  <a:pt x="33289" y="29030"/>
                </a:cubicBezTo>
                <a:cubicBezTo>
                  <a:pt x="29503" y="33605"/>
                  <a:pt x="27610" y="40073"/>
                  <a:pt x="27610" y="48593"/>
                </a:cubicBezTo>
                <a:lnTo>
                  <a:pt x="27610" y="88351"/>
                </a:lnTo>
                <a:lnTo>
                  <a:pt x="0" y="88351"/>
                </a:lnTo>
                <a:lnTo>
                  <a:pt x="0" y="2051"/>
                </a:lnTo>
                <a:lnTo>
                  <a:pt x="27610" y="2051"/>
                </a:lnTo>
                <a:lnTo>
                  <a:pt x="27610" y="16250"/>
                </a:lnTo>
                <a:cubicBezTo>
                  <a:pt x="31081" y="10571"/>
                  <a:pt x="35025" y="6469"/>
                  <a:pt x="39758" y="3944"/>
                </a:cubicBezTo>
                <a:cubicBezTo>
                  <a:pt x="44333" y="1420"/>
                  <a:pt x="49855" y="0"/>
                  <a:pt x="56324" y="0"/>
                </a:cubicBezTo>
                <a:cubicBezTo>
                  <a:pt x="57270" y="0"/>
                  <a:pt x="58217" y="158"/>
                  <a:pt x="59321" y="158"/>
                </a:cubicBezTo>
                <a:cubicBezTo>
                  <a:pt x="60268" y="158"/>
                  <a:pt x="61846" y="316"/>
                  <a:pt x="64054" y="631"/>
                </a:cubicBezTo>
                <a:lnTo>
                  <a:pt x="64054" y="25559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F6A923-50FD-4185-B71F-598A933251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8941" y="2711269"/>
            <a:ext cx="76203" cy="90402"/>
          </a:xfrm>
          <a:custGeom xmlns:a="http://schemas.openxmlformats.org/drawingml/2006/main">
            <a:pathLst>
              <a:path w="76203" h="90402">
                <a:moveTo>
                  <a:pt x="76203" y="4733"/>
                </a:moveTo>
                <a:lnTo>
                  <a:pt x="76203" y="27294"/>
                </a:lnTo>
                <a:cubicBezTo>
                  <a:pt x="72416" y="24770"/>
                  <a:pt x="68630" y="22877"/>
                  <a:pt x="64843" y="21614"/>
                </a:cubicBezTo>
                <a:cubicBezTo>
                  <a:pt x="61057" y="20352"/>
                  <a:pt x="57112" y="19721"/>
                  <a:pt x="53168" y="19721"/>
                </a:cubicBezTo>
                <a:cubicBezTo>
                  <a:pt x="45438" y="19721"/>
                  <a:pt x="39442" y="22088"/>
                  <a:pt x="35183" y="26505"/>
                </a:cubicBezTo>
                <a:cubicBezTo>
                  <a:pt x="30765" y="30923"/>
                  <a:pt x="28714" y="37234"/>
                  <a:pt x="28714" y="45280"/>
                </a:cubicBezTo>
                <a:cubicBezTo>
                  <a:pt x="28714" y="53484"/>
                  <a:pt x="30765" y="59795"/>
                  <a:pt x="35183" y="64212"/>
                </a:cubicBezTo>
                <a:cubicBezTo>
                  <a:pt x="39442" y="68630"/>
                  <a:pt x="45438" y="70838"/>
                  <a:pt x="53168" y="70838"/>
                </a:cubicBezTo>
                <a:cubicBezTo>
                  <a:pt x="57428" y="70838"/>
                  <a:pt x="61530" y="70207"/>
                  <a:pt x="65474" y="68945"/>
                </a:cubicBezTo>
                <a:cubicBezTo>
                  <a:pt x="69261" y="67683"/>
                  <a:pt x="72889" y="65790"/>
                  <a:pt x="76203" y="63265"/>
                </a:cubicBezTo>
                <a:lnTo>
                  <a:pt x="76203" y="85827"/>
                </a:lnTo>
                <a:cubicBezTo>
                  <a:pt x="71785" y="87404"/>
                  <a:pt x="67367" y="88509"/>
                  <a:pt x="62950" y="89297"/>
                </a:cubicBezTo>
                <a:cubicBezTo>
                  <a:pt x="58532" y="89929"/>
                  <a:pt x="54115" y="90402"/>
                  <a:pt x="49697" y="90402"/>
                </a:cubicBezTo>
                <a:cubicBezTo>
                  <a:pt x="34078" y="90402"/>
                  <a:pt x="21930" y="86458"/>
                  <a:pt x="13095" y="78569"/>
                </a:cubicBezTo>
                <a:cubicBezTo>
                  <a:pt x="4260" y="70681"/>
                  <a:pt x="0" y="59479"/>
                  <a:pt x="0" y="45280"/>
                </a:cubicBezTo>
                <a:cubicBezTo>
                  <a:pt x="0" y="31081"/>
                  <a:pt x="4260" y="20037"/>
                  <a:pt x="13095" y="11990"/>
                </a:cubicBezTo>
                <a:cubicBezTo>
                  <a:pt x="21930" y="4102"/>
                  <a:pt x="34078" y="0"/>
                  <a:pt x="49697" y="0"/>
                </a:cubicBezTo>
                <a:cubicBezTo>
                  <a:pt x="54115" y="0"/>
                  <a:pt x="58532" y="473"/>
                  <a:pt x="62950" y="1262"/>
                </a:cubicBezTo>
                <a:cubicBezTo>
                  <a:pt x="67367" y="2051"/>
                  <a:pt x="71785" y="3155"/>
                  <a:pt x="76203" y="473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4D3D2E-C986-4294-A8BE-3DCF2EC163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2499" y="2711269"/>
            <a:ext cx="92611" cy="90402"/>
          </a:xfrm>
          <a:custGeom xmlns:a="http://schemas.openxmlformats.org/drawingml/2006/main">
            <a:pathLst>
              <a:path w="92611" h="90402">
                <a:moveTo>
                  <a:pt x="92611" y="44964"/>
                </a:moveTo>
                <a:lnTo>
                  <a:pt x="92611" y="52853"/>
                </a:lnTo>
                <a:lnTo>
                  <a:pt x="28083" y="52853"/>
                </a:lnTo>
                <a:cubicBezTo>
                  <a:pt x="28714" y="59321"/>
                  <a:pt x="31081" y="64212"/>
                  <a:pt x="35183" y="67367"/>
                </a:cubicBezTo>
                <a:cubicBezTo>
                  <a:pt x="39127" y="70681"/>
                  <a:pt x="44649" y="72258"/>
                  <a:pt x="51906" y="72258"/>
                </a:cubicBezTo>
                <a:cubicBezTo>
                  <a:pt x="57586" y="72258"/>
                  <a:pt x="63581" y="71469"/>
                  <a:pt x="69734" y="69734"/>
                </a:cubicBezTo>
                <a:cubicBezTo>
                  <a:pt x="75729" y="67999"/>
                  <a:pt x="82040" y="65316"/>
                  <a:pt x="88509" y="61846"/>
                </a:cubicBezTo>
                <a:lnTo>
                  <a:pt x="88509" y="83144"/>
                </a:lnTo>
                <a:cubicBezTo>
                  <a:pt x="81882" y="85669"/>
                  <a:pt x="75414" y="87404"/>
                  <a:pt x="68945" y="88509"/>
                </a:cubicBezTo>
                <a:cubicBezTo>
                  <a:pt x="62319" y="89771"/>
                  <a:pt x="55850" y="90402"/>
                  <a:pt x="49382" y="90402"/>
                </a:cubicBezTo>
                <a:cubicBezTo>
                  <a:pt x="33763" y="90402"/>
                  <a:pt x="21614" y="86458"/>
                  <a:pt x="12937" y="78569"/>
                </a:cubicBezTo>
                <a:cubicBezTo>
                  <a:pt x="4260" y="70681"/>
                  <a:pt x="0" y="59637"/>
                  <a:pt x="0" y="45280"/>
                </a:cubicBezTo>
                <a:cubicBezTo>
                  <a:pt x="0" y="31238"/>
                  <a:pt x="4260" y="20194"/>
                  <a:pt x="12779" y="12148"/>
                </a:cubicBezTo>
                <a:cubicBezTo>
                  <a:pt x="21299" y="4102"/>
                  <a:pt x="32974" y="0"/>
                  <a:pt x="47804" y="0"/>
                </a:cubicBezTo>
                <a:cubicBezTo>
                  <a:pt x="61372" y="0"/>
                  <a:pt x="72101" y="4102"/>
                  <a:pt x="80305" y="12306"/>
                </a:cubicBezTo>
                <a:cubicBezTo>
                  <a:pt x="88509" y="20510"/>
                  <a:pt x="92611" y="31396"/>
                  <a:pt x="92611" y="44964"/>
                </a:cubicBezTo>
                <a:close/>
                <a:moveTo>
                  <a:pt x="64212" y="35814"/>
                </a:moveTo>
                <a:cubicBezTo>
                  <a:pt x="64212" y="30607"/>
                  <a:pt x="62634" y="26347"/>
                  <a:pt x="59637" y="23192"/>
                </a:cubicBezTo>
                <a:cubicBezTo>
                  <a:pt x="56481" y="20037"/>
                  <a:pt x="52537" y="18301"/>
                  <a:pt x="47646" y="18301"/>
                </a:cubicBezTo>
                <a:cubicBezTo>
                  <a:pt x="42282" y="18301"/>
                  <a:pt x="37865" y="19879"/>
                  <a:pt x="34551" y="22877"/>
                </a:cubicBezTo>
                <a:cubicBezTo>
                  <a:pt x="31238" y="25874"/>
                  <a:pt x="29187" y="30134"/>
                  <a:pt x="28398" y="35814"/>
                </a:cubicBezTo>
                <a:lnTo>
                  <a:pt x="64212" y="35814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1B6674-47B3-40D0-A9F9-169A16E08A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15935" y="2711269"/>
            <a:ext cx="86773" cy="88351"/>
          </a:xfrm>
          <a:custGeom xmlns:a="http://schemas.openxmlformats.org/drawingml/2006/main">
            <a:pathLst>
              <a:path w="86773" h="88351">
                <a:moveTo>
                  <a:pt x="86773" y="35814"/>
                </a:moveTo>
                <a:lnTo>
                  <a:pt x="86773" y="88351"/>
                </a:lnTo>
                <a:lnTo>
                  <a:pt x="59006" y="88351"/>
                </a:lnTo>
                <a:lnTo>
                  <a:pt x="59006" y="79831"/>
                </a:lnTo>
                <a:lnTo>
                  <a:pt x="59006" y="48120"/>
                </a:lnTo>
                <a:cubicBezTo>
                  <a:pt x="59006" y="40704"/>
                  <a:pt x="58848" y="35656"/>
                  <a:pt x="58532" y="32816"/>
                </a:cubicBezTo>
                <a:cubicBezTo>
                  <a:pt x="58217" y="29976"/>
                  <a:pt x="57586" y="27925"/>
                  <a:pt x="56797" y="26505"/>
                </a:cubicBezTo>
                <a:cubicBezTo>
                  <a:pt x="55693" y="24770"/>
                  <a:pt x="54273" y="23350"/>
                  <a:pt x="52379" y="22403"/>
                </a:cubicBezTo>
                <a:cubicBezTo>
                  <a:pt x="50486" y="21457"/>
                  <a:pt x="48277" y="20826"/>
                  <a:pt x="46069" y="20826"/>
                </a:cubicBezTo>
                <a:cubicBezTo>
                  <a:pt x="40231" y="20826"/>
                  <a:pt x="35656" y="23034"/>
                  <a:pt x="32500" y="27452"/>
                </a:cubicBezTo>
                <a:cubicBezTo>
                  <a:pt x="29187" y="31869"/>
                  <a:pt x="27610" y="38022"/>
                  <a:pt x="27610" y="45911"/>
                </a:cubicBezTo>
                <a:lnTo>
                  <a:pt x="27610" y="88351"/>
                </a:lnTo>
                <a:lnTo>
                  <a:pt x="0" y="88351"/>
                </a:lnTo>
                <a:lnTo>
                  <a:pt x="0" y="2051"/>
                </a:lnTo>
                <a:lnTo>
                  <a:pt x="27610" y="2051"/>
                </a:lnTo>
                <a:lnTo>
                  <a:pt x="27610" y="14673"/>
                </a:lnTo>
                <a:cubicBezTo>
                  <a:pt x="31712" y="9624"/>
                  <a:pt x="35971" y="5995"/>
                  <a:pt x="40704" y="3629"/>
                </a:cubicBezTo>
                <a:cubicBezTo>
                  <a:pt x="45438" y="1262"/>
                  <a:pt x="50644" y="0"/>
                  <a:pt x="56324" y="0"/>
                </a:cubicBezTo>
                <a:cubicBezTo>
                  <a:pt x="66263" y="0"/>
                  <a:pt x="73836" y="3155"/>
                  <a:pt x="79042" y="9151"/>
                </a:cubicBezTo>
                <a:cubicBezTo>
                  <a:pt x="84091" y="15304"/>
                  <a:pt x="86773" y="24139"/>
                  <a:pt x="86773" y="3581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3480EE-F743-40C0-AB0E-651E1D740A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17065" y="2688865"/>
            <a:ext cx="69734" cy="110754"/>
          </a:xfrm>
          <a:custGeom xmlns:a="http://schemas.openxmlformats.org/drawingml/2006/main">
            <a:pathLst>
              <a:path w="69734" h="110754">
                <a:moveTo>
                  <a:pt x="41336" y="0"/>
                </a:moveTo>
                <a:lnTo>
                  <a:pt x="41336" y="24454"/>
                </a:lnTo>
                <a:lnTo>
                  <a:pt x="69734" y="24454"/>
                </a:lnTo>
                <a:lnTo>
                  <a:pt x="69734" y="44175"/>
                </a:lnTo>
                <a:lnTo>
                  <a:pt x="41336" y="44175"/>
                </a:lnTo>
                <a:lnTo>
                  <a:pt x="41336" y="80778"/>
                </a:lnTo>
                <a:cubicBezTo>
                  <a:pt x="41336" y="84880"/>
                  <a:pt x="42124" y="87562"/>
                  <a:pt x="43702" y="88982"/>
                </a:cubicBezTo>
                <a:cubicBezTo>
                  <a:pt x="45280" y="90402"/>
                  <a:pt x="48435" y="91033"/>
                  <a:pt x="53168" y="91033"/>
                </a:cubicBezTo>
                <a:lnTo>
                  <a:pt x="67367" y="91033"/>
                </a:lnTo>
                <a:lnTo>
                  <a:pt x="67367" y="110754"/>
                </a:lnTo>
                <a:lnTo>
                  <a:pt x="43702" y="110754"/>
                </a:lnTo>
                <a:cubicBezTo>
                  <a:pt x="32816" y="110754"/>
                  <a:pt x="25085" y="108545"/>
                  <a:pt x="20510" y="103970"/>
                </a:cubicBezTo>
                <a:cubicBezTo>
                  <a:pt x="15935" y="99552"/>
                  <a:pt x="13726" y="91822"/>
                  <a:pt x="13726" y="80778"/>
                </a:cubicBezTo>
                <a:lnTo>
                  <a:pt x="13726" y="44175"/>
                </a:lnTo>
                <a:lnTo>
                  <a:pt x="0" y="44175"/>
                </a:lnTo>
                <a:lnTo>
                  <a:pt x="0" y="24454"/>
                </a:lnTo>
                <a:lnTo>
                  <a:pt x="13726" y="24454"/>
                </a:lnTo>
                <a:lnTo>
                  <a:pt x="13726" y="0"/>
                </a:lnTo>
                <a:lnTo>
                  <a:pt x="41336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269CA5-CEAA-4949-85AF-1C9D3D1D32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97212" y="2711269"/>
            <a:ext cx="87246" cy="90402"/>
          </a:xfrm>
          <a:custGeom xmlns:a="http://schemas.openxmlformats.org/drawingml/2006/main">
            <a:pathLst>
              <a:path w="87246" h="90402">
                <a:moveTo>
                  <a:pt x="45122" y="49540"/>
                </a:moveTo>
                <a:cubicBezTo>
                  <a:pt x="39285" y="49540"/>
                  <a:pt x="34867" y="50644"/>
                  <a:pt x="32027" y="52537"/>
                </a:cubicBezTo>
                <a:cubicBezTo>
                  <a:pt x="29187" y="54430"/>
                  <a:pt x="27767" y="57270"/>
                  <a:pt x="27767" y="61057"/>
                </a:cubicBezTo>
                <a:cubicBezTo>
                  <a:pt x="27767" y="64528"/>
                  <a:pt x="28872" y="67367"/>
                  <a:pt x="31238" y="69261"/>
                </a:cubicBezTo>
                <a:cubicBezTo>
                  <a:pt x="33605" y="71312"/>
                  <a:pt x="36918" y="72258"/>
                  <a:pt x="41020" y="72258"/>
                </a:cubicBezTo>
                <a:cubicBezTo>
                  <a:pt x="46226" y="72258"/>
                  <a:pt x="50644" y="70523"/>
                  <a:pt x="54115" y="66736"/>
                </a:cubicBezTo>
                <a:cubicBezTo>
                  <a:pt x="57586" y="62950"/>
                  <a:pt x="59479" y="58375"/>
                  <a:pt x="59479" y="52695"/>
                </a:cubicBezTo>
                <a:lnTo>
                  <a:pt x="59479" y="49540"/>
                </a:lnTo>
                <a:lnTo>
                  <a:pt x="45122" y="49540"/>
                </a:lnTo>
                <a:close/>
                <a:moveTo>
                  <a:pt x="87246" y="39127"/>
                </a:moveTo>
                <a:lnTo>
                  <a:pt x="87246" y="88351"/>
                </a:lnTo>
                <a:lnTo>
                  <a:pt x="59479" y="88351"/>
                </a:lnTo>
                <a:lnTo>
                  <a:pt x="59479" y="75571"/>
                </a:lnTo>
                <a:cubicBezTo>
                  <a:pt x="55693" y="80936"/>
                  <a:pt x="51591" y="84722"/>
                  <a:pt x="47015" y="86931"/>
                </a:cubicBezTo>
                <a:cubicBezTo>
                  <a:pt x="42282" y="89140"/>
                  <a:pt x="36760" y="90402"/>
                  <a:pt x="30134" y="90402"/>
                </a:cubicBezTo>
                <a:cubicBezTo>
                  <a:pt x="21141" y="90402"/>
                  <a:pt x="13884" y="87878"/>
                  <a:pt x="8362" y="82671"/>
                </a:cubicBezTo>
                <a:cubicBezTo>
                  <a:pt x="2682" y="77623"/>
                  <a:pt x="0" y="70838"/>
                  <a:pt x="0" y="62477"/>
                </a:cubicBezTo>
                <a:cubicBezTo>
                  <a:pt x="0" y="52379"/>
                  <a:pt x="3471" y="44964"/>
                  <a:pt x="10413" y="40231"/>
                </a:cubicBezTo>
                <a:cubicBezTo>
                  <a:pt x="17355" y="35498"/>
                  <a:pt x="28241" y="33132"/>
                  <a:pt x="43229" y="33132"/>
                </a:cubicBezTo>
                <a:lnTo>
                  <a:pt x="59479" y="33132"/>
                </a:lnTo>
                <a:lnTo>
                  <a:pt x="59479" y="30923"/>
                </a:lnTo>
                <a:cubicBezTo>
                  <a:pt x="59479" y="26663"/>
                  <a:pt x="57744" y="23508"/>
                  <a:pt x="54273" y="21457"/>
                </a:cubicBezTo>
                <a:cubicBezTo>
                  <a:pt x="50802" y="19406"/>
                  <a:pt x="45438" y="18301"/>
                  <a:pt x="38180" y="18301"/>
                </a:cubicBezTo>
                <a:cubicBezTo>
                  <a:pt x="32185" y="18301"/>
                  <a:pt x="26663" y="18932"/>
                  <a:pt x="21614" y="20194"/>
                </a:cubicBezTo>
                <a:cubicBezTo>
                  <a:pt x="16566" y="21457"/>
                  <a:pt x="11833" y="23192"/>
                  <a:pt x="7573" y="25401"/>
                </a:cubicBezTo>
                <a:lnTo>
                  <a:pt x="7573" y="4418"/>
                </a:lnTo>
                <a:cubicBezTo>
                  <a:pt x="13410" y="2998"/>
                  <a:pt x="19248" y="1893"/>
                  <a:pt x="25243" y="1104"/>
                </a:cubicBezTo>
                <a:cubicBezTo>
                  <a:pt x="31238" y="473"/>
                  <a:pt x="37234" y="0"/>
                  <a:pt x="43229" y="0"/>
                </a:cubicBezTo>
                <a:cubicBezTo>
                  <a:pt x="58690" y="0"/>
                  <a:pt x="69892" y="3155"/>
                  <a:pt x="76834" y="9308"/>
                </a:cubicBezTo>
                <a:cubicBezTo>
                  <a:pt x="83776" y="15461"/>
                  <a:pt x="87246" y="25401"/>
                  <a:pt x="87246" y="39127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106919-0B9C-4176-9ABF-4151FECAFA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04022" y="2711426"/>
            <a:ext cx="92611" cy="122113"/>
          </a:xfrm>
          <a:custGeom xmlns:a="http://schemas.openxmlformats.org/drawingml/2006/main">
            <a:pathLst>
              <a:path w="92611" h="122113">
                <a:moveTo>
                  <a:pt x="64843" y="73520"/>
                </a:moveTo>
                <a:cubicBezTo>
                  <a:pt x="61057" y="78569"/>
                  <a:pt x="56797" y="82356"/>
                  <a:pt x="52222" y="84722"/>
                </a:cubicBezTo>
                <a:cubicBezTo>
                  <a:pt x="47646" y="87089"/>
                  <a:pt x="42440" y="88193"/>
                  <a:pt x="36445" y="88193"/>
                </a:cubicBezTo>
                <a:cubicBezTo>
                  <a:pt x="25874" y="88193"/>
                  <a:pt x="17197" y="84091"/>
                  <a:pt x="10255" y="75729"/>
                </a:cubicBezTo>
                <a:cubicBezTo>
                  <a:pt x="3313" y="67525"/>
                  <a:pt x="0" y="56955"/>
                  <a:pt x="0" y="44018"/>
                </a:cubicBezTo>
                <a:cubicBezTo>
                  <a:pt x="0" y="31238"/>
                  <a:pt x="3313" y="20668"/>
                  <a:pt x="10255" y="12464"/>
                </a:cubicBezTo>
                <a:cubicBezTo>
                  <a:pt x="17197" y="4260"/>
                  <a:pt x="25874" y="0"/>
                  <a:pt x="36445" y="0"/>
                </a:cubicBezTo>
                <a:cubicBezTo>
                  <a:pt x="42440" y="0"/>
                  <a:pt x="47646" y="1262"/>
                  <a:pt x="52222" y="3629"/>
                </a:cubicBezTo>
                <a:cubicBezTo>
                  <a:pt x="56797" y="5995"/>
                  <a:pt x="61057" y="9624"/>
                  <a:pt x="64843" y="14673"/>
                </a:cubicBezTo>
                <a:lnTo>
                  <a:pt x="64843" y="1893"/>
                </a:lnTo>
                <a:lnTo>
                  <a:pt x="92611" y="1893"/>
                </a:lnTo>
                <a:lnTo>
                  <a:pt x="92611" y="79516"/>
                </a:lnTo>
                <a:cubicBezTo>
                  <a:pt x="92611" y="93242"/>
                  <a:pt x="88193" y="103812"/>
                  <a:pt x="79358" y="111070"/>
                </a:cubicBezTo>
                <a:cubicBezTo>
                  <a:pt x="70523" y="118327"/>
                  <a:pt x="57901" y="122113"/>
                  <a:pt x="41336" y="122113"/>
                </a:cubicBezTo>
                <a:cubicBezTo>
                  <a:pt x="35971" y="122113"/>
                  <a:pt x="30765" y="121640"/>
                  <a:pt x="25716" y="120851"/>
                </a:cubicBezTo>
                <a:cubicBezTo>
                  <a:pt x="20668" y="119905"/>
                  <a:pt x="15619" y="118643"/>
                  <a:pt x="10571" y="117065"/>
                </a:cubicBezTo>
                <a:lnTo>
                  <a:pt x="10571" y="95608"/>
                </a:lnTo>
                <a:cubicBezTo>
                  <a:pt x="15304" y="98290"/>
                  <a:pt x="20037" y="100341"/>
                  <a:pt x="24770" y="101761"/>
                </a:cubicBezTo>
                <a:cubicBezTo>
                  <a:pt x="29345" y="103023"/>
                  <a:pt x="33920" y="103812"/>
                  <a:pt x="38653" y="103812"/>
                </a:cubicBezTo>
                <a:cubicBezTo>
                  <a:pt x="47646" y="103812"/>
                  <a:pt x="54273" y="101761"/>
                  <a:pt x="58532" y="97817"/>
                </a:cubicBezTo>
                <a:cubicBezTo>
                  <a:pt x="62634" y="93873"/>
                  <a:pt x="64843" y="87878"/>
                  <a:pt x="64843" y="79516"/>
                </a:cubicBezTo>
                <a:lnTo>
                  <a:pt x="64843" y="73520"/>
                </a:lnTo>
                <a:close/>
                <a:moveTo>
                  <a:pt x="46700" y="19879"/>
                </a:moveTo>
                <a:cubicBezTo>
                  <a:pt x="41020" y="19879"/>
                  <a:pt x="36445" y="22088"/>
                  <a:pt x="33289" y="26190"/>
                </a:cubicBezTo>
                <a:cubicBezTo>
                  <a:pt x="30134" y="30449"/>
                  <a:pt x="28556" y="36445"/>
                  <a:pt x="28556" y="44018"/>
                </a:cubicBezTo>
                <a:cubicBezTo>
                  <a:pt x="28556" y="51906"/>
                  <a:pt x="29976" y="57901"/>
                  <a:pt x="33132" y="62003"/>
                </a:cubicBezTo>
                <a:cubicBezTo>
                  <a:pt x="36287" y="66105"/>
                  <a:pt x="40704" y="68156"/>
                  <a:pt x="46700" y="68156"/>
                </a:cubicBezTo>
                <a:cubicBezTo>
                  <a:pt x="52379" y="68156"/>
                  <a:pt x="56955" y="66105"/>
                  <a:pt x="60110" y="61846"/>
                </a:cubicBezTo>
                <a:cubicBezTo>
                  <a:pt x="63265" y="57744"/>
                  <a:pt x="64843" y="51748"/>
                  <a:pt x="64843" y="44018"/>
                </a:cubicBezTo>
                <a:cubicBezTo>
                  <a:pt x="64843" y="36445"/>
                  <a:pt x="63265" y="30449"/>
                  <a:pt x="60110" y="26190"/>
                </a:cubicBezTo>
                <a:cubicBezTo>
                  <a:pt x="56955" y="22088"/>
                  <a:pt x="52379" y="19879"/>
                  <a:pt x="46700" y="1987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7E9A52-8C14-4BB8-950F-426A4F5923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16669" y="2711269"/>
            <a:ext cx="92611" cy="90402"/>
          </a:xfrm>
          <a:custGeom xmlns:a="http://schemas.openxmlformats.org/drawingml/2006/main">
            <a:pathLst>
              <a:path w="92611" h="90402">
                <a:moveTo>
                  <a:pt x="92611" y="44964"/>
                </a:moveTo>
                <a:lnTo>
                  <a:pt x="92611" y="52853"/>
                </a:lnTo>
                <a:lnTo>
                  <a:pt x="28083" y="52853"/>
                </a:lnTo>
                <a:cubicBezTo>
                  <a:pt x="28714" y="59321"/>
                  <a:pt x="31081" y="64212"/>
                  <a:pt x="35183" y="67367"/>
                </a:cubicBezTo>
                <a:cubicBezTo>
                  <a:pt x="39127" y="70681"/>
                  <a:pt x="44649" y="72258"/>
                  <a:pt x="51906" y="72258"/>
                </a:cubicBezTo>
                <a:cubicBezTo>
                  <a:pt x="57586" y="72258"/>
                  <a:pt x="63581" y="71469"/>
                  <a:pt x="69734" y="69734"/>
                </a:cubicBezTo>
                <a:cubicBezTo>
                  <a:pt x="75729" y="67999"/>
                  <a:pt x="82040" y="65316"/>
                  <a:pt x="88509" y="61846"/>
                </a:cubicBezTo>
                <a:lnTo>
                  <a:pt x="88509" y="83144"/>
                </a:lnTo>
                <a:cubicBezTo>
                  <a:pt x="81882" y="85669"/>
                  <a:pt x="75414" y="87404"/>
                  <a:pt x="68945" y="88509"/>
                </a:cubicBezTo>
                <a:cubicBezTo>
                  <a:pt x="62319" y="89771"/>
                  <a:pt x="55850" y="90402"/>
                  <a:pt x="49382" y="90402"/>
                </a:cubicBezTo>
                <a:cubicBezTo>
                  <a:pt x="33763" y="90402"/>
                  <a:pt x="21614" y="86458"/>
                  <a:pt x="12937" y="78569"/>
                </a:cubicBezTo>
                <a:cubicBezTo>
                  <a:pt x="4260" y="70681"/>
                  <a:pt x="0" y="59637"/>
                  <a:pt x="0" y="45280"/>
                </a:cubicBezTo>
                <a:cubicBezTo>
                  <a:pt x="0" y="31238"/>
                  <a:pt x="4260" y="20194"/>
                  <a:pt x="12779" y="12148"/>
                </a:cubicBezTo>
                <a:cubicBezTo>
                  <a:pt x="21299" y="4102"/>
                  <a:pt x="32974" y="0"/>
                  <a:pt x="47804" y="0"/>
                </a:cubicBezTo>
                <a:cubicBezTo>
                  <a:pt x="61372" y="0"/>
                  <a:pt x="72101" y="4102"/>
                  <a:pt x="80305" y="12306"/>
                </a:cubicBezTo>
                <a:cubicBezTo>
                  <a:pt x="88509" y="20510"/>
                  <a:pt x="92611" y="31396"/>
                  <a:pt x="92611" y="44964"/>
                </a:cubicBezTo>
                <a:close/>
                <a:moveTo>
                  <a:pt x="64212" y="35814"/>
                </a:moveTo>
                <a:cubicBezTo>
                  <a:pt x="64212" y="30607"/>
                  <a:pt x="62634" y="26347"/>
                  <a:pt x="59637" y="23192"/>
                </a:cubicBezTo>
                <a:cubicBezTo>
                  <a:pt x="56481" y="20037"/>
                  <a:pt x="52537" y="18301"/>
                  <a:pt x="47646" y="18301"/>
                </a:cubicBezTo>
                <a:cubicBezTo>
                  <a:pt x="42282" y="18301"/>
                  <a:pt x="37865" y="19879"/>
                  <a:pt x="34551" y="22877"/>
                </a:cubicBezTo>
                <a:cubicBezTo>
                  <a:pt x="31238" y="25874"/>
                  <a:pt x="29187" y="30134"/>
                  <a:pt x="28398" y="35814"/>
                </a:cubicBezTo>
                <a:lnTo>
                  <a:pt x="64212" y="35814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D862FC-64F0-4B70-8329-653E3173AE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86271" y="2684606"/>
            <a:ext cx="108230" cy="115014"/>
          </a:xfrm>
          <a:custGeom xmlns:a="http://schemas.openxmlformats.org/drawingml/2006/main">
            <a:pathLst>
              <a:path w="108230" h="115014">
                <a:moveTo>
                  <a:pt x="29661" y="22403"/>
                </a:moveTo>
                <a:lnTo>
                  <a:pt x="29661" y="92611"/>
                </a:lnTo>
                <a:lnTo>
                  <a:pt x="40231" y="92611"/>
                </a:lnTo>
                <a:cubicBezTo>
                  <a:pt x="52222" y="92611"/>
                  <a:pt x="61530" y="89613"/>
                  <a:pt x="67999" y="83618"/>
                </a:cubicBezTo>
                <a:cubicBezTo>
                  <a:pt x="74309" y="77623"/>
                  <a:pt x="77623" y="68945"/>
                  <a:pt x="77623" y="57428"/>
                </a:cubicBezTo>
                <a:cubicBezTo>
                  <a:pt x="77623" y="46069"/>
                  <a:pt x="74309" y="37391"/>
                  <a:pt x="67999" y="31396"/>
                </a:cubicBezTo>
                <a:cubicBezTo>
                  <a:pt x="61688" y="25401"/>
                  <a:pt x="52379" y="22403"/>
                  <a:pt x="40231" y="22403"/>
                </a:cubicBezTo>
                <a:lnTo>
                  <a:pt x="29661" y="22403"/>
                </a:lnTo>
                <a:close/>
                <a:moveTo>
                  <a:pt x="0" y="0"/>
                </a:moveTo>
                <a:lnTo>
                  <a:pt x="31238" y="0"/>
                </a:lnTo>
                <a:cubicBezTo>
                  <a:pt x="48593" y="0"/>
                  <a:pt x="61688" y="1262"/>
                  <a:pt x="70207" y="3786"/>
                </a:cubicBezTo>
                <a:cubicBezTo>
                  <a:pt x="78727" y="6311"/>
                  <a:pt x="86142" y="10413"/>
                  <a:pt x="92295" y="16408"/>
                </a:cubicBezTo>
                <a:cubicBezTo>
                  <a:pt x="97659" y="21614"/>
                  <a:pt x="101603" y="27610"/>
                  <a:pt x="104286" y="34394"/>
                </a:cubicBezTo>
                <a:cubicBezTo>
                  <a:pt x="106810" y="41178"/>
                  <a:pt x="108230" y="48908"/>
                  <a:pt x="108230" y="57428"/>
                </a:cubicBezTo>
                <a:cubicBezTo>
                  <a:pt x="108230" y="66105"/>
                  <a:pt x="106810" y="73836"/>
                  <a:pt x="104286" y="80620"/>
                </a:cubicBezTo>
                <a:cubicBezTo>
                  <a:pt x="101603" y="87562"/>
                  <a:pt x="97659" y="93557"/>
                  <a:pt x="92295" y="98606"/>
                </a:cubicBezTo>
                <a:cubicBezTo>
                  <a:pt x="85984" y="104601"/>
                  <a:pt x="78569" y="108861"/>
                  <a:pt x="70050" y="111385"/>
                </a:cubicBezTo>
                <a:cubicBezTo>
                  <a:pt x="61372" y="113909"/>
                  <a:pt x="48435" y="115014"/>
                  <a:pt x="31238" y="115014"/>
                </a:cubicBezTo>
                <a:lnTo>
                  <a:pt x="0" y="11501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2BC6DB-DA27-42FD-9B58-05FED6D823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15957" y="2679715"/>
            <a:ext cx="27610" cy="119905"/>
          </a:xfrm>
          <a:custGeom xmlns:a="http://schemas.openxmlformats.org/drawingml/2006/main">
            <a:pathLst>
              <a:path w="27610" h="119905">
                <a:moveTo>
                  <a:pt x="0" y="33605"/>
                </a:moveTo>
                <a:lnTo>
                  <a:pt x="27610" y="33605"/>
                </a:lnTo>
                <a:lnTo>
                  <a:pt x="27610" y="119905"/>
                </a:lnTo>
                <a:lnTo>
                  <a:pt x="0" y="119905"/>
                </a:lnTo>
                <a:lnTo>
                  <a:pt x="0" y="33605"/>
                </a:lnTo>
                <a:close/>
                <a:moveTo>
                  <a:pt x="0" y="0"/>
                </a:moveTo>
                <a:lnTo>
                  <a:pt x="27610" y="0"/>
                </a:lnTo>
                <a:lnTo>
                  <a:pt x="27610" y="22561"/>
                </a:lnTo>
                <a:lnTo>
                  <a:pt x="0" y="2256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F271D2-FC44-4621-909B-8782CE5BE5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65023" y="2711269"/>
            <a:ext cx="78254" cy="90402"/>
          </a:xfrm>
          <a:custGeom xmlns:a="http://schemas.openxmlformats.org/drawingml/2006/main">
            <a:pathLst>
              <a:path w="78254" h="90402">
                <a:moveTo>
                  <a:pt x="72416" y="4733"/>
                </a:moveTo>
                <a:lnTo>
                  <a:pt x="72416" y="25716"/>
                </a:lnTo>
                <a:cubicBezTo>
                  <a:pt x="66421" y="23350"/>
                  <a:pt x="60741" y="21457"/>
                  <a:pt x="55377" y="20194"/>
                </a:cubicBezTo>
                <a:cubicBezTo>
                  <a:pt x="49855" y="18932"/>
                  <a:pt x="44649" y="18301"/>
                  <a:pt x="39758" y="18301"/>
                </a:cubicBezTo>
                <a:cubicBezTo>
                  <a:pt x="34394" y="18301"/>
                  <a:pt x="30607" y="19090"/>
                  <a:pt x="28083" y="20352"/>
                </a:cubicBezTo>
                <a:cubicBezTo>
                  <a:pt x="25559" y="21614"/>
                  <a:pt x="24296" y="23665"/>
                  <a:pt x="24296" y="26347"/>
                </a:cubicBezTo>
                <a:cubicBezTo>
                  <a:pt x="24296" y="28556"/>
                  <a:pt x="25243" y="30292"/>
                  <a:pt x="27136" y="31396"/>
                </a:cubicBezTo>
                <a:cubicBezTo>
                  <a:pt x="29030" y="32658"/>
                  <a:pt x="32500" y="33447"/>
                  <a:pt x="37549" y="34078"/>
                </a:cubicBezTo>
                <a:lnTo>
                  <a:pt x="42440" y="34709"/>
                </a:lnTo>
                <a:cubicBezTo>
                  <a:pt x="56481" y="36602"/>
                  <a:pt x="65948" y="39442"/>
                  <a:pt x="70838" y="43544"/>
                </a:cubicBezTo>
                <a:cubicBezTo>
                  <a:pt x="75729" y="47646"/>
                  <a:pt x="78254" y="54115"/>
                  <a:pt x="78254" y="62950"/>
                </a:cubicBezTo>
                <a:cubicBezTo>
                  <a:pt x="78254" y="72101"/>
                  <a:pt x="74783" y="79042"/>
                  <a:pt x="67999" y="83618"/>
                </a:cubicBezTo>
                <a:cubicBezTo>
                  <a:pt x="61214" y="88193"/>
                  <a:pt x="51117" y="90402"/>
                  <a:pt x="37707" y="90402"/>
                </a:cubicBezTo>
                <a:cubicBezTo>
                  <a:pt x="32027" y="90402"/>
                  <a:pt x="26032" y="89929"/>
                  <a:pt x="20037" y="89140"/>
                </a:cubicBezTo>
                <a:cubicBezTo>
                  <a:pt x="13884" y="88351"/>
                  <a:pt x="7573" y="87089"/>
                  <a:pt x="1262" y="85195"/>
                </a:cubicBezTo>
                <a:lnTo>
                  <a:pt x="1262" y="64212"/>
                </a:lnTo>
                <a:cubicBezTo>
                  <a:pt x="6626" y="67052"/>
                  <a:pt x="12306" y="69103"/>
                  <a:pt x="18143" y="70365"/>
                </a:cubicBezTo>
                <a:cubicBezTo>
                  <a:pt x="23823" y="71627"/>
                  <a:pt x="29818" y="72258"/>
                  <a:pt x="35814" y="72258"/>
                </a:cubicBezTo>
                <a:cubicBezTo>
                  <a:pt x="41178" y="72258"/>
                  <a:pt x="45122" y="71627"/>
                  <a:pt x="47962" y="70050"/>
                </a:cubicBezTo>
                <a:cubicBezTo>
                  <a:pt x="50644" y="68630"/>
                  <a:pt x="52064" y="66421"/>
                  <a:pt x="52064" y="63423"/>
                </a:cubicBezTo>
                <a:cubicBezTo>
                  <a:pt x="52064" y="60899"/>
                  <a:pt x="51117" y="59163"/>
                  <a:pt x="49224" y="57901"/>
                </a:cubicBezTo>
                <a:cubicBezTo>
                  <a:pt x="47331" y="56639"/>
                  <a:pt x="43544" y="55693"/>
                  <a:pt x="38022" y="55061"/>
                </a:cubicBezTo>
                <a:lnTo>
                  <a:pt x="33132" y="54430"/>
                </a:lnTo>
                <a:cubicBezTo>
                  <a:pt x="20826" y="53010"/>
                  <a:pt x="12306" y="50171"/>
                  <a:pt x="7415" y="45911"/>
                </a:cubicBezTo>
                <a:cubicBezTo>
                  <a:pt x="2367" y="41809"/>
                  <a:pt x="0" y="35498"/>
                  <a:pt x="0" y="26979"/>
                </a:cubicBezTo>
                <a:cubicBezTo>
                  <a:pt x="0" y="17828"/>
                  <a:pt x="2998" y="11044"/>
                  <a:pt x="9308" y="6626"/>
                </a:cubicBezTo>
                <a:cubicBezTo>
                  <a:pt x="15619" y="2209"/>
                  <a:pt x="25243" y="0"/>
                  <a:pt x="38180" y="0"/>
                </a:cubicBezTo>
                <a:cubicBezTo>
                  <a:pt x="43229" y="0"/>
                  <a:pt x="48435" y="473"/>
                  <a:pt x="54115" y="1262"/>
                </a:cubicBezTo>
                <a:cubicBezTo>
                  <a:pt x="59795" y="2051"/>
                  <a:pt x="65790" y="3155"/>
                  <a:pt x="72416" y="473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301817-EB7E-44DF-8698-7EDCEBA8A5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52743" y="2688865"/>
            <a:ext cx="69734" cy="110754"/>
          </a:xfrm>
          <a:custGeom xmlns:a="http://schemas.openxmlformats.org/drawingml/2006/main">
            <a:pathLst>
              <a:path w="69734" h="110754">
                <a:moveTo>
                  <a:pt x="41336" y="0"/>
                </a:moveTo>
                <a:lnTo>
                  <a:pt x="41336" y="24454"/>
                </a:lnTo>
                <a:lnTo>
                  <a:pt x="69734" y="24454"/>
                </a:lnTo>
                <a:lnTo>
                  <a:pt x="69734" y="44175"/>
                </a:lnTo>
                <a:lnTo>
                  <a:pt x="41336" y="44175"/>
                </a:lnTo>
                <a:lnTo>
                  <a:pt x="41336" y="80778"/>
                </a:lnTo>
                <a:cubicBezTo>
                  <a:pt x="41336" y="84880"/>
                  <a:pt x="42124" y="87562"/>
                  <a:pt x="43702" y="88982"/>
                </a:cubicBezTo>
                <a:cubicBezTo>
                  <a:pt x="45280" y="90402"/>
                  <a:pt x="48435" y="91033"/>
                  <a:pt x="53168" y="91033"/>
                </a:cubicBezTo>
                <a:lnTo>
                  <a:pt x="67367" y="91033"/>
                </a:lnTo>
                <a:lnTo>
                  <a:pt x="67367" y="110754"/>
                </a:lnTo>
                <a:lnTo>
                  <a:pt x="43702" y="110754"/>
                </a:lnTo>
                <a:cubicBezTo>
                  <a:pt x="32816" y="110754"/>
                  <a:pt x="25085" y="108545"/>
                  <a:pt x="20510" y="103970"/>
                </a:cubicBezTo>
                <a:cubicBezTo>
                  <a:pt x="15935" y="99552"/>
                  <a:pt x="13726" y="91822"/>
                  <a:pt x="13726" y="80778"/>
                </a:cubicBezTo>
                <a:lnTo>
                  <a:pt x="13726" y="44175"/>
                </a:lnTo>
                <a:lnTo>
                  <a:pt x="0" y="44175"/>
                </a:lnTo>
                <a:lnTo>
                  <a:pt x="0" y="24454"/>
                </a:lnTo>
                <a:lnTo>
                  <a:pt x="13726" y="24454"/>
                </a:lnTo>
                <a:lnTo>
                  <a:pt x="13726" y="0"/>
                </a:lnTo>
                <a:lnTo>
                  <a:pt x="41336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34CA1B-7CA9-4447-B2D7-AFF095DCFC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39358" y="2711269"/>
            <a:ext cx="64054" cy="88351"/>
          </a:xfrm>
          <a:custGeom xmlns:a="http://schemas.openxmlformats.org/drawingml/2006/main">
            <a:pathLst>
              <a:path w="64054" h="88351">
                <a:moveTo>
                  <a:pt x="64054" y="25559"/>
                </a:moveTo>
                <a:cubicBezTo>
                  <a:pt x="61530" y="24454"/>
                  <a:pt x="59163" y="23665"/>
                  <a:pt x="56797" y="23034"/>
                </a:cubicBezTo>
                <a:cubicBezTo>
                  <a:pt x="54430" y="22561"/>
                  <a:pt x="52064" y="22245"/>
                  <a:pt x="49697" y="22245"/>
                </a:cubicBezTo>
                <a:cubicBezTo>
                  <a:pt x="42598" y="22245"/>
                  <a:pt x="37076" y="24612"/>
                  <a:pt x="33289" y="29030"/>
                </a:cubicBezTo>
                <a:cubicBezTo>
                  <a:pt x="29503" y="33605"/>
                  <a:pt x="27610" y="40073"/>
                  <a:pt x="27610" y="48593"/>
                </a:cubicBezTo>
                <a:lnTo>
                  <a:pt x="27610" y="88351"/>
                </a:lnTo>
                <a:lnTo>
                  <a:pt x="0" y="88351"/>
                </a:lnTo>
                <a:lnTo>
                  <a:pt x="0" y="2051"/>
                </a:lnTo>
                <a:lnTo>
                  <a:pt x="27610" y="2051"/>
                </a:lnTo>
                <a:lnTo>
                  <a:pt x="27610" y="16250"/>
                </a:lnTo>
                <a:cubicBezTo>
                  <a:pt x="31081" y="10571"/>
                  <a:pt x="35025" y="6469"/>
                  <a:pt x="39758" y="3944"/>
                </a:cubicBezTo>
                <a:cubicBezTo>
                  <a:pt x="44333" y="1420"/>
                  <a:pt x="49855" y="0"/>
                  <a:pt x="56324" y="0"/>
                </a:cubicBezTo>
                <a:cubicBezTo>
                  <a:pt x="57270" y="0"/>
                  <a:pt x="58217" y="158"/>
                  <a:pt x="59321" y="158"/>
                </a:cubicBezTo>
                <a:cubicBezTo>
                  <a:pt x="60268" y="158"/>
                  <a:pt x="61846" y="316"/>
                  <a:pt x="64054" y="631"/>
                </a:cubicBezTo>
                <a:lnTo>
                  <a:pt x="64054" y="25559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CF9E73-8814-4E68-9C34-D8251761DC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17139" y="2679715"/>
            <a:ext cx="27610" cy="119905"/>
          </a:xfrm>
          <a:custGeom xmlns:a="http://schemas.openxmlformats.org/drawingml/2006/main">
            <a:pathLst>
              <a:path w="27610" h="119905">
                <a:moveTo>
                  <a:pt x="0" y="33605"/>
                </a:moveTo>
                <a:lnTo>
                  <a:pt x="27610" y="33605"/>
                </a:lnTo>
                <a:lnTo>
                  <a:pt x="27610" y="119905"/>
                </a:lnTo>
                <a:lnTo>
                  <a:pt x="0" y="119905"/>
                </a:lnTo>
                <a:lnTo>
                  <a:pt x="0" y="33605"/>
                </a:lnTo>
                <a:close/>
                <a:moveTo>
                  <a:pt x="0" y="0"/>
                </a:moveTo>
                <a:lnTo>
                  <a:pt x="27610" y="0"/>
                </a:lnTo>
                <a:lnTo>
                  <a:pt x="27610" y="22561"/>
                </a:lnTo>
                <a:lnTo>
                  <a:pt x="0" y="2256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095C37-7863-4097-8192-AD6913AD69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71254" y="2679715"/>
            <a:ext cx="92611" cy="121956"/>
          </a:xfrm>
          <a:custGeom xmlns:a="http://schemas.openxmlformats.org/drawingml/2006/main">
            <a:pathLst>
              <a:path w="92611" h="121956">
                <a:moveTo>
                  <a:pt x="45911" y="102077"/>
                </a:moveTo>
                <a:cubicBezTo>
                  <a:pt x="51748" y="102077"/>
                  <a:pt x="56166" y="100026"/>
                  <a:pt x="59321" y="95608"/>
                </a:cubicBezTo>
                <a:cubicBezTo>
                  <a:pt x="62477" y="91348"/>
                  <a:pt x="64054" y="85038"/>
                  <a:pt x="64054" y="76834"/>
                </a:cubicBezTo>
                <a:cubicBezTo>
                  <a:pt x="64054" y="68630"/>
                  <a:pt x="62477" y="62477"/>
                  <a:pt x="59321" y="58059"/>
                </a:cubicBezTo>
                <a:cubicBezTo>
                  <a:pt x="56166" y="53799"/>
                  <a:pt x="51748" y="51591"/>
                  <a:pt x="45911" y="51591"/>
                </a:cubicBezTo>
                <a:cubicBezTo>
                  <a:pt x="39916" y="51591"/>
                  <a:pt x="35498" y="53799"/>
                  <a:pt x="32343" y="58059"/>
                </a:cubicBezTo>
                <a:cubicBezTo>
                  <a:pt x="29187" y="62477"/>
                  <a:pt x="27610" y="68630"/>
                  <a:pt x="27610" y="76834"/>
                </a:cubicBezTo>
                <a:cubicBezTo>
                  <a:pt x="27610" y="85038"/>
                  <a:pt x="29187" y="91348"/>
                  <a:pt x="32343" y="95608"/>
                </a:cubicBezTo>
                <a:cubicBezTo>
                  <a:pt x="35498" y="100026"/>
                  <a:pt x="39916" y="102077"/>
                  <a:pt x="45911" y="102077"/>
                </a:cubicBezTo>
                <a:close/>
                <a:moveTo>
                  <a:pt x="27610" y="46226"/>
                </a:moveTo>
                <a:cubicBezTo>
                  <a:pt x="31396" y="41178"/>
                  <a:pt x="35498" y="37549"/>
                  <a:pt x="40231" y="35183"/>
                </a:cubicBezTo>
                <a:cubicBezTo>
                  <a:pt x="44806" y="32816"/>
                  <a:pt x="50171" y="31554"/>
                  <a:pt x="56166" y="31554"/>
                </a:cubicBezTo>
                <a:cubicBezTo>
                  <a:pt x="66736" y="31554"/>
                  <a:pt x="75414" y="35814"/>
                  <a:pt x="82356" y="44333"/>
                </a:cubicBezTo>
                <a:cubicBezTo>
                  <a:pt x="89140" y="52853"/>
                  <a:pt x="92611" y="63739"/>
                  <a:pt x="92611" y="76991"/>
                </a:cubicBezTo>
                <a:cubicBezTo>
                  <a:pt x="92611" y="90244"/>
                  <a:pt x="89140" y="101130"/>
                  <a:pt x="82356" y="109492"/>
                </a:cubicBezTo>
                <a:cubicBezTo>
                  <a:pt x="75414" y="117854"/>
                  <a:pt x="66736" y="121956"/>
                  <a:pt x="56166" y="121956"/>
                </a:cubicBezTo>
                <a:cubicBezTo>
                  <a:pt x="50171" y="121956"/>
                  <a:pt x="44806" y="120694"/>
                  <a:pt x="40231" y="118485"/>
                </a:cubicBezTo>
                <a:cubicBezTo>
                  <a:pt x="35498" y="116276"/>
                  <a:pt x="31396" y="112490"/>
                  <a:pt x="27610" y="107441"/>
                </a:cubicBezTo>
                <a:lnTo>
                  <a:pt x="27610" y="119905"/>
                </a:lnTo>
                <a:lnTo>
                  <a:pt x="0" y="119905"/>
                </a:lnTo>
                <a:lnTo>
                  <a:pt x="0" y="0"/>
                </a:lnTo>
                <a:lnTo>
                  <a:pt x="27610" y="0"/>
                </a:lnTo>
                <a:lnTo>
                  <a:pt x="27610" y="46226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BC2446-9E3C-4F03-90F8-CCB596C010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83270" y="2713320"/>
            <a:ext cx="86773" cy="88351"/>
          </a:xfrm>
          <a:custGeom xmlns:a="http://schemas.openxmlformats.org/drawingml/2006/main">
            <a:pathLst>
              <a:path w="86773" h="88351">
                <a:moveTo>
                  <a:pt x="0" y="52695"/>
                </a:moveTo>
                <a:lnTo>
                  <a:pt x="0" y="0"/>
                </a:lnTo>
                <a:lnTo>
                  <a:pt x="27767" y="0"/>
                </a:lnTo>
                <a:lnTo>
                  <a:pt x="27767" y="8677"/>
                </a:lnTo>
                <a:cubicBezTo>
                  <a:pt x="27767" y="13410"/>
                  <a:pt x="27610" y="19248"/>
                  <a:pt x="27610" y="26347"/>
                </a:cubicBezTo>
                <a:cubicBezTo>
                  <a:pt x="27610" y="33447"/>
                  <a:pt x="27610" y="38180"/>
                  <a:pt x="27610" y="40389"/>
                </a:cubicBezTo>
                <a:cubicBezTo>
                  <a:pt x="27610" y="47331"/>
                  <a:pt x="27767" y="52379"/>
                  <a:pt x="28083" y="55377"/>
                </a:cubicBezTo>
                <a:cubicBezTo>
                  <a:pt x="28398" y="58532"/>
                  <a:pt x="29030" y="60741"/>
                  <a:pt x="29976" y="62003"/>
                </a:cubicBezTo>
                <a:cubicBezTo>
                  <a:pt x="31081" y="63897"/>
                  <a:pt x="32500" y="65316"/>
                  <a:pt x="34394" y="66263"/>
                </a:cubicBezTo>
                <a:cubicBezTo>
                  <a:pt x="36129" y="67210"/>
                  <a:pt x="38180" y="67683"/>
                  <a:pt x="40704" y="67683"/>
                </a:cubicBezTo>
                <a:cubicBezTo>
                  <a:pt x="46384" y="67683"/>
                  <a:pt x="50959" y="65474"/>
                  <a:pt x="54273" y="61057"/>
                </a:cubicBezTo>
                <a:cubicBezTo>
                  <a:pt x="57428" y="56639"/>
                  <a:pt x="59163" y="50486"/>
                  <a:pt x="59163" y="42598"/>
                </a:cubicBezTo>
                <a:lnTo>
                  <a:pt x="59163" y="0"/>
                </a:lnTo>
                <a:lnTo>
                  <a:pt x="86773" y="0"/>
                </a:lnTo>
                <a:lnTo>
                  <a:pt x="86773" y="86300"/>
                </a:lnTo>
                <a:lnTo>
                  <a:pt x="59163" y="86300"/>
                </a:lnTo>
                <a:lnTo>
                  <a:pt x="59163" y="73836"/>
                </a:lnTo>
                <a:cubicBezTo>
                  <a:pt x="55061" y="78885"/>
                  <a:pt x="50644" y="82671"/>
                  <a:pt x="45911" y="84880"/>
                </a:cubicBezTo>
                <a:cubicBezTo>
                  <a:pt x="41178" y="87089"/>
                  <a:pt x="36129" y="88351"/>
                  <a:pt x="30607" y="88351"/>
                </a:cubicBezTo>
                <a:cubicBezTo>
                  <a:pt x="20510" y="88351"/>
                  <a:pt x="12937" y="85353"/>
                  <a:pt x="7731" y="79358"/>
                </a:cubicBezTo>
                <a:cubicBezTo>
                  <a:pt x="2524" y="73363"/>
                  <a:pt x="0" y="64370"/>
                  <a:pt x="0" y="5269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793F4D-1F68-49AA-8FF5-239F7E7A82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85347" y="2688865"/>
            <a:ext cx="69734" cy="110754"/>
          </a:xfrm>
          <a:custGeom xmlns:a="http://schemas.openxmlformats.org/drawingml/2006/main">
            <a:pathLst>
              <a:path w="69734" h="110754">
                <a:moveTo>
                  <a:pt x="41336" y="0"/>
                </a:moveTo>
                <a:lnTo>
                  <a:pt x="41336" y="24454"/>
                </a:lnTo>
                <a:lnTo>
                  <a:pt x="69734" y="24454"/>
                </a:lnTo>
                <a:lnTo>
                  <a:pt x="69734" y="44175"/>
                </a:lnTo>
                <a:lnTo>
                  <a:pt x="41336" y="44175"/>
                </a:lnTo>
                <a:lnTo>
                  <a:pt x="41336" y="80778"/>
                </a:lnTo>
                <a:cubicBezTo>
                  <a:pt x="41336" y="84880"/>
                  <a:pt x="42124" y="87562"/>
                  <a:pt x="43702" y="88982"/>
                </a:cubicBezTo>
                <a:cubicBezTo>
                  <a:pt x="45280" y="90402"/>
                  <a:pt x="48435" y="91033"/>
                  <a:pt x="53168" y="91033"/>
                </a:cubicBezTo>
                <a:lnTo>
                  <a:pt x="67367" y="91033"/>
                </a:lnTo>
                <a:lnTo>
                  <a:pt x="67367" y="110754"/>
                </a:lnTo>
                <a:lnTo>
                  <a:pt x="43702" y="110754"/>
                </a:lnTo>
                <a:cubicBezTo>
                  <a:pt x="32816" y="110754"/>
                  <a:pt x="25085" y="108545"/>
                  <a:pt x="20510" y="103970"/>
                </a:cubicBezTo>
                <a:cubicBezTo>
                  <a:pt x="15935" y="99552"/>
                  <a:pt x="13726" y="91822"/>
                  <a:pt x="13726" y="80778"/>
                </a:cubicBezTo>
                <a:lnTo>
                  <a:pt x="13726" y="44175"/>
                </a:lnTo>
                <a:lnTo>
                  <a:pt x="0" y="44175"/>
                </a:lnTo>
                <a:lnTo>
                  <a:pt x="0" y="24454"/>
                </a:lnTo>
                <a:lnTo>
                  <a:pt x="13726" y="24454"/>
                </a:lnTo>
                <a:lnTo>
                  <a:pt x="13726" y="0"/>
                </a:lnTo>
                <a:lnTo>
                  <a:pt x="41336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428B40-E994-4FBE-8453-8E8458F280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71962" y="2679715"/>
            <a:ext cx="27610" cy="119905"/>
          </a:xfrm>
          <a:custGeom xmlns:a="http://schemas.openxmlformats.org/drawingml/2006/main">
            <a:pathLst>
              <a:path w="27610" h="119905">
                <a:moveTo>
                  <a:pt x="0" y="33605"/>
                </a:moveTo>
                <a:lnTo>
                  <a:pt x="27610" y="33605"/>
                </a:lnTo>
                <a:lnTo>
                  <a:pt x="27610" y="119905"/>
                </a:lnTo>
                <a:lnTo>
                  <a:pt x="0" y="119905"/>
                </a:lnTo>
                <a:lnTo>
                  <a:pt x="0" y="33605"/>
                </a:lnTo>
                <a:close/>
                <a:moveTo>
                  <a:pt x="0" y="0"/>
                </a:moveTo>
                <a:lnTo>
                  <a:pt x="27610" y="0"/>
                </a:lnTo>
                <a:lnTo>
                  <a:pt x="27610" y="22561"/>
                </a:lnTo>
                <a:lnTo>
                  <a:pt x="0" y="2256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6E7EAD-4A74-4C3D-8B79-45205CEDAB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19608" y="2711269"/>
            <a:ext cx="94819" cy="90402"/>
          </a:xfrm>
          <a:custGeom xmlns:a="http://schemas.openxmlformats.org/drawingml/2006/main">
            <a:pathLst>
              <a:path w="94819" h="90402">
                <a:moveTo>
                  <a:pt x="47489" y="19721"/>
                </a:moveTo>
                <a:cubicBezTo>
                  <a:pt x="41336" y="19721"/>
                  <a:pt x="36602" y="21930"/>
                  <a:pt x="33447" y="26347"/>
                </a:cubicBezTo>
                <a:cubicBezTo>
                  <a:pt x="30292" y="30765"/>
                  <a:pt x="28714" y="37076"/>
                  <a:pt x="28714" y="45280"/>
                </a:cubicBezTo>
                <a:cubicBezTo>
                  <a:pt x="28714" y="53642"/>
                  <a:pt x="30292" y="59952"/>
                  <a:pt x="33447" y="64370"/>
                </a:cubicBezTo>
                <a:cubicBezTo>
                  <a:pt x="36602" y="68787"/>
                  <a:pt x="41336" y="70838"/>
                  <a:pt x="47489" y="70838"/>
                </a:cubicBezTo>
                <a:cubicBezTo>
                  <a:pt x="53484" y="70838"/>
                  <a:pt x="58059" y="68787"/>
                  <a:pt x="61214" y="64370"/>
                </a:cubicBezTo>
                <a:cubicBezTo>
                  <a:pt x="64370" y="59952"/>
                  <a:pt x="66105" y="53642"/>
                  <a:pt x="66105" y="45280"/>
                </a:cubicBezTo>
                <a:cubicBezTo>
                  <a:pt x="66105" y="37076"/>
                  <a:pt x="64370" y="30765"/>
                  <a:pt x="61214" y="26347"/>
                </a:cubicBezTo>
                <a:cubicBezTo>
                  <a:pt x="58059" y="21930"/>
                  <a:pt x="53484" y="19721"/>
                  <a:pt x="47489" y="19721"/>
                </a:cubicBezTo>
                <a:close/>
                <a:moveTo>
                  <a:pt x="47489" y="0"/>
                </a:moveTo>
                <a:cubicBezTo>
                  <a:pt x="62319" y="0"/>
                  <a:pt x="73836" y="4102"/>
                  <a:pt x="82198" y="11990"/>
                </a:cubicBezTo>
                <a:cubicBezTo>
                  <a:pt x="90560" y="20037"/>
                  <a:pt x="94819" y="31081"/>
                  <a:pt x="94819" y="45280"/>
                </a:cubicBezTo>
                <a:cubicBezTo>
                  <a:pt x="94819" y="59479"/>
                  <a:pt x="90560" y="70681"/>
                  <a:pt x="82198" y="78569"/>
                </a:cubicBezTo>
                <a:cubicBezTo>
                  <a:pt x="73836" y="86458"/>
                  <a:pt x="62319" y="90402"/>
                  <a:pt x="47489" y="90402"/>
                </a:cubicBezTo>
                <a:cubicBezTo>
                  <a:pt x="32658" y="90402"/>
                  <a:pt x="20983" y="86458"/>
                  <a:pt x="12622" y="78569"/>
                </a:cubicBezTo>
                <a:cubicBezTo>
                  <a:pt x="4102" y="70681"/>
                  <a:pt x="0" y="59479"/>
                  <a:pt x="0" y="45280"/>
                </a:cubicBezTo>
                <a:cubicBezTo>
                  <a:pt x="0" y="31081"/>
                  <a:pt x="4102" y="20037"/>
                  <a:pt x="12622" y="11990"/>
                </a:cubicBezTo>
                <a:cubicBezTo>
                  <a:pt x="20983" y="4102"/>
                  <a:pt x="32658" y="0"/>
                  <a:pt x="47489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43BB0F-106B-4590-8B4C-15AFF22071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34464" y="2711269"/>
            <a:ext cx="86773" cy="88351"/>
          </a:xfrm>
          <a:custGeom xmlns:a="http://schemas.openxmlformats.org/drawingml/2006/main">
            <a:pathLst>
              <a:path w="86773" h="88351">
                <a:moveTo>
                  <a:pt x="86773" y="35814"/>
                </a:moveTo>
                <a:lnTo>
                  <a:pt x="86773" y="88351"/>
                </a:lnTo>
                <a:lnTo>
                  <a:pt x="59006" y="88351"/>
                </a:lnTo>
                <a:lnTo>
                  <a:pt x="59006" y="79831"/>
                </a:lnTo>
                <a:lnTo>
                  <a:pt x="59006" y="48120"/>
                </a:lnTo>
                <a:cubicBezTo>
                  <a:pt x="59006" y="40704"/>
                  <a:pt x="58848" y="35656"/>
                  <a:pt x="58532" y="32816"/>
                </a:cubicBezTo>
                <a:cubicBezTo>
                  <a:pt x="58217" y="29976"/>
                  <a:pt x="57586" y="27925"/>
                  <a:pt x="56797" y="26505"/>
                </a:cubicBezTo>
                <a:cubicBezTo>
                  <a:pt x="55693" y="24770"/>
                  <a:pt x="54273" y="23350"/>
                  <a:pt x="52379" y="22403"/>
                </a:cubicBezTo>
                <a:cubicBezTo>
                  <a:pt x="50486" y="21457"/>
                  <a:pt x="48277" y="20826"/>
                  <a:pt x="46069" y="20826"/>
                </a:cubicBezTo>
                <a:cubicBezTo>
                  <a:pt x="40231" y="20826"/>
                  <a:pt x="35656" y="23034"/>
                  <a:pt x="32500" y="27452"/>
                </a:cubicBezTo>
                <a:cubicBezTo>
                  <a:pt x="29187" y="31869"/>
                  <a:pt x="27610" y="38022"/>
                  <a:pt x="27610" y="45911"/>
                </a:cubicBezTo>
                <a:lnTo>
                  <a:pt x="27610" y="88351"/>
                </a:lnTo>
                <a:lnTo>
                  <a:pt x="0" y="88351"/>
                </a:lnTo>
                <a:lnTo>
                  <a:pt x="0" y="2051"/>
                </a:lnTo>
                <a:lnTo>
                  <a:pt x="27610" y="2051"/>
                </a:lnTo>
                <a:lnTo>
                  <a:pt x="27610" y="14673"/>
                </a:lnTo>
                <a:cubicBezTo>
                  <a:pt x="31712" y="9624"/>
                  <a:pt x="35971" y="5995"/>
                  <a:pt x="40704" y="3629"/>
                </a:cubicBezTo>
                <a:cubicBezTo>
                  <a:pt x="45438" y="1262"/>
                  <a:pt x="50644" y="0"/>
                  <a:pt x="56324" y="0"/>
                </a:cubicBezTo>
                <a:cubicBezTo>
                  <a:pt x="66263" y="0"/>
                  <a:pt x="73836" y="3155"/>
                  <a:pt x="79042" y="9151"/>
                </a:cubicBezTo>
                <a:cubicBezTo>
                  <a:pt x="84091" y="15304"/>
                  <a:pt x="86773" y="24139"/>
                  <a:pt x="86773" y="3581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FCC7F7-2CF0-4DE6-9AC0-5E585A2EC3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385" y="2180210"/>
            <a:ext cx="3167264" cy="10"/>
          </a:xfrm>
          <a:custGeom xmlns:a="http://schemas.openxmlformats.org/drawingml/2006/main">
            <a:pathLst>
              <a:path w="3167264" h="1" fill="none">
                <a:moveTo>
                  <a:pt x="0" y="0"/>
                </a:moveTo>
                <a:lnTo>
                  <a:pt x="3167264" y="0"/>
                </a:lnTo>
              </a:path>
            </a:pathLst>
          </a:custGeom>
          <a:noFill xmlns:a="http://schemas.openxmlformats.org/drawingml/2006/main"/>
          <a:ln xmlns:a="http://schemas.openxmlformats.org/drawingml/2006/main" w="9861" cap="flat">
            <a:solidFill>
              <a:srgbClr val="CCCCCC"/>
            </a:solidFill>
            <a:custDash>
              <a:ds d="370000" sp="160000"/>
            </a:custDash>
            <a:round/>
          </a:ln>
        </p:spPr>
      </p:sp>
      <p:sp>
        <p:nvSpPr>
          <p:cNvPr id="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9EBB40-6124-4364-A408-5CFA01D984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5326" y="2432872"/>
            <a:ext cx="119383" cy="119383"/>
          </a:xfrm>
          <a:custGeom xmlns:a="http://schemas.openxmlformats.org/drawingml/2006/main">
            <a:pathLst>
              <a:path w="119383" h="119383">
                <a:moveTo>
                  <a:pt x="83461" y="54762"/>
                </a:moveTo>
                <a:lnTo>
                  <a:pt x="54762" y="83461"/>
                </a:lnTo>
                <a:lnTo>
                  <a:pt x="63254" y="100934"/>
                </a:lnTo>
                <a:lnTo>
                  <a:pt x="44805" y="119383"/>
                </a:lnTo>
                <a:lnTo>
                  <a:pt x="0" y="21866"/>
                </a:lnTo>
                <a:lnTo>
                  <a:pt x="21866" y="0"/>
                </a:lnTo>
                <a:lnTo>
                  <a:pt x="119383" y="44805"/>
                </a:lnTo>
                <a:lnTo>
                  <a:pt x="100934" y="63254"/>
                </a:lnTo>
                <a:lnTo>
                  <a:pt x="83461" y="54762"/>
                </a:lnTo>
                <a:close/>
                <a:moveTo>
                  <a:pt x="46172" y="65695"/>
                </a:moveTo>
                <a:lnTo>
                  <a:pt x="65695" y="46172"/>
                </a:lnTo>
                <a:lnTo>
                  <a:pt x="27625" y="27625"/>
                </a:lnTo>
                <a:lnTo>
                  <a:pt x="46172" y="65695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229061-DBE9-423C-A7A0-47520A7565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0001" y="2375085"/>
            <a:ext cx="70478" cy="93905"/>
          </a:xfrm>
          <a:custGeom xmlns:a="http://schemas.openxmlformats.org/drawingml/2006/main">
            <a:pathLst>
              <a:path w="70478" h="93905">
                <a:moveTo>
                  <a:pt x="54176" y="15423"/>
                </a:moveTo>
                <a:cubicBezTo>
                  <a:pt x="51931" y="16302"/>
                  <a:pt x="49979" y="17278"/>
                  <a:pt x="48124" y="18352"/>
                </a:cubicBezTo>
                <a:cubicBezTo>
                  <a:pt x="46367" y="19523"/>
                  <a:pt x="44708" y="20792"/>
                  <a:pt x="43243" y="22256"/>
                </a:cubicBezTo>
                <a:cubicBezTo>
                  <a:pt x="38851" y="26649"/>
                  <a:pt x="36898" y="31530"/>
                  <a:pt x="37289" y="36606"/>
                </a:cubicBezTo>
                <a:cubicBezTo>
                  <a:pt x="37777" y="41779"/>
                  <a:pt x="40608" y="46953"/>
                  <a:pt x="45879" y="52224"/>
                </a:cubicBezTo>
                <a:lnTo>
                  <a:pt x="70478" y="76823"/>
                </a:lnTo>
                <a:lnTo>
                  <a:pt x="53395" y="93905"/>
                </a:lnTo>
                <a:lnTo>
                  <a:pt x="0" y="40510"/>
                </a:lnTo>
                <a:lnTo>
                  <a:pt x="17083" y="23428"/>
                </a:lnTo>
                <a:lnTo>
                  <a:pt x="25868" y="32213"/>
                </a:lnTo>
                <a:cubicBezTo>
                  <a:pt x="24501" y="26551"/>
                  <a:pt x="24404" y="21573"/>
                  <a:pt x="25770" y="17083"/>
                </a:cubicBezTo>
                <a:cubicBezTo>
                  <a:pt x="27039" y="12690"/>
                  <a:pt x="29577" y="8395"/>
                  <a:pt x="33579" y="4393"/>
                </a:cubicBezTo>
                <a:cubicBezTo>
                  <a:pt x="34165" y="3807"/>
                  <a:pt x="34848" y="3319"/>
                  <a:pt x="35532" y="2636"/>
                </a:cubicBezTo>
                <a:cubicBezTo>
                  <a:pt x="36117" y="2050"/>
                  <a:pt x="37191" y="1171"/>
                  <a:pt x="38753" y="0"/>
                </a:cubicBezTo>
                <a:lnTo>
                  <a:pt x="54176" y="1542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E4D1A2-051E-49F0-8758-295EEEA2FE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0273" y="2327936"/>
            <a:ext cx="101227" cy="88634"/>
          </a:xfrm>
          <a:custGeom xmlns:a="http://schemas.openxmlformats.org/drawingml/2006/main">
            <a:pathLst>
              <a:path w="101227" h="88634">
                <a:moveTo>
                  <a:pt x="51150" y="45000"/>
                </a:moveTo>
                <a:cubicBezTo>
                  <a:pt x="47538" y="48612"/>
                  <a:pt x="45488" y="52029"/>
                  <a:pt x="44903" y="54957"/>
                </a:cubicBezTo>
                <a:cubicBezTo>
                  <a:pt x="44317" y="57886"/>
                  <a:pt x="45196" y="60521"/>
                  <a:pt x="47538" y="62864"/>
                </a:cubicBezTo>
                <a:cubicBezTo>
                  <a:pt x="49686" y="65011"/>
                  <a:pt x="52126" y="66085"/>
                  <a:pt x="54762" y="65792"/>
                </a:cubicBezTo>
                <a:cubicBezTo>
                  <a:pt x="57495" y="65597"/>
                  <a:pt x="60131" y="64133"/>
                  <a:pt x="62669" y="61595"/>
                </a:cubicBezTo>
                <a:cubicBezTo>
                  <a:pt x="65890" y="58374"/>
                  <a:pt x="67549" y="54567"/>
                  <a:pt x="67354" y="50076"/>
                </a:cubicBezTo>
                <a:cubicBezTo>
                  <a:pt x="67159" y="45586"/>
                  <a:pt x="65500" y="41584"/>
                  <a:pt x="61985" y="38070"/>
                </a:cubicBezTo>
                <a:lnTo>
                  <a:pt x="60033" y="36117"/>
                </a:lnTo>
                <a:lnTo>
                  <a:pt x="51150" y="45000"/>
                </a:lnTo>
                <a:close/>
                <a:moveTo>
                  <a:pt x="70771" y="12495"/>
                </a:moveTo>
                <a:lnTo>
                  <a:pt x="101227" y="42951"/>
                </a:lnTo>
                <a:lnTo>
                  <a:pt x="84046" y="60131"/>
                </a:lnTo>
                <a:lnTo>
                  <a:pt x="76140" y="52224"/>
                </a:lnTo>
                <a:cubicBezTo>
                  <a:pt x="77116" y="57886"/>
                  <a:pt x="76920" y="62766"/>
                  <a:pt x="75456" y="66964"/>
                </a:cubicBezTo>
                <a:cubicBezTo>
                  <a:pt x="73894" y="71259"/>
                  <a:pt x="71259" y="75456"/>
                  <a:pt x="67159" y="79556"/>
                </a:cubicBezTo>
                <a:cubicBezTo>
                  <a:pt x="61595" y="85120"/>
                  <a:pt x="55543" y="88049"/>
                  <a:pt x="48905" y="88244"/>
                </a:cubicBezTo>
                <a:cubicBezTo>
                  <a:pt x="42267" y="88634"/>
                  <a:pt x="36410" y="86096"/>
                  <a:pt x="31237" y="80923"/>
                </a:cubicBezTo>
                <a:cubicBezTo>
                  <a:pt x="24989" y="74675"/>
                  <a:pt x="22549" y="67940"/>
                  <a:pt x="23916" y="60716"/>
                </a:cubicBezTo>
                <a:cubicBezTo>
                  <a:pt x="25282" y="53493"/>
                  <a:pt x="30553" y="45293"/>
                  <a:pt x="39827" y="36020"/>
                </a:cubicBezTo>
                <a:lnTo>
                  <a:pt x="49881" y="25966"/>
                </a:lnTo>
                <a:lnTo>
                  <a:pt x="48515" y="24599"/>
                </a:lnTo>
                <a:cubicBezTo>
                  <a:pt x="45879" y="21963"/>
                  <a:pt x="42853" y="21085"/>
                  <a:pt x="39436" y="21963"/>
                </a:cubicBezTo>
                <a:cubicBezTo>
                  <a:pt x="36020" y="22842"/>
                  <a:pt x="32018" y="25477"/>
                  <a:pt x="27527" y="29968"/>
                </a:cubicBezTo>
                <a:cubicBezTo>
                  <a:pt x="23818" y="33677"/>
                  <a:pt x="20792" y="37484"/>
                  <a:pt x="18449" y="41389"/>
                </a:cubicBezTo>
                <a:cubicBezTo>
                  <a:pt x="16106" y="45293"/>
                  <a:pt x="14252" y="49295"/>
                  <a:pt x="12983" y="53298"/>
                </a:cubicBezTo>
                <a:lnTo>
                  <a:pt x="0" y="40315"/>
                </a:lnTo>
                <a:cubicBezTo>
                  <a:pt x="2733" y="35825"/>
                  <a:pt x="5662" y="31530"/>
                  <a:pt x="8883" y="27332"/>
                </a:cubicBezTo>
                <a:cubicBezTo>
                  <a:pt x="12202" y="23232"/>
                  <a:pt x="15618" y="19230"/>
                  <a:pt x="19328" y="15521"/>
                </a:cubicBezTo>
                <a:cubicBezTo>
                  <a:pt x="28894" y="5955"/>
                  <a:pt x="37777" y="976"/>
                  <a:pt x="45879" y="488"/>
                </a:cubicBezTo>
                <a:cubicBezTo>
                  <a:pt x="53981" y="0"/>
                  <a:pt x="62278" y="4002"/>
                  <a:pt x="70771" y="1249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F3B487-811F-4F96-9E23-8353A23E76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3223" y="2256287"/>
            <a:ext cx="119578" cy="98689"/>
          </a:xfrm>
          <a:custGeom xmlns:a="http://schemas.openxmlformats.org/drawingml/2006/main">
            <a:pathLst>
              <a:path w="119578" h="98689">
                <a:moveTo>
                  <a:pt x="91563" y="59252"/>
                </a:moveTo>
                <a:cubicBezTo>
                  <a:pt x="95174" y="55640"/>
                  <a:pt x="96639" y="51638"/>
                  <a:pt x="95858" y="46953"/>
                </a:cubicBezTo>
                <a:cubicBezTo>
                  <a:pt x="95174" y="42365"/>
                  <a:pt x="92246" y="37484"/>
                  <a:pt x="87170" y="32408"/>
                </a:cubicBezTo>
                <a:cubicBezTo>
                  <a:pt x="82094" y="27332"/>
                  <a:pt x="77311" y="24501"/>
                  <a:pt x="72625" y="23720"/>
                </a:cubicBezTo>
                <a:cubicBezTo>
                  <a:pt x="68038" y="23037"/>
                  <a:pt x="63938" y="24404"/>
                  <a:pt x="60326" y="28015"/>
                </a:cubicBezTo>
                <a:cubicBezTo>
                  <a:pt x="56617" y="31725"/>
                  <a:pt x="55250" y="35825"/>
                  <a:pt x="55933" y="40413"/>
                </a:cubicBezTo>
                <a:cubicBezTo>
                  <a:pt x="56714" y="45098"/>
                  <a:pt x="59545" y="49881"/>
                  <a:pt x="64621" y="54957"/>
                </a:cubicBezTo>
                <a:cubicBezTo>
                  <a:pt x="69697" y="60033"/>
                  <a:pt x="74578" y="62962"/>
                  <a:pt x="79166" y="63645"/>
                </a:cubicBezTo>
                <a:cubicBezTo>
                  <a:pt x="83851" y="64426"/>
                  <a:pt x="87853" y="62962"/>
                  <a:pt x="91563" y="59252"/>
                </a:cubicBezTo>
                <a:close/>
                <a:moveTo>
                  <a:pt x="45684" y="36020"/>
                </a:moveTo>
                <a:cubicBezTo>
                  <a:pt x="44903" y="30553"/>
                  <a:pt x="45196" y="25770"/>
                  <a:pt x="46660" y="21378"/>
                </a:cubicBezTo>
                <a:cubicBezTo>
                  <a:pt x="48026" y="17083"/>
                  <a:pt x="50564" y="12983"/>
                  <a:pt x="54274" y="9273"/>
                </a:cubicBezTo>
                <a:cubicBezTo>
                  <a:pt x="60814" y="2733"/>
                  <a:pt x="68818" y="0"/>
                  <a:pt x="78385" y="976"/>
                </a:cubicBezTo>
                <a:cubicBezTo>
                  <a:pt x="87853" y="2050"/>
                  <a:pt x="96736" y="6638"/>
                  <a:pt x="104936" y="14837"/>
                </a:cubicBezTo>
                <a:cubicBezTo>
                  <a:pt x="113136" y="23037"/>
                  <a:pt x="117723" y="31920"/>
                  <a:pt x="118700" y="41291"/>
                </a:cubicBezTo>
                <a:cubicBezTo>
                  <a:pt x="119578" y="50760"/>
                  <a:pt x="116747" y="58666"/>
                  <a:pt x="110207" y="65207"/>
                </a:cubicBezTo>
                <a:cubicBezTo>
                  <a:pt x="106498" y="68916"/>
                  <a:pt x="102398" y="71454"/>
                  <a:pt x="98200" y="72918"/>
                </a:cubicBezTo>
                <a:cubicBezTo>
                  <a:pt x="93905" y="74480"/>
                  <a:pt x="89025" y="74675"/>
                  <a:pt x="83558" y="73894"/>
                </a:cubicBezTo>
                <a:lnTo>
                  <a:pt x="91270" y="81606"/>
                </a:lnTo>
                <a:lnTo>
                  <a:pt x="74187" y="98689"/>
                </a:lnTo>
                <a:lnTo>
                  <a:pt x="0" y="24501"/>
                </a:lnTo>
                <a:lnTo>
                  <a:pt x="17083" y="7419"/>
                </a:lnTo>
                <a:lnTo>
                  <a:pt x="45684" y="3602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C75D3F-CA03-4406-93F1-4DDFCCEB90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3115" y="2193814"/>
            <a:ext cx="91270" cy="91270"/>
          </a:xfrm>
          <a:custGeom xmlns:a="http://schemas.openxmlformats.org/drawingml/2006/main">
            <a:pathLst>
              <a:path w="91270" h="91270">
                <a:moveTo>
                  <a:pt x="20792" y="37875"/>
                </a:moveTo>
                <a:lnTo>
                  <a:pt x="37875" y="20792"/>
                </a:lnTo>
                <a:lnTo>
                  <a:pt x="91270" y="74187"/>
                </a:lnTo>
                <a:lnTo>
                  <a:pt x="74187" y="91270"/>
                </a:lnTo>
                <a:lnTo>
                  <a:pt x="20792" y="37875"/>
                </a:lnTo>
                <a:close/>
                <a:moveTo>
                  <a:pt x="0" y="17083"/>
                </a:moveTo>
                <a:lnTo>
                  <a:pt x="17083" y="0"/>
                </a:lnTo>
                <a:lnTo>
                  <a:pt x="31042" y="13959"/>
                </a:lnTo>
                <a:lnTo>
                  <a:pt x="13959" y="31042"/>
                </a:lnTo>
                <a:lnTo>
                  <a:pt x="0" y="1708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A41CD6-205A-4278-9230-682A478026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151" y="2156720"/>
            <a:ext cx="85218" cy="85315"/>
          </a:xfrm>
          <a:custGeom xmlns:a="http://schemas.openxmlformats.org/drawingml/2006/main">
            <a:pathLst>
              <a:path w="85218" h="85315">
                <a:moveTo>
                  <a:pt x="35044" y="0"/>
                </a:moveTo>
                <a:lnTo>
                  <a:pt x="49003" y="13959"/>
                </a:lnTo>
                <a:cubicBezTo>
                  <a:pt x="45098" y="14740"/>
                  <a:pt x="41584" y="15911"/>
                  <a:pt x="38460" y="17473"/>
                </a:cubicBezTo>
                <a:cubicBezTo>
                  <a:pt x="35337" y="19035"/>
                  <a:pt x="32506" y="21085"/>
                  <a:pt x="30065" y="23525"/>
                </a:cubicBezTo>
                <a:cubicBezTo>
                  <a:pt x="25282" y="28308"/>
                  <a:pt x="23037" y="33482"/>
                  <a:pt x="23135" y="38851"/>
                </a:cubicBezTo>
                <a:cubicBezTo>
                  <a:pt x="23135" y="44317"/>
                  <a:pt x="25770" y="49491"/>
                  <a:pt x="30749" y="54469"/>
                </a:cubicBezTo>
                <a:cubicBezTo>
                  <a:pt x="35825" y="59545"/>
                  <a:pt x="40998" y="62181"/>
                  <a:pt x="46465" y="62181"/>
                </a:cubicBezTo>
                <a:cubicBezTo>
                  <a:pt x="51833" y="62278"/>
                  <a:pt x="56909" y="59935"/>
                  <a:pt x="61693" y="55152"/>
                </a:cubicBezTo>
                <a:cubicBezTo>
                  <a:pt x="64328" y="52517"/>
                  <a:pt x="66476" y="49588"/>
                  <a:pt x="68135" y="46367"/>
                </a:cubicBezTo>
                <a:cubicBezTo>
                  <a:pt x="69697" y="43243"/>
                  <a:pt x="70771" y="39827"/>
                  <a:pt x="71259" y="36215"/>
                </a:cubicBezTo>
                <a:lnTo>
                  <a:pt x="85218" y="50174"/>
                </a:lnTo>
                <a:cubicBezTo>
                  <a:pt x="83461" y="53883"/>
                  <a:pt x="81411" y="57300"/>
                  <a:pt x="79166" y="60521"/>
                </a:cubicBezTo>
                <a:cubicBezTo>
                  <a:pt x="76823" y="63645"/>
                  <a:pt x="74382" y="66671"/>
                  <a:pt x="71649" y="69404"/>
                </a:cubicBezTo>
                <a:cubicBezTo>
                  <a:pt x="61985" y="79068"/>
                  <a:pt x="52029" y="84144"/>
                  <a:pt x="41682" y="84730"/>
                </a:cubicBezTo>
                <a:cubicBezTo>
                  <a:pt x="31334" y="85315"/>
                  <a:pt x="21768" y="81020"/>
                  <a:pt x="12983" y="72235"/>
                </a:cubicBezTo>
                <a:cubicBezTo>
                  <a:pt x="4197" y="63450"/>
                  <a:pt x="0" y="53981"/>
                  <a:pt x="488" y="43536"/>
                </a:cubicBezTo>
                <a:cubicBezTo>
                  <a:pt x="1074" y="33189"/>
                  <a:pt x="6052" y="23135"/>
                  <a:pt x="15716" y="13471"/>
                </a:cubicBezTo>
                <a:cubicBezTo>
                  <a:pt x="18449" y="10738"/>
                  <a:pt x="21475" y="8297"/>
                  <a:pt x="24697" y="6052"/>
                </a:cubicBezTo>
                <a:cubicBezTo>
                  <a:pt x="27918" y="3807"/>
                  <a:pt x="31334" y="1757"/>
                  <a:pt x="35044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420300-6E01-40F6-B9D1-88593B7D12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385" y="1842755"/>
            <a:ext cx="3167264" cy="10"/>
          </a:xfrm>
          <a:custGeom xmlns:a="http://schemas.openxmlformats.org/drawingml/2006/main">
            <a:pathLst>
              <a:path w="3167264" h="1" fill="none">
                <a:moveTo>
                  <a:pt x="0" y="0"/>
                </a:moveTo>
                <a:lnTo>
                  <a:pt x="3167264" y="0"/>
                </a:lnTo>
              </a:path>
            </a:pathLst>
          </a:custGeom>
          <a:noFill xmlns:a="http://schemas.openxmlformats.org/drawingml/2006/main"/>
          <a:ln xmlns:a="http://schemas.openxmlformats.org/drawingml/2006/main" w="9861" cap="flat">
            <a:solidFill>
              <a:srgbClr val="CCCCCC"/>
            </a:solidFill>
            <a:custDash>
              <a:ds d="370000" sp="160000"/>
            </a:custDash>
            <a:round/>
          </a:ln>
        </p:spPr>
      </p:sp>
      <p:sp>
        <p:nvSpPr>
          <p:cNvPr id="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B43C8D-47F5-4081-A0CD-66B0BE90EB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8217" y="2166616"/>
            <a:ext cx="109036" cy="109133"/>
          </a:xfrm>
          <a:custGeom xmlns:a="http://schemas.openxmlformats.org/drawingml/2006/main">
            <a:pathLst>
              <a:path w="109036" h="109133">
                <a:moveTo>
                  <a:pt x="109036" y="63254"/>
                </a:moveTo>
                <a:cubicBezTo>
                  <a:pt x="107376" y="68428"/>
                  <a:pt x="105229" y="73309"/>
                  <a:pt x="102398" y="77701"/>
                </a:cubicBezTo>
                <a:cubicBezTo>
                  <a:pt x="99469" y="82192"/>
                  <a:pt x="96151" y="86487"/>
                  <a:pt x="92246" y="90391"/>
                </a:cubicBezTo>
                <a:cubicBezTo>
                  <a:pt x="80337" y="102300"/>
                  <a:pt x="67745" y="108450"/>
                  <a:pt x="54176" y="108743"/>
                </a:cubicBezTo>
                <a:cubicBezTo>
                  <a:pt x="40705" y="109133"/>
                  <a:pt x="28308" y="103569"/>
                  <a:pt x="16887" y="92148"/>
                </a:cubicBezTo>
                <a:cubicBezTo>
                  <a:pt x="5564" y="80825"/>
                  <a:pt x="0" y="68428"/>
                  <a:pt x="293" y="54860"/>
                </a:cubicBezTo>
                <a:cubicBezTo>
                  <a:pt x="586" y="41291"/>
                  <a:pt x="6638" y="28601"/>
                  <a:pt x="18547" y="16692"/>
                </a:cubicBezTo>
                <a:cubicBezTo>
                  <a:pt x="22451" y="12788"/>
                  <a:pt x="26746" y="9469"/>
                  <a:pt x="31334" y="6638"/>
                </a:cubicBezTo>
                <a:cubicBezTo>
                  <a:pt x="35825" y="3905"/>
                  <a:pt x="40608" y="1659"/>
                  <a:pt x="45781" y="0"/>
                </a:cubicBezTo>
                <a:lnTo>
                  <a:pt x="60521" y="14740"/>
                </a:lnTo>
                <a:cubicBezTo>
                  <a:pt x="54762" y="15814"/>
                  <a:pt x="49784" y="17473"/>
                  <a:pt x="45391" y="19718"/>
                </a:cubicBezTo>
                <a:cubicBezTo>
                  <a:pt x="40998" y="21963"/>
                  <a:pt x="36898" y="24892"/>
                  <a:pt x="33287" y="28504"/>
                </a:cubicBezTo>
                <a:cubicBezTo>
                  <a:pt x="26649" y="35141"/>
                  <a:pt x="23623" y="42462"/>
                  <a:pt x="24111" y="50369"/>
                </a:cubicBezTo>
                <a:cubicBezTo>
                  <a:pt x="24599" y="58276"/>
                  <a:pt x="28504" y="65890"/>
                  <a:pt x="35825" y="73211"/>
                </a:cubicBezTo>
                <a:cubicBezTo>
                  <a:pt x="43243" y="80630"/>
                  <a:pt x="50857" y="84534"/>
                  <a:pt x="58764" y="85022"/>
                </a:cubicBezTo>
                <a:cubicBezTo>
                  <a:pt x="66671" y="85511"/>
                  <a:pt x="73894" y="82387"/>
                  <a:pt x="80532" y="75749"/>
                </a:cubicBezTo>
                <a:cubicBezTo>
                  <a:pt x="84144" y="72137"/>
                  <a:pt x="87170" y="68135"/>
                  <a:pt x="89415" y="63742"/>
                </a:cubicBezTo>
                <a:cubicBezTo>
                  <a:pt x="91660" y="59350"/>
                  <a:pt x="93222" y="54274"/>
                  <a:pt x="94296" y="48515"/>
                </a:cubicBezTo>
                <a:lnTo>
                  <a:pt x="109036" y="63254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A85BC2-88DC-4D8C-A87C-DA6BC6EAB8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1417" y="2120932"/>
            <a:ext cx="127875" cy="98396"/>
          </a:xfrm>
          <a:custGeom xmlns:a="http://schemas.openxmlformats.org/drawingml/2006/main">
            <a:pathLst>
              <a:path w="127875" h="98396">
                <a:moveTo>
                  <a:pt x="95370" y="12202"/>
                </a:moveTo>
                <a:lnTo>
                  <a:pt x="127875" y="44708"/>
                </a:lnTo>
                <a:lnTo>
                  <a:pt x="110695" y="61888"/>
                </a:lnTo>
                <a:lnTo>
                  <a:pt x="105424" y="56617"/>
                </a:lnTo>
                <a:lnTo>
                  <a:pt x="85901" y="37094"/>
                </a:lnTo>
                <a:cubicBezTo>
                  <a:pt x="81215" y="32408"/>
                  <a:pt x="77994" y="29382"/>
                  <a:pt x="76042" y="27820"/>
                </a:cubicBezTo>
                <a:cubicBezTo>
                  <a:pt x="74090" y="26258"/>
                  <a:pt x="72430" y="25380"/>
                  <a:pt x="71064" y="24989"/>
                </a:cubicBezTo>
                <a:cubicBezTo>
                  <a:pt x="69306" y="24599"/>
                  <a:pt x="67549" y="24599"/>
                  <a:pt x="65792" y="25185"/>
                </a:cubicBezTo>
                <a:cubicBezTo>
                  <a:pt x="64035" y="25770"/>
                  <a:pt x="62278" y="26746"/>
                  <a:pt x="60912" y="28113"/>
                </a:cubicBezTo>
                <a:cubicBezTo>
                  <a:pt x="57300" y="31725"/>
                  <a:pt x="55836" y="35922"/>
                  <a:pt x="56617" y="40608"/>
                </a:cubicBezTo>
                <a:cubicBezTo>
                  <a:pt x="57300" y="45391"/>
                  <a:pt x="60131" y="50174"/>
                  <a:pt x="65011" y="55055"/>
                </a:cubicBezTo>
                <a:lnTo>
                  <a:pt x="91270" y="81313"/>
                </a:lnTo>
                <a:lnTo>
                  <a:pt x="74187" y="98396"/>
                </a:lnTo>
                <a:lnTo>
                  <a:pt x="0" y="24208"/>
                </a:lnTo>
                <a:lnTo>
                  <a:pt x="17083" y="7126"/>
                </a:lnTo>
                <a:lnTo>
                  <a:pt x="45684" y="35727"/>
                </a:lnTo>
                <a:cubicBezTo>
                  <a:pt x="45098" y="30065"/>
                  <a:pt x="45488" y="25185"/>
                  <a:pt x="46953" y="20792"/>
                </a:cubicBezTo>
                <a:cubicBezTo>
                  <a:pt x="48417" y="16399"/>
                  <a:pt x="50857" y="12397"/>
                  <a:pt x="54371" y="8883"/>
                </a:cubicBezTo>
                <a:cubicBezTo>
                  <a:pt x="60521" y="2733"/>
                  <a:pt x="67159" y="0"/>
                  <a:pt x="74090" y="488"/>
                </a:cubicBezTo>
                <a:cubicBezTo>
                  <a:pt x="81020" y="1171"/>
                  <a:pt x="88146" y="4978"/>
                  <a:pt x="95370" y="1220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13C512-0D30-4397-814F-9B4A398440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0919" y="2058556"/>
            <a:ext cx="91270" cy="91270"/>
          </a:xfrm>
          <a:custGeom xmlns:a="http://schemas.openxmlformats.org/drawingml/2006/main">
            <a:pathLst>
              <a:path w="91270" h="91270">
                <a:moveTo>
                  <a:pt x="20792" y="37875"/>
                </a:moveTo>
                <a:lnTo>
                  <a:pt x="37875" y="20792"/>
                </a:lnTo>
                <a:lnTo>
                  <a:pt x="91270" y="74187"/>
                </a:lnTo>
                <a:lnTo>
                  <a:pt x="74187" y="91270"/>
                </a:lnTo>
                <a:lnTo>
                  <a:pt x="20792" y="37875"/>
                </a:lnTo>
                <a:close/>
                <a:moveTo>
                  <a:pt x="0" y="17083"/>
                </a:moveTo>
                <a:lnTo>
                  <a:pt x="17083" y="0"/>
                </a:lnTo>
                <a:lnTo>
                  <a:pt x="31042" y="13959"/>
                </a:lnTo>
                <a:lnTo>
                  <a:pt x="13959" y="31042"/>
                </a:lnTo>
                <a:lnTo>
                  <a:pt x="0" y="1708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2BCD92-5973-405D-AB04-32FB1FBDCF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192" y="2017948"/>
            <a:ext cx="107083" cy="98396"/>
          </a:xfrm>
          <a:custGeom xmlns:a="http://schemas.openxmlformats.org/drawingml/2006/main">
            <a:pathLst>
              <a:path w="107083" h="98396">
                <a:moveTo>
                  <a:pt x="74578" y="12202"/>
                </a:moveTo>
                <a:lnTo>
                  <a:pt x="107083" y="44708"/>
                </a:lnTo>
                <a:lnTo>
                  <a:pt x="89903" y="61888"/>
                </a:lnTo>
                <a:lnTo>
                  <a:pt x="84632" y="56617"/>
                </a:lnTo>
                <a:lnTo>
                  <a:pt x="65011" y="36996"/>
                </a:lnTo>
                <a:cubicBezTo>
                  <a:pt x="60424" y="32408"/>
                  <a:pt x="57202" y="29382"/>
                  <a:pt x="55250" y="27820"/>
                </a:cubicBezTo>
                <a:cubicBezTo>
                  <a:pt x="53298" y="26258"/>
                  <a:pt x="51638" y="25380"/>
                  <a:pt x="50272" y="24989"/>
                </a:cubicBezTo>
                <a:cubicBezTo>
                  <a:pt x="48515" y="24599"/>
                  <a:pt x="46757" y="24599"/>
                  <a:pt x="45000" y="25185"/>
                </a:cubicBezTo>
                <a:cubicBezTo>
                  <a:pt x="43243" y="25770"/>
                  <a:pt x="41486" y="26746"/>
                  <a:pt x="40120" y="28113"/>
                </a:cubicBezTo>
                <a:cubicBezTo>
                  <a:pt x="36508" y="31725"/>
                  <a:pt x="35044" y="35922"/>
                  <a:pt x="35825" y="40608"/>
                </a:cubicBezTo>
                <a:cubicBezTo>
                  <a:pt x="36508" y="45391"/>
                  <a:pt x="39339" y="50174"/>
                  <a:pt x="44219" y="55055"/>
                </a:cubicBezTo>
                <a:lnTo>
                  <a:pt x="70478" y="81313"/>
                </a:lnTo>
                <a:lnTo>
                  <a:pt x="53395" y="98396"/>
                </a:lnTo>
                <a:lnTo>
                  <a:pt x="0" y="45000"/>
                </a:lnTo>
                <a:lnTo>
                  <a:pt x="17083" y="27918"/>
                </a:lnTo>
                <a:lnTo>
                  <a:pt x="24892" y="35727"/>
                </a:lnTo>
                <a:cubicBezTo>
                  <a:pt x="24306" y="30065"/>
                  <a:pt x="24697" y="25185"/>
                  <a:pt x="26161" y="20792"/>
                </a:cubicBezTo>
                <a:cubicBezTo>
                  <a:pt x="27625" y="16399"/>
                  <a:pt x="30065" y="12397"/>
                  <a:pt x="33579" y="8883"/>
                </a:cubicBezTo>
                <a:cubicBezTo>
                  <a:pt x="39729" y="2733"/>
                  <a:pt x="46367" y="0"/>
                  <a:pt x="53298" y="488"/>
                </a:cubicBezTo>
                <a:cubicBezTo>
                  <a:pt x="60228" y="1171"/>
                  <a:pt x="67354" y="4978"/>
                  <a:pt x="74578" y="1220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50B183-7735-47CC-AA8B-C3CFFF458F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4553" y="1954108"/>
            <a:ext cx="91075" cy="83168"/>
          </a:xfrm>
          <a:custGeom xmlns:a="http://schemas.openxmlformats.org/drawingml/2006/main">
            <a:pathLst>
              <a:path w="91075" h="83168">
                <a:moveTo>
                  <a:pt x="69990" y="12592"/>
                </a:moveTo>
                <a:lnTo>
                  <a:pt x="74871" y="17473"/>
                </a:lnTo>
                <a:lnTo>
                  <a:pt x="34946" y="57397"/>
                </a:lnTo>
                <a:cubicBezTo>
                  <a:pt x="39339" y="61009"/>
                  <a:pt x="43829" y="62571"/>
                  <a:pt x="48319" y="61985"/>
                </a:cubicBezTo>
                <a:cubicBezTo>
                  <a:pt x="52810" y="61595"/>
                  <a:pt x="57202" y="59155"/>
                  <a:pt x="61693" y="54664"/>
                </a:cubicBezTo>
                <a:cubicBezTo>
                  <a:pt x="65207" y="51150"/>
                  <a:pt x="68428" y="46953"/>
                  <a:pt x="71161" y="42072"/>
                </a:cubicBezTo>
                <a:cubicBezTo>
                  <a:pt x="73797" y="37289"/>
                  <a:pt x="76042" y="31725"/>
                  <a:pt x="77897" y="25575"/>
                </a:cubicBezTo>
                <a:lnTo>
                  <a:pt x="91075" y="38753"/>
                </a:lnTo>
                <a:cubicBezTo>
                  <a:pt x="88537" y="44415"/>
                  <a:pt x="85608" y="49491"/>
                  <a:pt x="82289" y="54176"/>
                </a:cubicBezTo>
                <a:cubicBezTo>
                  <a:pt x="78970" y="59057"/>
                  <a:pt x="75359" y="63450"/>
                  <a:pt x="71356" y="67452"/>
                </a:cubicBezTo>
                <a:cubicBezTo>
                  <a:pt x="61693" y="77116"/>
                  <a:pt x="51736" y="82192"/>
                  <a:pt x="41486" y="82680"/>
                </a:cubicBezTo>
                <a:cubicBezTo>
                  <a:pt x="31237" y="83168"/>
                  <a:pt x="21768" y="78970"/>
                  <a:pt x="12885" y="70087"/>
                </a:cubicBezTo>
                <a:cubicBezTo>
                  <a:pt x="4197" y="61400"/>
                  <a:pt x="0" y="51931"/>
                  <a:pt x="293" y="41682"/>
                </a:cubicBezTo>
                <a:cubicBezTo>
                  <a:pt x="586" y="31432"/>
                  <a:pt x="5271" y="21670"/>
                  <a:pt x="14447" y="12495"/>
                </a:cubicBezTo>
                <a:cubicBezTo>
                  <a:pt x="22842" y="4100"/>
                  <a:pt x="32018" y="0"/>
                  <a:pt x="42170" y="0"/>
                </a:cubicBezTo>
                <a:cubicBezTo>
                  <a:pt x="52322" y="0"/>
                  <a:pt x="61595" y="4197"/>
                  <a:pt x="69990" y="12592"/>
                </a:cubicBezTo>
                <a:close/>
                <a:moveTo>
                  <a:pt x="46757" y="24501"/>
                </a:moveTo>
                <a:cubicBezTo>
                  <a:pt x="43536" y="21280"/>
                  <a:pt x="39924" y="19621"/>
                  <a:pt x="36117" y="19523"/>
                </a:cubicBezTo>
                <a:cubicBezTo>
                  <a:pt x="32213" y="19523"/>
                  <a:pt x="28699" y="20890"/>
                  <a:pt x="25673" y="23916"/>
                </a:cubicBezTo>
                <a:cubicBezTo>
                  <a:pt x="22354" y="27235"/>
                  <a:pt x="20597" y="30944"/>
                  <a:pt x="20401" y="34848"/>
                </a:cubicBezTo>
                <a:cubicBezTo>
                  <a:pt x="20206" y="38753"/>
                  <a:pt x="21573" y="42658"/>
                  <a:pt x="24599" y="46660"/>
                </a:cubicBezTo>
                <a:lnTo>
                  <a:pt x="46757" y="2450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4C691A-45AB-4374-9DE1-6CCC05E453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5172" y="1887242"/>
            <a:ext cx="86487" cy="93808"/>
          </a:xfrm>
          <a:custGeom xmlns:a="http://schemas.openxmlformats.org/drawingml/2006/main">
            <a:pathLst>
              <a:path w="86487" h="93808">
                <a:moveTo>
                  <a:pt x="39046" y="0"/>
                </a:moveTo>
                <a:lnTo>
                  <a:pt x="52029" y="12983"/>
                </a:lnTo>
                <a:cubicBezTo>
                  <a:pt x="46855" y="15228"/>
                  <a:pt x="42170" y="17571"/>
                  <a:pt x="38070" y="20109"/>
                </a:cubicBezTo>
                <a:cubicBezTo>
                  <a:pt x="33872" y="22744"/>
                  <a:pt x="30261" y="25575"/>
                  <a:pt x="27235" y="28601"/>
                </a:cubicBezTo>
                <a:cubicBezTo>
                  <a:pt x="23916" y="31920"/>
                  <a:pt x="22061" y="34751"/>
                  <a:pt x="21280" y="37094"/>
                </a:cubicBezTo>
                <a:cubicBezTo>
                  <a:pt x="20499" y="39436"/>
                  <a:pt x="20987" y="41486"/>
                  <a:pt x="22647" y="43146"/>
                </a:cubicBezTo>
                <a:cubicBezTo>
                  <a:pt x="24013" y="44512"/>
                  <a:pt x="25673" y="45000"/>
                  <a:pt x="27527" y="44512"/>
                </a:cubicBezTo>
                <a:cubicBezTo>
                  <a:pt x="29480" y="44122"/>
                  <a:pt x="32115" y="42462"/>
                  <a:pt x="35629" y="39729"/>
                </a:cubicBezTo>
                <a:lnTo>
                  <a:pt x="39046" y="37094"/>
                </a:lnTo>
                <a:cubicBezTo>
                  <a:pt x="48905" y="29577"/>
                  <a:pt x="56519" y="25477"/>
                  <a:pt x="62083" y="24989"/>
                </a:cubicBezTo>
                <a:cubicBezTo>
                  <a:pt x="67647" y="24501"/>
                  <a:pt x="73211" y="26942"/>
                  <a:pt x="78678" y="32408"/>
                </a:cubicBezTo>
                <a:cubicBezTo>
                  <a:pt x="84339" y="38070"/>
                  <a:pt x="86487" y="44512"/>
                  <a:pt x="85120" y="51541"/>
                </a:cubicBezTo>
                <a:cubicBezTo>
                  <a:pt x="83753" y="58569"/>
                  <a:pt x="78873" y="66183"/>
                  <a:pt x="70575" y="74480"/>
                </a:cubicBezTo>
                <a:cubicBezTo>
                  <a:pt x="67061" y="77994"/>
                  <a:pt x="63059" y="81411"/>
                  <a:pt x="58862" y="84632"/>
                </a:cubicBezTo>
                <a:cubicBezTo>
                  <a:pt x="54567" y="87951"/>
                  <a:pt x="49881" y="91075"/>
                  <a:pt x="44805" y="93808"/>
                </a:cubicBezTo>
                <a:lnTo>
                  <a:pt x="31822" y="80825"/>
                </a:lnTo>
                <a:cubicBezTo>
                  <a:pt x="36898" y="79263"/>
                  <a:pt x="41682" y="77018"/>
                  <a:pt x="46074" y="74187"/>
                </a:cubicBezTo>
                <a:cubicBezTo>
                  <a:pt x="50369" y="71454"/>
                  <a:pt x="54469" y="68135"/>
                  <a:pt x="58178" y="64426"/>
                </a:cubicBezTo>
                <a:cubicBezTo>
                  <a:pt x="61497" y="61107"/>
                  <a:pt x="63547" y="58276"/>
                  <a:pt x="64328" y="55543"/>
                </a:cubicBezTo>
                <a:cubicBezTo>
                  <a:pt x="65109" y="53005"/>
                  <a:pt x="64621" y="50760"/>
                  <a:pt x="62766" y="48905"/>
                </a:cubicBezTo>
                <a:cubicBezTo>
                  <a:pt x="61204" y="47343"/>
                  <a:pt x="59545" y="46855"/>
                  <a:pt x="57593" y="47246"/>
                </a:cubicBezTo>
                <a:cubicBezTo>
                  <a:pt x="55640" y="47636"/>
                  <a:pt x="52712" y="49393"/>
                  <a:pt x="48905" y="52419"/>
                </a:cubicBezTo>
                <a:lnTo>
                  <a:pt x="45488" y="55055"/>
                </a:lnTo>
                <a:cubicBezTo>
                  <a:pt x="36996" y="61790"/>
                  <a:pt x="29968" y="65304"/>
                  <a:pt x="24306" y="65695"/>
                </a:cubicBezTo>
                <a:cubicBezTo>
                  <a:pt x="18644" y="66280"/>
                  <a:pt x="13276" y="63840"/>
                  <a:pt x="8004" y="58569"/>
                </a:cubicBezTo>
                <a:cubicBezTo>
                  <a:pt x="2343" y="52907"/>
                  <a:pt x="0" y="46855"/>
                  <a:pt x="1171" y="40217"/>
                </a:cubicBezTo>
                <a:cubicBezTo>
                  <a:pt x="2343" y="33579"/>
                  <a:pt x="6931" y="26258"/>
                  <a:pt x="14935" y="18254"/>
                </a:cubicBezTo>
                <a:cubicBezTo>
                  <a:pt x="18059" y="15130"/>
                  <a:pt x="21573" y="12202"/>
                  <a:pt x="25575" y="9176"/>
                </a:cubicBezTo>
                <a:cubicBezTo>
                  <a:pt x="29577" y="6150"/>
                  <a:pt x="33970" y="3124"/>
                  <a:pt x="39046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4D6E7B-EB4A-4AF4-BE1D-B3EAD410CE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8817" y="1829845"/>
            <a:ext cx="91075" cy="83168"/>
          </a:xfrm>
          <a:custGeom xmlns:a="http://schemas.openxmlformats.org/drawingml/2006/main">
            <a:pathLst>
              <a:path w="91075" h="83168">
                <a:moveTo>
                  <a:pt x="69990" y="12592"/>
                </a:moveTo>
                <a:lnTo>
                  <a:pt x="74871" y="17473"/>
                </a:lnTo>
                <a:lnTo>
                  <a:pt x="34946" y="57397"/>
                </a:lnTo>
                <a:cubicBezTo>
                  <a:pt x="39339" y="61009"/>
                  <a:pt x="43829" y="62571"/>
                  <a:pt x="48319" y="61985"/>
                </a:cubicBezTo>
                <a:cubicBezTo>
                  <a:pt x="52810" y="61595"/>
                  <a:pt x="57202" y="59155"/>
                  <a:pt x="61693" y="54664"/>
                </a:cubicBezTo>
                <a:cubicBezTo>
                  <a:pt x="65207" y="51150"/>
                  <a:pt x="68428" y="46953"/>
                  <a:pt x="71161" y="42072"/>
                </a:cubicBezTo>
                <a:cubicBezTo>
                  <a:pt x="73797" y="37289"/>
                  <a:pt x="76042" y="31725"/>
                  <a:pt x="77897" y="25575"/>
                </a:cubicBezTo>
                <a:lnTo>
                  <a:pt x="91075" y="38753"/>
                </a:lnTo>
                <a:cubicBezTo>
                  <a:pt x="88537" y="44415"/>
                  <a:pt x="85608" y="49491"/>
                  <a:pt x="82289" y="54176"/>
                </a:cubicBezTo>
                <a:cubicBezTo>
                  <a:pt x="78970" y="59057"/>
                  <a:pt x="75359" y="63450"/>
                  <a:pt x="71356" y="67452"/>
                </a:cubicBezTo>
                <a:cubicBezTo>
                  <a:pt x="61693" y="77116"/>
                  <a:pt x="51736" y="82192"/>
                  <a:pt x="41486" y="82680"/>
                </a:cubicBezTo>
                <a:cubicBezTo>
                  <a:pt x="31237" y="83168"/>
                  <a:pt x="21768" y="78970"/>
                  <a:pt x="12885" y="70087"/>
                </a:cubicBezTo>
                <a:cubicBezTo>
                  <a:pt x="4197" y="61400"/>
                  <a:pt x="0" y="51931"/>
                  <a:pt x="293" y="41682"/>
                </a:cubicBezTo>
                <a:cubicBezTo>
                  <a:pt x="586" y="31432"/>
                  <a:pt x="5271" y="21670"/>
                  <a:pt x="14447" y="12495"/>
                </a:cubicBezTo>
                <a:cubicBezTo>
                  <a:pt x="22842" y="4100"/>
                  <a:pt x="32018" y="0"/>
                  <a:pt x="42170" y="0"/>
                </a:cubicBezTo>
                <a:cubicBezTo>
                  <a:pt x="52322" y="0"/>
                  <a:pt x="61595" y="4197"/>
                  <a:pt x="69990" y="12592"/>
                </a:cubicBezTo>
                <a:close/>
                <a:moveTo>
                  <a:pt x="46757" y="24501"/>
                </a:moveTo>
                <a:cubicBezTo>
                  <a:pt x="43536" y="21280"/>
                  <a:pt x="39924" y="19621"/>
                  <a:pt x="36117" y="19523"/>
                </a:cubicBezTo>
                <a:cubicBezTo>
                  <a:pt x="32213" y="19523"/>
                  <a:pt x="28699" y="20890"/>
                  <a:pt x="25673" y="23916"/>
                </a:cubicBezTo>
                <a:cubicBezTo>
                  <a:pt x="22354" y="27235"/>
                  <a:pt x="20597" y="30944"/>
                  <a:pt x="20401" y="34848"/>
                </a:cubicBezTo>
                <a:cubicBezTo>
                  <a:pt x="20206" y="38753"/>
                  <a:pt x="21573" y="42658"/>
                  <a:pt x="24599" y="46660"/>
                </a:cubicBezTo>
                <a:lnTo>
                  <a:pt x="46757" y="2450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4285F0-B6ED-4CC1-938B-10AD774E3A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385" y="1505301"/>
            <a:ext cx="3167264" cy="10"/>
          </a:xfrm>
          <a:custGeom xmlns:a="http://schemas.openxmlformats.org/drawingml/2006/main">
            <a:pathLst>
              <a:path w="3167264" h="1" fill="none">
                <a:moveTo>
                  <a:pt x="0" y="0"/>
                </a:moveTo>
                <a:lnTo>
                  <a:pt x="3167264" y="0"/>
                </a:lnTo>
              </a:path>
            </a:pathLst>
          </a:custGeom>
          <a:noFill xmlns:a="http://schemas.openxmlformats.org/drawingml/2006/main"/>
          <a:ln xmlns:a="http://schemas.openxmlformats.org/drawingml/2006/main" w="9861" cap="flat">
            <a:solidFill>
              <a:srgbClr val="CCCCCC"/>
            </a:solidFill>
            <a:custDash>
              <a:ds d="370000" sp="160000"/>
            </a:custDash>
            <a:round/>
          </a:ln>
        </p:spPr>
      </p:sp>
      <p:sp>
        <p:nvSpPr>
          <p:cNvPr id="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237849-52FA-4802-B508-1E20A28B42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7021" y="1797881"/>
            <a:ext cx="121726" cy="120652"/>
          </a:xfrm>
          <a:custGeom xmlns:a="http://schemas.openxmlformats.org/drawingml/2006/main">
            <a:pathLst>
              <a:path w="121726" h="120652">
                <a:moveTo>
                  <a:pt x="0" y="49491"/>
                </a:moveTo>
                <a:lnTo>
                  <a:pt x="49491" y="0"/>
                </a:lnTo>
                <a:lnTo>
                  <a:pt x="63352" y="13861"/>
                </a:lnTo>
                <a:lnTo>
                  <a:pt x="32213" y="45000"/>
                </a:lnTo>
                <a:lnTo>
                  <a:pt x="45488" y="58276"/>
                </a:lnTo>
                <a:lnTo>
                  <a:pt x="74773" y="28992"/>
                </a:lnTo>
                <a:lnTo>
                  <a:pt x="88634" y="42853"/>
                </a:lnTo>
                <a:lnTo>
                  <a:pt x="59350" y="72137"/>
                </a:lnTo>
                <a:lnTo>
                  <a:pt x="75651" y="88439"/>
                </a:lnTo>
                <a:lnTo>
                  <a:pt x="107864" y="56226"/>
                </a:lnTo>
                <a:lnTo>
                  <a:pt x="121726" y="70087"/>
                </a:lnTo>
                <a:lnTo>
                  <a:pt x="71161" y="120652"/>
                </a:lnTo>
                <a:lnTo>
                  <a:pt x="0" y="4949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1A6E1A-B007-450E-8DC7-6932073949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0677" y="1754247"/>
            <a:ext cx="107083" cy="98396"/>
          </a:xfrm>
          <a:custGeom xmlns:a="http://schemas.openxmlformats.org/drawingml/2006/main">
            <a:pathLst>
              <a:path w="107083" h="98396">
                <a:moveTo>
                  <a:pt x="74578" y="12202"/>
                </a:moveTo>
                <a:lnTo>
                  <a:pt x="107083" y="44708"/>
                </a:lnTo>
                <a:lnTo>
                  <a:pt x="89903" y="61888"/>
                </a:lnTo>
                <a:lnTo>
                  <a:pt x="84632" y="56617"/>
                </a:lnTo>
                <a:lnTo>
                  <a:pt x="65011" y="36996"/>
                </a:lnTo>
                <a:cubicBezTo>
                  <a:pt x="60424" y="32408"/>
                  <a:pt x="57202" y="29382"/>
                  <a:pt x="55250" y="27820"/>
                </a:cubicBezTo>
                <a:cubicBezTo>
                  <a:pt x="53298" y="26258"/>
                  <a:pt x="51638" y="25380"/>
                  <a:pt x="50272" y="24989"/>
                </a:cubicBezTo>
                <a:cubicBezTo>
                  <a:pt x="48515" y="24599"/>
                  <a:pt x="46757" y="24599"/>
                  <a:pt x="45000" y="25185"/>
                </a:cubicBezTo>
                <a:cubicBezTo>
                  <a:pt x="43243" y="25770"/>
                  <a:pt x="41486" y="26746"/>
                  <a:pt x="40120" y="28113"/>
                </a:cubicBezTo>
                <a:cubicBezTo>
                  <a:pt x="36508" y="31725"/>
                  <a:pt x="35044" y="35922"/>
                  <a:pt x="35825" y="40608"/>
                </a:cubicBezTo>
                <a:cubicBezTo>
                  <a:pt x="36508" y="45391"/>
                  <a:pt x="39339" y="50174"/>
                  <a:pt x="44219" y="55055"/>
                </a:cubicBezTo>
                <a:lnTo>
                  <a:pt x="70478" y="81313"/>
                </a:lnTo>
                <a:lnTo>
                  <a:pt x="53395" y="98396"/>
                </a:lnTo>
                <a:lnTo>
                  <a:pt x="0" y="45000"/>
                </a:lnTo>
                <a:lnTo>
                  <a:pt x="17083" y="27918"/>
                </a:lnTo>
                <a:lnTo>
                  <a:pt x="24892" y="35727"/>
                </a:lnTo>
                <a:cubicBezTo>
                  <a:pt x="24306" y="30065"/>
                  <a:pt x="24697" y="25185"/>
                  <a:pt x="26161" y="20792"/>
                </a:cubicBezTo>
                <a:cubicBezTo>
                  <a:pt x="27625" y="16399"/>
                  <a:pt x="30065" y="12397"/>
                  <a:pt x="33579" y="8883"/>
                </a:cubicBezTo>
                <a:cubicBezTo>
                  <a:pt x="39729" y="2733"/>
                  <a:pt x="46367" y="0"/>
                  <a:pt x="53298" y="488"/>
                </a:cubicBezTo>
                <a:cubicBezTo>
                  <a:pt x="60228" y="1171"/>
                  <a:pt x="67354" y="4978"/>
                  <a:pt x="74578" y="1220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337A25-FB8A-4092-B0B2-FEBD3DC092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8476" y="1676253"/>
            <a:ext cx="105522" cy="122018"/>
          </a:xfrm>
          <a:custGeom xmlns:a="http://schemas.openxmlformats.org/drawingml/2006/main">
            <a:pathLst>
              <a:path w="105522" h="122018">
                <a:moveTo>
                  <a:pt x="72333" y="61497"/>
                </a:moveTo>
                <a:cubicBezTo>
                  <a:pt x="73113" y="66964"/>
                  <a:pt x="72821" y="71942"/>
                  <a:pt x="71454" y="76237"/>
                </a:cubicBezTo>
                <a:cubicBezTo>
                  <a:pt x="70087" y="80532"/>
                  <a:pt x="67549" y="84437"/>
                  <a:pt x="63840" y="88146"/>
                </a:cubicBezTo>
                <a:cubicBezTo>
                  <a:pt x="57300" y="94686"/>
                  <a:pt x="49393" y="97517"/>
                  <a:pt x="39924" y="96639"/>
                </a:cubicBezTo>
                <a:cubicBezTo>
                  <a:pt x="30553" y="95858"/>
                  <a:pt x="21963" y="91367"/>
                  <a:pt x="13959" y="83363"/>
                </a:cubicBezTo>
                <a:cubicBezTo>
                  <a:pt x="6052" y="75456"/>
                  <a:pt x="1562" y="66866"/>
                  <a:pt x="781" y="57495"/>
                </a:cubicBezTo>
                <a:cubicBezTo>
                  <a:pt x="0" y="48124"/>
                  <a:pt x="2733" y="40120"/>
                  <a:pt x="9273" y="33579"/>
                </a:cubicBezTo>
                <a:cubicBezTo>
                  <a:pt x="12983" y="29870"/>
                  <a:pt x="16985" y="27430"/>
                  <a:pt x="21280" y="26063"/>
                </a:cubicBezTo>
                <a:cubicBezTo>
                  <a:pt x="25575" y="24697"/>
                  <a:pt x="30456" y="24306"/>
                  <a:pt x="35922" y="25087"/>
                </a:cubicBezTo>
                <a:lnTo>
                  <a:pt x="28015" y="17180"/>
                </a:lnTo>
                <a:lnTo>
                  <a:pt x="45196" y="0"/>
                </a:lnTo>
                <a:lnTo>
                  <a:pt x="93222" y="48026"/>
                </a:lnTo>
                <a:cubicBezTo>
                  <a:pt x="101715" y="56519"/>
                  <a:pt x="105522" y="65792"/>
                  <a:pt x="104545" y="75749"/>
                </a:cubicBezTo>
                <a:cubicBezTo>
                  <a:pt x="103569" y="85706"/>
                  <a:pt x="98103" y="95858"/>
                  <a:pt x="87853" y="106107"/>
                </a:cubicBezTo>
                <a:cubicBezTo>
                  <a:pt x="84534" y="109426"/>
                  <a:pt x="81020" y="112355"/>
                  <a:pt x="77409" y="114990"/>
                </a:cubicBezTo>
                <a:cubicBezTo>
                  <a:pt x="73699" y="117528"/>
                  <a:pt x="69795" y="119871"/>
                  <a:pt x="65695" y="122018"/>
                </a:cubicBezTo>
                <a:lnTo>
                  <a:pt x="52419" y="108743"/>
                </a:lnTo>
                <a:cubicBezTo>
                  <a:pt x="57007" y="107474"/>
                  <a:pt x="61204" y="105814"/>
                  <a:pt x="65011" y="103765"/>
                </a:cubicBezTo>
                <a:cubicBezTo>
                  <a:pt x="68623" y="101715"/>
                  <a:pt x="71942" y="99372"/>
                  <a:pt x="74871" y="96443"/>
                </a:cubicBezTo>
                <a:cubicBezTo>
                  <a:pt x="80435" y="90879"/>
                  <a:pt x="83265" y="85511"/>
                  <a:pt x="83461" y="80435"/>
                </a:cubicBezTo>
                <a:cubicBezTo>
                  <a:pt x="83558" y="75456"/>
                  <a:pt x="81215" y="70380"/>
                  <a:pt x="76042" y="65207"/>
                </a:cubicBezTo>
                <a:lnTo>
                  <a:pt x="72333" y="61497"/>
                </a:lnTo>
                <a:close/>
                <a:moveTo>
                  <a:pt x="27918" y="39534"/>
                </a:moveTo>
                <a:cubicBezTo>
                  <a:pt x="24404" y="43048"/>
                  <a:pt x="22939" y="47246"/>
                  <a:pt x="23525" y="51736"/>
                </a:cubicBezTo>
                <a:cubicBezTo>
                  <a:pt x="24208" y="56324"/>
                  <a:pt x="26942" y="61009"/>
                  <a:pt x="31627" y="65695"/>
                </a:cubicBezTo>
                <a:cubicBezTo>
                  <a:pt x="36508" y="70575"/>
                  <a:pt x="41096" y="73406"/>
                  <a:pt x="45586" y="73992"/>
                </a:cubicBezTo>
                <a:cubicBezTo>
                  <a:pt x="50076" y="74578"/>
                  <a:pt x="54079" y="73113"/>
                  <a:pt x="57788" y="69404"/>
                </a:cubicBezTo>
                <a:cubicBezTo>
                  <a:pt x="61302" y="65890"/>
                  <a:pt x="62864" y="61790"/>
                  <a:pt x="62181" y="57202"/>
                </a:cubicBezTo>
                <a:cubicBezTo>
                  <a:pt x="61595" y="52712"/>
                  <a:pt x="58862" y="48026"/>
                  <a:pt x="54079" y="43243"/>
                </a:cubicBezTo>
                <a:cubicBezTo>
                  <a:pt x="49393" y="38558"/>
                  <a:pt x="44708" y="35825"/>
                  <a:pt x="40120" y="35141"/>
                </a:cubicBezTo>
                <a:cubicBezTo>
                  <a:pt x="35629" y="34556"/>
                  <a:pt x="31432" y="36020"/>
                  <a:pt x="27918" y="3953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6304F7-7D7D-413B-A543-F68533F0D8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9279" y="1621979"/>
            <a:ext cx="91270" cy="91270"/>
          </a:xfrm>
          <a:custGeom xmlns:a="http://schemas.openxmlformats.org/drawingml/2006/main">
            <a:pathLst>
              <a:path w="91270" h="91270">
                <a:moveTo>
                  <a:pt x="0" y="17083"/>
                </a:moveTo>
                <a:lnTo>
                  <a:pt x="17083" y="0"/>
                </a:lnTo>
                <a:lnTo>
                  <a:pt x="91270" y="74187"/>
                </a:lnTo>
                <a:lnTo>
                  <a:pt x="74187" y="91270"/>
                </a:lnTo>
                <a:lnTo>
                  <a:pt x="0" y="1708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AAD8A7-F37A-4D7E-8277-CD03364B3A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2761" y="1588497"/>
            <a:ext cx="91270" cy="91270"/>
          </a:xfrm>
          <a:custGeom xmlns:a="http://schemas.openxmlformats.org/drawingml/2006/main">
            <a:pathLst>
              <a:path w="91270" h="91270">
                <a:moveTo>
                  <a:pt x="20792" y="37875"/>
                </a:moveTo>
                <a:lnTo>
                  <a:pt x="37875" y="20792"/>
                </a:lnTo>
                <a:lnTo>
                  <a:pt x="91270" y="74187"/>
                </a:lnTo>
                <a:lnTo>
                  <a:pt x="74187" y="91270"/>
                </a:lnTo>
                <a:lnTo>
                  <a:pt x="20792" y="37875"/>
                </a:lnTo>
                <a:close/>
                <a:moveTo>
                  <a:pt x="0" y="17083"/>
                </a:moveTo>
                <a:lnTo>
                  <a:pt x="17083" y="0"/>
                </a:lnTo>
                <a:lnTo>
                  <a:pt x="31042" y="13959"/>
                </a:lnTo>
                <a:lnTo>
                  <a:pt x="13959" y="31042"/>
                </a:lnTo>
                <a:lnTo>
                  <a:pt x="0" y="1708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FBE36C-78D2-489D-BA75-CF1A6CBB13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1329" y="1552868"/>
            <a:ext cx="86487" cy="93808"/>
          </a:xfrm>
          <a:custGeom xmlns:a="http://schemas.openxmlformats.org/drawingml/2006/main">
            <a:pathLst>
              <a:path w="86487" h="93808">
                <a:moveTo>
                  <a:pt x="39046" y="0"/>
                </a:moveTo>
                <a:lnTo>
                  <a:pt x="52029" y="12983"/>
                </a:lnTo>
                <a:cubicBezTo>
                  <a:pt x="46855" y="15228"/>
                  <a:pt x="42170" y="17571"/>
                  <a:pt x="38070" y="20109"/>
                </a:cubicBezTo>
                <a:cubicBezTo>
                  <a:pt x="33872" y="22744"/>
                  <a:pt x="30261" y="25575"/>
                  <a:pt x="27235" y="28601"/>
                </a:cubicBezTo>
                <a:cubicBezTo>
                  <a:pt x="23916" y="31920"/>
                  <a:pt x="22061" y="34751"/>
                  <a:pt x="21280" y="37094"/>
                </a:cubicBezTo>
                <a:cubicBezTo>
                  <a:pt x="20499" y="39436"/>
                  <a:pt x="20987" y="41486"/>
                  <a:pt x="22647" y="43146"/>
                </a:cubicBezTo>
                <a:cubicBezTo>
                  <a:pt x="24013" y="44512"/>
                  <a:pt x="25673" y="45000"/>
                  <a:pt x="27527" y="44512"/>
                </a:cubicBezTo>
                <a:cubicBezTo>
                  <a:pt x="29480" y="44122"/>
                  <a:pt x="32115" y="42462"/>
                  <a:pt x="35629" y="39729"/>
                </a:cubicBezTo>
                <a:lnTo>
                  <a:pt x="39046" y="37094"/>
                </a:lnTo>
                <a:cubicBezTo>
                  <a:pt x="48905" y="29577"/>
                  <a:pt x="56519" y="25477"/>
                  <a:pt x="62083" y="24989"/>
                </a:cubicBezTo>
                <a:cubicBezTo>
                  <a:pt x="67647" y="24501"/>
                  <a:pt x="73211" y="26942"/>
                  <a:pt x="78678" y="32408"/>
                </a:cubicBezTo>
                <a:cubicBezTo>
                  <a:pt x="84339" y="38070"/>
                  <a:pt x="86487" y="44512"/>
                  <a:pt x="85120" y="51541"/>
                </a:cubicBezTo>
                <a:cubicBezTo>
                  <a:pt x="83753" y="58569"/>
                  <a:pt x="78873" y="66183"/>
                  <a:pt x="70575" y="74480"/>
                </a:cubicBezTo>
                <a:cubicBezTo>
                  <a:pt x="67061" y="77994"/>
                  <a:pt x="63059" y="81411"/>
                  <a:pt x="58862" y="84632"/>
                </a:cubicBezTo>
                <a:cubicBezTo>
                  <a:pt x="54567" y="87951"/>
                  <a:pt x="49881" y="91075"/>
                  <a:pt x="44805" y="93808"/>
                </a:cubicBezTo>
                <a:lnTo>
                  <a:pt x="31822" y="80825"/>
                </a:lnTo>
                <a:cubicBezTo>
                  <a:pt x="36898" y="79263"/>
                  <a:pt x="41682" y="77018"/>
                  <a:pt x="46074" y="74187"/>
                </a:cubicBezTo>
                <a:cubicBezTo>
                  <a:pt x="50369" y="71454"/>
                  <a:pt x="54469" y="68135"/>
                  <a:pt x="58178" y="64426"/>
                </a:cubicBezTo>
                <a:cubicBezTo>
                  <a:pt x="61497" y="61107"/>
                  <a:pt x="63547" y="58276"/>
                  <a:pt x="64328" y="55543"/>
                </a:cubicBezTo>
                <a:cubicBezTo>
                  <a:pt x="65109" y="53005"/>
                  <a:pt x="64621" y="50760"/>
                  <a:pt x="62766" y="48905"/>
                </a:cubicBezTo>
                <a:cubicBezTo>
                  <a:pt x="61204" y="47343"/>
                  <a:pt x="59545" y="46855"/>
                  <a:pt x="57593" y="47246"/>
                </a:cubicBezTo>
                <a:cubicBezTo>
                  <a:pt x="55640" y="47636"/>
                  <a:pt x="52712" y="49393"/>
                  <a:pt x="48905" y="52419"/>
                </a:cubicBezTo>
                <a:lnTo>
                  <a:pt x="45488" y="55055"/>
                </a:lnTo>
                <a:cubicBezTo>
                  <a:pt x="36996" y="61790"/>
                  <a:pt x="29968" y="65304"/>
                  <a:pt x="24306" y="65695"/>
                </a:cubicBezTo>
                <a:cubicBezTo>
                  <a:pt x="18644" y="66280"/>
                  <a:pt x="13276" y="63840"/>
                  <a:pt x="8004" y="58569"/>
                </a:cubicBezTo>
                <a:cubicBezTo>
                  <a:pt x="2343" y="52907"/>
                  <a:pt x="0" y="46855"/>
                  <a:pt x="1171" y="40217"/>
                </a:cubicBezTo>
                <a:cubicBezTo>
                  <a:pt x="2343" y="33579"/>
                  <a:pt x="6931" y="26258"/>
                  <a:pt x="14935" y="18254"/>
                </a:cubicBezTo>
                <a:cubicBezTo>
                  <a:pt x="18059" y="15130"/>
                  <a:pt x="21573" y="12202"/>
                  <a:pt x="25575" y="9176"/>
                </a:cubicBezTo>
                <a:cubicBezTo>
                  <a:pt x="29577" y="6150"/>
                  <a:pt x="33970" y="3124"/>
                  <a:pt x="39046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A06209-1BAD-45C2-9443-CF2F6C5FD2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4323" y="1489809"/>
            <a:ext cx="127875" cy="98396"/>
          </a:xfrm>
          <a:custGeom xmlns:a="http://schemas.openxmlformats.org/drawingml/2006/main">
            <a:pathLst>
              <a:path w="127875" h="98396">
                <a:moveTo>
                  <a:pt x="95370" y="12202"/>
                </a:moveTo>
                <a:lnTo>
                  <a:pt x="127875" y="44708"/>
                </a:lnTo>
                <a:lnTo>
                  <a:pt x="110695" y="61888"/>
                </a:lnTo>
                <a:lnTo>
                  <a:pt x="105424" y="56617"/>
                </a:lnTo>
                <a:lnTo>
                  <a:pt x="85901" y="37094"/>
                </a:lnTo>
                <a:cubicBezTo>
                  <a:pt x="81215" y="32408"/>
                  <a:pt x="77994" y="29382"/>
                  <a:pt x="76042" y="27820"/>
                </a:cubicBezTo>
                <a:cubicBezTo>
                  <a:pt x="74090" y="26258"/>
                  <a:pt x="72430" y="25380"/>
                  <a:pt x="71064" y="24989"/>
                </a:cubicBezTo>
                <a:cubicBezTo>
                  <a:pt x="69306" y="24599"/>
                  <a:pt x="67549" y="24599"/>
                  <a:pt x="65792" y="25185"/>
                </a:cubicBezTo>
                <a:cubicBezTo>
                  <a:pt x="64035" y="25770"/>
                  <a:pt x="62278" y="26746"/>
                  <a:pt x="60912" y="28113"/>
                </a:cubicBezTo>
                <a:cubicBezTo>
                  <a:pt x="57300" y="31725"/>
                  <a:pt x="55836" y="35922"/>
                  <a:pt x="56617" y="40608"/>
                </a:cubicBezTo>
                <a:cubicBezTo>
                  <a:pt x="57300" y="45391"/>
                  <a:pt x="60131" y="50174"/>
                  <a:pt x="65011" y="55055"/>
                </a:cubicBezTo>
                <a:lnTo>
                  <a:pt x="91270" y="81313"/>
                </a:lnTo>
                <a:lnTo>
                  <a:pt x="74187" y="98396"/>
                </a:lnTo>
                <a:lnTo>
                  <a:pt x="0" y="24208"/>
                </a:lnTo>
                <a:lnTo>
                  <a:pt x="17083" y="7126"/>
                </a:lnTo>
                <a:lnTo>
                  <a:pt x="45684" y="35727"/>
                </a:lnTo>
                <a:cubicBezTo>
                  <a:pt x="45098" y="30065"/>
                  <a:pt x="45488" y="25185"/>
                  <a:pt x="46953" y="20792"/>
                </a:cubicBezTo>
                <a:cubicBezTo>
                  <a:pt x="48417" y="16399"/>
                  <a:pt x="50857" y="12397"/>
                  <a:pt x="54371" y="8883"/>
                </a:cubicBezTo>
                <a:cubicBezTo>
                  <a:pt x="60521" y="2733"/>
                  <a:pt x="67159" y="0"/>
                  <a:pt x="74090" y="488"/>
                </a:cubicBezTo>
                <a:cubicBezTo>
                  <a:pt x="81020" y="1171"/>
                  <a:pt x="88146" y="4978"/>
                  <a:pt x="95370" y="1220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A80C28-D7AB-4E78-A62F-D388748B32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385" y="1167847"/>
            <a:ext cx="3167264" cy="10"/>
          </a:xfrm>
          <a:custGeom xmlns:a="http://schemas.openxmlformats.org/drawingml/2006/main">
            <a:pathLst>
              <a:path w="3167264" h="1" fill="none">
                <a:moveTo>
                  <a:pt x="0" y="0"/>
                </a:moveTo>
                <a:lnTo>
                  <a:pt x="3167264" y="0"/>
                </a:lnTo>
              </a:path>
            </a:pathLst>
          </a:custGeom>
          <a:noFill xmlns:a="http://schemas.openxmlformats.org/drawingml/2006/main"/>
          <a:ln xmlns:a="http://schemas.openxmlformats.org/drawingml/2006/main" w="9861" cap="flat">
            <a:solidFill>
              <a:srgbClr val="CCCCCC"/>
            </a:solidFill>
            <a:custDash>
              <a:ds d="370000" sp="160000"/>
            </a:custDash>
            <a:round/>
          </a:ln>
        </p:spPr>
      </p:sp>
      <p:sp>
        <p:nvSpPr>
          <p:cNvPr id="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FA7293-09BF-4592-BA6B-8AEBEFF479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0324" y="1333634"/>
            <a:ext cx="134904" cy="134904"/>
          </a:xfrm>
          <a:custGeom xmlns:a="http://schemas.openxmlformats.org/drawingml/2006/main">
            <a:pathLst>
              <a:path w="134904" h="134904">
                <a:moveTo>
                  <a:pt x="0" y="63742"/>
                </a:moveTo>
                <a:lnTo>
                  <a:pt x="18352" y="45391"/>
                </a:lnTo>
                <a:lnTo>
                  <a:pt x="45488" y="72528"/>
                </a:lnTo>
                <a:lnTo>
                  <a:pt x="72528" y="45488"/>
                </a:lnTo>
                <a:lnTo>
                  <a:pt x="45391" y="18352"/>
                </a:lnTo>
                <a:lnTo>
                  <a:pt x="63742" y="0"/>
                </a:lnTo>
                <a:lnTo>
                  <a:pt x="134904" y="71161"/>
                </a:lnTo>
                <a:lnTo>
                  <a:pt x="116552" y="89513"/>
                </a:lnTo>
                <a:lnTo>
                  <a:pt x="86389" y="59350"/>
                </a:lnTo>
                <a:lnTo>
                  <a:pt x="59350" y="86389"/>
                </a:lnTo>
                <a:lnTo>
                  <a:pt x="89513" y="116552"/>
                </a:lnTo>
                <a:lnTo>
                  <a:pt x="71161" y="134904"/>
                </a:lnTo>
                <a:lnTo>
                  <a:pt x="0" y="63742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2ABACA-7221-4B99-AB2C-67457EE820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8220" y="1296346"/>
            <a:ext cx="91270" cy="91270"/>
          </a:xfrm>
          <a:custGeom xmlns:a="http://schemas.openxmlformats.org/drawingml/2006/main">
            <a:pathLst>
              <a:path w="91270" h="91270">
                <a:moveTo>
                  <a:pt x="20792" y="37875"/>
                </a:moveTo>
                <a:lnTo>
                  <a:pt x="37875" y="20792"/>
                </a:lnTo>
                <a:lnTo>
                  <a:pt x="91270" y="74187"/>
                </a:lnTo>
                <a:lnTo>
                  <a:pt x="74187" y="91270"/>
                </a:lnTo>
                <a:lnTo>
                  <a:pt x="20792" y="37875"/>
                </a:lnTo>
                <a:close/>
                <a:moveTo>
                  <a:pt x="0" y="17083"/>
                </a:moveTo>
                <a:lnTo>
                  <a:pt x="17083" y="0"/>
                </a:lnTo>
                <a:lnTo>
                  <a:pt x="31042" y="13959"/>
                </a:lnTo>
                <a:lnTo>
                  <a:pt x="13959" y="31042"/>
                </a:lnTo>
                <a:lnTo>
                  <a:pt x="0" y="1708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A255F0-B486-4DB6-ADC4-84D8CAA2BB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2494" y="1255738"/>
            <a:ext cx="107083" cy="98396"/>
          </a:xfrm>
          <a:custGeom xmlns:a="http://schemas.openxmlformats.org/drawingml/2006/main">
            <a:pathLst>
              <a:path w="107083" h="98396">
                <a:moveTo>
                  <a:pt x="74578" y="12202"/>
                </a:moveTo>
                <a:lnTo>
                  <a:pt x="107083" y="44708"/>
                </a:lnTo>
                <a:lnTo>
                  <a:pt x="89903" y="61888"/>
                </a:lnTo>
                <a:lnTo>
                  <a:pt x="84632" y="56617"/>
                </a:lnTo>
                <a:lnTo>
                  <a:pt x="65011" y="36996"/>
                </a:lnTo>
                <a:cubicBezTo>
                  <a:pt x="60424" y="32408"/>
                  <a:pt x="57202" y="29382"/>
                  <a:pt x="55250" y="27820"/>
                </a:cubicBezTo>
                <a:cubicBezTo>
                  <a:pt x="53298" y="26258"/>
                  <a:pt x="51638" y="25380"/>
                  <a:pt x="50272" y="24989"/>
                </a:cubicBezTo>
                <a:cubicBezTo>
                  <a:pt x="48515" y="24599"/>
                  <a:pt x="46757" y="24599"/>
                  <a:pt x="45000" y="25185"/>
                </a:cubicBezTo>
                <a:cubicBezTo>
                  <a:pt x="43243" y="25770"/>
                  <a:pt x="41486" y="26746"/>
                  <a:pt x="40120" y="28113"/>
                </a:cubicBezTo>
                <a:cubicBezTo>
                  <a:pt x="36508" y="31725"/>
                  <a:pt x="35044" y="35922"/>
                  <a:pt x="35825" y="40608"/>
                </a:cubicBezTo>
                <a:cubicBezTo>
                  <a:pt x="36508" y="45391"/>
                  <a:pt x="39339" y="50174"/>
                  <a:pt x="44219" y="55055"/>
                </a:cubicBezTo>
                <a:lnTo>
                  <a:pt x="70478" y="81313"/>
                </a:lnTo>
                <a:lnTo>
                  <a:pt x="53395" y="98396"/>
                </a:lnTo>
                <a:lnTo>
                  <a:pt x="0" y="45000"/>
                </a:lnTo>
                <a:lnTo>
                  <a:pt x="17083" y="27918"/>
                </a:lnTo>
                <a:lnTo>
                  <a:pt x="24892" y="35727"/>
                </a:lnTo>
                <a:cubicBezTo>
                  <a:pt x="24306" y="30065"/>
                  <a:pt x="24697" y="25185"/>
                  <a:pt x="26161" y="20792"/>
                </a:cubicBezTo>
                <a:cubicBezTo>
                  <a:pt x="27625" y="16399"/>
                  <a:pt x="30065" y="12397"/>
                  <a:pt x="33579" y="8883"/>
                </a:cubicBezTo>
                <a:cubicBezTo>
                  <a:pt x="39729" y="2733"/>
                  <a:pt x="46367" y="0"/>
                  <a:pt x="53298" y="488"/>
                </a:cubicBezTo>
                <a:cubicBezTo>
                  <a:pt x="60228" y="1171"/>
                  <a:pt x="67354" y="4978"/>
                  <a:pt x="74578" y="1220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A3A615-9CA8-4442-9D35-8C614DDA98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0098" y="1156952"/>
            <a:ext cx="98786" cy="119676"/>
          </a:xfrm>
          <a:custGeom xmlns:a="http://schemas.openxmlformats.org/drawingml/2006/main">
            <a:pathLst>
              <a:path w="98786" h="119676">
                <a:moveTo>
                  <a:pt x="36020" y="45781"/>
                </a:moveTo>
                <a:lnTo>
                  <a:pt x="7419" y="17180"/>
                </a:lnTo>
                <a:lnTo>
                  <a:pt x="24599" y="0"/>
                </a:lnTo>
                <a:lnTo>
                  <a:pt x="98786" y="74187"/>
                </a:lnTo>
                <a:lnTo>
                  <a:pt x="81606" y="91367"/>
                </a:lnTo>
                <a:lnTo>
                  <a:pt x="73894" y="83656"/>
                </a:lnTo>
                <a:cubicBezTo>
                  <a:pt x="74675" y="89122"/>
                  <a:pt x="74382" y="94101"/>
                  <a:pt x="72918" y="98298"/>
                </a:cubicBezTo>
                <a:cubicBezTo>
                  <a:pt x="71454" y="102496"/>
                  <a:pt x="69014" y="106498"/>
                  <a:pt x="65304" y="110207"/>
                </a:cubicBezTo>
                <a:cubicBezTo>
                  <a:pt x="58666" y="116845"/>
                  <a:pt x="50760" y="119676"/>
                  <a:pt x="41389" y="118700"/>
                </a:cubicBezTo>
                <a:cubicBezTo>
                  <a:pt x="31920" y="117821"/>
                  <a:pt x="23135" y="113136"/>
                  <a:pt x="14935" y="104936"/>
                </a:cubicBezTo>
                <a:cubicBezTo>
                  <a:pt x="6735" y="96736"/>
                  <a:pt x="2050" y="87951"/>
                  <a:pt x="1074" y="78385"/>
                </a:cubicBezTo>
                <a:cubicBezTo>
                  <a:pt x="0" y="68916"/>
                  <a:pt x="2733" y="60912"/>
                  <a:pt x="9371" y="54274"/>
                </a:cubicBezTo>
                <a:cubicBezTo>
                  <a:pt x="13080" y="50564"/>
                  <a:pt x="17083" y="48124"/>
                  <a:pt x="21378" y="46757"/>
                </a:cubicBezTo>
                <a:cubicBezTo>
                  <a:pt x="25673" y="45391"/>
                  <a:pt x="30553" y="45000"/>
                  <a:pt x="36020" y="45781"/>
                </a:cubicBezTo>
                <a:close/>
                <a:moveTo>
                  <a:pt x="59350" y="91563"/>
                </a:moveTo>
                <a:cubicBezTo>
                  <a:pt x="62962" y="87951"/>
                  <a:pt x="64426" y="83949"/>
                  <a:pt x="63645" y="79263"/>
                </a:cubicBezTo>
                <a:cubicBezTo>
                  <a:pt x="62962" y="74675"/>
                  <a:pt x="60033" y="69795"/>
                  <a:pt x="54957" y="64719"/>
                </a:cubicBezTo>
                <a:cubicBezTo>
                  <a:pt x="49881" y="59643"/>
                  <a:pt x="45098" y="56812"/>
                  <a:pt x="40413" y="56031"/>
                </a:cubicBezTo>
                <a:cubicBezTo>
                  <a:pt x="35825" y="55348"/>
                  <a:pt x="31725" y="56714"/>
                  <a:pt x="28113" y="60326"/>
                </a:cubicBezTo>
                <a:cubicBezTo>
                  <a:pt x="24404" y="64035"/>
                  <a:pt x="23037" y="68135"/>
                  <a:pt x="23720" y="72723"/>
                </a:cubicBezTo>
                <a:cubicBezTo>
                  <a:pt x="24501" y="77409"/>
                  <a:pt x="27430" y="82094"/>
                  <a:pt x="32506" y="87170"/>
                </a:cubicBezTo>
                <a:cubicBezTo>
                  <a:pt x="37582" y="92246"/>
                  <a:pt x="42365" y="95272"/>
                  <a:pt x="46953" y="95955"/>
                </a:cubicBezTo>
                <a:cubicBezTo>
                  <a:pt x="51638" y="96736"/>
                  <a:pt x="55640" y="95272"/>
                  <a:pt x="59350" y="9156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611279-62EA-47E6-BD35-AF436EA1B5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1096" y="1123470"/>
            <a:ext cx="91270" cy="91270"/>
          </a:xfrm>
          <a:custGeom xmlns:a="http://schemas.openxmlformats.org/drawingml/2006/main">
            <a:pathLst>
              <a:path w="91270" h="91270">
                <a:moveTo>
                  <a:pt x="20792" y="37875"/>
                </a:moveTo>
                <a:lnTo>
                  <a:pt x="37875" y="20792"/>
                </a:lnTo>
                <a:lnTo>
                  <a:pt x="91270" y="74187"/>
                </a:lnTo>
                <a:lnTo>
                  <a:pt x="74187" y="91270"/>
                </a:lnTo>
                <a:lnTo>
                  <a:pt x="20792" y="37875"/>
                </a:lnTo>
                <a:close/>
                <a:moveTo>
                  <a:pt x="0" y="17083"/>
                </a:moveTo>
                <a:lnTo>
                  <a:pt x="17083" y="0"/>
                </a:lnTo>
                <a:lnTo>
                  <a:pt x="31042" y="13959"/>
                </a:lnTo>
                <a:lnTo>
                  <a:pt x="13959" y="31042"/>
                </a:lnTo>
                <a:lnTo>
                  <a:pt x="0" y="1708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D03503-D88A-4C5E-A00E-672F901D08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385" y="830392"/>
            <a:ext cx="3167264" cy="10"/>
          </a:xfrm>
          <a:custGeom xmlns:a="http://schemas.openxmlformats.org/drawingml/2006/main">
            <a:pathLst>
              <a:path w="3167264" h="1" fill="none">
                <a:moveTo>
                  <a:pt x="0" y="0"/>
                </a:moveTo>
                <a:lnTo>
                  <a:pt x="3167264" y="0"/>
                </a:lnTo>
              </a:path>
            </a:pathLst>
          </a:custGeom>
          <a:noFill xmlns:a="http://schemas.openxmlformats.org/drawingml/2006/main"/>
          <a:ln xmlns:a="http://schemas.openxmlformats.org/drawingml/2006/main" w="9861" cap="flat">
            <a:solidFill>
              <a:srgbClr val="CCCCCC"/>
            </a:solidFill>
            <a:custDash>
              <a:ds d="370000" sp="160000"/>
            </a:custDash>
            <a:round/>
          </a:ln>
        </p:spPr>
      </p:sp>
      <p:sp>
        <p:nvSpPr>
          <p:cNvPr id="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A1FDCA-1FC6-4D1A-A717-0EDA3181BE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586" y="1156660"/>
            <a:ext cx="135392" cy="116162"/>
          </a:xfrm>
          <a:custGeom xmlns:a="http://schemas.openxmlformats.org/drawingml/2006/main">
            <a:pathLst>
              <a:path w="135392" h="116162">
                <a:moveTo>
                  <a:pt x="57593" y="50467"/>
                </a:moveTo>
                <a:cubicBezTo>
                  <a:pt x="61400" y="46660"/>
                  <a:pt x="63450" y="43243"/>
                  <a:pt x="63645" y="40120"/>
                </a:cubicBezTo>
                <a:cubicBezTo>
                  <a:pt x="63938" y="37094"/>
                  <a:pt x="62473" y="33872"/>
                  <a:pt x="59155" y="30553"/>
                </a:cubicBezTo>
                <a:cubicBezTo>
                  <a:pt x="55933" y="27332"/>
                  <a:pt x="52712" y="25868"/>
                  <a:pt x="49686" y="26161"/>
                </a:cubicBezTo>
                <a:cubicBezTo>
                  <a:pt x="46660" y="26454"/>
                  <a:pt x="43146" y="28406"/>
                  <a:pt x="39339" y="32213"/>
                </a:cubicBezTo>
                <a:lnTo>
                  <a:pt x="31627" y="39924"/>
                </a:lnTo>
                <a:lnTo>
                  <a:pt x="49881" y="58178"/>
                </a:lnTo>
                <a:lnTo>
                  <a:pt x="57593" y="50467"/>
                </a:lnTo>
                <a:close/>
                <a:moveTo>
                  <a:pt x="62571" y="70868"/>
                </a:moveTo>
                <a:lnTo>
                  <a:pt x="89513" y="97810"/>
                </a:lnTo>
                <a:lnTo>
                  <a:pt x="71161" y="116162"/>
                </a:lnTo>
                <a:lnTo>
                  <a:pt x="0" y="45000"/>
                </a:lnTo>
                <a:lnTo>
                  <a:pt x="28015" y="16985"/>
                </a:lnTo>
                <a:cubicBezTo>
                  <a:pt x="37386" y="7614"/>
                  <a:pt x="45879" y="2440"/>
                  <a:pt x="53395" y="1171"/>
                </a:cubicBezTo>
                <a:cubicBezTo>
                  <a:pt x="60814" y="0"/>
                  <a:pt x="68038" y="2733"/>
                  <a:pt x="74773" y="9469"/>
                </a:cubicBezTo>
                <a:cubicBezTo>
                  <a:pt x="79458" y="14154"/>
                  <a:pt x="82192" y="19230"/>
                  <a:pt x="82973" y="24501"/>
                </a:cubicBezTo>
                <a:cubicBezTo>
                  <a:pt x="83656" y="29870"/>
                  <a:pt x="82484" y="35532"/>
                  <a:pt x="79361" y="41389"/>
                </a:cubicBezTo>
                <a:cubicBezTo>
                  <a:pt x="82484" y="39436"/>
                  <a:pt x="86096" y="38558"/>
                  <a:pt x="90001" y="38558"/>
                </a:cubicBezTo>
                <a:cubicBezTo>
                  <a:pt x="94003" y="38655"/>
                  <a:pt x="99079" y="39632"/>
                  <a:pt x="105229" y="41682"/>
                </a:cubicBezTo>
                <a:lnTo>
                  <a:pt x="135392" y="51931"/>
                </a:lnTo>
                <a:lnTo>
                  <a:pt x="115869" y="71454"/>
                </a:lnTo>
                <a:lnTo>
                  <a:pt x="89513" y="62473"/>
                </a:lnTo>
                <a:cubicBezTo>
                  <a:pt x="84242" y="60716"/>
                  <a:pt x="79947" y="60131"/>
                  <a:pt x="76823" y="60521"/>
                </a:cubicBezTo>
                <a:cubicBezTo>
                  <a:pt x="73797" y="61009"/>
                  <a:pt x="70673" y="62766"/>
                  <a:pt x="67745" y="65695"/>
                </a:cubicBezTo>
                <a:lnTo>
                  <a:pt x="62571" y="70868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20E83A-870A-497B-B178-165A7CB669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149" y="1091941"/>
            <a:ext cx="107083" cy="98493"/>
          </a:xfrm>
          <a:custGeom xmlns:a="http://schemas.openxmlformats.org/drawingml/2006/main">
            <a:pathLst>
              <a:path w="107083" h="98493">
                <a:moveTo>
                  <a:pt x="32603" y="86291"/>
                </a:moveTo>
                <a:lnTo>
                  <a:pt x="0" y="53688"/>
                </a:lnTo>
                <a:lnTo>
                  <a:pt x="17180" y="36508"/>
                </a:lnTo>
                <a:lnTo>
                  <a:pt x="22549" y="41877"/>
                </a:lnTo>
                <a:cubicBezTo>
                  <a:pt x="25477" y="44805"/>
                  <a:pt x="28992" y="48515"/>
                  <a:pt x="33384" y="52907"/>
                </a:cubicBezTo>
                <a:cubicBezTo>
                  <a:pt x="37777" y="57300"/>
                  <a:pt x="40705" y="60228"/>
                  <a:pt x="42072" y="61595"/>
                </a:cubicBezTo>
                <a:cubicBezTo>
                  <a:pt x="46367" y="65890"/>
                  <a:pt x="49588" y="68916"/>
                  <a:pt x="51638" y="70575"/>
                </a:cubicBezTo>
                <a:cubicBezTo>
                  <a:pt x="53786" y="72333"/>
                  <a:pt x="55543" y="73309"/>
                  <a:pt x="56909" y="73504"/>
                </a:cubicBezTo>
                <a:cubicBezTo>
                  <a:pt x="58764" y="73992"/>
                  <a:pt x="60521" y="73992"/>
                  <a:pt x="62278" y="73406"/>
                </a:cubicBezTo>
                <a:cubicBezTo>
                  <a:pt x="63938" y="72918"/>
                  <a:pt x="65500" y="71942"/>
                  <a:pt x="67061" y="70380"/>
                </a:cubicBezTo>
                <a:cubicBezTo>
                  <a:pt x="70575" y="66866"/>
                  <a:pt x="72040" y="62669"/>
                  <a:pt x="71356" y="57886"/>
                </a:cubicBezTo>
                <a:cubicBezTo>
                  <a:pt x="70575" y="53200"/>
                  <a:pt x="67842" y="48319"/>
                  <a:pt x="62962" y="43439"/>
                </a:cubicBezTo>
                <a:lnTo>
                  <a:pt x="36606" y="17083"/>
                </a:lnTo>
                <a:lnTo>
                  <a:pt x="53688" y="0"/>
                </a:lnTo>
                <a:lnTo>
                  <a:pt x="107083" y="53395"/>
                </a:lnTo>
                <a:lnTo>
                  <a:pt x="90001" y="70478"/>
                </a:lnTo>
                <a:lnTo>
                  <a:pt x="82289" y="62766"/>
                </a:lnTo>
                <a:cubicBezTo>
                  <a:pt x="82875" y="68428"/>
                  <a:pt x="82484" y="73504"/>
                  <a:pt x="80923" y="77799"/>
                </a:cubicBezTo>
                <a:cubicBezTo>
                  <a:pt x="79361" y="82094"/>
                  <a:pt x="77018" y="85999"/>
                  <a:pt x="73602" y="89415"/>
                </a:cubicBezTo>
                <a:cubicBezTo>
                  <a:pt x="67354" y="95662"/>
                  <a:pt x="60814" y="98493"/>
                  <a:pt x="53883" y="98005"/>
                </a:cubicBezTo>
                <a:cubicBezTo>
                  <a:pt x="46953" y="97517"/>
                  <a:pt x="39827" y="93515"/>
                  <a:pt x="32603" y="86291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0689C8-5709-4319-B122-8191D15420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4531" y="1035520"/>
            <a:ext cx="86487" cy="93808"/>
          </a:xfrm>
          <a:custGeom xmlns:a="http://schemas.openxmlformats.org/drawingml/2006/main">
            <a:pathLst>
              <a:path w="86487" h="93808">
                <a:moveTo>
                  <a:pt x="39046" y="0"/>
                </a:moveTo>
                <a:lnTo>
                  <a:pt x="52029" y="12983"/>
                </a:lnTo>
                <a:cubicBezTo>
                  <a:pt x="46855" y="15228"/>
                  <a:pt x="42170" y="17571"/>
                  <a:pt x="38070" y="20109"/>
                </a:cubicBezTo>
                <a:cubicBezTo>
                  <a:pt x="33872" y="22744"/>
                  <a:pt x="30261" y="25575"/>
                  <a:pt x="27235" y="28601"/>
                </a:cubicBezTo>
                <a:cubicBezTo>
                  <a:pt x="23916" y="31920"/>
                  <a:pt x="22061" y="34751"/>
                  <a:pt x="21280" y="37094"/>
                </a:cubicBezTo>
                <a:cubicBezTo>
                  <a:pt x="20499" y="39436"/>
                  <a:pt x="20987" y="41486"/>
                  <a:pt x="22647" y="43146"/>
                </a:cubicBezTo>
                <a:cubicBezTo>
                  <a:pt x="24013" y="44512"/>
                  <a:pt x="25673" y="45000"/>
                  <a:pt x="27527" y="44512"/>
                </a:cubicBezTo>
                <a:cubicBezTo>
                  <a:pt x="29480" y="44122"/>
                  <a:pt x="32115" y="42462"/>
                  <a:pt x="35629" y="39729"/>
                </a:cubicBezTo>
                <a:lnTo>
                  <a:pt x="39046" y="37094"/>
                </a:lnTo>
                <a:cubicBezTo>
                  <a:pt x="48905" y="29577"/>
                  <a:pt x="56519" y="25477"/>
                  <a:pt x="62083" y="24989"/>
                </a:cubicBezTo>
                <a:cubicBezTo>
                  <a:pt x="67647" y="24501"/>
                  <a:pt x="73211" y="26942"/>
                  <a:pt x="78678" y="32408"/>
                </a:cubicBezTo>
                <a:cubicBezTo>
                  <a:pt x="84339" y="38070"/>
                  <a:pt x="86487" y="44512"/>
                  <a:pt x="85120" y="51541"/>
                </a:cubicBezTo>
                <a:cubicBezTo>
                  <a:pt x="83753" y="58569"/>
                  <a:pt x="78873" y="66183"/>
                  <a:pt x="70575" y="74480"/>
                </a:cubicBezTo>
                <a:cubicBezTo>
                  <a:pt x="67061" y="77994"/>
                  <a:pt x="63059" y="81411"/>
                  <a:pt x="58862" y="84632"/>
                </a:cubicBezTo>
                <a:cubicBezTo>
                  <a:pt x="54567" y="87951"/>
                  <a:pt x="49881" y="91075"/>
                  <a:pt x="44805" y="93808"/>
                </a:cubicBezTo>
                <a:lnTo>
                  <a:pt x="31822" y="80825"/>
                </a:lnTo>
                <a:cubicBezTo>
                  <a:pt x="36898" y="79263"/>
                  <a:pt x="41682" y="77018"/>
                  <a:pt x="46074" y="74187"/>
                </a:cubicBezTo>
                <a:cubicBezTo>
                  <a:pt x="50369" y="71454"/>
                  <a:pt x="54469" y="68135"/>
                  <a:pt x="58178" y="64426"/>
                </a:cubicBezTo>
                <a:cubicBezTo>
                  <a:pt x="61497" y="61107"/>
                  <a:pt x="63547" y="58276"/>
                  <a:pt x="64328" y="55543"/>
                </a:cubicBezTo>
                <a:cubicBezTo>
                  <a:pt x="65109" y="53005"/>
                  <a:pt x="64621" y="50760"/>
                  <a:pt x="62766" y="48905"/>
                </a:cubicBezTo>
                <a:cubicBezTo>
                  <a:pt x="61204" y="47343"/>
                  <a:pt x="59545" y="46855"/>
                  <a:pt x="57593" y="47246"/>
                </a:cubicBezTo>
                <a:cubicBezTo>
                  <a:pt x="55640" y="47636"/>
                  <a:pt x="52712" y="49393"/>
                  <a:pt x="48905" y="52419"/>
                </a:cubicBezTo>
                <a:lnTo>
                  <a:pt x="45488" y="55055"/>
                </a:lnTo>
                <a:cubicBezTo>
                  <a:pt x="36996" y="61790"/>
                  <a:pt x="29968" y="65304"/>
                  <a:pt x="24306" y="65695"/>
                </a:cubicBezTo>
                <a:cubicBezTo>
                  <a:pt x="18644" y="66280"/>
                  <a:pt x="13276" y="63840"/>
                  <a:pt x="8004" y="58569"/>
                </a:cubicBezTo>
                <a:cubicBezTo>
                  <a:pt x="2343" y="52907"/>
                  <a:pt x="0" y="46855"/>
                  <a:pt x="1171" y="40217"/>
                </a:cubicBezTo>
                <a:cubicBezTo>
                  <a:pt x="2343" y="33579"/>
                  <a:pt x="6931" y="26258"/>
                  <a:pt x="14935" y="18254"/>
                </a:cubicBezTo>
                <a:cubicBezTo>
                  <a:pt x="18059" y="15130"/>
                  <a:pt x="21573" y="12202"/>
                  <a:pt x="25575" y="9176"/>
                </a:cubicBezTo>
                <a:cubicBezTo>
                  <a:pt x="29577" y="6150"/>
                  <a:pt x="33970" y="3124"/>
                  <a:pt x="39046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F5992D-3027-4713-8592-98E143A73B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2612" y="977439"/>
            <a:ext cx="86487" cy="93808"/>
          </a:xfrm>
          <a:custGeom xmlns:a="http://schemas.openxmlformats.org/drawingml/2006/main">
            <a:pathLst>
              <a:path w="86487" h="93808">
                <a:moveTo>
                  <a:pt x="39046" y="0"/>
                </a:moveTo>
                <a:lnTo>
                  <a:pt x="52029" y="12983"/>
                </a:lnTo>
                <a:cubicBezTo>
                  <a:pt x="46855" y="15228"/>
                  <a:pt x="42170" y="17571"/>
                  <a:pt x="38070" y="20109"/>
                </a:cubicBezTo>
                <a:cubicBezTo>
                  <a:pt x="33872" y="22744"/>
                  <a:pt x="30261" y="25575"/>
                  <a:pt x="27235" y="28601"/>
                </a:cubicBezTo>
                <a:cubicBezTo>
                  <a:pt x="23916" y="31920"/>
                  <a:pt x="22061" y="34751"/>
                  <a:pt x="21280" y="37094"/>
                </a:cubicBezTo>
                <a:cubicBezTo>
                  <a:pt x="20499" y="39436"/>
                  <a:pt x="20987" y="41486"/>
                  <a:pt x="22647" y="43146"/>
                </a:cubicBezTo>
                <a:cubicBezTo>
                  <a:pt x="24013" y="44512"/>
                  <a:pt x="25673" y="45000"/>
                  <a:pt x="27527" y="44512"/>
                </a:cubicBezTo>
                <a:cubicBezTo>
                  <a:pt x="29480" y="44122"/>
                  <a:pt x="32115" y="42462"/>
                  <a:pt x="35629" y="39729"/>
                </a:cubicBezTo>
                <a:lnTo>
                  <a:pt x="39046" y="37094"/>
                </a:lnTo>
                <a:cubicBezTo>
                  <a:pt x="48905" y="29577"/>
                  <a:pt x="56519" y="25477"/>
                  <a:pt x="62083" y="24989"/>
                </a:cubicBezTo>
                <a:cubicBezTo>
                  <a:pt x="67647" y="24501"/>
                  <a:pt x="73211" y="26942"/>
                  <a:pt x="78678" y="32408"/>
                </a:cubicBezTo>
                <a:cubicBezTo>
                  <a:pt x="84339" y="38070"/>
                  <a:pt x="86487" y="44512"/>
                  <a:pt x="85120" y="51541"/>
                </a:cubicBezTo>
                <a:cubicBezTo>
                  <a:pt x="83753" y="58569"/>
                  <a:pt x="78873" y="66183"/>
                  <a:pt x="70575" y="74480"/>
                </a:cubicBezTo>
                <a:cubicBezTo>
                  <a:pt x="67061" y="77994"/>
                  <a:pt x="63059" y="81411"/>
                  <a:pt x="58862" y="84632"/>
                </a:cubicBezTo>
                <a:cubicBezTo>
                  <a:pt x="54567" y="87951"/>
                  <a:pt x="49881" y="91075"/>
                  <a:pt x="44805" y="93808"/>
                </a:cubicBezTo>
                <a:lnTo>
                  <a:pt x="31822" y="80825"/>
                </a:lnTo>
                <a:cubicBezTo>
                  <a:pt x="36898" y="79263"/>
                  <a:pt x="41682" y="77018"/>
                  <a:pt x="46074" y="74187"/>
                </a:cubicBezTo>
                <a:cubicBezTo>
                  <a:pt x="50369" y="71454"/>
                  <a:pt x="54469" y="68135"/>
                  <a:pt x="58178" y="64426"/>
                </a:cubicBezTo>
                <a:cubicBezTo>
                  <a:pt x="61497" y="61107"/>
                  <a:pt x="63547" y="58276"/>
                  <a:pt x="64328" y="55543"/>
                </a:cubicBezTo>
                <a:cubicBezTo>
                  <a:pt x="65109" y="53005"/>
                  <a:pt x="64621" y="50760"/>
                  <a:pt x="62766" y="48905"/>
                </a:cubicBezTo>
                <a:cubicBezTo>
                  <a:pt x="61204" y="47343"/>
                  <a:pt x="59545" y="46855"/>
                  <a:pt x="57593" y="47246"/>
                </a:cubicBezTo>
                <a:cubicBezTo>
                  <a:pt x="55640" y="47636"/>
                  <a:pt x="52712" y="49393"/>
                  <a:pt x="48905" y="52419"/>
                </a:cubicBezTo>
                <a:lnTo>
                  <a:pt x="45488" y="55055"/>
                </a:lnTo>
                <a:cubicBezTo>
                  <a:pt x="36996" y="61790"/>
                  <a:pt x="29968" y="65304"/>
                  <a:pt x="24306" y="65695"/>
                </a:cubicBezTo>
                <a:cubicBezTo>
                  <a:pt x="18644" y="66280"/>
                  <a:pt x="13276" y="63840"/>
                  <a:pt x="8004" y="58569"/>
                </a:cubicBezTo>
                <a:cubicBezTo>
                  <a:pt x="2343" y="52907"/>
                  <a:pt x="0" y="46855"/>
                  <a:pt x="1171" y="40217"/>
                </a:cubicBezTo>
                <a:cubicBezTo>
                  <a:pt x="2343" y="33579"/>
                  <a:pt x="6931" y="26258"/>
                  <a:pt x="14935" y="18254"/>
                </a:cubicBezTo>
                <a:cubicBezTo>
                  <a:pt x="18059" y="15130"/>
                  <a:pt x="21573" y="12202"/>
                  <a:pt x="25575" y="9176"/>
                </a:cubicBezTo>
                <a:cubicBezTo>
                  <a:pt x="29577" y="6150"/>
                  <a:pt x="33970" y="3124"/>
                  <a:pt x="39046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1115F3-544F-45F1-947E-1F33E7E0F8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5606" y="921506"/>
            <a:ext cx="91270" cy="91270"/>
          </a:xfrm>
          <a:custGeom xmlns:a="http://schemas.openxmlformats.org/drawingml/2006/main">
            <a:pathLst>
              <a:path w="91270" h="91270">
                <a:moveTo>
                  <a:pt x="20792" y="37875"/>
                </a:moveTo>
                <a:lnTo>
                  <a:pt x="37875" y="20792"/>
                </a:lnTo>
                <a:lnTo>
                  <a:pt x="91270" y="74187"/>
                </a:lnTo>
                <a:lnTo>
                  <a:pt x="74187" y="91270"/>
                </a:lnTo>
                <a:lnTo>
                  <a:pt x="20792" y="37875"/>
                </a:lnTo>
                <a:close/>
                <a:moveTo>
                  <a:pt x="0" y="17083"/>
                </a:moveTo>
                <a:lnTo>
                  <a:pt x="17083" y="0"/>
                </a:lnTo>
                <a:lnTo>
                  <a:pt x="31042" y="13959"/>
                </a:lnTo>
                <a:lnTo>
                  <a:pt x="13959" y="31042"/>
                </a:lnTo>
                <a:lnTo>
                  <a:pt x="0" y="1708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D55F38-B13C-4521-84C0-FCE19702AC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2027" y="886364"/>
            <a:ext cx="101227" cy="88634"/>
          </a:xfrm>
          <a:custGeom xmlns:a="http://schemas.openxmlformats.org/drawingml/2006/main">
            <a:pathLst>
              <a:path w="101227" h="88634">
                <a:moveTo>
                  <a:pt x="51150" y="45000"/>
                </a:moveTo>
                <a:cubicBezTo>
                  <a:pt x="47538" y="48612"/>
                  <a:pt x="45488" y="52029"/>
                  <a:pt x="44903" y="54957"/>
                </a:cubicBezTo>
                <a:cubicBezTo>
                  <a:pt x="44317" y="57886"/>
                  <a:pt x="45196" y="60521"/>
                  <a:pt x="47538" y="62864"/>
                </a:cubicBezTo>
                <a:cubicBezTo>
                  <a:pt x="49686" y="65011"/>
                  <a:pt x="52126" y="66085"/>
                  <a:pt x="54762" y="65792"/>
                </a:cubicBezTo>
                <a:cubicBezTo>
                  <a:pt x="57495" y="65597"/>
                  <a:pt x="60131" y="64133"/>
                  <a:pt x="62669" y="61595"/>
                </a:cubicBezTo>
                <a:cubicBezTo>
                  <a:pt x="65890" y="58374"/>
                  <a:pt x="67549" y="54567"/>
                  <a:pt x="67354" y="50076"/>
                </a:cubicBezTo>
                <a:cubicBezTo>
                  <a:pt x="67159" y="45586"/>
                  <a:pt x="65500" y="41584"/>
                  <a:pt x="61985" y="38070"/>
                </a:cubicBezTo>
                <a:lnTo>
                  <a:pt x="60033" y="36117"/>
                </a:lnTo>
                <a:lnTo>
                  <a:pt x="51150" y="45000"/>
                </a:lnTo>
                <a:close/>
                <a:moveTo>
                  <a:pt x="70771" y="12495"/>
                </a:moveTo>
                <a:lnTo>
                  <a:pt x="101227" y="42951"/>
                </a:lnTo>
                <a:lnTo>
                  <a:pt x="84046" y="60131"/>
                </a:lnTo>
                <a:lnTo>
                  <a:pt x="76140" y="52224"/>
                </a:lnTo>
                <a:cubicBezTo>
                  <a:pt x="77116" y="57886"/>
                  <a:pt x="76920" y="62766"/>
                  <a:pt x="75456" y="66964"/>
                </a:cubicBezTo>
                <a:cubicBezTo>
                  <a:pt x="73894" y="71259"/>
                  <a:pt x="71259" y="75456"/>
                  <a:pt x="67159" y="79556"/>
                </a:cubicBezTo>
                <a:cubicBezTo>
                  <a:pt x="61595" y="85120"/>
                  <a:pt x="55543" y="88049"/>
                  <a:pt x="48905" y="88244"/>
                </a:cubicBezTo>
                <a:cubicBezTo>
                  <a:pt x="42267" y="88634"/>
                  <a:pt x="36410" y="86096"/>
                  <a:pt x="31237" y="80923"/>
                </a:cubicBezTo>
                <a:cubicBezTo>
                  <a:pt x="24989" y="74675"/>
                  <a:pt x="22549" y="67940"/>
                  <a:pt x="23916" y="60716"/>
                </a:cubicBezTo>
                <a:cubicBezTo>
                  <a:pt x="25282" y="53493"/>
                  <a:pt x="30553" y="45293"/>
                  <a:pt x="39827" y="36020"/>
                </a:cubicBezTo>
                <a:lnTo>
                  <a:pt x="49881" y="25966"/>
                </a:lnTo>
                <a:lnTo>
                  <a:pt x="48515" y="24599"/>
                </a:lnTo>
                <a:cubicBezTo>
                  <a:pt x="45879" y="21963"/>
                  <a:pt x="42853" y="21085"/>
                  <a:pt x="39436" y="21963"/>
                </a:cubicBezTo>
                <a:cubicBezTo>
                  <a:pt x="36020" y="22842"/>
                  <a:pt x="32018" y="25477"/>
                  <a:pt x="27527" y="29968"/>
                </a:cubicBezTo>
                <a:cubicBezTo>
                  <a:pt x="23818" y="33677"/>
                  <a:pt x="20792" y="37484"/>
                  <a:pt x="18449" y="41389"/>
                </a:cubicBezTo>
                <a:cubicBezTo>
                  <a:pt x="16106" y="45293"/>
                  <a:pt x="14252" y="49295"/>
                  <a:pt x="12983" y="53298"/>
                </a:cubicBezTo>
                <a:lnTo>
                  <a:pt x="0" y="40315"/>
                </a:lnTo>
                <a:cubicBezTo>
                  <a:pt x="2733" y="35825"/>
                  <a:pt x="5662" y="31530"/>
                  <a:pt x="8883" y="27332"/>
                </a:cubicBezTo>
                <a:cubicBezTo>
                  <a:pt x="12202" y="23232"/>
                  <a:pt x="15618" y="19230"/>
                  <a:pt x="19328" y="15521"/>
                </a:cubicBezTo>
                <a:cubicBezTo>
                  <a:pt x="28894" y="5955"/>
                  <a:pt x="37777" y="976"/>
                  <a:pt x="45879" y="488"/>
                </a:cubicBezTo>
                <a:cubicBezTo>
                  <a:pt x="53981" y="0"/>
                  <a:pt x="62278" y="4002"/>
                  <a:pt x="70771" y="1249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DDCB81-512F-46EB-9CDD-061F2D1EBA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5770" y="815008"/>
            <a:ext cx="107083" cy="98396"/>
          </a:xfrm>
          <a:custGeom xmlns:a="http://schemas.openxmlformats.org/drawingml/2006/main">
            <a:pathLst>
              <a:path w="107083" h="98396">
                <a:moveTo>
                  <a:pt x="74578" y="12202"/>
                </a:moveTo>
                <a:lnTo>
                  <a:pt x="107083" y="44708"/>
                </a:lnTo>
                <a:lnTo>
                  <a:pt x="89903" y="61888"/>
                </a:lnTo>
                <a:lnTo>
                  <a:pt x="84632" y="56617"/>
                </a:lnTo>
                <a:lnTo>
                  <a:pt x="65011" y="36996"/>
                </a:lnTo>
                <a:cubicBezTo>
                  <a:pt x="60424" y="32408"/>
                  <a:pt x="57202" y="29382"/>
                  <a:pt x="55250" y="27820"/>
                </a:cubicBezTo>
                <a:cubicBezTo>
                  <a:pt x="53298" y="26258"/>
                  <a:pt x="51638" y="25380"/>
                  <a:pt x="50272" y="24989"/>
                </a:cubicBezTo>
                <a:cubicBezTo>
                  <a:pt x="48515" y="24599"/>
                  <a:pt x="46757" y="24599"/>
                  <a:pt x="45000" y="25185"/>
                </a:cubicBezTo>
                <a:cubicBezTo>
                  <a:pt x="43243" y="25770"/>
                  <a:pt x="41486" y="26746"/>
                  <a:pt x="40120" y="28113"/>
                </a:cubicBezTo>
                <a:cubicBezTo>
                  <a:pt x="36508" y="31725"/>
                  <a:pt x="35044" y="35922"/>
                  <a:pt x="35825" y="40608"/>
                </a:cubicBezTo>
                <a:cubicBezTo>
                  <a:pt x="36508" y="45391"/>
                  <a:pt x="39339" y="50174"/>
                  <a:pt x="44219" y="55055"/>
                </a:cubicBezTo>
                <a:lnTo>
                  <a:pt x="70478" y="81313"/>
                </a:lnTo>
                <a:lnTo>
                  <a:pt x="53395" y="98396"/>
                </a:lnTo>
                <a:lnTo>
                  <a:pt x="0" y="45000"/>
                </a:lnTo>
                <a:lnTo>
                  <a:pt x="17083" y="27918"/>
                </a:lnTo>
                <a:lnTo>
                  <a:pt x="24892" y="35727"/>
                </a:lnTo>
                <a:cubicBezTo>
                  <a:pt x="24306" y="30065"/>
                  <a:pt x="24697" y="25185"/>
                  <a:pt x="26161" y="20792"/>
                </a:cubicBezTo>
                <a:cubicBezTo>
                  <a:pt x="27625" y="16399"/>
                  <a:pt x="30065" y="12397"/>
                  <a:pt x="33579" y="8883"/>
                </a:cubicBezTo>
                <a:cubicBezTo>
                  <a:pt x="39729" y="2733"/>
                  <a:pt x="46367" y="0"/>
                  <a:pt x="53298" y="488"/>
                </a:cubicBezTo>
                <a:cubicBezTo>
                  <a:pt x="60228" y="1171"/>
                  <a:pt x="67354" y="4978"/>
                  <a:pt x="74578" y="1220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9FCC3B-EB24-4AF3-A487-FDAFCB36BA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385" y="492938"/>
            <a:ext cx="3167264" cy="10"/>
          </a:xfrm>
          <a:custGeom xmlns:a="http://schemas.openxmlformats.org/drawingml/2006/main">
            <a:pathLst>
              <a:path w="3167264" h="1" fill="none">
                <a:moveTo>
                  <a:pt x="0" y="0"/>
                </a:moveTo>
                <a:lnTo>
                  <a:pt x="3167264" y="0"/>
                </a:lnTo>
              </a:path>
            </a:pathLst>
          </a:custGeom>
          <a:noFill xmlns:a="http://schemas.openxmlformats.org/drawingml/2006/main"/>
          <a:ln xmlns:a="http://schemas.openxmlformats.org/drawingml/2006/main" w="9861" cap="flat">
            <a:solidFill>
              <a:srgbClr val="CCCCCC"/>
            </a:solidFill>
            <a:custDash>
              <a:ds d="370000" sp="160000"/>
            </a:custDash>
            <a:round/>
          </a:ln>
        </p:spPr>
      </p:sp>
      <p:sp>
        <p:nvSpPr>
          <p:cNvPr id="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C69699-47F7-4439-A12E-E5B420CA8C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0313" y="823824"/>
            <a:ext cx="106205" cy="116064"/>
          </a:xfrm>
          <a:custGeom xmlns:a="http://schemas.openxmlformats.org/drawingml/2006/main">
            <a:pathLst>
              <a:path w="106205" h="116064">
                <a:moveTo>
                  <a:pt x="43146" y="0"/>
                </a:moveTo>
                <a:lnTo>
                  <a:pt x="58178" y="15033"/>
                </a:lnTo>
                <a:cubicBezTo>
                  <a:pt x="52517" y="17180"/>
                  <a:pt x="47441" y="19718"/>
                  <a:pt x="42853" y="22549"/>
                </a:cubicBezTo>
                <a:cubicBezTo>
                  <a:pt x="38265" y="25380"/>
                  <a:pt x="34263" y="28406"/>
                  <a:pt x="30944" y="31725"/>
                </a:cubicBezTo>
                <a:cubicBezTo>
                  <a:pt x="26551" y="36117"/>
                  <a:pt x="24013" y="40022"/>
                  <a:pt x="23037" y="43341"/>
                </a:cubicBezTo>
                <a:cubicBezTo>
                  <a:pt x="22061" y="46660"/>
                  <a:pt x="22939" y="49491"/>
                  <a:pt x="25477" y="52029"/>
                </a:cubicBezTo>
                <a:cubicBezTo>
                  <a:pt x="27430" y="53981"/>
                  <a:pt x="29675" y="54860"/>
                  <a:pt x="32115" y="54371"/>
                </a:cubicBezTo>
                <a:cubicBezTo>
                  <a:pt x="34556" y="54079"/>
                  <a:pt x="38070" y="52322"/>
                  <a:pt x="42560" y="49393"/>
                </a:cubicBezTo>
                <a:lnTo>
                  <a:pt x="51931" y="43146"/>
                </a:lnTo>
                <a:cubicBezTo>
                  <a:pt x="61302" y="36898"/>
                  <a:pt x="69404" y="33677"/>
                  <a:pt x="75944" y="33579"/>
                </a:cubicBezTo>
                <a:cubicBezTo>
                  <a:pt x="82582" y="33579"/>
                  <a:pt x="88927" y="36410"/>
                  <a:pt x="94882" y="42365"/>
                </a:cubicBezTo>
                <a:cubicBezTo>
                  <a:pt x="102691" y="50174"/>
                  <a:pt x="106205" y="58374"/>
                  <a:pt x="105326" y="66866"/>
                </a:cubicBezTo>
                <a:cubicBezTo>
                  <a:pt x="104448" y="75359"/>
                  <a:pt x="99274" y="84242"/>
                  <a:pt x="89708" y="93808"/>
                </a:cubicBezTo>
                <a:cubicBezTo>
                  <a:pt x="85218" y="98298"/>
                  <a:pt x="80142" y="102398"/>
                  <a:pt x="74871" y="106107"/>
                </a:cubicBezTo>
                <a:cubicBezTo>
                  <a:pt x="69502" y="109914"/>
                  <a:pt x="63742" y="113331"/>
                  <a:pt x="57495" y="116064"/>
                </a:cubicBezTo>
                <a:lnTo>
                  <a:pt x="41974" y="100543"/>
                </a:lnTo>
                <a:cubicBezTo>
                  <a:pt x="48905" y="98493"/>
                  <a:pt x="55152" y="95955"/>
                  <a:pt x="60619" y="92832"/>
                </a:cubicBezTo>
                <a:cubicBezTo>
                  <a:pt x="66085" y="89903"/>
                  <a:pt x="70771" y="86389"/>
                  <a:pt x="74773" y="82387"/>
                </a:cubicBezTo>
                <a:cubicBezTo>
                  <a:pt x="78678" y="78482"/>
                  <a:pt x="81215" y="74773"/>
                  <a:pt x="81996" y="71259"/>
                </a:cubicBezTo>
                <a:cubicBezTo>
                  <a:pt x="82777" y="67745"/>
                  <a:pt x="81996" y="64816"/>
                  <a:pt x="79458" y="62278"/>
                </a:cubicBezTo>
                <a:cubicBezTo>
                  <a:pt x="77311" y="60131"/>
                  <a:pt x="74773" y="59155"/>
                  <a:pt x="72137" y="59447"/>
                </a:cubicBezTo>
                <a:cubicBezTo>
                  <a:pt x="69502" y="59740"/>
                  <a:pt x="65500" y="61400"/>
                  <a:pt x="60228" y="64719"/>
                </a:cubicBezTo>
                <a:lnTo>
                  <a:pt x="51541" y="70283"/>
                </a:lnTo>
                <a:cubicBezTo>
                  <a:pt x="42853" y="75847"/>
                  <a:pt x="35239" y="78580"/>
                  <a:pt x="28601" y="78580"/>
                </a:cubicBezTo>
                <a:cubicBezTo>
                  <a:pt x="21963" y="78580"/>
                  <a:pt x="15911" y="75651"/>
                  <a:pt x="10250" y="69990"/>
                </a:cubicBezTo>
                <a:cubicBezTo>
                  <a:pt x="3221" y="62962"/>
                  <a:pt x="0" y="55250"/>
                  <a:pt x="781" y="46855"/>
                </a:cubicBezTo>
                <a:cubicBezTo>
                  <a:pt x="1464" y="38558"/>
                  <a:pt x="6150" y="29968"/>
                  <a:pt x="14740" y="21378"/>
                </a:cubicBezTo>
                <a:cubicBezTo>
                  <a:pt x="18644" y="17473"/>
                  <a:pt x="22939" y="13764"/>
                  <a:pt x="27625" y="10250"/>
                </a:cubicBezTo>
                <a:cubicBezTo>
                  <a:pt x="32310" y="6735"/>
                  <a:pt x="37484" y="3319"/>
                  <a:pt x="43146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B40913-3053-4A78-8D58-901C43C480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8990" y="774040"/>
            <a:ext cx="98786" cy="118895"/>
          </a:xfrm>
          <a:custGeom xmlns:a="http://schemas.openxmlformats.org/drawingml/2006/main">
            <a:pathLst>
              <a:path w="98786" h="118895">
                <a:moveTo>
                  <a:pt x="62766" y="73894"/>
                </a:moveTo>
                <a:lnTo>
                  <a:pt x="90684" y="101812"/>
                </a:lnTo>
                <a:lnTo>
                  <a:pt x="73602" y="118895"/>
                </a:lnTo>
                <a:lnTo>
                  <a:pt x="0" y="45293"/>
                </a:lnTo>
                <a:lnTo>
                  <a:pt x="17083" y="28211"/>
                </a:lnTo>
                <a:lnTo>
                  <a:pt x="24892" y="36020"/>
                </a:lnTo>
                <a:cubicBezTo>
                  <a:pt x="24111" y="30553"/>
                  <a:pt x="24404" y="25770"/>
                  <a:pt x="25868" y="21378"/>
                </a:cubicBezTo>
                <a:cubicBezTo>
                  <a:pt x="27235" y="17083"/>
                  <a:pt x="29773" y="12983"/>
                  <a:pt x="33482" y="9273"/>
                </a:cubicBezTo>
                <a:cubicBezTo>
                  <a:pt x="40022" y="2733"/>
                  <a:pt x="48026" y="0"/>
                  <a:pt x="57593" y="976"/>
                </a:cubicBezTo>
                <a:cubicBezTo>
                  <a:pt x="67061" y="2050"/>
                  <a:pt x="75944" y="6638"/>
                  <a:pt x="84144" y="14837"/>
                </a:cubicBezTo>
                <a:cubicBezTo>
                  <a:pt x="92344" y="23037"/>
                  <a:pt x="96931" y="31920"/>
                  <a:pt x="97908" y="41291"/>
                </a:cubicBezTo>
                <a:cubicBezTo>
                  <a:pt x="98786" y="50760"/>
                  <a:pt x="95955" y="58666"/>
                  <a:pt x="89415" y="65207"/>
                </a:cubicBezTo>
                <a:cubicBezTo>
                  <a:pt x="85706" y="68916"/>
                  <a:pt x="81606" y="71454"/>
                  <a:pt x="77409" y="72918"/>
                </a:cubicBezTo>
                <a:cubicBezTo>
                  <a:pt x="73113" y="74480"/>
                  <a:pt x="68233" y="74675"/>
                  <a:pt x="62766" y="73894"/>
                </a:cubicBezTo>
                <a:close/>
                <a:moveTo>
                  <a:pt x="39534" y="28015"/>
                </a:moveTo>
                <a:cubicBezTo>
                  <a:pt x="35825" y="31725"/>
                  <a:pt x="34458" y="35825"/>
                  <a:pt x="35141" y="40413"/>
                </a:cubicBezTo>
                <a:cubicBezTo>
                  <a:pt x="35922" y="45098"/>
                  <a:pt x="38753" y="49881"/>
                  <a:pt x="43829" y="54957"/>
                </a:cubicBezTo>
                <a:cubicBezTo>
                  <a:pt x="48905" y="60033"/>
                  <a:pt x="53786" y="62962"/>
                  <a:pt x="58374" y="63645"/>
                </a:cubicBezTo>
                <a:cubicBezTo>
                  <a:pt x="63059" y="64426"/>
                  <a:pt x="67061" y="62962"/>
                  <a:pt x="70771" y="59252"/>
                </a:cubicBezTo>
                <a:cubicBezTo>
                  <a:pt x="74382" y="55640"/>
                  <a:pt x="75847" y="51638"/>
                  <a:pt x="75066" y="46953"/>
                </a:cubicBezTo>
                <a:cubicBezTo>
                  <a:pt x="74382" y="42365"/>
                  <a:pt x="71454" y="37484"/>
                  <a:pt x="66378" y="32408"/>
                </a:cubicBezTo>
                <a:cubicBezTo>
                  <a:pt x="61302" y="27332"/>
                  <a:pt x="56519" y="24501"/>
                  <a:pt x="51833" y="23720"/>
                </a:cubicBezTo>
                <a:cubicBezTo>
                  <a:pt x="47246" y="23037"/>
                  <a:pt x="43146" y="24404"/>
                  <a:pt x="39534" y="2801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07AD89-00CA-4F89-90F8-68D73B0340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1030" y="709907"/>
            <a:ext cx="101227" cy="88634"/>
          </a:xfrm>
          <a:custGeom xmlns:a="http://schemas.openxmlformats.org/drawingml/2006/main">
            <a:pathLst>
              <a:path w="101227" h="88634">
                <a:moveTo>
                  <a:pt x="51150" y="45000"/>
                </a:moveTo>
                <a:cubicBezTo>
                  <a:pt x="47538" y="48612"/>
                  <a:pt x="45488" y="52029"/>
                  <a:pt x="44903" y="54957"/>
                </a:cubicBezTo>
                <a:cubicBezTo>
                  <a:pt x="44317" y="57886"/>
                  <a:pt x="45196" y="60521"/>
                  <a:pt x="47538" y="62864"/>
                </a:cubicBezTo>
                <a:cubicBezTo>
                  <a:pt x="49686" y="65011"/>
                  <a:pt x="52126" y="66085"/>
                  <a:pt x="54762" y="65792"/>
                </a:cubicBezTo>
                <a:cubicBezTo>
                  <a:pt x="57495" y="65597"/>
                  <a:pt x="60131" y="64133"/>
                  <a:pt x="62669" y="61595"/>
                </a:cubicBezTo>
                <a:cubicBezTo>
                  <a:pt x="65890" y="58374"/>
                  <a:pt x="67549" y="54567"/>
                  <a:pt x="67354" y="50076"/>
                </a:cubicBezTo>
                <a:cubicBezTo>
                  <a:pt x="67159" y="45586"/>
                  <a:pt x="65500" y="41584"/>
                  <a:pt x="61985" y="38070"/>
                </a:cubicBezTo>
                <a:lnTo>
                  <a:pt x="60033" y="36117"/>
                </a:lnTo>
                <a:lnTo>
                  <a:pt x="51150" y="45000"/>
                </a:lnTo>
                <a:close/>
                <a:moveTo>
                  <a:pt x="70771" y="12495"/>
                </a:moveTo>
                <a:lnTo>
                  <a:pt x="101227" y="42951"/>
                </a:lnTo>
                <a:lnTo>
                  <a:pt x="84046" y="60131"/>
                </a:lnTo>
                <a:lnTo>
                  <a:pt x="76140" y="52224"/>
                </a:lnTo>
                <a:cubicBezTo>
                  <a:pt x="77116" y="57886"/>
                  <a:pt x="76920" y="62766"/>
                  <a:pt x="75456" y="66964"/>
                </a:cubicBezTo>
                <a:cubicBezTo>
                  <a:pt x="73894" y="71259"/>
                  <a:pt x="71259" y="75456"/>
                  <a:pt x="67159" y="79556"/>
                </a:cubicBezTo>
                <a:cubicBezTo>
                  <a:pt x="61595" y="85120"/>
                  <a:pt x="55543" y="88049"/>
                  <a:pt x="48905" y="88244"/>
                </a:cubicBezTo>
                <a:cubicBezTo>
                  <a:pt x="42267" y="88634"/>
                  <a:pt x="36410" y="86096"/>
                  <a:pt x="31237" y="80923"/>
                </a:cubicBezTo>
                <a:cubicBezTo>
                  <a:pt x="24989" y="74675"/>
                  <a:pt x="22549" y="67940"/>
                  <a:pt x="23916" y="60716"/>
                </a:cubicBezTo>
                <a:cubicBezTo>
                  <a:pt x="25282" y="53493"/>
                  <a:pt x="30553" y="45293"/>
                  <a:pt x="39827" y="36020"/>
                </a:cubicBezTo>
                <a:lnTo>
                  <a:pt x="49881" y="25966"/>
                </a:lnTo>
                <a:lnTo>
                  <a:pt x="48515" y="24599"/>
                </a:lnTo>
                <a:cubicBezTo>
                  <a:pt x="45879" y="21963"/>
                  <a:pt x="42853" y="21085"/>
                  <a:pt x="39436" y="21963"/>
                </a:cubicBezTo>
                <a:cubicBezTo>
                  <a:pt x="36020" y="22842"/>
                  <a:pt x="32018" y="25477"/>
                  <a:pt x="27527" y="29968"/>
                </a:cubicBezTo>
                <a:cubicBezTo>
                  <a:pt x="23818" y="33677"/>
                  <a:pt x="20792" y="37484"/>
                  <a:pt x="18449" y="41389"/>
                </a:cubicBezTo>
                <a:cubicBezTo>
                  <a:pt x="16106" y="45293"/>
                  <a:pt x="14252" y="49295"/>
                  <a:pt x="12983" y="53298"/>
                </a:cubicBezTo>
                <a:lnTo>
                  <a:pt x="0" y="40315"/>
                </a:lnTo>
                <a:cubicBezTo>
                  <a:pt x="2733" y="35825"/>
                  <a:pt x="5662" y="31530"/>
                  <a:pt x="8883" y="27332"/>
                </a:cubicBezTo>
                <a:cubicBezTo>
                  <a:pt x="12202" y="23232"/>
                  <a:pt x="15618" y="19230"/>
                  <a:pt x="19328" y="15521"/>
                </a:cubicBezTo>
                <a:cubicBezTo>
                  <a:pt x="28894" y="5955"/>
                  <a:pt x="37777" y="976"/>
                  <a:pt x="45879" y="488"/>
                </a:cubicBezTo>
                <a:cubicBezTo>
                  <a:pt x="53981" y="0"/>
                  <a:pt x="62278" y="4002"/>
                  <a:pt x="70771" y="1249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9654B8-3EFE-4F4C-9E11-4C98D835EC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4772" y="638551"/>
            <a:ext cx="107083" cy="98396"/>
          </a:xfrm>
          <a:custGeom xmlns:a="http://schemas.openxmlformats.org/drawingml/2006/main">
            <a:pathLst>
              <a:path w="107083" h="98396">
                <a:moveTo>
                  <a:pt x="74578" y="12202"/>
                </a:moveTo>
                <a:lnTo>
                  <a:pt x="107083" y="44708"/>
                </a:lnTo>
                <a:lnTo>
                  <a:pt x="89903" y="61888"/>
                </a:lnTo>
                <a:lnTo>
                  <a:pt x="84632" y="56617"/>
                </a:lnTo>
                <a:lnTo>
                  <a:pt x="65011" y="36996"/>
                </a:lnTo>
                <a:cubicBezTo>
                  <a:pt x="60424" y="32408"/>
                  <a:pt x="57202" y="29382"/>
                  <a:pt x="55250" y="27820"/>
                </a:cubicBezTo>
                <a:cubicBezTo>
                  <a:pt x="53298" y="26258"/>
                  <a:pt x="51638" y="25380"/>
                  <a:pt x="50272" y="24989"/>
                </a:cubicBezTo>
                <a:cubicBezTo>
                  <a:pt x="48515" y="24599"/>
                  <a:pt x="46757" y="24599"/>
                  <a:pt x="45000" y="25185"/>
                </a:cubicBezTo>
                <a:cubicBezTo>
                  <a:pt x="43243" y="25770"/>
                  <a:pt x="41486" y="26746"/>
                  <a:pt x="40120" y="28113"/>
                </a:cubicBezTo>
                <a:cubicBezTo>
                  <a:pt x="36508" y="31725"/>
                  <a:pt x="35044" y="35922"/>
                  <a:pt x="35825" y="40608"/>
                </a:cubicBezTo>
                <a:cubicBezTo>
                  <a:pt x="36508" y="45391"/>
                  <a:pt x="39339" y="50174"/>
                  <a:pt x="44219" y="55055"/>
                </a:cubicBezTo>
                <a:lnTo>
                  <a:pt x="70478" y="81313"/>
                </a:lnTo>
                <a:lnTo>
                  <a:pt x="53395" y="98396"/>
                </a:lnTo>
                <a:lnTo>
                  <a:pt x="0" y="45000"/>
                </a:lnTo>
                <a:lnTo>
                  <a:pt x="17083" y="27918"/>
                </a:lnTo>
                <a:lnTo>
                  <a:pt x="24892" y="35727"/>
                </a:lnTo>
                <a:cubicBezTo>
                  <a:pt x="24306" y="30065"/>
                  <a:pt x="24697" y="25185"/>
                  <a:pt x="26161" y="20792"/>
                </a:cubicBezTo>
                <a:cubicBezTo>
                  <a:pt x="27625" y="16399"/>
                  <a:pt x="30065" y="12397"/>
                  <a:pt x="33579" y="8883"/>
                </a:cubicBezTo>
                <a:cubicBezTo>
                  <a:pt x="39729" y="2733"/>
                  <a:pt x="46367" y="0"/>
                  <a:pt x="53298" y="488"/>
                </a:cubicBezTo>
                <a:cubicBezTo>
                  <a:pt x="60228" y="1171"/>
                  <a:pt x="67354" y="4978"/>
                  <a:pt x="74578" y="1220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09AC6A-3846-48E3-8730-A2102FFA04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3482" y="576175"/>
            <a:ext cx="91270" cy="91270"/>
          </a:xfrm>
          <a:custGeom xmlns:a="http://schemas.openxmlformats.org/drawingml/2006/main">
            <a:pathLst>
              <a:path w="91270" h="91270">
                <a:moveTo>
                  <a:pt x="20792" y="37875"/>
                </a:moveTo>
                <a:lnTo>
                  <a:pt x="37875" y="20792"/>
                </a:lnTo>
                <a:lnTo>
                  <a:pt x="91270" y="74187"/>
                </a:lnTo>
                <a:lnTo>
                  <a:pt x="74187" y="91270"/>
                </a:lnTo>
                <a:lnTo>
                  <a:pt x="20792" y="37875"/>
                </a:lnTo>
                <a:close/>
                <a:moveTo>
                  <a:pt x="0" y="17083"/>
                </a:moveTo>
                <a:lnTo>
                  <a:pt x="17083" y="0"/>
                </a:lnTo>
                <a:lnTo>
                  <a:pt x="31042" y="13959"/>
                </a:lnTo>
                <a:lnTo>
                  <a:pt x="13959" y="31042"/>
                </a:lnTo>
                <a:lnTo>
                  <a:pt x="0" y="1708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5B3B6A-4527-44A5-AA0F-91C9BC387D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2051" y="540545"/>
            <a:ext cx="86487" cy="93808"/>
          </a:xfrm>
          <a:custGeom xmlns:a="http://schemas.openxmlformats.org/drawingml/2006/main">
            <a:pathLst>
              <a:path w="86487" h="93808">
                <a:moveTo>
                  <a:pt x="39046" y="0"/>
                </a:moveTo>
                <a:lnTo>
                  <a:pt x="52029" y="12983"/>
                </a:lnTo>
                <a:cubicBezTo>
                  <a:pt x="46855" y="15228"/>
                  <a:pt x="42170" y="17571"/>
                  <a:pt x="38070" y="20109"/>
                </a:cubicBezTo>
                <a:cubicBezTo>
                  <a:pt x="33872" y="22744"/>
                  <a:pt x="30261" y="25575"/>
                  <a:pt x="27235" y="28601"/>
                </a:cubicBezTo>
                <a:cubicBezTo>
                  <a:pt x="23916" y="31920"/>
                  <a:pt x="22061" y="34751"/>
                  <a:pt x="21280" y="37094"/>
                </a:cubicBezTo>
                <a:cubicBezTo>
                  <a:pt x="20499" y="39436"/>
                  <a:pt x="20987" y="41486"/>
                  <a:pt x="22647" y="43146"/>
                </a:cubicBezTo>
                <a:cubicBezTo>
                  <a:pt x="24013" y="44512"/>
                  <a:pt x="25673" y="45000"/>
                  <a:pt x="27527" y="44512"/>
                </a:cubicBezTo>
                <a:cubicBezTo>
                  <a:pt x="29480" y="44122"/>
                  <a:pt x="32115" y="42462"/>
                  <a:pt x="35629" y="39729"/>
                </a:cubicBezTo>
                <a:lnTo>
                  <a:pt x="39046" y="37094"/>
                </a:lnTo>
                <a:cubicBezTo>
                  <a:pt x="48905" y="29577"/>
                  <a:pt x="56519" y="25477"/>
                  <a:pt x="62083" y="24989"/>
                </a:cubicBezTo>
                <a:cubicBezTo>
                  <a:pt x="67647" y="24501"/>
                  <a:pt x="73211" y="26942"/>
                  <a:pt x="78678" y="32408"/>
                </a:cubicBezTo>
                <a:cubicBezTo>
                  <a:pt x="84339" y="38070"/>
                  <a:pt x="86487" y="44512"/>
                  <a:pt x="85120" y="51541"/>
                </a:cubicBezTo>
                <a:cubicBezTo>
                  <a:pt x="83753" y="58569"/>
                  <a:pt x="78873" y="66183"/>
                  <a:pt x="70575" y="74480"/>
                </a:cubicBezTo>
                <a:cubicBezTo>
                  <a:pt x="67061" y="77994"/>
                  <a:pt x="63059" y="81411"/>
                  <a:pt x="58862" y="84632"/>
                </a:cubicBezTo>
                <a:cubicBezTo>
                  <a:pt x="54567" y="87951"/>
                  <a:pt x="49881" y="91075"/>
                  <a:pt x="44805" y="93808"/>
                </a:cubicBezTo>
                <a:lnTo>
                  <a:pt x="31822" y="80825"/>
                </a:lnTo>
                <a:cubicBezTo>
                  <a:pt x="36898" y="79263"/>
                  <a:pt x="41682" y="77018"/>
                  <a:pt x="46074" y="74187"/>
                </a:cubicBezTo>
                <a:cubicBezTo>
                  <a:pt x="50369" y="71454"/>
                  <a:pt x="54469" y="68135"/>
                  <a:pt x="58178" y="64426"/>
                </a:cubicBezTo>
                <a:cubicBezTo>
                  <a:pt x="61497" y="61107"/>
                  <a:pt x="63547" y="58276"/>
                  <a:pt x="64328" y="55543"/>
                </a:cubicBezTo>
                <a:cubicBezTo>
                  <a:pt x="65109" y="53005"/>
                  <a:pt x="64621" y="50760"/>
                  <a:pt x="62766" y="48905"/>
                </a:cubicBezTo>
                <a:cubicBezTo>
                  <a:pt x="61204" y="47343"/>
                  <a:pt x="59545" y="46855"/>
                  <a:pt x="57593" y="47246"/>
                </a:cubicBezTo>
                <a:cubicBezTo>
                  <a:pt x="55640" y="47636"/>
                  <a:pt x="52712" y="49393"/>
                  <a:pt x="48905" y="52419"/>
                </a:cubicBezTo>
                <a:lnTo>
                  <a:pt x="45488" y="55055"/>
                </a:lnTo>
                <a:cubicBezTo>
                  <a:pt x="36996" y="61790"/>
                  <a:pt x="29968" y="65304"/>
                  <a:pt x="24306" y="65695"/>
                </a:cubicBezTo>
                <a:cubicBezTo>
                  <a:pt x="18644" y="66280"/>
                  <a:pt x="13276" y="63840"/>
                  <a:pt x="8004" y="58569"/>
                </a:cubicBezTo>
                <a:cubicBezTo>
                  <a:pt x="2343" y="52907"/>
                  <a:pt x="0" y="46855"/>
                  <a:pt x="1171" y="40217"/>
                </a:cubicBezTo>
                <a:cubicBezTo>
                  <a:pt x="2343" y="33579"/>
                  <a:pt x="6931" y="26258"/>
                  <a:pt x="14935" y="18254"/>
                </a:cubicBezTo>
                <a:cubicBezTo>
                  <a:pt x="18059" y="15130"/>
                  <a:pt x="21573" y="12202"/>
                  <a:pt x="25575" y="9176"/>
                </a:cubicBezTo>
                <a:cubicBezTo>
                  <a:pt x="29577" y="6150"/>
                  <a:pt x="33970" y="3124"/>
                  <a:pt x="39046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C51702-FAB8-451B-ACDD-37B55A38EA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5045" y="477486"/>
            <a:ext cx="127875" cy="98396"/>
          </a:xfrm>
          <a:custGeom xmlns:a="http://schemas.openxmlformats.org/drawingml/2006/main">
            <a:pathLst>
              <a:path w="127875" h="98396">
                <a:moveTo>
                  <a:pt x="95370" y="12202"/>
                </a:moveTo>
                <a:lnTo>
                  <a:pt x="127875" y="44708"/>
                </a:lnTo>
                <a:lnTo>
                  <a:pt x="110695" y="61888"/>
                </a:lnTo>
                <a:lnTo>
                  <a:pt x="105424" y="56617"/>
                </a:lnTo>
                <a:lnTo>
                  <a:pt x="85901" y="37094"/>
                </a:lnTo>
                <a:cubicBezTo>
                  <a:pt x="81215" y="32408"/>
                  <a:pt x="77994" y="29382"/>
                  <a:pt x="76042" y="27820"/>
                </a:cubicBezTo>
                <a:cubicBezTo>
                  <a:pt x="74090" y="26258"/>
                  <a:pt x="72430" y="25380"/>
                  <a:pt x="71064" y="24989"/>
                </a:cubicBezTo>
                <a:cubicBezTo>
                  <a:pt x="69306" y="24599"/>
                  <a:pt x="67549" y="24599"/>
                  <a:pt x="65792" y="25185"/>
                </a:cubicBezTo>
                <a:cubicBezTo>
                  <a:pt x="64035" y="25770"/>
                  <a:pt x="62278" y="26746"/>
                  <a:pt x="60912" y="28113"/>
                </a:cubicBezTo>
                <a:cubicBezTo>
                  <a:pt x="57300" y="31725"/>
                  <a:pt x="55836" y="35922"/>
                  <a:pt x="56617" y="40608"/>
                </a:cubicBezTo>
                <a:cubicBezTo>
                  <a:pt x="57300" y="45391"/>
                  <a:pt x="60131" y="50174"/>
                  <a:pt x="65011" y="55055"/>
                </a:cubicBezTo>
                <a:lnTo>
                  <a:pt x="91270" y="81313"/>
                </a:lnTo>
                <a:lnTo>
                  <a:pt x="74187" y="98396"/>
                </a:lnTo>
                <a:lnTo>
                  <a:pt x="0" y="24208"/>
                </a:lnTo>
                <a:lnTo>
                  <a:pt x="17083" y="7126"/>
                </a:lnTo>
                <a:lnTo>
                  <a:pt x="45684" y="35727"/>
                </a:lnTo>
                <a:cubicBezTo>
                  <a:pt x="45098" y="30065"/>
                  <a:pt x="45488" y="25185"/>
                  <a:pt x="46953" y="20792"/>
                </a:cubicBezTo>
                <a:cubicBezTo>
                  <a:pt x="48417" y="16399"/>
                  <a:pt x="50857" y="12397"/>
                  <a:pt x="54371" y="8883"/>
                </a:cubicBezTo>
                <a:cubicBezTo>
                  <a:pt x="60521" y="2733"/>
                  <a:pt x="67159" y="0"/>
                  <a:pt x="74090" y="488"/>
                </a:cubicBezTo>
                <a:cubicBezTo>
                  <a:pt x="81020" y="1171"/>
                  <a:pt x="88146" y="4978"/>
                  <a:pt x="95370" y="1220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3E3C26-0A04-4151-9668-A7449C6F4E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385" y="2045228"/>
            <a:ext cx="1752379" cy="269964"/>
          </a:xfrm>
          <a:custGeom xmlns:a="http://schemas.openxmlformats.org/drawingml/2006/main">
            <a:pathLst>
              <a:path w="1752379" h="269964">
                <a:moveTo>
                  <a:pt x="0" y="269964"/>
                </a:moveTo>
                <a:lnTo>
                  <a:pt x="1752379" y="269964"/>
                </a:lnTo>
                <a:lnTo>
                  <a:pt x="1752379" y="0"/>
                </a:lnTo>
                <a:lnTo>
                  <a:pt x="0" y="0"/>
                </a:lnTo>
                <a:lnTo>
                  <a:pt x="0" y="269964"/>
                </a:lnTo>
                <a:close/>
              </a:path>
            </a:pathLst>
          </a:custGeom>
          <a:solidFill xmlns:a="http://schemas.openxmlformats.org/drawingml/2006/main">
            <a:srgbClr val="4E79A7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EA3D7B32-CB72-4F1C-B8E0-9D8703F244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385" y="2040298"/>
            <a:ext cx="1757310" cy="279824"/>
          </a:xfrm>
          <a:custGeom xmlns:a="http://schemas.openxmlformats.org/drawingml/2006/main">
            <a:pathLst>
              <a:path w="1757310" h="279824">
                <a:moveTo>
                  <a:pt x="1757310" y="279824"/>
                </a:moveTo>
                <a:lnTo>
                  <a:pt x="0" y="279824"/>
                </a:lnTo>
                <a:lnTo>
                  <a:pt x="0" y="0"/>
                </a:lnTo>
                <a:lnTo>
                  <a:pt x="1757310" y="0"/>
                </a:lnTo>
                <a:lnTo>
                  <a:pt x="1757310" y="279824"/>
                </a:lnTo>
                <a:close/>
                <a:moveTo>
                  <a:pt x="4930" y="9861"/>
                </a:moveTo>
                <a:lnTo>
                  <a:pt x="4930" y="269964"/>
                </a:lnTo>
                <a:lnTo>
                  <a:pt x="1747449" y="269964"/>
                </a:lnTo>
                <a:lnTo>
                  <a:pt x="1747449" y="9861"/>
                </a:lnTo>
                <a:lnTo>
                  <a:pt x="4930" y="986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0AE676-27EF-4F5B-94BC-E27B1211BD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385" y="1707774"/>
            <a:ext cx="1791321" cy="269964"/>
          </a:xfrm>
          <a:custGeom xmlns:a="http://schemas.openxmlformats.org/drawingml/2006/main">
            <a:pathLst>
              <a:path w="1791321" h="269964">
                <a:moveTo>
                  <a:pt x="0" y="269964"/>
                </a:moveTo>
                <a:lnTo>
                  <a:pt x="1791321" y="269964"/>
                </a:lnTo>
                <a:lnTo>
                  <a:pt x="1791321" y="0"/>
                </a:lnTo>
                <a:lnTo>
                  <a:pt x="0" y="0"/>
                </a:lnTo>
                <a:lnTo>
                  <a:pt x="0" y="269964"/>
                </a:lnTo>
                <a:close/>
              </a:path>
            </a:pathLst>
          </a:custGeom>
          <a:solidFill xmlns:a="http://schemas.openxmlformats.org/drawingml/2006/main">
            <a:srgbClr val="4E79A7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41104FAD-544F-4DA3-962E-A2C00C4ECE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385" y="1702843"/>
            <a:ext cx="1796252" cy="279824"/>
          </a:xfrm>
          <a:custGeom xmlns:a="http://schemas.openxmlformats.org/drawingml/2006/main">
            <a:pathLst>
              <a:path w="1796252" h="279824">
                <a:moveTo>
                  <a:pt x="1796252" y="279824"/>
                </a:moveTo>
                <a:lnTo>
                  <a:pt x="0" y="279824"/>
                </a:lnTo>
                <a:lnTo>
                  <a:pt x="0" y="0"/>
                </a:lnTo>
                <a:lnTo>
                  <a:pt x="1796252" y="0"/>
                </a:lnTo>
                <a:lnTo>
                  <a:pt x="1796252" y="279824"/>
                </a:lnTo>
                <a:close/>
                <a:moveTo>
                  <a:pt x="4930" y="9861"/>
                </a:moveTo>
                <a:lnTo>
                  <a:pt x="4930" y="269964"/>
                </a:lnTo>
                <a:lnTo>
                  <a:pt x="1786391" y="269964"/>
                </a:lnTo>
                <a:lnTo>
                  <a:pt x="1786391" y="9861"/>
                </a:lnTo>
                <a:lnTo>
                  <a:pt x="4930" y="986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2D1C15-C594-4EAB-83EF-BF20C021A3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385" y="1370319"/>
            <a:ext cx="1691803" cy="269964"/>
          </a:xfrm>
          <a:custGeom xmlns:a="http://schemas.openxmlformats.org/drawingml/2006/main">
            <a:pathLst>
              <a:path w="1691803" h="269964">
                <a:moveTo>
                  <a:pt x="0" y="269964"/>
                </a:moveTo>
                <a:lnTo>
                  <a:pt x="1691803" y="269964"/>
                </a:lnTo>
                <a:lnTo>
                  <a:pt x="1691803" y="0"/>
                </a:lnTo>
                <a:lnTo>
                  <a:pt x="0" y="0"/>
                </a:lnTo>
                <a:lnTo>
                  <a:pt x="0" y="269964"/>
                </a:lnTo>
                <a:close/>
              </a:path>
            </a:pathLst>
          </a:custGeom>
          <a:solidFill xmlns:a="http://schemas.openxmlformats.org/drawingml/2006/main">
            <a:srgbClr val="4E79A7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6B28CB0F-48B9-4839-A288-1B18461A87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385" y="1365389"/>
            <a:ext cx="1696734" cy="279824"/>
          </a:xfrm>
          <a:custGeom xmlns:a="http://schemas.openxmlformats.org/drawingml/2006/main">
            <a:pathLst>
              <a:path w="1696734" h="279824">
                <a:moveTo>
                  <a:pt x="1696734" y="279824"/>
                </a:moveTo>
                <a:lnTo>
                  <a:pt x="0" y="279824"/>
                </a:lnTo>
                <a:lnTo>
                  <a:pt x="0" y="0"/>
                </a:lnTo>
                <a:lnTo>
                  <a:pt x="1696734" y="0"/>
                </a:lnTo>
                <a:lnTo>
                  <a:pt x="1696734" y="279824"/>
                </a:lnTo>
                <a:close/>
                <a:moveTo>
                  <a:pt x="4930" y="9861"/>
                </a:moveTo>
                <a:lnTo>
                  <a:pt x="4930" y="269964"/>
                </a:lnTo>
                <a:lnTo>
                  <a:pt x="1686873" y="269964"/>
                </a:lnTo>
                <a:lnTo>
                  <a:pt x="1686873" y="9861"/>
                </a:lnTo>
                <a:lnTo>
                  <a:pt x="4930" y="986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583392-1505-4B3B-A910-F688793E24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385" y="1032865"/>
            <a:ext cx="1797811" cy="269964"/>
          </a:xfrm>
          <a:custGeom xmlns:a="http://schemas.openxmlformats.org/drawingml/2006/main">
            <a:pathLst>
              <a:path w="1797811" h="269964">
                <a:moveTo>
                  <a:pt x="0" y="269964"/>
                </a:moveTo>
                <a:lnTo>
                  <a:pt x="1797811" y="269964"/>
                </a:lnTo>
                <a:lnTo>
                  <a:pt x="1797811" y="0"/>
                </a:lnTo>
                <a:lnTo>
                  <a:pt x="0" y="0"/>
                </a:lnTo>
                <a:lnTo>
                  <a:pt x="0" y="269964"/>
                </a:lnTo>
                <a:close/>
              </a:path>
            </a:pathLst>
          </a:custGeom>
          <a:solidFill xmlns:a="http://schemas.openxmlformats.org/drawingml/2006/main">
            <a:srgbClr val="4E79A7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BD805D6B-618E-4D48-8482-4817B82D66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385" y="1027934"/>
            <a:ext cx="1802742" cy="279824"/>
          </a:xfrm>
          <a:custGeom xmlns:a="http://schemas.openxmlformats.org/drawingml/2006/main">
            <a:pathLst>
              <a:path w="1802742" h="279824">
                <a:moveTo>
                  <a:pt x="1802742" y="279824"/>
                </a:moveTo>
                <a:lnTo>
                  <a:pt x="0" y="279824"/>
                </a:lnTo>
                <a:lnTo>
                  <a:pt x="0" y="0"/>
                </a:lnTo>
                <a:lnTo>
                  <a:pt x="1802742" y="0"/>
                </a:lnTo>
                <a:lnTo>
                  <a:pt x="1802742" y="279824"/>
                </a:lnTo>
                <a:close/>
                <a:moveTo>
                  <a:pt x="4930" y="9861"/>
                </a:moveTo>
                <a:lnTo>
                  <a:pt x="4930" y="269964"/>
                </a:lnTo>
                <a:lnTo>
                  <a:pt x="1792881" y="269964"/>
                </a:lnTo>
                <a:lnTo>
                  <a:pt x="1792881" y="9861"/>
                </a:lnTo>
                <a:lnTo>
                  <a:pt x="4930" y="986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A481F9-94DA-40C6-B401-4A1795B183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385" y="695410"/>
            <a:ext cx="1763197" cy="269964"/>
          </a:xfrm>
          <a:custGeom xmlns:a="http://schemas.openxmlformats.org/drawingml/2006/main">
            <a:pathLst>
              <a:path w="1763197" h="269964">
                <a:moveTo>
                  <a:pt x="0" y="269964"/>
                </a:moveTo>
                <a:lnTo>
                  <a:pt x="1763197" y="269964"/>
                </a:lnTo>
                <a:lnTo>
                  <a:pt x="1763197" y="0"/>
                </a:lnTo>
                <a:lnTo>
                  <a:pt x="0" y="0"/>
                </a:lnTo>
                <a:lnTo>
                  <a:pt x="0" y="269964"/>
                </a:lnTo>
                <a:close/>
              </a:path>
            </a:pathLst>
          </a:custGeom>
          <a:solidFill xmlns:a="http://schemas.openxmlformats.org/drawingml/2006/main">
            <a:srgbClr val="4E79A7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2F0BB335-CEE7-4B0A-A0BD-DAA0722853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385" y="690480"/>
            <a:ext cx="1768127" cy="279824"/>
          </a:xfrm>
          <a:custGeom xmlns:a="http://schemas.openxmlformats.org/drawingml/2006/main">
            <a:pathLst>
              <a:path w="1768127" h="279824">
                <a:moveTo>
                  <a:pt x="1768127" y="279824"/>
                </a:moveTo>
                <a:lnTo>
                  <a:pt x="0" y="279824"/>
                </a:lnTo>
                <a:lnTo>
                  <a:pt x="0" y="0"/>
                </a:lnTo>
                <a:lnTo>
                  <a:pt x="1768127" y="0"/>
                </a:lnTo>
                <a:lnTo>
                  <a:pt x="1768127" y="279824"/>
                </a:lnTo>
                <a:close/>
                <a:moveTo>
                  <a:pt x="4930" y="9861"/>
                </a:moveTo>
                <a:lnTo>
                  <a:pt x="4930" y="269964"/>
                </a:lnTo>
                <a:lnTo>
                  <a:pt x="1758266" y="269964"/>
                </a:lnTo>
                <a:lnTo>
                  <a:pt x="1758266" y="9861"/>
                </a:lnTo>
                <a:lnTo>
                  <a:pt x="4930" y="986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640A8F-2A86-45DE-A91F-EFC8545480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385" y="357956"/>
            <a:ext cx="1754543" cy="269964"/>
          </a:xfrm>
          <a:custGeom xmlns:a="http://schemas.openxmlformats.org/drawingml/2006/main">
            <a:pathLst>
              <a:path w="1754543" h="269964">
                <a:moveTo>
                  <a:pt x="0" y="269964"/>
                </a:moveTo>
                <a:lnTo>
                  <a:pt x="1754543" y="269964"/>
                </a:lnTo>
                <a:lnTo>
                  <a:pt x="1754543" y="0"/>
                </a:lnTo>
                <a:lnTo>
                  <a:pt x="0" y="0"/>
                </a:lnTo>
                <a:lnTo>
                  <a:pt x="0" y="269964"/>
                </a:lnTo>
                <a:close/>
              </a:path>
            </a:pathLst>
          </a:custGeom>
          <a:solidFill xmlns:a="http://schemas.openxmlformats.org/drawingml/2006/main">
            <a:srgbClr val="4E79A7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DAE69E83-1929-4FB4-BED5-81CA34BF6E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385" y="353026"/>
            <a:ext cx="1759473" cy="279824"/>
          </a:xfrm>
          <a:custGeom xmlns:a="http://schemas.openxmlformats.org/drawingml/2006/main">
            <a:pathLst>
              <a:path w="1759473" h="279824">
                <a:moveTo>
                  <a:pt x="1759473" y="279824"/>
                </a:moveTo>
                <a:lnTo>
                  <a:pt x="0" y="279824"/>
                </a:lnTo>
                <a:lnTo>
                  <a:pt x="0" y="0"/>
                </a:lnTo>
                <a:lnTo>
                  <a:pt x="1759473" y="0"/>
                </a:lnTo>
                <a:lnTo>
                  <a:pt x="1759473" y="279824"/>
                </a:lnTo>
                <a:close/>
                <a:moveTo>
                  <a:pt x="4930" y="9861"/>
                </a:moveTo>
                <a:lnTo>
                  <a:pt x="4930" y="269964"/>
                </a:lnTo>
                <a:lnTo>
                  <a:pt x="1749613" y="269964"/>
                </a:lnTo>
                <a:lnTo>
                  <a:pt x="1749613" y="9861"/>
                </a:lnTo>
                <a:lnTo>
                  <a:pt x="4930" y="986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B8978F-9056-4CE4-A11D-8309197972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36765" y="2045228"/>
            <a:ext cx="1414884" cy="269964"/>
          </a:xfrm>
          <a:custGeom xmlns:a="http://schemas.openxmlformats.org/drawingml/2006/main">
            <a:pathLst>
              <a:path w="1414884" h="269964">
                <a:moveTo>
                  <a:pt x="0" y="269964"/>
                </a:moveTo>
                <a:lnTo>
                  <a:pt x="1414884" y="269964"/>
                </a:lnTo>
                <a:lnTo>
                  <a:pt x="1414884" y="0"/>
                </a:lnTo>
                <a:lnTo>
                  <a:pt x="0" y="0"/>
                </a:lnTo>
                <a:lnTo>
                  <a:pt x="0" y="269964"/>
                </a:lnTo>
                <a:close/>
              </a:path>
            </a:pathLst>
          </a:custGeom>
          <a:solidFill xmlns:a="http://schemas.openxmlformats.org/drawingml/2006/main">
            <a:srgbClr val="E15759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BA278023-243A-4352-B84F-828BD7803F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31835" y="2040298"/>
            <a:ext cx="1419815" cy="279824"/>
          </a:xfrm>
          <a:custGeom xmlns:a="http://schemas.openxmlformats.org/drawingml/2006/main">
            <a:pathLst>
              <a:path w="1419815" h="279824">
                <a:moveTo>
                  <a:pt x="1419815" y="279824"/>
                </a:moveTo>
                <a:lnTo>
                  <a:pt x="0" y="279824"/>
                </a:lnTo>
                <a:lnTo>
                  <a:pt x="0" y="0"/>
                </a:lnTo>
                <a:lnTo>
                  <a:pt x="1419815" y="0"/>
                </a:lnTo>
                <a:lnTo>
                  <a:pt x="1419815" y="279824"/>
                </a:lnTo>
                <a:close/>
                <a:moveTo>
                  <a:pt x="9861" y="9861"/>
                </a:moveTo>
                <a:lnTo>
                  <a:pt x="9861" y="269964"/>
                </a:lnTo>
                <a:lnTo>
                  <a:pt x="1414884" y="269964"/>
                </a:lnTo>
                <a:lnTo>
                  <a:pt x="1414884" y="9861"/>
                </a:lnTo>
                <a:lnTo>
                  <a:pt x="9861" y="986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849F38-AB58-4CD9-BF26-4B8EDB8355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75707" y="1707774"/>
            <a:ext cx="1375942" cy="269964"/>
          </a:xfrm>
          <a:custGeom xmlns:a="http://schemas.openxmlformats.org/drawingml/2006/main">
            <a:pathLst>
              <a:path w="1375942" h="269964">
                <a:moveTo>
                  <a:pt x="0" y="269964"/>
                </a:moveTo>
                <a:lnTo>
                  <a:pt x="1375942" y="269964"/>
                </a:lnTo>
                <a:lnTo>
                  <a:pt x="1375942" y="0"/>
                </a:lnTo>
                <a:lnTo>
                  <a:pt x="0" y="0"/>
                </a:lnTo>
                <a:lnTo>
                  <a:pt x="0" y="269964"/>
                </a:lnTo>
                <a:close/>
              </a:path>
            </a:pathLst>
          </a:custGeom>
          <a:solidFill xmlns:a="http://schemas.openxmlformats.org/drawingml/2006/main">
            <a:srgbClr val="E15759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02EAFB26-2355-4EDA-A361-ED65E07CD9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70776" y="1702843"/>
            <a:ext cx="1380873" cy="279824"/>
          </a:xfrm>
          <a:custGeom xmlns:a="http://schemas.openxmlformats.org/drawingml/2006/main">
            <a:pathLst>
              <a:path w="1380873" h="279824">
                <a:moveTo>
                  <a:pt x="1380873" y="279824"/>
                </a:moveTo>
                <a:lnTo>
                  <a:pt x="0" y="279824"/>
                </a:lnTo>
                <a:lnTo>
                  <a:pt x="0" y="0"/>
                </a:lnTo>
                <a:lnTo>
                  <a:pt x="1380873" y="0"/>
                </a:lnTo>
                <a:lnTo>
                  <a:pt x="1380873" y="279824"/>
                </a:lnTo>
                <a:close/>
                <a:moveTo>
                  <a:pt x="9861" y="9861"/>
                </a:moveTo>
                <a:lnTo>
                  <a:pt x="9861" y="269964"/>
                </a:lnTo>
                <a:lnTo>
                  <a:pt x="1375942" y="269964"/>
                </a:lnTo>
                <a:lnTo>
                  <a:pt x="1375942" y="9861"/>
                </a:lnTo>
                <a:lnTo>
                  <a:pt x="9861" y="986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13F4F5-6D1A-4EF0-B0B3-5F3DDA675E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76189" y="1370319"/>
            <a:ext cx="1475460" cy="269964"/>
          </a:xfrm>
          <a:custGeom xmlns:a="http://schemas.openxmlformats.org/drawingml/2006/main">
            <a:pathLst>
              <a:path w="1475460" h="269964">
                <a:moveTo>
                  <a:pt x="0" y="269964"/>
                </a:moveTo>
                <a:lnTo>
                  <a:pt x="1475460" y="269964"/>
                </a:lnTo>
                <a:lnTo>
                  <a:pt x="1475460" y="0"/>
                </a:lnTo>
                <a:lnTo>
                  <a:pt x="0" y="0"/>
                </a:lnTo>
                <a:lnTo>
                  <a:pt x="0" y="269964"/>
                </a:lnTo>
                <a:close/>
              </a:path>
            </a:pathLst>
          </a:custGeom>
          <a:solidFill xmlns:a="http://schemas.openxmlformats.org/drawingml/2006/main">
            <a:srgbClr val="E15759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CA591300-8545-4774-818B-4E8C5100BF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71259" y="1365389"/>
            <a:ext cx="1480391" cy="279824"/>
          </a:xfrm>
          <a:custGeom xmlns:a="http://schemas.openxmlformats.org/drawingml/2006/main">
            <a:pathLst>
              <a:path w="1480391" h="279824">
                <a:moveTo>
                  <a:pt x="1480391" y="279824"/>
                </a:moveTo>
                <a:lnTo>
                  <a:pt x="0" y="279824"/>
                </a:lnTo>
                <a:lnTo>
                  <a:pt x="0" y="0"/>
                </a:lnTo>
                <a:lnTo>
                  <a:pt x="1480391" y="0"/>
                </a:lnTo>
                <a:lnTo>
                  <a:pt x="1480391" y="279824"/>
                </a:lnTo>
                <a:close/>
                <a:moveTo>
                  <a:pt x="9861" y="9861"/>
                </a:moveTo>
                <a:lnTo>
                  <a:pt x="9861" y="269964"/>
                </a:lnTo>
                <a:lnTo>
                  <a:pt x="1475460" y="269964"/>
                </a:lnTo>
                <a:lnTo>
                  <a:pt x="1475460" y="9861"/>
                </a:lnTo>
                <a:lnTo>
                  <a:pt x="9861" y="986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A129EC-B693-486D-A4D3-BE520BFF8B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82197" y="1032865"/>
            <a:ext cx="1369452" cy="269964"/>
          </a:xfrm>
          <a:custGeom xmlns:a="http://schemas.openxmlformats.org/drawingml/2006/main">
            <a:pathLst>
              <a:path w="1369452" h="269964">
                <a:moveTo>
                  <a:pt x="0" y="269964"/>
                </a:moveTo>
                <a:lnTo>
                  <a:pt x="1369452" y="269964"/>
                </a:lnTo>
                <a:lnTo>
                  <a:pt x="1369452" y="0"/>
                </a:lnTo>
                <a:lnTo>
                  <a:pt x="0" y="0"/>
                </a:lnTo>
                <a:lnTo>
                  <a:pt x="0" y="269964"/>
                </a:lnTo>
                <a:close/>
              </a:path>
            </a:pathLst>
          </a:custGeom>
          <a:solidFill xmlns:a="http://schemas.openxmlformats.org/drawingml/2006/main">
            <a:srgbClr val="E15759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7E9520BC-EA6F-4040-AB1B-5D35779613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77267" y="1027934"/>
            <a:ext cx="1374382" cy="279824"/>
          </a:xfrm>
          <a:custGeom xmlns:a="http://schemas.openxmlformats.org/drawingml/2006/main">
            <a:pathLst>
              <a:path w="1374382" h="279824">
                <a:moveTo>
                  <a:pt x="1374382" y="279824"/>
                </a:moveTo>
                <a:lnTo>
                  <a:pt x="0" y="279824"/>
                </a:lnTo>
                <a:lnTo>
                  <a:pt x="0" y="0"/>
                </a:lnTo>
                <a:lnTo>
                  <a:pt x="1374382" y="0"/>
                </a:lnTo>
                <a:lnTo>
                  <a:pt x="1374382" y="279824"/>
                </a:lnTo>
                <a:close/>
                <a:moveTo>
                  <a:pt x="9861" y="9861"/>
                </a:moveTo>
                <a:lnTo>
                  <a:pt x="9861" y="269964"/>
                </a:lnTo>
                <a:lnTo>
                  <a:pt x="1369452" y="269964"/>
                </a:lnTo>
                <a:lnTo>
                  <a:pt x="1369452" y="9861"/>
                </a:lnTo>
                <a:lnTo>
                  <a:pt x="9861" y="986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056D57-4272-4676-8887-5FA01F23D7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47582" y="695410"/>
            <a:ext cx="1404067" cy="269964"/>
          </a:xfrm>
          <a:custGeom xmlns:a="http://schemas.openxmlformats.org/drawingml/2006/main">
            <a:pathLst>
              <a:path w="1404067" h="269964">
                <a:moveTo>
                  <a:pt x="0" y="269964"/>
                </a:moveTo>
                <a:lnTo>
                  <a:pt x="1404067" y="269964"/>
                </a:lnTo>
                <a:lnTo>
                  <a:pt x="1404067" y="0"/>
                </a:lnTo>
                <a:lnTo>
                  <a:pt x="0" y="0"/>
                </a:lnTo>
                <a:lnTo>
                  <a:pt x="0" y="269964"/>
                </a:lnTo>
                <a:close/>
              </a:path>
            </a:pathLst>
          </a:custGeom>
          <a:solidFill xmlns:a="http://schemas.openxmlformats.org/drawingml/2006/main">
            <a:srgbClr val="E15759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C0D2F0DB-8083-45A3-9E21-244C595FE4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42652" y="690480"/>
            <a:ext cx="1408997" cy="279824"/>
          </a:xfrm>
          <a:custGeom xmlns:a="http://schemas.openxmlformats.org/drawingml/2006/main">
            <a:pathLst>
              <a:path w="1408997" h="279824">
                <a:moveTo>
                  <a:pt x="1408997" y="279824"/>
                </a:moveTo>
                <a:lnTo>
                  <a:pt x="0" y="279824"/>
                </a:lnTo>
                <a:lnTo>
                  <a:pt x="0" y="0"/>
                </a:lnTo>
                <a:lnTo>
                  <a:pt x="1408997" y="0"/>
                </a:lnTo>
                <a:lnTo>
                  <a:pt x="1408997" y="279824"/>
                </a:lnTo>
                <a:close/>
                <a:moveTo>
                  <a:pt x="9861" y="9861"/>
                </a:moveTo>
                <a:lnTo>
                  <a:pt x="9861" y="269964"/>
                </a:lnTo>
                <a:lnTo>
                  <a:pt x="1404067" y="269964"/>
                </a:lnTo>
                <a:lnTo>
                  <a:pt x="1404067" y="9861"/>
                </a:lnTo>
                <a:lnTo>
                  <a:pt x="9861" y="986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08206A-188F-4A51-A93B-588E6B2E64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38928" y="357956"/>
            <a:ext cx="1412721" cy="269964"/>
          </a:xfrm>
          <a:custGeom xmlns:a="http://schemas.openxmlformats.org/drawingml/2006/main">
            <a:pathLst>
              <a:path w="1412721" h="269964">
                <a:moveTo>
                  <a:pt x="0" y="269964"/>
                </a:moveTo>
                <a:lnTo>
                  <a:pt x="1412721" y="269964"/>
                </a:lnTo>
                <a:lnTo>
                  <a:pt x="1412721" y="0"/>
                </a:lnTo>
                <a:lnTo>
                  <a:pt x="0" y="0"/>
                </a:lnTo>
                <a:lnTo>
                  <a:pt x="0" y="269964"/>
                </a:lnTo>
                <a:close/>
              </a:path>
            </a:pathLst>
          </a:custGeom>
          <a:solidFill xmlns:a="http://schemas.openxmlformats.org/drawingml/2006/main">
            <a:srgbClr val="E15759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7D335311-7FEB-4383-9BE8-D275EA8871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33998" y="353026"/>
            <a:ext cx="1417651" cy="279824"/>
          </a:xfrm>
          <a:custGeom xmlns:a="http://schemas.openxmlformats.org/drawingml/2006/main">
            <a:pathLst>
              <a:path w="1417651" h="279824">
                <a:moveTo>
                  <a:pt x="1417651" y="279824"/>
                </a:moveTo>
                <a:lnTo>
                  <a:pt x="0" y="279824"/>
                </a:lnTo>
                <a:lnTo>
                  <a:pt x="0" y="0"/>
                </a:lnTo>
                <a:lnTo>
                  <a:pt x="1417651" y="0"/>
                </a:lnTo>
                <a:lnTo>
                  <a:pt x="1417651" y="279824"/>
                </a:lnTo>
                <a:close/>
                <a:moveTo>
                  <a:pt x="9861" y="9861"/>
                </a:moveTo>
                <a:lnTo>
                  <a:pt x="9861" y="269964"/>
                </a:lnTo>
                <a:lnTo>
                  <a:pt x="1412721" y="269964"/>
                </a:lnTo>
                <a:lnTo>
                  <a:pt x="1412721" y="9861"/>
                </a:lnTo>
                <a:lnTo>
                  <a:pt x="9861" y="986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2B552D-1C31-411B-BDA4-2428029C25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385" y="260094"/>
            <a:ext cx="10" cy="2152960"/>
          </a:xfrm>
          <a:custGeom xmlns:a="http://schemas.openxmlformats.org/drawingml/2006/main">
            <a:pathLst>
              <a:path w="1" h="2152960" fill="none">
                <a:moveTo>
                  <a:pt x="0" y="2152960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2326" cap="sq">
            <a:solidFill>
              <a:srgbClr val="CCCCCC"/>
            </a:solidFill>
            <a:miter/>
          </a:ln>
        </p:spPr>
      </p:sp>
      <p:sp>
        <p:nvSpPr>
          <p:cNvPr id="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0350B6-6C4B-4AFE-8AC5-500A42760D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385" y="2413053"/>
            <a:ext cx="3167264" cy="10"/>
          </a:xfrm>
          <a:custGeom xmlns:a="http://schemas.openxmlformats.org/drawingml/2006/main">
            <a:pathLst>
              <a:path w="3167264" h="1" fill="none">
                <a:moveTo>
                  <a:pt x="0" y="0"/>
                </a:moveTo>
                <a:lnTo>
                  <a:pt x="3167264" y="0"/>
                </a:lnTo>
              </a:path>
            </a:pathLst>
          </a:custGeom>
          <a:noFill xmlns:a="http://schemas.openxmlformats.org/drawingml/2006/main"/>
          <a:ln xmlns:a="http://schemas.openxmlformats.org/drawingml/2006/main" w="12326" cap="sq">
            <a:solidFill>
              <a:srgbClr val="CCCCCC"/>
            </a:solidFill>
            <a:miter/>
          </a:ln>
        </p:spPr>
      </p:sp>
      <p:sp>
        <p:nvSpPr>
          <p:cNvPr id="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404D4E-37AF-4213-9FC8-1C2C9ABFF6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1624" y="2117706"/>
            <a:ext cx="75788" cy="102432"/>
          </a:xfrm>
          <a:custGeom xmlns:a="http://schemas.openxmlformats.org/drawingml/2006/main">
            <a:pathLst>
              <a:path w="75788" h="102432">
                <a:moveTo>
                  <a:pt x="4003" y="0"/>
                </a:moveTo>
                <a:lnTo>
                  <a:pt x="68472" y="0"/>
                </a:lnTo>
                <a:lnTo>
                  <a:pt x="68472" y="19051"/>
                </a:lnTo>
                <a:lnTo>
                  <a:pt x="24711" y="19051"/>
                </a:lnTo>
                <a:lnTo>
                  <a:pt x="24711" y="34650"/>
                </a:lnTo>
                <a:cubicBezTo>
                  <a:pt x="26643" y="34098"/>
                  <a:pt x="28576" y="33684"/>
                  <a:pt x="30647" y="33408"/>
                </a:cubicBezTo>
                <a:cubicBezTo>
                  <a:pt x="32579" y="33132"/>
                  <a:pt x="34650" y="32994"/>
                  <a:pt x="36859" y="32994"/>
                </a:cubicBezTo>
                <a:cubicBezTo>
                  <a:pt x="49145" y="32994"/>
                  <a:pt x="58670" y="36169"/>
                  <a:pt x="65573" y="42243"/>
                </a:cubicBezTo>
                <a:cubicBezTo>
                  <a:pt x="72337" y="48317"/>
                  <a:pt x="75788" y="56876"/>
                  <a:pt x="75788" y="67782"/>
                </a:cubicBezTo>
                <a:cubicBezTo>
                  <a:pt x="75788" y="78687"/>
                  <a:pt x="72061" y="87246"/>
                  <a:pt x="64607" y="93321"/>
                </a:cubicBezTo>
                <a:cubicBezTo>
                  <a:pt x="57152" y="99395"/>
                  <a:pt x="46798" y="102432"/>
                  <a:pt x="33684" y="102432"/>
                </a:cubicBezTo>
                <a:cubicBezTo>
                  <a:pt x="27886" y="102432"/>
                  <a:pt x="22226" y="101880"/>
                  <a:pt x="16704" y="100775"/>
                </a:cubicBezTo>
                <a:cubicBezTo>
                  <a:pt x="11044" y="99809"/>
                  <a:pt x="5522" y="98152"/>
                  <a:pt x="0" y="95943"/>
                </a:cubicBezTo>
                <a:lnTo>
                  <a:pt x="0" y="75512"/>
                </a:lnTo>
                <a:cubicBezTo>
                  <a:pt x="5522" y="78687"/>
                  <a:pt x="10630" y="81034"/>
                  <a:pt x="15599" y="82553"/>
                </a:cubicBezTo>
                <a:cubicBezTo>
                  <a:pt x="20569" y="84209"/>
                  <a:pt x="25125" y="84900"/>
                  <a:pt x="29542" y="84900"/>
                </a:cubicBezTo>
                <a:cubicBezTo>
                  <a:pt x="35754" y="84900"/>
                  <a:pt x="40724" y="83381"/>
                  <a:pt x="44313" y="80344"/>
                </a:cubicBezTo>
                <a:cubicBezTo>
                  <a:pt x="47903" y="77307"/>
                  <a:pt x="49835" y="73027"/>
                  <a:pt x="49835" y="67782"/>
                </a:cubicBezTo>
                <a:cubicBezTo>
                  <a:pt x="49835" y="62536"/>
                  <a:pt x="47903" y="58394"/>
                  <a:pt x="44313" y="55357"/>
                </a:cubicBezTo>
                <a:cubicBezTo>
                  <a:pt x="40724" y="52320"/>
                  <a:pt x="35754" y="50664"/>
                  <a:pt x="29542" y="50664"/>
                </a:cubicBezTo>
                <a:cubicBezTo>
                  <a:pt x="25677" y="50664"/>
                  <a:pt x="21674" y="51216"/>
                  <a:pt x="17532" y="52182"/>
                </a:cubicBezTo>
                <a:cubicBezTo>
                  <a:pt x="13391" y="53149"/>
                  <a:pt x="8835" y="54667"/>
                  <a:pt x="4003" y="56600"/>
                </a:cubicBezTo>
                <a:lnTo>
                  <a:pt x="4003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4D1730-615B-4F84-81F2-220CD98A95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7705" y="2117706"/>
            <a:ext cx="75788" cy="102432"/>
          </a:xfrm>
          <a:custGeom xmlns:a="http://schemas.openxmlformats.org/drawingml/2006/main">
            <a:pathLst>
              <a:path w="75788" h="102432">
                <a:moveTo>
                  <a:pt x="4003" y="0"/>
                </a:moveTo>
                <a:lnTo>
                  <a:pt x="68472" y="0"/>
                </a:lnTo>
                <a:lnTo>
                  <a:pt x="68472" y="19051"/>
                </a:lnTo>
                <a:lnTo>
                  <a:pt x="24711" y="19051"/>
                </a:lnTo>
                <a:lnTo>
                  <a:pt x="24711" y="34650"/>
                </a:lnTo>
                <a:cubicBezTo>
                  <a:pt x="26643" y="34098"/>
                  <a:pt x="28576" y="33684"/>
                  <a:pt x="30647" y="33408"/>
                </a:cubicBezTo>
                <a:cubicBezTo>
                  <a:pt x="32579" y="33132"/>
                  <a:pt x="34650" y="32994"/>
                  <a:pt x="36859" y="32994"/>
                </a:cubicBezTo>
                <a:cubicBezTo>
                  <a:pt x="49145" y="32994"/>
                  <a:pt x="58670" y="36169"/>
                  <a:pt x="65573" y="42243"/>
                </a:cubicBezTo>
                <a:cubicBezTo>
                  <a:pt x="72337" y="48317"/>
                  <a:pt x="75788" y="56876"/>
                  <a:pt x="75788" y="67782"/>
                </a:cubicBezTo>
                <a:cubicBezTo>
                  <a:pt x="75788" y="78687"/>
                  <a:pt x="72061" y="87246"/>
                  <a:pt x="64607" y="93321"/>
                </a:cubicBezTo>
                <a:cubicBezTo>
                  <a:pt x="57152" y="99395"/>
                  <a:pt x="46798" y="102432"/>
                  <a:pt x="33684" y="102432"/>
                </a:cubicBezTo>
                <a:cubicBezTo>
                  <a:pt x="27886" y="102432"/>
                  <a:pt x="22226" y="101880"/>
                  <a:pt x="16704" y="100775"/>
                </a:cubicBezTo>
                <a:cubicBezTo>
                  <a:pt x="11044" y="99809"/>
                  <a:pt x="5522" y="98152"/>
                  <a:pt x="0" y="95943"/>
                </a:cubicBezTo>
                <a:lnTo>
                  <a:pt x="0" y="75512"/>
                </a:lnTo>
                <a:cubicBezTo>
                  <a:pt x="5522" y="78687"/>
                  <a:pt x="10630" y="81034"/>
                  <a:pt x="15599" y="82553"/>
                </a:cubicBezTo>
                <a:cubicBezTo>
                  <a:pt x="20569" y="84209"/>
                  <a:pt x="25125" y="84900"/>
                  <a:pt x="29542" y="84900"/>
                </a:cubicBezTo>
                <a:cubicBezTo>
                  <a:pt x="35754" y="84900"/>
                  <a:pt x="40724" y="83381"/>
                  <a:pt x="44313" y="80344"/>
                </a:cubicBezTo>
                <a:cubicBezTo>
                  <a:pt x="47903" y="77307"/>
                  <a:pt x="49835" y="73027"/>
                  <a:pt x="49835" y="67782"/>
                </a:cubicBezTo>
                <a:cubicBezTo>
                  <a:pt x="49835" y="62536"/>
                  <a:pt x="47903" y="58394"/>
                  <a:pt x="44313" y="55357"/>
                </a:cubicBezTo>
                <a:cubicBezTo>
                  <a:pt x="40724" y="52320"/>
                  <a:pt x="35754" y="50664"/>
                  <a:pt x="29542" y="50664"/>
                </a:cubicBezTo>
                <a:cubicBezTo>
                  <a:pt x="25677" y="50664"/>
                  <a:pt x="21674" y="51216"/>
                  <a:pt x="17532" y="52182"/>
                </a:cubicBezTo>
                <a:cubicBezTo>
                  <a:pt x="13391" y="53149"/>
                  <a:pt x="8835" y="54667"/>
                  <a:pt x="4003" y="56600"/>
                </a:cubicBezTo>
                <a:lnTo>
                  <a:pt x="4003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6902A1-818D-4B4E-AF1C-178B917351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7238" y="2192252"/>
            <a:ext cx="24296" cy="26091"/>
          </a:xfrm>
          <a:custGeom xmlns:a="http://schemas.openxmlformats.org/drawingml/2006/main">
            <a:pathLst>
              <a:path w="24296" h="26091">
                <a:moveTo>
                  <a:pt x="0" y="0"/>
                </a:moveTo>
                <a:lnTo>
                  <a:pt x="24296" y="0"/>
                </a:lnTo>
                <a:lnTo>
                  <a:pt x="24296" y="26091"/>
                </a:lnTo>
                <a:lnTo>
                  <a:pt x="0" y="2609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0A9B14-429A-4515-90A2-E3012E5929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4864" y="2115911"/>
            <a:ext cx="75788" cy="104226"/>
          </a:xfrm>
          <a:custGeom xmlns:a="http://schemas.openxmlformats.org/drawingml/2006/main">
            <a:pathLst>
              <a:path w="75788" h="104226">
                <a:moveTo>
                  <a:pt x="55081" y="48179"/>
                </a:moveTo>
                <a:cubicBezTo>
                  <a:pt x="61846" y="49973"/>
                  <a:pt x="66953" y="53010"/>
                  <a:pt x="70543" y="57290"/>
                </a:cubicBezTo>
                <a:cubicBezTo>
                  <a:pt x="73994" y="61708"/>
                  <a:pt x="75788" y="67229"/>
                  <a:pt x="75788" y="73856"/>
                </a:cubicBezTo>
                <a:cubicBezTo>
                  <a:pt x="75788" y="83795"/>
                  <a:pt x="71923" y="91388"/>
                  <a:pt x="64330" y="96496"/>
                </a:cubicBezTo>
                <a:cubicBezTo>
                  <a:pt x="56600" y="101741"/>
                  <a:pt x="45556" y="104226"/>
                  <a:pt x="30923" y="104226"/>
                </a:cubicBezTo>
                <a:cubicBezTo>
                  <a:pt x="25677" y="104226"/>
                  <a:pt x="20569" y="103812"/>
                  <a:pt x="15323" y="102984"/>
                </a:cubicBezTo>
                <a:cubicBezTo>
                  <a:pt x="10078" y="102294"/>
                  <a:pt x="4970" y="101051"/>
                  <a:pt x="0" y="99395"/>
                </a:cubicBezTo>
                <a:lnTo>
                  <a:pt x="0" y="79378"/>
                </a:lnTo>
                <a:cubicBezTo>
                  <a:pt x="4832" y="81863"/>
                  <a:pt x="9663" y="83657"/>
                  <a:pt x="14495" y="84900"/>
                </a:cubicBezTo>
                <a:cubicBezTo>
                  <a:pt x="19189" y="86142"/>
                  <a:pt x="23882" y="86694"/>
                  <a:pt x="28576" y="86694"/>
                </a:cubicBezTo>
                <a:cubicBezTo>
                  <a:pt x="35478" y="86694"/>
                  <a:pt x="40724" y="85590"/>
                  <a:pt x="44313" y="83105"/>
                </a:cubicBezTo>
                <a:cubicBezTo>
                  <a:pt x="47903" y="80758"/>
                  <a:pt x="49835" y="77307"/>
                  <a:pt x="49835" y="72889"/>
                </a:cubicBezTo>
                <a:cubicBezTo>
                  <a:pt x="49835" y="68334"/>
                  <a:pt x="47903" y="64883"/>
                  <a:pt x="44175" y="62536"/>
                </a:cubicBezTo>
                <a:cubicBezTo>
                  <a:pt x="40448" y="60189"/>
                  <a:pt x="34926" y="58947"/>
                  <a:pt x="27610" y="58947"/>
                </a:cubicBezTo>
                <a:lnTo>
                  <a:pt x="17256" y="58947"/>
                </a:lnTo>
                <a:lnTo>
                  <a:pt x="17256" y="42243"/>
                </a:lnTo>
                <a:lnTo>
                  <a:pt x="28162" y="42243"/>
                </a:lnTo>
                <a:cubicBezTo>
                  <a:pt x="34650" y="42243"/>
                  <a:pt x="39482" y="41276"/>
                  <a:pt x="42657" y="39206"/>
                </a:cubicBezTo>
                <a:cubicBezTo>
                  <a:pt x="45832" y="37273"/>
                  <a:pt x="47489" y="34098"/>
                  <a:pt x="47489" y="29818"/>
                </a:cubicBezTo>
                <a:cubicBezTo>
                  <a:pt x="47489" y="25953"/>
                  <a:pt x="45832" y="23054"/>
                  <a:pt x="42795" y="20845"/>
                </a:cubicBezTo>
                <a:cubicBezTo>
                  <a:pt x="39758" y="18775"/>
                  <a:pt x="35340" y="17670"/>
                  <a:pt x="29680" y="17670"/>
                </a:cubicBezTo>
                <a:cubicBezTo>
                  <a:pt x="25539" y="17670"/>
                  <a:pt x="21259" y="18222"/>
                  <a:pt x="16980" y="19189"/>
                </a:cubicBezTo>
                <a:cubicBezTo>
                  <a:pt x="12700" y="20155"/>
                  <a:pt x="8421" y="21536"/>
                  <a:pt x="4279" y="23330"/>
                </a:cubicBezTo>
                <a:lnTo>
                  <a:pt x="4279" y="4279"/>
                </a:lnTo>
                <a:cubicBezTo>
                  <a:pt x="9387" y="2899"/>
                  <a:pt x="14495" y="1795"/>
                  <a:pt x="19465" y="1104"/>
                </a:cubicBezTo>
                <a:cubicBezTo>
                  <a:pt x="24435" y="414"/>
                  <a:pt x="29404" y="0"/>
                  <a:pt x="34374" y="0"/>
                </a:cubicBezTo>
                <a:cubicBezTo>
                  <a:pt x="47351" y="0"/>
                  <a:pt x="57152" y="2209"/>
                  <a:pt x="63640" y="6488"/>
                </a:cubicBezTo>
                <a:cubicBezTo>
                  <a:pt x="70128" y="10768"/>
                  <a:pt x="73442" y="17256"/>
                  <a:pt x="73442" y="25815"/>
                </a:cubicBezTo>
                <a:cubicBezTo>
                  <a:pt x="73442" y="31751"/>
                  <a:pt x="71785" y="36583"/>
                  <a:pt x="68748" y="40310"/>
                </a:cubicBezTo>
                <a:cubicBezTo>
                  <a:pt x="65711" y="44037"/>
                  <a:pt x="61155" y="46660"/>
                  <a:pt x="55081" y="48179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6E188B-5A28-4AE0-9253-4E3FE9A6D2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6114" y="2115911"/>
            <a:ext cx="129489" cy="104226"/>
          </a:xfrm>
          <a:custGeom xmlns:a="http://schemas.openxmlformats.org/drawingml/2006/main">
            <a:pathLst>
              <a:path w="129489" h="104226">
                <a:moveTo>
                  <a:pt x="102570" y="60879"/>
                </a:moveTo>
                <a:cubicBezTo>
                  <a:pt x="99257" y="60879"/>
                  <a:pt x="96772" y="62260"/>
                  <a:pt x="95115" y="65021"/>
                </a:cubicBezTo>
                <a:cubicBezTo>
                  <a:pt x="93321" y="67782"/>
                  <a:pt x="92492" y="71785"/>
                  <a:pt x="92492" y="76893"/>
                </a:cubicBezTo>
                <a:cubicBezTo>
                  <a:pt x="92492" y="82139"/>
                  <a:pt x="93321" y="86004"/>
                  <a:pt x="95115" y="88765"/>
                </a:cubicBezTo>
                <a:cubicBezTo>
                  <a:pt x="96772" y="91526"/>
                  <a:pt x="99257" y="92906"/>
                  <a:pt x="102570" y="92906"/>
                </a:cubicBezTo>
                <a:cubicBezTo>
                  <a:pt x="105745" y="92906"/>
                  <a:pt x="108230" y="91526"/>
                  <a:pt x="109886" y="88765"/>
                </a:cubicBezTo>
                <a:cubicBezTo>
                  <a:pt x="111543" y="86004"/>
                  <a:pt x="112509" y="82139"/>
                  <a:pt x="112509" y="76893"/>
                </a:cubicBezTo>
                <a:cubicBezTo>
                  <a:pt x="112509" y="71785"/>
                  <a:pt x="111543" y="67782"/>
                  <a:pt x="109886" y="65021"/>
                </a:cubicBezTo>
                <a:cubicBezTo>
                  <a:pt x="108230" y="62260"/>
                  <a:pt x="105745" y="60879"/>
                  <a:pt x="102570" y="60879"/>
                </a:cubicBezTo>
                <a:close/>
                <a:moveTo>
                  <a:pt x="102570" y="49559"/>
                </a:moveTo>
                <a:cubicBezTo>
                  <a:pt x="110853" y="49559"/>
                  <a:pt x="117479" y="52044"/>
                  <a:pt x="122311" y="56876"/>
                </a:cubicBezTo>
                <a:cubicBezTo>
                  <a:pt x="127004" y="61846"/>
                  <a:pt x="129489" y="68472"/>
                  <a:pt x="129489" y="76893"/>
                </a:cubicBezTo>
                <a:cubicBezTo>
                  <a:pt x="129489" y="85452"/>
                  <a:pt x="127004" y="92078"/>
                  <a:pt x="122311" y="96910"/>
                </a:cubicBezTo>
                <a:cubicBezTo>
                  <a:pt x="117479" y="101880"/>
                  <a:pt x="110853" y="104226"/>
                  <a:pt x="102570" y="104226"/>
                </a:cubicBezTo>
                <a:cubicBezTo>
                  <a:pt x="94149" y="104226"/>
                  <a:pt x="87523" y="101880"/>
                  <a:pt x="82691" y="96910"/>
                </a:cubicBezTo>
                <a:cubicBezTo>
                  <a:pt x="77859" y="92078"/>
                  <a:pt x="75512" y="85452"/>
                  <a:pt x="75512" y="76893"/>
                </a:cubicBezTo>
                <a:cubicBezTo>
                  <a:pt x="75512" y="68472"/>
                  <a:pt x="77859" y="61846"/>
                  <a:pt x="82691" y="56876"/>
                </a:cubicBezTo>
                <a:cubicBezTo>
                  <a:pt x="87523" y="52044"/>
                  <a:pt x="94149" y="49559"/>
                  <a:pt x="102570" y="49559"/>
                </a:cubicBezTo>
                <a:close/>
                <a:moveTo>
                  <a:pt x="40724" y="104226"/>
                </a:moveTo>
                <a:lnTo>
                  <a:pt x="25815" y="104226"/>
                </a:lnTo>
                <a:lnTo>
                  <a:pt x="88765" y="0"/>
                </a:lnTo>
                <a:lnTo>
                  <a:pt x="103674" y="0"/>
                </a:lnTo>
                <a:lnTo>
                  <a:pt x="40724" y="104226"/>
                </a:lnTo>
                <a:close/>
                <a:moveTo>
                  <a:pt x="26919" y="0"/>
                </a:moveTo>
                <a:cubicBezTo>
                  <a:pt x="35202" y="0"/>
                  <a:pt x="41829" y="2485"/>
                  <a:pt x="46660" y="7317"/>
                </a:cubicBezTo>
                <a:cubicBezTo>
                  <a:pt x="51354" y="12286"/>
                  <a:pt x="53839" y="18913"/>
                  <a:pt x="53839" y="27334"/>
                </a:cubicBezTo>
                <a:cubicBezTo>
                  <a:pt x="53839" y="35893"/>
                  <a:pt x="51354" y="42519"/>
                  <a:pt x="46660" y="47489"/>
                </a:cubicBezTo>
                <a:cubicBezTo>
                  <a:pt x="41829" y="52458"/>
                  <a:pt x="35202" y="54805"/>
                  <a:pt x="26919" y="54805"/>
                </a:cubicBezTo>
                <a:cubicBezTo>
                  <a:pt x="18498" y="54805"/>
                  <a:pt x="11872" y="52458"/>
                  <a:pt x="7179" y="47489"/>
                </a:cubicBezTo>
                <a:cubicBezTo>
                  <a:pt x="2347" y="42519"/>
                  <a:pt x="0" y="35893"/>
                  <a:pt x="0" y="27334"/>
                </a:cubicBezTo>
                <a:cubicBezTo>
                  <a:pt x="0" y="18913"/>
                  <a:pt x="2347" y="12286"/>
                  <a:pt x="7179" y="7317"/>
                </a:cubicBezTo>
                <a:cubicBezTo>
                  <a:pt x="11872" y="2485"/>
                  <a:pt x="18498" y="0"/>
                  <a:pt x="26919" y="0"/>
                </a:cubicBezTo>
                <a:close/>
                <a:moveTo>
                  <a:pt x="26919" y="11320"/>
                </a:moveTo>
                <a:cubicBezTo>
                  <a:pt x="23606" y="11320"/>
                  <a:pt x="21121" y="12700"/>
                  <a:pt x="19465" y="15461"/>
                </a:cubicBezTo>
                <a:cubicBezTo>
                  <a:pt x="17670" y="18222"/>
                  <a:pt x="16842" y="22226"/>
                  <a:pt x="16842" y="27334"/>
                </a:cubicBezTo>
                <a:cubicBezTo>
                  <a:pt x="16842" y="32579"/>
                  <a:pt x="17670" y="36583"/>
                  <a:pt x="19465" y="39344"/>
                </a:cubicBezTo>
                <a:cubicBezTo>
                  <a:pt x="21121" y="42105"/>
                  <a:pt x="23606" y="43485"/>
                  <a:pt x="26919" y="43485"/>
                </a:cubicBezTo>
                <a:cubicBezTo>
                  <a:pt x="30094" y="43485"/>
                  <a:pt x="32579" y="42105"/>
                  <a:pt x="34374" y="39344"/>
                </a:cubicBezTo>
                <a:cubicBezTo>
                  <a:pt x="36031" y="36583"/>
                  <a:pt x="36997" y="32579"/>
                  <a:pt x="36997" y="27334"/>
                </a:cubicBezTo>
                <a:cubicBezTo>
                  <a:pt x="36997" y="22226"/>
                  <a:pt x="36031" y="18222"/>
                  <a:pt x="34374" y="15461"/>
                </a:cubicBezTo>
                <a:cubicBezTo>
                  <a:pt x="32579" y="12700"/>
                  <a:pt x="30094" y="11320"/>
                  <a:pt x="26919" y="11320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5E9AF4-CC5F-4BEB-BA41-B237848BF4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10838" y="2117706"/>
            <a:ext cx="83519" cy="100637"/>
          </a:xfrm>
          <a:custGeom xmlns:a="http://schemas.openxmlformats.org/drawingml/2006/main">
            <a:pathLst>
              <a:path w="83519" h="100637">
                <a:moveTo>
                  <a:pt x="44590" y="21397"/>
                </a:moveTo>
                <a:lnTo>
                  <a:pt x="16152" y="63502"/>
                </a:lnTo>
                <a:lnTo>
                  <a:pt x="44590" y="63502"/>
                </a:lnTo>
                <a:lnTo>
                  <a:pt x="44590" y="21397"/>
                </a:lnTo>
                <a:close/>
                <a:moveTo>
                  <a:pt x="40310" y="0"/>
                </a:moveTo>
                <a:lnTo>
                  <a:pt x="69162" y="0"/>
                </a:lnTo>
                <a:lnTo>
                  <a:pt x="69162" y="63502"/>
                </a:lnTo>
                <a:lnTo>
                  <a:pt x="83519" y="63502"/>
                </a:lnTo>
                <a:lnTo>
                  <a:pt x="83519" y="82277"/>
                </a:lnTo>
                <a:lnTo>
                  <a:pt x="69162" y="82277"/>
                </a:lnTo>
                <a:lnTo>
                  <a:pt x="69162" y="100637"/>
                </a:lnTo>
                <a:lnTo>
                  <a:pt x="44590" y="100637"/>
                </a:lnTo>
                <a:lnTo>
                  <a:pt x="44590" y="82277"/>
                </a:lnTo>
                <a:lnTo>
                  <a:pt x="0" y="82277"/>
                </a:lnTo>
                <a:lnTo>
                  <a:pt x="0" y="60051"/>
                </a:lnTo>
                <a:lnTo>
                  <a:pt x="4031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918477-962A-457B-BED3-E9D6FDC2B7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06919" y="2117706"/>
            <a:ext cx="83519" cy="100637"/>
          </a:xfrm>
          <a:custGeom xmlns:a="http://schemas.openxmlformats.org/drawingml/2006/main">
            <a:pathLst>
              <a:path w="83519" h="100637">
                <a:moveTo>
                  <a:pt x="44590" y="21397"/>
                </a:moveTo>
                <a:lnTo>
                  <a:pt x="16152" y="63502"/>
                </a:lnTo>
                <a:lnTo>
                  <a:pt x="44590" y="63502"/>
                </a:lnTo>
                <a:lnTo>
                  <a:pt x="44590" y="21397"/>
                </a:lnTo>
                <a:close/>
                <a:moveTo>
                  <a:pt x="40310" y="0"/>
                </a:moveTo>
                <a:lnTo>
                  <a:pt x="69162" y="0"/>
                </a:lnTo>
                <a:lnTo>
                  <a:pt x="69162" y="63502"/>
                </a:lnTo>
                <a:lnTo>
                  <a:pt x="83519" y="63502"/>
                </a:lnTo>
                <a:lnTo>
                  <a:pt x="83519" y="82277"/>
                </a:lnTo>
                <a:lnTo>
                  <a:pt x="69162" y="82277"/>
                </a:lnTo>
                <a:lnTo>
                  <a:pt x="69162" y="100637"/>
                </a:lnTo>
                <a:lnTo>
                  <a:pt x="44590" y="100637"/>
                </a:lnTo>
                <a:lnTo>
                  <a:pt x="44590" y="82277"/>
                </a:lnTo>
                <a:lnTo>
                  <a:pt x="0" y="82277"/>
                </a:lnTo>
                <a:lnTo>
                  <a:pt x="0" y="60051"/>
                </a:lnTo>
                <a:lnTo>
                  <a:pt x="4031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899063-EA7D-41A0-8706-C3E576A62A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10869" y="2192252"/>
            <a:ext cx="24296" cy="26091"/>
          </a:xfrm>
          <a:custGeom xmlns:a="http://schemas.openxmlformats.org/drawingml/2006/main">
            <a:pathLst>
              <a:path w="24296" h="26091">
                <a:moveTo>
                  <a:pt x="0" y="0"/>
                </a:moveTo>
                <a:lnTo>
                  <a:pt x="24296" y="0"/>
                </a:lnTo>
                <a:lnTo>
                  <a:pt x="24296" y="26091"/>
                </a:lnTo>
                <a:lnTo>
                  <a:pt x="0" y="2609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644D07-4A16-4BCC-B059-581ED1B75B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58496" y="2117706"/>
            <a:ext cx="75788" cy="100637"/>
          </a:xfrm>
          <a:custGeom xmlns:a="http://schemas.openxmlformats.org/drawingml/2006/main">
            <a:pathLst>
              <a:path w="75788" h="100637">
                <a:moveTo>
                  <a:pt x="0" y="0"/>
                </a:moveTo>
                <a:lnTo>
                  <a:pt x="75788" y="0"/>
                </a:lnTo>
                <a:lnTo>
                  <a:pt x="75788" y="14633"/>
                </a:lnTo>
                <a:lnTo>
                  <a:pt x="36583" y="100637"/>
                </a:lnTo>
                <a:lnTo>
                  <a:pt x="11320" y="100637"/>
                </a:lnTo>
                <a:lnTo>
                  <a:pt x="48455" y="19051"/>
                </a:lnTo>
                <a:lnTo>
                  <a:pt x="0" y="1905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CB53F8-83EB-41CA-9CC3-92A4F94895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49746" y="2115911"/>
            <a:ext cx="129489" cy="104226"/>
          </a:xfrm>
          <a:custGeom xmlns:a="http://schemas.openxmlformats.org/drawingml/2006/main">
            <a:pathLst>
              <a:path w="129489" h="104226">
                <a:moveTo>
                  <a:pt x="102570" y="60879"/>
                </a:moveTo>
                <a:cubicBezTo>
                  <a:pt x="99257" y="60879"/>
                  <a:pt x="96772" y="62260"/>
                  <a:pt x="95115" y="65021"/>
                </a:cubicBezTo>
                <a:cubicBezTo>
                  <a:pt x="93321" y="67782"/>
                  <a:pt x="92492" y="71785"/>
                  <a:pt x="92492" y="76893"/>
                </a:cubicBezTo>
                <a:cubicBezTo>
                  <a:pt x="92492" y="82139"/>
                  <a:pt x="93321" y="86004"/>
                  <a:pt x="95115" y="88765"/>
                </a:cubicBezTo>
                <a:cubicBezTo>
                  <a:pt x="96772" y="91526"/>
                  <a:pt x="99257" y="92906"/>
                  <a:pt x="102570" y="92906"/>
                </a:cubicBezTo>
                <a:cubicBezTo>
                  <a:pt x="105745" y="92906"/>
                  <a:pt x="108230" y="91526"/>
                  <a:pt x="109886" y="88765"/>
                </a:cubicBezTo>
                <a:cubicBezTo>
                  <a:pt x="111543" y="86004"/>
                  <a:pt x="112509" y="82139"/>
                  <a:pt x="112509" y="76893"/>
                </a:cubicBezTo>
                <a:cubicBezTo>
                  <a:pt x="112509" y="71785"/>
                  <a:pt x="111543" y="67782"/>
                  <a:pt x="109886" y="65021"/>
                </a:cubicBezTo>
                <a:cubicBezTo>
                  <a:pt x="108230" y="62260"/>
                  <a:pt x="105745" y="60879"/>
                  <a:pt x="102570" y="60879"/>
                </a:cubicBezTo>
                <a:close/>
                <a:moveTo>
                  <a:pt x="102570" y="49559"/>
                </a:moveTo>
                <a:cubicBezTo>
                  <a:pt x="110853" y="49559"/>
                  <a:pt x="117479" y="52044"/>
                  <a:pt x="122311" y="56876"/>
                </a:cubicBezTo>
                <a:cubicBezTo>
                  <a:pt x="127004" y="61846"/>
                  <a:pt x="129489" y="68472"/>
                  <a:pt x="129489" y="76893"/>
                </a:cubicBezTo>
                <a:cubicBezTo>
                  <a:pt x="129489" y="85452"/>
                  <a:pt x="127004" y="92078"/>
                  <a:pt x="122311" y="96910"/>
                </a:cubicBezTo>
                <a:cubicBezTo>
                  <a:pt x="117479" y="101880"/>
                  <a:pt x="110853" y="104226"/>
                  <a:pt x="102570" y="104226"/>
                </a:cubicBezTo>
                <a:cubicBezTo>
                  <a:pt x="94149" y="104226"/>
                  <a:pt x="87523" y="101880"/>
                  <a:pt x="82691" y="96910"/>
                </a:cubicBezTo>
                <a:cubicBezTo>
                  <a:pt x="77859" y="92078"/>
                  <a:pt x="75512" y="85452"/>
                  <a:pt x="75512" y="76893"/>
                </a:cubicBezTo>
                <a:cubicBezTo>
                  <a:pt x="75512" y="68472"/>
                  <a:pt x="77859" y="61846"/>
                  <a:pt x="82691" y="56876"/>
                </a:cubicBezTo>
                <a:cubicBezTo>
                  <a:pt x="87523" y="52044"/>
                  <a:pt x="94149" y="49559"/>
                  <a:pt x="102570" y="49559"/>
                </a:cubicBezTo>
                <a:close/>
                <a:moveTo>
                  <a:pt x="40724" y="104226"/>
                </a:moveTo>
                <a:lnTo>
                  <a:pt x="25815" y="104226"/>
                </a:lnTo>
                <a:lnTo>
                  <a:pt x="88765" y="0"/>
                </a:lnTo>
                <a:lnTo>
                  <a:pt x="103674" y="0"/>
                </a:lnTo>
                <a:lnTo>
                  <a:pt x="40724" y="104226"/>
                </a:lnTo>
                <a:close/>
                <a:moveTo>
                  <a:pt x="26919" y="0"/>
                </a:moveTo>
                <a:cubicBezTo>
                  <a:pt x="35202" y="0"/>
                  <a:pt x="41829" y="2485"/>
                  <a:pt x="46660" y="7317"/>
                </a:cubicBezTo>
                <a:cubicBezTo>
                  <a:pt x="51354" y="12286"/>
                  <a:pt x="53839" y="18913"/>
                  <a:pt x="53839" y="27334"/>
                </a:cubicBezTo>
                <a:cubicBezTo>
                  <a:pt x="53839" y="35893"/>
                  <a:pt x="51354" y="42519"/>
                  <a:pt x="46660" y="47489"/>
                </a:cubicBezTo>
                <a:cubicBezTo>
                  <a:pt x="41829" y="52458"/>
                  <a:pt x="35202" y="54805"/>
                  <a:pt x="26919" y="54805"/>
                </a:cubicBezTo>
                <a:cubicBezTo>
                  <a:pt x="18498" y="54805"/>
                  <a:pt x="11872" y="52458"/>
                  <a:pt x="7179" y="47489"/>
                </a:cubicBezTo>
                <a:cubicBezTo>
                  <a:pt x="2347" y="42519"/>
                  <a:pt x="0" y="35893"/>
                  <a:pt x="0" y="27334"/>
                </a:cubicBezTo>
                <a:cubicBezTo>
                  <a:pt x="0" y="18913"/>
                  <a:pt x="2347" y="12286"/>
                  <a:pt x="7179" y="7317"/>
                </a:cubicBezTo>
                <a:cubicBezTo>
                  <a:pt x="11872" y="2485"/>
                  <a:pt x="18498" y="0"/>
                  <a:pt x="26919" y="0"/>
                </a:cubicBezTo>
                <a:close/>
                <a:moveTo>
                  <a:pt x="26919" y="11320"/>
                </a:moveTo>
                <a:cubicBezTo>
                  <a:pt x="23606" y="11320"/>
                  <a:pt x="21121" y="12700"/>
                  <a:pt x="19465" y="15461"/>
                </a:cubicBezTo>
                <a:cubicBezTo>
                  <a:pt x="17670" y="18222"/>
                  <a:pt x="16842" y="22226"/>
                  <a:pt x="16842" y="27334"/>
                </a:cubicBezTo>
                <a:cubicBezTo>
                  <a:pt x="16842" y="32579"/>
                  <a:pt x="17670" y="36583"/>
                  <a:pt x="19465" y="39344"/>
                </a:cubicBezTo>
                <a:cubicBezTo>
                  <a:pt x="21121" y="42105"/>
                  <a:pt x="23606" y="43485"/>
                  <a:pt x="26919" y="43485"/>
                </a:cubicBezTo>
                <a:cubicBezTo>
                  <a:pt x="30094" y="43485"/>
                  <a:pt x="32579" y="42105"/>
                  <a:pt x="34374" y="39344"/>
                </a:cubicBezTo>
                <a:cubicBezTo>
                  <a:pt x="36031" y="36583"/>
                  <a:pt x="36997" y="32579"/>
                  <a:pt x="36997" y="27334"/>
                </a:cubicBezTo>
                <a:cubicBezTo>
                  <a:pt x="36997" y="22226"/>
                  <a:pt x="36031" y="18222"/>
                  <a:pt x="34374" y="15461"/>
                </a:cubicBezTo>
                <a:cubicBezTo>
                  <a:pt x="32579" y="12700"/>
                  <a:pt x="30094" y="11320"/>
                  <a:pt x="26919" y="11320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FE2435-EAB2-4F80-A605-E7BB2CC32D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1094" y="1780251"/>
            <a:ext cx="75788" cy="102432"/>
          </a:xfrm>
          <a:custGeom xmlns:a="http://schemas.openxmlformats.org/drawingml/2006/main">
            <a:pathLst>
              <a:path w="75788" h="102432">
                <a:moveTo>
                  <a:pt x="4003" y="0"/>
                </a:moveTo>
                <a:lnTo>
                  <a:pt x="68472" y="0"/>
                </a:lnTo>
                <a:lnTo>
                  <a:pt x="68472" y="19051"/>
                </a:lnTo>
                <a:lnTo>
                  <a:pt x="24711" y="19051"/>
                </a:lnTo>
                <a:lnTo>
                  <a:pt x="24711" y="34650"/>
                </a:lnTo>
                <a:cubicBezTo>
                  <a:pt x="26643" y="34098"/>
                  <a:pt x="28576" y="33684"/>
                  <a:pt x="30647" y="33408"/>
                </a:cubicBezTo>
                <a:cubicBezTo>
                  <a:pt x="32579" y="33132"/>
                  <a:pt x="34650" y="32994"/>
                  <a:pt x="36859" y="32994"/>
                </a:cubicBezTo>
                <a:cubicBezTo>
                  <a:pt x="49145" y="32994"/>
                  <a:pt x="58670" y="36169"/>
                  <a:pt x="65573" y="42243"/>
                </a:cubicBezTo>
                <a:cubicBezTo>
                  <a:pt x="72337" y="48317"/>
                  <a:pt x="75788" y="56876"/>
                  <a:pt x="75788" y="67782"/>
                </a:cubicBezTo>
                <a:cubicBezTo>
                  <a:pt x="75788" y="78687"/>
                  <a:pt x="72061" y="87246"/>
                  <a:pt x="64607" y="93321"/>
                </a:cubicBezTo>
                <a:cubicBezTo>
                  <a:pt x="57152" y="99395"/>
                  <a:pt x="46798" y="102432"/>
                  <a:pt x="33684" y="102432"/>
                </a:cubicBezTo>
                <a:cubicBezTo>
                  <a:pt x="27886" y="102432"/>
                  <a:pt x="22226" y="101880"/>
                  <a:pt x="16704" y="100775"/>
                </a:cubicBezTo>
                <a:cubicBezTo>
                  <a:pt x="11044" y="99809"/>
                  <a:pt x="5522" y="98152"/>
                  <a:pt x="0" y="95943"/>
                </a:cubicBezTo>
                <a:lnTo>
                  <a:pt x="0" y="75512"/>
                </a:lnTo>
                <a:cubicBezTo>
                  <a:pt x="5522" y="78687"/>
                  <a:pt x="10630" y="81034"/>
                  <a:pt x="15599" y="82553"/>
                </a:cubicBezTo>
                <a:cubicBezTo>
                  <a:pt x="20569" y="84209"/>
                  <a:pt x="25125" y="84900"/>
                  <a:pt x="29542" y="84900"/>
                </a:cubicBezTo>
                <a:cubicBezTo>
                  <a:pt x="35754" y="84900"/>
                  <a:pt x="40724" y="83381"/>
                  <a:pt x="44313" y="80344"/>
                </a:cubicBezTo>
                <a:cubicBezTo>
                  <a:pt x="47903" y="77307"/>
                  <a:pt x="49835" y="73027"/>
                  <a:pt x="49835" y="67782"/>
                </a:cubicBezTo>
                <a:cubicBezTo>
                  <a:pt x="49835" y="62536"/>
                  <a:pt x="47903" y="58394"/>
                  <a:pt x="44313" y="55357"/>
                </a:cubicBezTo>
                <a:cubicBezTo>
                  <a:pt x="40724" y="52320"/>
                  <a:pt x="35754" y="50664"/>
                  <a:pt x="29542" y="50664"/>
                </a:cubicBezTo>
                <a:cubicBezTo>
                  <a:pt x="25677" y="50664"/>
                  <a:pt x="21674" y="51216"/>
                  <a:pt x="17532" y="52182"/>
                </a:cubicBezTo>
                <a:cubicBezTo>
                  <a:pt x="13391" y="53149"/>
                  <a:pt x="8835" y="54667"/>
                  <a:pt x="4003" y="56600"/>
                </a:cubicBezTo>
                <a:lnTo>
                  <a:pt x="4003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01A24C-4F46-40F6-9B18-60CBF5006A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5105" y="1778595"/>
            <a:ext cx="80068" cy="104088"/>
          </a:xfrm>
          <a:custGeom xmlns:a="http://schemas.openxmlformats.org/drawingml/2006/main">
            <a:pathLst>
              <a:path w="80068" h="104088">
                <a:moveTo>
                  <a:pt x="41414" y="52596"/>
                </a:moveTo>
                <a:cubicBezTo>
                  <a:pt x="36859" y="52596"/>
                  <a:pt x="33408" y="54115"/>
                  <a:pt x="31199" y="57014"/>
                </a:cubicBezTo>
                <a:cubicBezTo>
                  <a:pt x="28852" y="60051"/>
                  <a:pt x="27748" y="64468"/>
                  <a:pt x="27748" y="70267"/>
                </a:cubicBezTo>
                <a:cubicBezTo>
                  <a:pt x="27748" y="76203"/>
                  <a:pt x="28852" y="80620"/>
                  <a:pt x="31199" y="83519"/>
                </a:cubicBezTo>
                <a:cubicBezTo>
                  <a:pt x="33408" y="86556"/>
                  <a:pt x="36859" y="87937"/>
                  <a:pt x="41414" y="87937"/>
                </a:cubicBezTo>
                <a:cubicBezTo>
                  <a:pt x="45970" y="87937"/>
                  <a:pt x="49421" y="86556"/>
                  <a:pt x="51630" y="83519"/>
                </a:cubicBezTo>
                <a:cubicBezTo>
                  <a:pt x="53839" y="80620"/>
                  <a:pt x="55081" y="76203"/>
                  <a:pt x="55081" y="70267"/>
                </a:cubicBezTo>
                <a:cubicBezTo>
                  <a:pt x="55081" y="64468"/>
                  <a:pt x="53839" y="60051"/>
                  <a:pt x="51630" y="57014"/>
                </a:cubicBezTo>
                <a:cubicBezTo>
                  <a:pt x="49421" y="54115"/>
                  <a:pt x="45970" y="52596"/>
                  <a:pt x="41414" y="52596"/>
                </a:cubicBezTo>
                <a:close/>
                <a:moveTo>
                  <a:pt x="73442" y="4279"/>
                </a:moveTo>
                <a:lnTo>
                  <a:pt x="73442" y="22916"/>
                </a:lnTo>
                <a:cubicBezTo>
                  <a:pt x="69162" y="20983"/>
                  <a:pt x="65159" y="19465"/>
                  <a:pt x="61431" y="18498"/>
                </a:cubicBezTo>
                <a:cubicBezTo>
                  <a:pt x="57566" y="17532"/>
                  <a:pt x="53977" y="16980"/>
                  <a:pt x="50388" y="16980"/>
                </a:cubicBezTo>
                <a:cubicBezTo>
                  <a:pt x="42657" y="16980"/>
                  <a:pt x="36583" y="19189"/>
                  <a:pt x="32303" y="23468"/>
                </a:cubicBezTo>
                <a:cubicBezTo>
                  <a:pt x="27886" y="27748"/>
                  <a:pt x="25401" y="34098"/>
                  <a:pt x="24711" y="42519"/>
                </a:cubicBezTo>
                <a:cubicBezTo>
                  <a:pt x="27610" y="40310"/>
                  <a:pt x="30785" y="38653"/>
                  <a:pt x="34374" y="37549"/>
                </a:cubicBezTo>
                <a:cubicBezTo>
                  <a:pt x="37825" y="36445"/>
                  <a:pt x="41552" y="35893"/>
                  <a:pt x="45694" y="35893"/>
                </a:cubicBezTo>
                <a:cubicBezTo>
                  <a:pt x="55909" y="35893"/>
                  <a:pt x="64192" y="38930"/>
                  <a:pt x="70543" y="45004"/>
                </a:cubicBezTo>
                <a:cubicBezTo>
                  <a:pt x="76893" y="51078"/>
                  <a:pt x="80068" y="58947"/>
                  <a:pt x="80068" y="68610"/>
                </a:cubicBezTo>
                <a:cubicBezTo>
                  <a:pt x="80068" y="79378"/>
                  <a:pt x="76479" y="88075"/>
                  <a:pt x="69438" y="94425"/>
                </a:cubicBezTo>
                <a:cubicBezTo>
                  <a:pt x="62398" y="100913"/>
                  <a:pt x="53010" y="104088"/>
                  <a:pt x="41138" y="104088"/>
                </a:cubicBezTo>
                <a:cubicBezTo>
                  <a:pt x="28024" y="104088"/>
                  <a:pt x="17946" y="99809"/>
                  <a:pt x="10768" y="90974"/>
                </a:cubicBezTo>
                <a:cubicBezTo>
                  <a:pt x="3589" y="82139"/>
                  <a:pt x="0" y="69714"/>
                  <a:pt x="0" y="53425"/>
                </a:cubicBezTo>
                <a:cubicBezTo>
                  <a:pt x="0" y="36859"/>
                  <a:pt x="4141" y="23744"/>
                  <a:pt x="12562" y="14219"/>
                </a:cubicBezTo>
                <a:cubicBezTo>
                  <a:pt x="20845" y="4832"/>
                  <a:pt x="32441" y="0"/>
                  <a:pt x="47074" y="0"/>
                </a:cubicBezTo>
                <a:cubicBezTo>
                  <a:pt x="51630" y="0"/>
                  <a:pt x="56048" y="414"/>
                  <a:pt x="60465" y="1104"/>
                </a:cubicBezTo>
                <a:cubicBezTo>
                  <a:pt x="64883" y="1795"/>
                  <a:pt x="69162" y="2899"/>
                  <a:pt x="73442" y="4279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9934BD-0E8F-4447-9A39-BB9F527523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6709" y="1854797"/>
            <a:ext cx="24296" cy="26091"/>
          </a:xfrm>
          <a:custGeom xmlns:a="http://schemas.openxmlformats.org/drawingml/2006/main">
            <a:pathLst>
              <a:path w="24296" h="26091">
                <a:moveTo>
                  <a:pt x="0" y="0"/>
                </a:moveTo>
                <a:lnTo>
                  <a:pt x="24296" y="0"/>
                </a:lnTo>
                <a:lnTo>
                  <a:pt x="24296" y="26091"/>
                </a:lnTo>
                <a:lnTo>
                  <a:pt x="0" y="2609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421FA7-F1F3-40AA-AAE7-4324E9652B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3645" y="1778595"/>
            <a:ext cx="80068" cy="104088"/>
          </a:xfrm>
          <a:custGeom xmlns:a="http://schemas.openxmlformats.org/drawingml/2006/main">
            <a:pathLst>
              <a:path w="80068" h="104088">
                <a:moveTo>
                  <a:pt x="41414" y="52596"/>
                </a:moveTo>
                <a:cubicBezTo>
                  <a:pt x="36859" y="52596"/>
                  <a:pt x="33408" y="54115"/>
                  <a:pt x="31199" y="57014"/>
                </a:cubicBezTo>
                <a:cubicBezTo>
                  <a:pt x="28852" y="60051"/>
                  <a:pt x="27748" y="64468"/>
                  <a:pt x="27748" y="70267"/>
                </a:cubicBezTo>
                <a:cubicBezTo>
                  <a:pt x="27748" y="76203"/>
                  <a:pt x="28852" y="80620"/>
                  <a:pt x="31199" y="83519"/>
                </a:cubicBezTo>
                <a:cubicBezTo>
                  <a:pt x="33408" y="86556"/>
                  <a:pt x="36859" y="87937"/>
                  <a:pt x="41414" y="87937"/>
                </a:cubicBezTo>
                <a:cubicBezTo>
                  <a:pt x="45970" y="87937"/>
                  <a:pt x="49421" y="86556"/>
                  <a:pt x="51630" y="83519"/>
                </a:cubicBezTo>
                <a:cubicBezTo>
                  <a:pt x="53839" y="80620"/>
                  <a:pt x="55081" y="76203"/>
                  <a:pt x="55081" y="70267"/>
                </a:cubicBezTo>
                <a:cubicBezTo>
                  <a:pt x="55081" y="64468"/>
                  <a:pt x="53839" y="60051"/>
                  <a:pt x="51630" y="57014"/>
                </a:cubicBezTo>
                <a:cubicBezTo>
                  <a:pt x="49421" y="54115"/>
                  <a:pt x="45970" y="52596"/>
                  <a:pt x="41414" y="52596"/>
                </a:cubicBezTo>
                <a:close/>
                <a:moveTo>
                  <a:pt x="73442" y="4279"/>
                </a:moveTo>
                <a:lnTo>
                  <a:pt x="73442" y="22916"/>
                </a:lnTo>
                <a:cubicBezTo>
                  <a:pt x="69162" y="20983"/>
                  <a:pt x="65159" y="19465"/>
                  <a:pt x="61431" y="18498"/>
                </a:cubicBezTo>
                <a:cubicBezTo>
                  <a:pt x="57566" y="17532"/>
                  <a:pt x="53977" y="16980"/>
                  <a:pt x="50388" y="16980"/>
                </a:cubicBezTo>
                <a:cubicBezTo>
                  <a:pt x="42657" y="16980"/>
                  <a:pt x="36583" y="19189"/>
                  <a:pt x="32303" y="23468"/>
                </a:cubicBezTo>
                <a:cubicBezTo>
                  <a:pt x="27886" y="27748"/>
                  <a:pt x="25401" y="34098"/>
                  <a:pt x="24711" y="42519"/>
                </a:cubicBezTo>
                <a:cubicBezTo>
                  <a:pt x="27610" y="40310"/>
                  <a:pt x="30785" y="38653"/>
                  <a:pt x="34374" y="37549"/>
                </a:cubicBezTo>
                <a:cubicBezTo>
                  <a:pt x="37825" y="36445"/>
                  <a:pt x="41552" y="35893"/>
                  <a:pt x="45694" y="35893"/>
                </a:cubicBezTo>
                <a:cubicBezTo>
                  <a:pt x="55909" y="35893"/>
                  <a:pt x="64192" y="38930"/>
                  <a:pt x="70543" y="45004"/>
                </a:cubicBezTo>
                <a:cubicBezTo>
                  <a:pt x="76893" y="51078"/>
                  <a:pt x="80068" y="58947"/>
                  <a:pt x="80068" y="68610"/>
                </a:cubicBezTo>
                <a:cubicBezTo>
                  <a:pt x="80068" y="79378"/>
                  <a:pt x="76479" y="88075"/>
                  <a:pt x="69438" y="94425"/>
                </a:cubicBezTo>
                <a:cubicBezTo>
                  <a:pt x="62398" y="100913"/>
                  <a:pt x="53010" y="104088"/>
                  <a:pt x="41138" y="104088"/>
                </a:cubicBezTo>
                <a:cubicBezTo>
                  <a:pt x="28024" y="104088"/>
                  <a:pt x="17946" y="99809"/>
                  <a:pt x="10768" y="90974"/>
                </a:cubicBezTo>
                <a:cubicBezTo>
                  <a:pt x="3589" y="82139"/>
                  <a:pt x="0" y="69714"/>
                  <a:pt x="0" y="53425"/>
                </a:cubicBezTo>
                <a:cubicBezTo>
                  <a:pt x="0" y="36859"/>
                  <a:pt x="4141" y="23744"/>
                  <a:pt x="12562" y="14219"/>
                </a:cubicBezTo>
                <a:cubicBezTo>
                  <a:pt x="20845" y="4832"/>
                  <a:pt x="32441" y="0"/>
                  <a:pt x="47074" y="0"/>
                </a:cubicBezTo>
                <a:cubicBezTo>
                  <a:pt x="51630" y="0"/>
                  <a:pt x="56048" y="414"/>
                  <a:pt x="60465" y="1104"/>
                </a:cubicBezTo>
                <a:cubicBezTo>
                  <a:pt x="64883" y="1795"/>
                  <a:pt x="69162" y="2899"/>
                  <a:pt x="73442" y="4279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98BE3E-415F-4B9E-93B5-2217065415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5585" y="1778457"/>
            <a:ext cx="129489" cy="104226"/>
          </a:xfrm>
          <a:custGeom xmlns:a="http://schemas.openxmlformats.org/drawingml/2006/main">
            <a:pathLst>
              <a:path w="129489" h="104226">
                <a:moveTo>
                  <a:pt x="102570" y="60879"/>
                </a:moveTo>
                <a:cubicBezTo>
                  <a:pt x="99257" y="60879"/>
                  <a:pt x="96772" y="62260"/>
                  <a:pt x="95115" y="65021"/>
                </a:cubicBezTo>
                <a:cubicBezTo>
                  <a:pt x="93321" y="67782"/>
                  <a:pt x="92492" y="71785"/>
                  <a:pt x="92492" y="76893"/>
                </a:cubicBezTo>
                <a:cubicBezTo>
                  <a:pt x="92492" y="82139"/>
                  <a:pt x="93321" y="86004"/>
                  <a:pt x="95115" y="88765"/>
                </a:cubicBezTo>
                <a:cubicBezTo>
                  <a:pt x="96772" y="91526"/>
                  <a:pt x="99257" y="92906"/>
                  <a:pt x="102570" y="92906"/>
                </a:cubicBezTo>
                <a:cubicBezTo>
                  <a:pt x="105745" y="92906"/>
                  <a:pt x="108230" y="91526"/>
                  <a:pt x="109886" y="88765"/>
                </a:cubicBezTo>
                <a:cubicBezTo>
                  <a:pt x="111543" y="86004"/>
                  <a:pt x="112509" y="82139"/>
                  <a:pt x="112509" y="76893"/>
                </a:cubicBezTo>
                <a:cubicBezTo>
                  <a:pt x="112509" y="71785"/>
                  <a:pt x="111543" y="67782"/>
                  <a:pt x="109886" y="65021"/>
                </a:cubicBezTo>
                <a:cubicBezTo>
                  <a:pt x="108230" y="62260"/>
                  <a:pt x="105745" y="60879"/>
                  <a:pt x="102570" y="60879"/>
                </a:cubicBezTo>
                <a:close/>
                <a:moveTo>
                  <a:pt x="102570" y="49559"/>
                </a:moveTo>
                <a:cubicBezTo>
                  <a:pt x="110853" y="49559"/>
                  <a:pt x="117479" y="52044"/>
                  <a:pt x="122311" y="56876"/>
                </a:cubicBezTo>
                <a:cubicBezTo>
                  <a:pt x="127004" y="61846"/>
                  <a:pt x="129489" y="68472"/>
                  <a:pt x="129489" y="76893"/>
                </a:cubicBezTo>
                <a:cubicBezTo>
                  <a:pt x="129489" y="85452"/>
                  <a:pt x="127004" y="92078"/>
                  <a:pt x="122311" y="96910"/>
                </a:cubicBezTo>
                <a:cubicBezTo>
                  <a:pt x="117479" y="101880"/>
                  <a:pt x="110853" y="104226"/>
                  <a:pt x="102570" y="104226"/>
                </a:cubicBezTo>
                <a:cubicBezTo>
                  <a:pt x="94149" y="104226"/>
                  <a:pt x="87523" y="101880"/>
                  <a:pt x="82691" y="96910"/>
                </a:cubicBezTo>
                <a:cubicBezTo>
                  <a:pt x="77859" y="92078"/>
                  <a:pt x="75512" y="85452"/>
                  <a:pt x="75512" y="76893"/>
                </a:cubicBezTo>
                <a:cubicBezTo>
                  <a:pt x="75512" y="68472"/>
                  <a:pt x="77859" y="61846"/>
                  <a:pt x="82691" y="56876"/>
                </a:cubicBezTo>
                <a:cubicBezTo>
                  <a:pt x="87523" y="52044"/>
                  <a:pt x="94149" y="49559"/>
                  <a:pt x="102570" y="49559"/>
                </a:cubicBezTo>
                <a:close/>
                <a:moveTo>
                  <a:pt x="40724" y="104226"/>
                </a:moveTo>
                <a:lnTo>
                  <a:pt x="25815" y="104226"/>
                </a:lnTo>
                <a:lnTo>
                  <a:pt x="88765" y="0"/>
                </a:lnTo>
                <a:lnTo>
                  <a:pt x="103674" y="0"/>
                </a:lnTo>
                <a:lnTo>
                  <a:pt x="40724" y="104226"/>
                </a:lnTo>
                <a:close/>
                <a:moveTo>
                  <a:pt x="26919" y="0"/>
                </a:moveTo>
                <a:cubicBezTo>
                  <a:pt x="35202" y="0"/>
                  <a:pt x="41829" y="2485"/>
                  <a:pt x="46660" y="7317"/>
                </a:cubicBezTo>
                <a:cubicBezTo>
                  <a:pt x="51354" y="12286"/>
                  <a:pt x="53839" y="18913"/>
                  <a:pt x="53839" y="27334"/>
                </a:cubicBezTo>
                <a:cubicBezTo>
                  <a:pt x="53839" y="35893"/>
                  <a:pt x="51354" y="42519"/>
                  <a:pt x="46660" y="47489"/>
                </a:cubicBezTo>
                <a:cubicBezTo>
                  <a:pt x="41829" y="52458"/>
                  <a:pt x="35202" y="54805"/>
                  <a:pt x="26919" y="54805"/>
                </a:cubicBezTo>
                <a:cubicBezTo>
                  <a:pt x="18498" y="54805"/>
                  <a:pt x="11872" y="52458"/>
                  <a:pt x="7179" y="47489"/>
                </a:cubicBezTo>
                <a:cubicBezTo>
                  <a:pt x="2347" y="42519"/>
                  <a:pt x="0" y="35893"/>
                  <a:pt x="0" y="27334"/>
                </a:cubicBezTo>
                <a:cubicBezTo>
                  <a:pt x="0" y="18913"/>
                  <a:pt x="2347" y="12286"/>
                  <a:pt x="7179" y="7317"/>
                </a:cubicBezTo>
                <a:cubicBezTo>
                  <a:pt x="11872" y="2485"/>
                  <a:pt x="18498" y="0"/>
                  <a:pt x="26919" y="0"/>
                </a:cubicBezTo>
                <a:close/>
                <a:moveTo>
                  <a:pt x="26919" y="11320"/>
                </a:moveTo>
                <a:cubicBezTo>
                  <a:pt x="23606" y="11320"/>
                  <a:pt x="21121" y="12700"/>
                  <a:pt x="19465" y="15461"/>
                </a:cubicBezTo>
                <a:cubicBezTo>
                  <a:pt x="17670" y="18222"/>
                  <a:pt x="16842" y="22226"/>
                  <a:pt x="16842" y="27334"/>
                </a:cubicBezTo>
                <a:cubicBezTo>
                  <a:pt x="16842" y="32579"/>
                  <a:pt x="17670" y="36583"/>
                  <a:pt x="19465" y="39344"/>
                </a:cubicBezTo>
                <a:cubicBezTo>
                  <a:pt x="21121" y="42105"/>
                  <a:pt x="23606" y="43485"/>
                  <a:pt x="26919" y="43485"/>
                </a:cubicBezTo>
                <a:cubicBezTo>
                  <a:pt x="30094" y="43485"/>
                  <a:pt x="32579" y="42105"/>
                  <a:pt x="34374" y="39344"/>
                </a:cubicBezTo>
                <a:cubicBezTo>
                  <a:pt x="36031" y="36583"/>
                  <a:pt x="36997" y="32579"/>
                  <a:pt x="36997" y="27334"/>
                </a:cubicBezTo>
                <a:cubicBezTo>
                  <a:pt x="36997" y="22226"/>
                  <a:pt x="36031" y="18222"/>
                  <a:pt x="34374" y="15461"/>
                </a:cubicBezTo>
                <a:cubicBezTo>
                  <a:pt x="32579" y="12700"/>
                  <a:pt x="30094" y="11320"/>
                  <a:pt x="26919" y="11320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8BF787-17EC-420C-A255-56FEFD3F8F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30308" y="1780251"/>
            <a:ext cx="83519" cy="100637"/>
          </a:xfrm>
          <a:custGeom xmlns:a="http://schemas.openxmlformats.org/drawingml/2006/main">
            <a:pathLst>
              <a:path w="83519" h="100637">
                <a:moveTo>
                  <a:pt x="44590" y="21397"/>
                </a:moveTo>
                <a:lnTo>
                  <a:pt x="16152" y="63502"/>
                </a:lnTo>
                <a:lnTo>
                  <a:pt x="44590" y="63502"/>
                </a:lnTo>
                <a:lnTo>
                  <a:pt x="44590" y="21397"/>
                </a:lnTo>
                <a:close/>
                <a:moveTo>
                  <a:pt x="40310" y="0"/>
                </a:moveTo>
                <a:lnTo>
                  <a:pt x="69162" y="0"/>
                </a:lnTo>
                <a:lnTo>
                  <a:pt x="69162" y="63502"/>
                </a:lnTo>
                <a:lnTo>
                  <a:pt x="83519" y="63502"/>
                </a:lnTo>
                <a:lnTo>
                  <a:pt x="83519" y="82277"/>
                </a:lnTo>
                <a:lnTo>
                  <a:pt x="69162" y="82277"/>
                </a:lnTo>
                <a:lnTo>
                  <a:pt x="69162" y="100637"/>
                </a:lnTo>
                <a:lnTo>
                  <a:pt x="44590" y="100637"/>
                </a:lnTo>
                <a:lnTo>
                  <a:pt x="44590" y="82277"/>
                </a:lnTo>
                <a:lnTo>
                  <a:pt x="0" y="82277"/>
                </a:lnTo>
                <a:lnTo>
                  <a:pt x="0" y="60051"/>
                </a:lnTo>
                <a:lnTo>
                  <a:pt x="4031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0D6C82-5C1B-46D6-9A22-5BB73BA5B4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29427" y="1778457"/>
            <a:ext cx="75788" cy="104226"/>
          </a:xfrm>
          <a:custGeom xmlns:a="http://schemas.openxmlformats.org/drawingml/2006/main">
            <a:pathLst>
              <a:path w="75788" h="104226">
                <a:moveTo>
                  <a:pt x="55081" y="48179"/>
                </a:moveTo>
                <a:cubicBezTo>
                  <a:pt x="61846" y="49973"/>
                  <a:pt x="66953" y="53010"/>
                  <a:pt x="70543" y="57290"/>
                </a:cubicBezTo>
                <a:cubicBezTo>
                  <a:pt x="73994" y="61708"/>
                  <a:pt x="75788" y="67229"/>
                  <a:pt x="75788" y="73856"/>
                </a:cubicBezTo>
                <a:cubicBezTo>
                  <a:pt x="75788" y="83795"/>
                  <a:pt x="71923" y="91388"/>
                  <a:pt x="64330" y="96496"/>
                </a:cubicBezTo>
                <a:cubicBezTo>
                  <a:pt x="56600" y="101741"/>
                  <a:pt x="45556" y="104226"/>
                  <a:pt x="30923" y="104226"/>
                </a:cubicBezTo>
                <a:cubicBezTo>
                  <a:pt x="25677" y="104226"/>
                  <a:pt x="20569" y="103812"/>
                  <a:pt x="15323" y="102984"/>
                </a:cubicBezTo>
                <a:cubicBezTo>
                  <a:pt x="10078" y="102294"/>
                  <a:pt x="4970" y="101051"/>
                  <a:pt x="0" y="99395"/>
                </a:cubicBezTo>
                <a:lnTo>
                  <a:pt x="0" y="79378"/>
                </a:lnTo>
                <a:cubicBezTo>
                  <a:pt x="4832" y="81863"/>
                  <a:pt x="9663" y="83657"/>
                  <a:pt x="14495" y="84900"/>
                </a:cubicBezTo>
                <a:cubicBezTo>
                  <a:pt x="19189" y="86142"/>
                  <a:pt x="23882" y="86694"/>
                  <a:pt x="28576" y="86694"/>
                </a:cubicBezTo>
                <a:cubicBezTo>
                  <a:pt x="35478" y="86694"/>
                  <a:pt x="40724" y="85590"/>
                  <a:pt x="44313" y="83105"/>
                </a:cubicBezTo>
                <a:cubicBezTo>
                  <a:pt x="47903" y="80758"/>
                  <a:pt x="49835" y="77307"/>
                  <a:pt x="49835" y="72889"/>
                </a:cubicBezTo>
                <a:cubicBezTo>
                  <a:pt x="49835" y="68334"/>
                  <a:pt x="47903" y="64883"/>
                  <a:pt x="44175" y="62536"/>
                </a:cubicBezTo>
                <a:cubicBezTo>
                  <a:pt x="40448" y="60189"/>
                  <a:pt x="34926" y="58947"/>
                  <a:pt x="27610" y="58947"/>
                </a:cubicBezTo>
                <a:lnTo>
                  <a:pt x="17256" y="58947"/>
                </a:lnTo>
                <a:lnTo>
                  <a:pt x="17256" y="42243"/>
                </a:lnTo>
                <a:lnTo>
                  <a:pt x="28162" y="42243"/>
                </a:lnTo>
                <a:cubicBezTo>
                  <a:pt x="34650" y="42243"/>
                  <a:pt x="39482" y="41276"/>
                  <a:pt x="42657" y="39206"/>
                </a:cubicBezTo>
                <a:cubicBezTo>
                  <a:pt x="45832" y="37273"/>
                  <a:pt x="47489" y="34098"/>
                  <a:pt x="47489" y="29818"/>
                </a:cubicBezTo>
                <a:cubicBezTo>
                  <a:pt x="47489" y="25953"/>
                  <a:pt x="45832" y="23054"/>
                  <a:pt x="42795" y="20845"/>
                </a:cubicBezTo>
                <a:cubicBezTo>
                  <a:pt x="39758" y="18775"/>
                  <a:pt x="35340" y="17670"/>
                  <a:pt x="29680" y="17670"/>
                </a:cubicBezTo>
                <a:cubicBezTo>
                  <a:pt x="25539" y="17670"/>
                  <a:pt x="21259" y="18222"/>
                  <a:pt x="16980" y="19189"/>
                </a:cubicBezTo>
                <a:cubicBezTo>
                  <a:pt x="12700" y="20155"/>
                  <a:pt x="8421" y="21536"/>
                  <a:pt x="4279" y="23330"/>
                </a:cubicBezTo>
                <a:lnTo>
                  <a:pt x="4279" y="4279"/>
                </a:lnTo>
                <a:cubicBezTo>
                  <a:pt x="9387" y="2899"/>
                  <a:pt x="14495" y="1795"/>
                  <a:pt x="19465" y="1104"/>
                </a:cubicBezTo>
                <a:cubicBezTo>
                  <a:pt x="24435" y="414"/>
                  <a:pt x="29404" y="0"/>
                  <a:pt x="34374" y="0"/>
                </a:cubicBezTo>
                <a:cubicBezTo>
                  <a:pt x="47351" y="0"/>
                  <a:pt x="57152" y="2209"/>
                  <a:pt x="63640" y="6488"/>
                </a:cubicBezTo>
                <a:cubicBezTo>
                  <a:pt x="70128" y="10768"/>
                  <a:pt x="73442" y="17256"/>
                  <a:pt x="73442" y="25815"/>
                </a:cubicBezTo>
                <a:cubicBezTo>
                  <a:pt x="73442" y="31751"/>
                  <a:pt x="71785" y="36583"/>
                  <a:pt x="68748" y="40310"/>
                </a:cubicBezTo>
                <a:cubicBezTo>
                  <a:pt x="65711" y="44037"/>
                  <a:pt x="61155" y="46660"/>
                  <a:pt x="55081" y="48179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01B422-2F43-4633-AC70-290AA28729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30340" y="1854797"/>
            <a:ext cx="24296" cy="26091"/>
          </a:xfrm>
          <a:custGeom xmlns:a="http://schemas.openxmlformats.org/drawingml/2006/main">
            <a:pathLst>
              <a:path w="24296" h="26091">
                <a:moveTo>
                  <a:pt x="0" y="0"/>
                </a:moveTo>
                <a:lnTo>
                  <a:pt x="24296" y="0"/>
                </a:lnTo>
                <a:lnTo>
                  <a:pt x="24296" y="26091"/>
                </a:lnTo>
                <a:lnTo>
                  <a:pt x="0" y="2609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BD5E22-5FDE-404C-9436-62CB0E7924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74930" y="1780251"/>
            <a:ext cx="83519" cy="100637"/>
          </a:xfrm>
          <a:custGeom xmlns:a="http://schemas.openxmlformats.org/drawingml/2006/main">
            <a:pathLst>
              <a:path w="83519" h="100637">
                <a:moveTo>
                  <a:pt x="44590" y="21397"/>
                </a:moveTo>
                <a:lnTo>
                  <a:pt x="16152" y="63502"/>
                </a:lnTo>
                <a:lnTo>
                  <a:pt x="44590" y="63502"/>
                </a:lnTo>
                <a:lnTo>
                  <a:pt x="44590" y="21397"/>
                </a:lnTo>
                <a:close/>
                <a:moveTo>
                  <a:pt x="40310" y="0"/>
                </a:moveTo>
                <a:lnTo>
                  <a:pt x="69162" y="0"/>
                </a:lnTo>
                <a:lnTo>
                  <a:pt x="69162" y="63502"/>
                </a:lnTo>
                <a:lnTo>
                  <a:pt x="83519" y="63502"/>
                </a:lnTo>
                <a:lnTo>
                  <a:pt x="83519" y="82277"/>
                </a:lnTo>
                <a:lnTo>
                  <a:pt x="69162" y="82277"/>
                </a:lnTo>
                <a:lnTo>
                  <a:pt x="69162" y="100637"/>
                </a:lnTo>
                <a:lnTo>
                  <a:pt x="44590" y="100637"/>
                </a:lnTo>
                <a:lnTo>
                  <a:pt x="44590" y="82277"/>
                </a:lnTo>
                <a:lnTo>
                  <a:pt x="0" y="82277"/>
                </a:lnTo>
                <a:lnTo>
                  <a:pt x="0" y="60051"/>
                </a:lnTo>
                <a:lnTo>
                  <a:pt x="4031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C73D2F-BFE0-435E-9D39-886742E17E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69217" y="1778457"/>
            <a:ext cx="129489" cy="104226"/>
          </a:xfrm>
          <a:custGeom xmlns:a="http://schemas.openxmlformats.org/drawingml/2006/main">
            <a:pathLst>
              <a:path w="129489" h="104226">
                <a:moveTo>
                  <a:pt x="102570" y="60879"/>
                </a:moveTo>
                <a:cubicBezTo>
                  <a:pt x="99257" y="60879"/>
                  <a:pt x="96772" y="62260"/>
                  <a:pt x="95115" y="65021"/>
                </a:cubicBezTo>
                <a:cubicBezTo>
                  <a:pt x="93321" y="67782"/>
                  <a:pt x="92492" y="71785"/>
                  <a:pt x="92492" y="76893"/>
                </a:cubicBezTo>
                <a:cubicBezTo>
                  <a:pt x="92492" y="82139"/>
                  <a:pt x="93321" y="86004"/>
                  <a:pt x="95115" y="88765"/>
                </a:cubicBezTo>
                <a:cubicBezTo>
                  <a:pt x="96772" y="91526"/>
                  <a:pt x="99257" y="92906"/>
                  <a:pt x="102570" y="92906"/>
                </a:cubicBezTo>
                <a:cubicBezTo>
                  <a:pt x="105745" y="92906"/>
                  <a:pt x="108230" y="91526"/>
                  <a:pt x="109886" y="88765"/>
                </a:cubicBezTo>
                <a:cubicBezTo>
                  <a:pt x="111543" y="86004"/>
                  <a:pt x="112509" y="82139"/>
                  <a:pt x="112509" y="76893"/>
                </a:cubicBezTo>
                <a:cubicBezTo>
                  <a:pt x="112509" y="71785"/>
                  <a:pt x="111543" y="67782"/>
                  <a:pt x="109886" y="65021"/>
                </a:cubicBezTo>
                <a:cubicBezTo>
                  <a:pt x="108230" y="62260"/>
                  <a:pt x="105745" y="60879"/>
                  <a:pt x="102570" y="60879"/>
                </a:cubicBezTo>
                <a:close/>
                <a:moveTo>
                  <a:pt x="102570" y="49559"/>
                </a:moveTo>
                <a:cubicBezTo>
                  <a:pt x="110853" y="49559"/>
                  <a:pt x="117479" y="52044"/>
                  <a:pt x="122311" y="56876"/>
                </a:cubicBezTo>
                <a:cubicBezTo>
                  <a:pt x="127004" y="61846"/>
                  <a:pt x="129489" y="68472"/>
                  <a:pt x="129489" y="76893"/>
                </a:cubicBezTo>
                <a:cubicBezTo>
                  <a:pt x="129489" y="85452"/>
                  <a:pt x="127004" y="92078"/>
                  <a:pt x="122311" y="96910"/>
                </a:cubicBezTo>
                <a:cubicBezTo>
                  <a:pt x="117479" y="101880"/>
                  <a:pt x="110853" y="104226"/>
                  <a:pt x="102570" y="104226"/>
                </a:cubicBezTo>
                <a:cubicBezTo>
                  <a:pt x="94149" y="104226"/>
                  <a:pt x="87523" y="101880"/>
                  <a:pt x="82691" y="96910"/>
                </a:cubicBezTo>
                <a:cubicBezTo>
                  <a:pt x="77859" y="92078"/>
                  <a:pt x="75512" y="85452"/>
                  <a:pt x="75512" y="76893"/>
                </a:cubicBezTo>
                <a:cubicBezTo>
                  <a:pt x="75512" y="68472"/>
                  <a:pt x="77859" y="61846"/>
                  <a:pt x="82691" y="56876"/>
                </a:cubicBezTo>
                <a:cubicBezTo>
                  <a:pt x="87523" y="52044"/>
                  <a:pt x="94149" y="49559"/>
                  <a:pt x="102570" y="49559"/>
                </a:cubicBezTo>
                <a:close/>
                <a:moveTo>
                  <a:pt x="40724" y="104226"/>
                </a:moveTo>
                <a:lnTo>
                  <a:pt x="25815" y="104226"/>
                </a:lnTo>
                <a:lnTo>
                  <a:pt x="88765" y="0"/>
                </a:lnTo>
                <a:lnTo>
                  <a:pt x="103674" y="0"/>
                </a:lnTo>
                <a:lnTo>
                  <a:pt x="40724" y="104226"/>
                </a:lnTo>
                <a:close/>
                <a:moveTo>
                  <a:pt x="26919" y="0"/>
                </a:moveTo>
                <a:cubicBezTo>
                  <a:pt x="35202" y="0"/>
                  <a:pt x="41829" y="2485"/>
                  <a:pt x="46660" y="7317"/>
                </a:cubicBezTo>
                <a:cubicBezTo>
                  <a:pt x="51354" y="12286"/>
                  <a:pt x="53839" y="18913"/>
                  <a:pt x="53839" y="27334"/>
                </a:cubicBezTo>
                <a:cubicBezTo>
                  <a:pt x="53839" y="35893"/>
                  <a:pt x="51354" y="42519"/>
                  <a:pt x="46660" y="47489"/>
                </a:cubicBezTo>
                <a:cubicBezTo>
                  <a:pt x="41829" y="52458"/>
                  <a:pt x="35202" y="54805"/>
                  <a:pt x="26919" y="54805"/>
                </a:cubicBezTo>
                <a:cubicBezTo>
                  <a:pt x="18498" y="54805"/>
                  <a:pt x="11872" y="52458"/>
                  <a:pt x="7179" y="47489"/>
                </a:cubicBezTo>
                <a:cubicBezTo>
                  <a:pt x="2347" y="42519"/>
                  <a:pt x="0" y="35893"/>
                  <a:pt x="0" y="27334"/>
                </a:cubicBezTo>
                <a:cubicBezTo>
                  <a:pt x="0" y="18913"/>
                  <a:pt x="2347" y="12286"/>
                  <a:pt x="7179" y="7317"/>
                </a:cubicBezTo>
                <a:cubicBezTo>
                  <a:pt x="11872" y="2485"/>
                  <a:pt x="18498" y="0"/>
                  <a:pt x="26919" y="0"/>
                </a:cubicBezTo>
                <a:close/>
                <a:moveTo>
                  <a:pt x="26919" y="11320"/>
                </a:moveTo>
                <a:cubicBezTo>
                  <a:pt x="23606" y="11320"/>
                  <a:pt x="21121" y="12700"/>
                  <a:pt x="19465" y="15461"/>
                </a:cubicBezTo>
                <a:cubicBezTo>
                  <a:pt x="17670" y="18222"/>
                  <a:pt x="16842" y="22226"/>
                  <a:pt x="16842" y="27334"/>
                </a:cubicBezTo>
                <a:cubicBezTo>
                  <a:pt x="16842" y="32579"/>
                  <a:pt x="17670" y="36583"/>
                  <a:pt x="19465" y="39344"/>
                </a:cubicBezTo>
                <a:cubicBezTo>
                  <a:pt x="21121" y="42105"/>
                  <a:pt x="23606" y="43485"/>
                  <a:pt x="26919" y="43485"/>
                </a:cubicBezTo>
                <a:cubicBezTo>
                  <a:pt x="30094" y="43485"/>
                  <a:pt x="32579" y="42105"/>
                  <a:pt x="34374" y="39344"/>
                </a:cubicBezTo>
                <a:cubicBezTo>
                  <a:pt x="36031" y="36583"/>
                  <a:pt x="36997" y="32579"/>
                  <a:pt x="36997" y="27334"/>
                </a:cubicBezTo>
                <a:cubicBezTo>
                  <a:pt x="36997" y="22226"/>
                  <a:pt x="36031" y="18222"/>
                  <a:pt x="34374" y="15461"/>
                </a:cubicBezTo>
                <a:cubicBezTo>
                  <a:pt x="32579" y="12700"/>
                  <a:pt x="30094" y="11320"/>
                  <a:pt x="26919" y="11320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EB477C-26B3-4D3D-904B-7C186BB5B2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1335" y="1442797"/>
            <a:ext cx="75788" cy="102432"/>
          </a:xfrm>
          <a:custGeom xmlns:a="http://schemas.openxmlformats.org/drawingml/2006/main">
            <a:pathLst>
              <a:path w="75788" h="102432">
                <a:moveTo>
                  <a:pt x="4003" y="0"/>
                </a:moveTo>
                <a:lnTo>
                  <a:pt x="68472" y="0"/>
                </a:lnTo>
                <a:lnTo>
                  <a:pt x="68472" y="19051"/>
                </a:lnTo>
                <a:lnTo>
                  <a:pt x="24711" y="19051"/>
                </a:lnTo>
                <a:lnTo>
                  <a:pt x="24711" y="34650"/>
                </a:lnTo>
                <a:cubicBezTo>
                  <a:pt x="26643" y="34098"/>
                  <a:pt x="28576" y="33684"/>
                  <a:pt x="30647" y="33408"/>
                </a:cubicBezTo>
                <a:cubicBezTo>
                  <a:pt x="32579" y="33132"/>
                  <a:pt x="34650" y="32994"/>
                  <a:pt x="36859" y="32994"/>
                </a:cubicBezTo>
                <a:cubicBezTo>
                  <a:pt x="49145" y="32994"/>
                  <a:pt x="58670" y="36169"/>
                  <a:pt x="65573" y="42243"/>
                </a:cubicBezTo>
                <a:cubicBezTo>
                  <a:pt x="72337" y="48317"/>
                  <a:pt x="75788" y="56876"/>
                  <a:pt x="75788" y="67782"/>
                </a:cubicBezTo>
                <a:cubicBezTo>
                  <a:pt x="75788" y="78687"/>
                  <a:pt x="72061" y="87246"/>
                  <a:pt x="64607" y="93321"/>
                </a:cubicBezTo>
                <a:cubicBezTo>
                  <a:pt x="57152" y="99395"/>
                  <a:pt x="46798" y="102432"/>
                  <a:pt x="33684" y="102432"/>
                </a:cubicBezTo>
                <a:cubicBezTo>
                  <a:pt x="27886" y="102432"/>
                  <a:pt x="22226" y="101880"/>
                  <a:pt x="16704" y="100775"/>
                </a:cubicBezTo>
                <a:cubicBezTo>
                  <a:pt x="11044" y="99809"/>
                  <a:pt x="5522" y="98152"/>
                  <a:pt x="0" y="95943"/>
                </a:cubicBezTo>
                <a:lnTo>
                  <a:pt x="0" y="75512"/>
                </a:lnTo>
                <a:cubicBezTo>
                  <a:pt x="5522" y="78687"/>
                  <a:pt x="10630" y="81034"/>
                  <a:pt x="15599" y="82553"/>
                </a:cubicBezTo>
                <a:cubicBezTo>
                  <a:pt x="20569" y="84209"/>
                  <a:pt x="25125" y="84900"/>
                  <a:pt x="29542" y="84900"/>
                </a:cubicBezTo>
                <a:cubicBezTo>
                  <a:pt x="35754" y="84900"/>
                  <a:pt x="40724" y="83381"/>
                  <a:pt x="44313" y="80344"/>
                </a:cubicBezTo>
                <a:cubicBezTo>
                  <a:pt x="47903" y="77307"/>
                  <a:pt x="49835" y="73027"/>
                  <a:pt x="49835" y="67782"/>
                </a:cubicBezTo>
                <a:cubicBezTo>
                  <a:pt x="49835" y="62536"/>
                  <a:pt x="47903" y="58394"/>
                  <a:pt x="44313" y="55357"/>
                </a:cubicBezTo>
                <a:cubicBezTo>
                  <a:pt x="40724" y="52320"/>
                  <a:pt x="35754" y="50664"/>
                  <a:pt x="29542" y="50664"/>
                </a:cubicBezTo>
                <a:cubicBezTo>
                  <a:pt x="25677" y="50664"/>
                  <a:pt x="21674" y="51216"/>
                  <a:pt x="17532" y="52182"/>
                </a:cubicBezTo>
                <a:cubicBezTo>
                  <a:pt x="13391" y="53149"/>
                  <a:pt x="8835" y="54667"/>
                  <a:pt x="4003" y="56600"/>
                </a:cubicBezTo>
                <a:lnTo>
                  <a:pt x="4003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B7D45F-0FE3-46EC-9640-EF2F38F223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96036" y="1441002"/>
            <a:ext cx="75788" cy="104226"/>
          </a:xfrm>
          <a:custGeom xmlns:a="http://schemas.openxmlformats.org/drawingml/2006/main">
            <a:pathLst>
              <a:path w="75788" h="104226">
                <a:moveTo>
                  <a:pt x="55081" y="48179"/>
                </a:moveTo>
                <a:cubicBezTo>
                  <a:pt x="61846" y="49973"/>
                  <a:pt x="66953" y="53010"/>
                  <a:pt x="70543" y="57290"/>
                </a:cubicBezTo>
                <a:cubicBezTo>
                  <a:pt x="73994" y="61708"/>
                  <a:pt x="75788" y="67229"/>
                  <a:pt x="75788" y="73856"/>
                </a:cubicBezTo>
                <a:cubicBezTo>
                  <a:pt x="75788" y="83795"/>
                  <a:pt x="71923" y="91388"/>
                  <a:pt x="64330" y="96496"/>
                </a:cubicBezTo>
                <a:cubicBezTo>
                  <a:pt x="56600" y="101741"/>
                  <a:pt x="45556" y="104226"/>
                  <a:pt x="30923" y="104226"/>
                </a:cubicBezTo>
                <a:cubicBezTo>
                  <a:pt x="25677" y="104226"/>
                  <a:pt x="20569" y="103812"/>
                  <a:pt x="15323" y="102984"/>
                </a:cubicBezTo>
                <a:cubicBezTo>
                  <a:pt x="10078" y="102294"/>
                  <a:pt x="4970" y="101051"/>
                  <a:pt x="0" y="99395"/>
                </a:cubicBezTo>
                <a:lnTo>
                  <a:pt x="0" y="79378"/>
                </a:lnTo>
                <a:cubicBezTo>
                  <a:pt x="4832" y="81863"/>
                  <a:pt x="9663" y="83657"/>
                  <a:pt x="14495" y="84900"/>
                </a:cubicBezTo>
                <a:cubicBezTo>
                  <a:pt x="19189" y="86142"/>
                  <a:pt x="23882" y="86694"/>
                  <a:pt x="28576" y="86694"/>
                </a:cubicBezTo>
                <a:cubicBezTo>
                  <a:pt x="35478" y="86694"/>
                  <a:pt x="40724" y="85590"/>
                  <a:pt x="44313" y="83105"/>
                </a:cubicBezTo>
                <a:cubicBezTo>
                  <a:pt x="47903" y="80758"/>
                  <a:pt x="49835" y="77307"/>
                  <a:pt x="49835" y="72889"/>
                </a:cubicBezTo>
                <a:cubicBezTo>
                  <a:pt x="49835" y="68334"/>
                  <a:pt x="47903" y="64883"/>
                  <a:pt x="44175" y="62536"/>
                </a:cubicBezTo>
                <a:cubicBezTo>
                  <a:pt x="40448" y="60189"/>
                  <a:pt x="34926" y="58947"/>
                  <a:pt x="27610" y="58947"/>
                </a:cubicBezTo>
                <a:lnTo>
                  <a:pt x="17256" y="58947"/>
                </a:lnTo>
                <a:lnTo>
                  <a:pt x="17256" y="42243"/>
                </a:lnTo>
                <a:lnTo>
                  <a:pt x="28162" y="42243"/>
                </a:lnTo>
                <a:cubicBezTo>
                  <a:pt x="34650" y="42243"/>
                  <a:pt x="39482" y="41276"/>
                  <a:pt x="42657" y="39206"/>
                </a:cubicBezTo>
                <a:cubicBezTo>
                  <a:pt x="45832" y="37273"/>
                  <a:pt x="47489" y="34098"/>
                  <a:pt x="47489" y="29818"/>
                </a:cubicBezTo>
                <a:cubicBezTo>
                  <a:pt x="47489" y="25953"/>
                  <a:pt x="45832" y="23054"/>
                  <a:pt x="42795" y="20845"/>
                </a:cubicBezTo>
                <a:cubicBezTo>
                  <a:pt x="39758" y="18775"/>
                  <a:pt x="35340" y="17670"/>
                  <a:pt x="29680" y="17670"/>
                </a:cubicBezTo>
                <a:cubicBezTo>
                  <a:pt x="25539" y="17670"/>
                  <a:pt x="21259" y="18222"/>
                  <a:pt x="16980" y="19189"/>
                </a:cubicBezTo>
                <a:cubicBezTo>
                  <a:pt x="12700" y="20155"/>
                  <a:pt x="8421" y="21536"/>
                  <a:pt x="4279" y="23330"/>
                </a:cubicBezTo>
                <a:lnTo>
                  <a:pt x="4279" y="4279"/>
                </a:lnTo>
                <a:cubicBezTo>
                  <a:pt x="9387" y="2899"/>
                  <a:pt x="14495" y="1795"/>
                  <a:pt x="19465" y="1104"/>
                </a:cubicBezTo>
                <a:cubicBezTo>
                  <a:pt x="24435" y="414"/>
                  <a:pt x="29404" y="0"/>
                  <a:pt x="34374" y="0"/>
                </a:cubicBezTo>
                <a:cubicBezTo>
                  <a:pt x="47351" y="0"/>
                  <a:pt x="57152" y="2209"/>
                  <a:pt x="63640" y="6488"/>
                </a:cubicBezTo>
                <a:cubicBezTo>
                  <a:pt x="70128" y="10768"/>
                  <a:pt x="73442" y="17256"/>
                  <a:pt x="73442" y="25815"/>
                </a:cubicBezTo>
                <a:cubicBezTo>
                  <a:pt x="73442" y="31751"/>
                  <a:pt x="71785" y="36583"/>
                  <a:pt x="68748" y="40310"/>
                </a:cubicBezTo>
                <a:cubicBezTo>
                  <a:pt x="65711" y="44037"/>
                  <a:pt x="61155" y="46660"/>
                  <a:pt x="55081" y="48179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519468-8FFC-4DDC-82E9-FE9DC1B128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96950" y="1517343"/>
            <a:ext cx="24296" cy="26091"/>
          </a:xfrm>
          <a:custGeom xmlns:a="http://schemas.openxmlformats.org/drawingml/2006/main">
            <a:pathLst>
              <a:path w="24296" h="26091">
                <a:moveTo>
                  <a:pt x="0" y="0"/>
                </a:moveTo>
                <a:lnTo>
                  <a:pt x="24296" y="0"/>
                </a:lnTo>
                <a:lnTo>
                  <a:pt x="24296" y="26091"/>
                </a:lnTo>
                <a:lnTo>
                  <a:pt x="0" y="2609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501FB2-FC4A-4FF2-A48C-60D2A40456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1539" y="1442797"/>
            <a:ext cx="83519" cy="100637"/>
          </a:xfrm>
          <a:custGeom xmlns:a="http://schemas.openxmlformats.org/drawingml/2006/main">
            <a:pathLst>
              <a:path w="83519" h="100637">
                <a:moveTo>
                  <a:pt x="44590" y="21397"/>
                </a:moveTo>
                <a:lnTo>
                  <a:pt x="16152" y="63502"/>
                </a:lnTo>
                <a:lnTo>
                  <a:pt x="44590" y="63502"/>
                </a:lnTo>
                <a:lnTo>
                  <a:pt x="44590" y="21397"/>
                </a:lnTo>
                <a:close/>
                <a:moveTo>
                  <a:pt x="40310" y="0"/>
                </a:moveTo>
                <a:lnTo>
                  <a:pt x="69162" y="0"/>
                </a:lnTo>
                <a:lnTo>
                  <a:pt x="69162" y="63502"/>
                </a:lnTo>
                <a:lnTo>
                  <a:pt x="83519" y="63502"/>
                </a:lnTo>
                <a:lnTo>
                  <a:pt x="83519" y="82277"/>
                </a:lnTo>
                <a:lnTo>
                  <a:pt x="69162" y="82277"/>
                </a:lnTo>
                <a:lnTo>
                  <a:pt x="69162" y="100637"/>
                </a:lnTo>
                <a:lnTo>
                  <a:pt x="44590" y="100637"/>
                </a:lnTo>
                <a:lnTo>
                  <a:pt x="44590" y="82277"/>
                </a:lnTo>
                <a:lnTo>
                  <a:pt x="0" y="82277"/>
                </a:lnTo>
                <a:lnTo>
                  <a:pt x="0" y="60051"/>
                </a:lnTo>
                <a:lnTo>
                  <a:pt x="4031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A00ABF-FD3A-49A2-BACA-3E1F495286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35826" y="1441002"/>
            <a:ext cx="129489" cy="104226"/>
          </a:xfrm>
          <a:custGeom xmlns:a="http://schemas.openxmlformats.org/drawingml/2006/main">
            <a:pathLst>
              <a:path w="129489" h="104226">
                <a:moveTo>
                  <a:pt x="102570" y="60879"/>
                </a:moveTo>
                <a:cubicBezTo>
                  <a:pt x="99257" y="60879"/>
                  <a:pt x="96772" y="62260"/>
                  <a:pt x="95115" y="65021"/>
                </a:cubicBezTo>
                <a:cubicBezTo>
                  <a:pt x="93321" y="67782"/>
                  <a:pt x="92492" y="71785"/>
                  <a:pt x="92492" y="76893"/>
                </a:cubicBezTo>
                <a:cubicBezTo>
                  <a:pt x="92492" y="82139"/>
                  <a:pt x="93321" y="86004"/>
                  <a:pt x="95115" y="88765"/>
                </a:cubicBezTo>
                <a:cubicBezTo>
                  <a:pt x="96772" y="91526"/>
                  <a:pt x="99257" y="92906"/>
                  <a:pt x="102570" y="92906"/>
                </a:cubicBezTo>
                <a:cubicBezTo>
                  <a:pt x="105745" y="92906"/>
                  <a:pt x="108230" y="91526"/>
                  <a:pt x="109886" y="88765"/>
                </a:cubicBezTo>
                <a:cubicBezTo>
                  <a:pt x="111543" y="86004"/>
                  <a:pt x="112509" y="82139"/>
                  <a:pt x="112509" y="76893"/>
                </a:cubicBezTo>
                <a:cubicBezTo>
                  <a:pt x="112509" y="71785"/>
                  <a:pt x="111543" y="67782"/>
                  <a:pt x="109886" y="65021"/>
                </a:cubicBezTo>
                <a:cubicBezTo>
                  <a:pt x="108230" y="62260"/>
                  <a:pt x="105745" y="60879"/>
                  <a:pt x="102570" y="60879"/>
                </a:cubicBezTo>
                <a:close/>
                <a:moveTo>
                  <a:pt x="102570" y="49559"/>
                </a:moveTo>
                <a:cubicBezTo>
                  <a:pt x="110853" y="49559"/>
                  <a:pt x="117479" y="52044"/>
                  <a:pt x="122311" y="56876"/>
                </a:cubicBezTo>
                <a:cubicBezTo>
                  <a:pt x="127004" y="61846"/>
                  <a:pt x="129489" y="68472"/>
                  <a:pt x="129489" y="76893"/>
                </a:cubicBezTo>
                <a:cubicBezTo>
                  <a:pt x="129489" y="85452"/>
                  <a:pt x="127004" y="92078"/>
                  <a:pt x="122311" y="96910"/>
                </a:cubicBezTo>
                <a:cubicBezTo>
                  <a:pt x="117479" y="101880"/>
                  <a:pt x="110853" y="104226"/>
                  <a:pt x="102570" y="104226"/>
                </a:cubicBezTo>
                <a:cubicBezTo>
                  <a:pt x="94149" y="104226"/>
                  <a:pt x="87523" y="101880"/>
                  <a:pt x="82691" y="96910"/>
                </a:cubicBezTo>
                <a:cubicBezTo>
                  <a:pt x="77859" y="92078"/>
                  <a:pt x="75512" y="85452"/>
                  <a:pt x="75512" y="76893"/>
                </a:cubicBezTo>
                <a:cubicBezTo>
                  <a:pt x="75512" y="68472"/>
                  <a:pt x="77859" y="61846"/>
                  <a:pt x="82691" y="56876"/>
                </a:cubicBezTo>
                <a:cubicBezTo>
                  <a:pt x="87523" y="52044"/>
                  <a:pt x="94149" y="49559"/>
                  <a:pt x="102570" y="49559"/>
                </a:cubicBezTo>
                <a:close/>
                <a:moveTo>
                  <a:pt x="40724" y="104226"/>
                </a:moveTo>
                <a:lnTo>
                  <a:pt x="25815" y="104226"/>
                </a:lnTo>
                <a:lnTo>
                  <a:pt x="88765" y="0"/>
                </a:lnTo>
                <a:lnTo>
                  <a:pt x="103674" y="0"/>
                </a:lnTo>
                <a:lnTo>
                  <a:pt x="40724" y="104226"/>
                </a:lnTo>
                <a:close/>
                <a:moveTo>
                  <a:pt x="26919" y="0"/>
                </a:moveTo>
                <a:cubicBezTo>
                  <a:pt x="35202" y="0"/>
                  <a:pt x="41829" y="2485"/>
                  <a:pt x="46660" y="7317"/>
                </a:cubicBezTo>
                <a:cubicBezTo>
                  <a:pt x="51354" y="12286"/>
                  <a:pt x="53839" y="18913"/>
                  <a:pt x="53839" y="27334"/>
                </a:cubicBezTo>
                <a:cubicBezTo>
                  <a:pt x="53839" y="35893"/>
                  <a:pt x="51354" y="42519"/>
                  <a:pt x="46660" y="47489"/>
                </a:cubicBezTo>
                <a:cubicBezTo>
                  <a:pt x="41829" y="52458"/>
                  <a:pt x="35202" y="54805"/>
                  <a:pt x="26919" y="54805"/>
                </a:cubicBezTo>
                <a:cubicBezTo>
                  <a:pt x="18498" y="54805"/>
                  <a:pt x="11872" y="52458"/>
                  <a:pt x="7179" y="47489"/>
                </a:cubicBezTo>
                <a:cubicBezTo>
                  <a:pt x="2347" y="42519"/>
                  <a:pt x="0" y="35893"/>
                  <a:pt x="0" y="27334"/>
                </a:cubicBezTo>
                <a:cubicBezTo>
                  <a:pt x="0" y="18913"/>
                  <a:pt x="2347" y="12286"/>
                  <a:pt x="7179" y="7317"/>
                </a:cubicBezTo>
                <a:cubicBezTo>
                  <a:pt x="11872" y="2485"/>
                  <a:pt x="18498" y="0"/>
                  <a:pt x="26919" y="0"/>
                </a:cubicBezTo>
                <a:close/>
                <a:moveTo>
                  <a:pt x="26919" y="11320"/>
                </a:moveTo>
                <a:cubicBezTo>
                  <a:pt x="23606" y="11320"/>
                  <a:pt x="21121" y="12700"/>
                  <a:pt x="19465" y="15461"/>
                </a:cubicBezTo>
                <a:cubicBezTo>
                  <a:pt x="17670" y="18222"/>
                  <a:pt x="16842" y="22226"/>
                  <a:pt x="16842" y="27334"/>
                </a:cubicBezTo>
                <a:cubicBezTo>
                  <a:pt x="16842" y="32579"/>
                  <a:pt x="17670" y="36583"/>
                  <a:pt x="19465" y="39344"/>
                </a:cubicBezTo>
                <a:cubicBezTo>
                  <a:pt x="21121" y="42105"/>
                  <a:pt x="23606" y="43485"/>
                  <a:pt x="26919" y="43485"/>
                </a:cubicBezTo>
                <a:cubicBezTo>
                  <a:pt x="30094" y="43485"/>
                  <a:pt x="32579" y="42105"/>
                  <a:pt x="34374" y="39344"/>
                </a:cubicBezTo>
                <a:cubicBezTo>
                  <a:pt x="36031" y="36583"/>
                  <a:pt x="36997" y="32579"/>
                  <a:pt x="36997" y="27334"/>
                </a:cubicBezTo>
                <a:cubicBezTo>
                  <a:pt x="36997" y="22226"/>
                  <a:pt x="36031" y="18222"/>
                  <a:pt x="34374" y="15461"/>
                </a:cubicBezTo>
                <a:cubicBezTo>
                  <a:pt x="32579" y="12700"/>
                  <a:pt x="30094" y="11320"/>
                  <a:pt x="26919" y="11320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00F4FA-6775-4120-92E1-0D38C5D381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80550" y="1442797"/>
            <a:ext cx="83519" cy="100637"/>
          </a:xfrm>
          <a:custGeom xmlns:a="http://schemas.openxmlformats.org/drawingml/2006/main">
            <a:pathLst>
              <a:path w="83519" h="100637">
                <a:moveTo>
                  <a:pt x="44590" y="21397"/>
                </a:moveTo>
                <a:lnTo>
                  <a:pt x="16152" y="63502"/>
                </a:lnTo>
                <a:lnTo>
                  <a:pt x="44590" y="63502"/>
                </a:lnTo>
                <a:lnTo>
                  <a:pt x="44590" y="21397"/>
                </a:lnTo>
                <a:close/>
                <a:moveTo>
                  <a:pt x="40310" y="0"/>
                </a:moveTo>
                <a:lnTo>
                  <a:pt x="69162" y="0"/>
                </a:lnTo>
                <a:lnTo>
                  <a:pt x="69162" y="63502"/>
                </a:lnTo>
                <a:lnTo>
                  <a:pt x="83519" y="63502"/>
                </a:lnTo>
                <a:lnTo>
                  <a:pt x="83519" y="82277"/>
                </a:lnTo>
                <a:lnTo>
                  <a:pt x="69162" y="82277"/>
                </a:lnTo>
                <a:lnTo>
                  <a:pt x="69162" y="100637"/>
                </a:lnTo>
                <a:lnTo>
                  <a:pt x="44590" y="100637"/>
                </a:lnTo>
                <a:lnTo>
                  <a:pt x="44590" y="82277"/>
                </a:lnTo>
                <a:lnTo>
                  <a:pt x="0" y="82277"/>
                </a:lnTo>
                <a:lnTo>
                  <a:pt x="0" y="60051"/>
                </a:lnTo>
                <a:lnTo>
                  <a:pt x="4031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95AAF0-3265-4A79-8B24-5811CF7F5A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78978" y="1441140"/>
            <a:ext cx="80068" cy="104088"/>
          </a:xfrm>
          <a:custGeom xmlns:a="http://schemas.openxmlformats.org/drawingml/2006/main">
            <a:pathLst>
              <a:path w="80068" h="104088">
                <a:moveTo>
                  <a:pt x="41414" y="52596"/>
                </a:moveTo>
                <a:cubicBezTo>
                  <a:pt x="36859" y="52596"/>
                  <a:pt x="33408" y="54115"/>
                  <a:pt x="31199" y="57014"/>
                </a:cubicBezTo>
                <a:cubicBezTo>
                  <a:pt x="28852" y="60051"/>
                  <a:pt x="27748" y="64468"/>
                  <a:pt x="27748" y="70267"/>
                </a:cubicBezTo>
                <a:cubicBezTo>
                  <a:pt x="27748" y="76203"/>
                  <a:pt x="28852" y="80620"/>
                  <a:pt x="31199" y="83519"/>
                </a:cubicBezTo>
                <a:cubicBezTo>
                  <a:pt x="33408" y="86556"/>
                  <a:pt x="36859" y="87937"/>
                  <a:pt x="41414" y="87937"/>
                </a:cubicBezTo>
                <a:cubicBezTo>
                  <a:pt x="45970" y="87937"/>
                  <a:pt x="49421" y="86556"/>
                  <a:pt x="51630" y="83519"/>
                </a:cubicBezTo>
                <a:cubicBezTo>
                  <a:pt x="53839" y="80620"/>
                  <a:pt x="55081" y="76203"/>
                  <a:pt x="55081" y="70267"/>
                </a:cubicBezTo>
                <a:cubicBezTo>
                  <a:pt x="55081" y="64468"/>
                  <a:pt x="53839" y="60051"/>
                  <a:pt x="51630" y="57014"/>
                </a:cubicBezTo>
                <a:cubicBezTo>
                  <a:pt x="49421" y="54115"/>
                  <a:pt x="45970" y="52596"/>
                  <a:pt x="41414" y="52596"/>
                </a:cubicBezTo>
                <a:close/>
                <a:moveTo>
                  <a:pt x="73442" y="4279"/>
                </a:moveTo>
                <a:lnTo>
                  <a:pt x="73442" y="22916"/>
                </a:lnTo>
                <a:cubicBezTo>
                  <a:pt x="69162" y="20983"/>
                  <a:pt x="65159" y="19465"/>
                  <a:pt x="61431" y="18498"/>
                </a:cubicBezTo>
                <a:cubicBezTo>
                  <a:pt x="57566" y="17532"/>
                  <a:pt x="53977" y="16980"/>
                  <a:pt x="50388" y="16980"/>
                </a:cubicBezTo>
                <a:cubicBezTo>
                  <a:pt x="42657" y="16980"/>
                  <a:pt x="36583" y="19189"/>
                  <a:pt x="32303" y="23468"/>
                </a:cubicBezTo>
                <a:cubicBezTo>
                  <a:pt x="27886" y="27748"/>
                  <a:pt x="25401" y="34098"/>
                  <a:pt x="24711" y="42519"/>
                </a:cubicBezTo>
                <a:cubicBezTo>
                  <a:pt x="27610" y="40310"/>
                  <a:pt x="30785" y="38653"/>
                  <a:pt x="34374" y="37549"/>
                </a:cubicBezTo>
                <a:cubicBezTo>
                  <a:pt x="37825" y="36445"/>
                  <a:pt x="41552" y="35893"/>
                  <a:pt x="45694" y="35893"/>
                </a:cubicBezTo>
                <a:cubicBezTo>
                  <a:pt x="55909" y="35893"/>
                  <a:pt x="64192" y="38930"/>
                  <a:pt x="70543" y="45004"/>
                </a:cubicBezTo>
                <a:cubicBezTo>
                  <a:pt x="76893" y="51078"/>
                  <a:pt x="80068" y="58947"/>
                  <a:pt x="80068" y="68610"/>
                </a:cubicBezTo>
                <a:cubicBezTo>
                  <a:pt x="80068" y="79378"/>
                  <a:pt x="76479" y="88075"/>
                  <a:pt x="69438" y="94425"/>
                </a:cubicBezTo>
                <a:cubicBezTo>
                  <a:pt x="62398" y="100913"/>
                  <a:pt x="53010" y="104088"/>
                  <a:pt x="41138" y="104088"/>
                </a:cubicBezTo>
                <a:cubicBezTo>
                  <a:pt x="28024" y="104088"/>
                  <a:pt x="17946" y="99809"/>
                  <a:pt x="10768" y="90974"/>
                </a:cubicBezTo>
                <a:cubicBezTo>
                  <a:pt x="3589" y="82139"/>
                  <a:pt x="0" y="69714"/>
                  <a:pt x="0" y="53425"/>
                </a:cubicBezTo>
                <a:cubicBezTo>
                  <a:pt x="0" y="36859"/>
                  <a:pt x="4141" y="23744"/>
                  <a:pt x="12562" y="14219"/>
                </a:cubicBezTo>
                <a:cubicBezTo>
                  <a:pt x="20845" y="4832"/>
                  <a:pt x="32441" y="0"/>
                  <a:pt x="47074" y="0"/>
                </a:cubicBezTo>
                <a:cubicBezTo>
                  <a:pt x="51630" y="0"/>
                  <a:pt x="56048" y="414"/>
                  <a:pt x="60465" y="1104"/>
                </a:cubicBezTo>
                <a:cubicBezTo>
                  <a:pt x="64883" y="1795"/>
                  <a:pt x="69162" y="2899"/>
                  <a:pt x="73442" y="4279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9CA3FB-94B9-437B-AE25-CF30254D5F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80581" y="1517343"/>
            <a:ext cx="24296" cy="26091"/>
          </a:xfrm>
          <a:custGeom xmlns:a="http://schemas.openxmlformats.org/drawingml/2006/main">
            <a:pathLst>
              <a:path w="24296" h="26091">
                <a:moveTo>
                  <a:pt x="0" y="0"/>
                </a:moveTo>
                <a:lnTo>
                  <a:pt x="24296" y="0"/>
                </a:lnTo>
                <a:lnTo>
                  <a:pt x="24296" y="26091"/>
                </a:lnTo>
                <a:lnTo>
                  <a:pt x="0" y="2609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F359C4-D7D7-4EA0-A9EF-EA45FB6A9F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27518" y="1441140"/>
            <a:ext cx="80068" cy="104088"/>
          </a:xfrm>
          <a:custGeom xmlns:a="http://schemas.openxmlformats.org/drawingml/2006/main">
            <a:pathLst>
              <a:path w="80068" h="104088">
                <a:moveTo>
                  <a:pt x="41414" y="52596"/>
                </a:moveTo>
                <a:cubicBezTo>
                  <a:pt x="36859" y="52596"/>
                  <a:pt x="33408" y="54115"/>
                  <a:pt x="31199" y="57014"/>
                </a:cubicBezTo>
                <a:cubicBezTo>
                  <a:pt x="28852" y="60051"/>
                  <a:pt x="27748" y="64468"/>
                  <a:pt x="27748" y="70267"/>
                </a:cubicBezTo>
                <a:cubicBezTo>
                  <a:pt x="27748" y="76203"/>
                  <a:pt x="28852" y="80620"/>
                  <a:pt x="31199" y="83519"/>
                </a:cubicBezTo>
                <a:cubicBezTo>
                  <a:pt x="33408" y="86556"/>
                  <a:pt x="36859" y="87937"/>
                  <a:pt x="41414" y="87937"/>
                </a:cubicBezTo>
                <a:cubicBezTo>
                  <a:pt x="45970" y="87937"/>
                  <a:pt x="49421" y="86556"/>
                  <a:pt x="51630" y="83519"/>
                </a:cubicBezTo>
                <a:cubicBezTo>
                  <a:pt x="53839" y="80620"/>
                  <a:pt x="55081" y="76203"/>
                  <a:pt x="55081" y="70267"/>
                </a:cubicBezTo>
                <a:cubicBezTo>
                  <a:pt x="55081" y="64468"/>
                  <a:pt x="53839" y="60051"/>
                  <a:pt x="51630" y="57014"/>
                </a:cubicBezTo>
                <a:cubicBezTo>
                  <a:pt x="49421" y="54115"/>
                  <a:pt x="45970" y="52596"/>
                  <a:pt x="41414" y="52596"/>
                </a:cubicBezTo>
                <a:close/>
                <a:moveTo>
                  <a:pt x="73442" y="4279"/>
                </a:moveTo>
                <a:lnTo>
                  <a:pt x="73442" y="22916"/>
                </a:lnTo>
                <a:cubicBezTo>
                  <a:pt x="69162" y="20983"/>
                  <a:pt x="65159" y="19465"/>
                  <a:pt x="61431" y="18498"/>
                </a:cubicBezTo>
                <a:cubicBezTo>
                  <a:pt x="57566" y="17532"/>
                  <a:pt x="53977" y="16980"/>
                  <a:pt x="50388" y="16980"/>
                </a:cubicBezTo>
                <a:cubicBezTo>
                  <a:pt x="42657" y="16980"/>
                  <a:pt x="36583" y="19189"/>
                  <a:pt x="32303" y="23468"/>
                </a:cubicBezTo>
                <a:cubicBezTo>
                  <a:pt x="27886" y="27748"/>
                  <a:pt x="25401" y="34098"/>
                  <a:pt x="24711" y="42519"/>
                </a:cubicBezTo>
                <a:cubicBezTo>
                  <a:pt x="27610" y="40310"/>
                  <a:pt x="30785" y="38653"/>
                  <a:pt x="34374" y="37549"/>
                </a:cubicBezTo>
                <a:cubicBezTo>
                  <a:pt x="37825" y="36445"/>
                  <a:pt x="41552" y="35893"/>
                  <a:pt x="45694" y="35893"/>
                </a:cubicBezTo>
                <a:cubicBezTo>
                  <a:pt x="55909" y="35893"/>
                  <a:pt x="64192" y="38930"/>
                  <a:pt x="70543" y="45004"/>
                </a:cubicBezTo>
                <a:cubicBezTo>
                  <a:pt x="76893" y="51078"/>
                  <a:pt x="80068" y="58947"/>
                  <a:pt x="80068" y="68610"/>
                </a:cubicBezTo>
                <a:cubicBezTo>
                  <a:pt x="80068" y="79378"/>
                  <a:pt x="76479" y="88075"/>
                  <a:pt x="69438" y="94425"/>
                </a:cubicBezTo>
                <a:cubicBezTo>
                  <a:pt x="62398" y="100913"/>
                  <a:pt x="53010" y="104088"/>
                  <a:pt x="41138" y="104088"/>
                </a:cubicBezTo>
                <a:cubicBezTo>
                  <a:pt x="28024" y="104088"/>
                  <a:pt x="17946" y="99809"/>
                  <a:pt x="10768" y="90974"/>
                </a:cubicBezTo>
                <a:cubicBezTo>
                  <a:pt x="3589" y="82139"/>
                  <a:pt x="0" y="69714"/>
                  <a:pt x="0" y="53425"/>
                </a:cubicBezTo>
                <a:cubicBezTo>
                  <a:pt x="0" y="36859"/>
                  <a:pt x="4141" y="23744"/>
                  <a:pt x="12562" y="14219"/>
                </a:cubicBezTo>
                <a:cubicBezTo>
                  <a:pt x="20845" y="4832"/>
                  <a:pt x="32441" y="0"/>
                  <a:pt x="47074" y="0"/>
                </a:cubicBezTo>
                <a:cubicBezTo>
                  <a:pt x="51630" y="0"/>
                  <a:pt x="56048" y="414"/>
                  <a:pt x="60465" y="1104"/>
                </a:cubicBezTo>
                <a:cubicBezTo>
                  <a:pt x="64883" y="1795"/>
                  <a:pt x="69162" y="2899"/>
                  <a:pt x="73442" y="4279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93248D-FD25-4BEF-8253-69E329F9B6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19458" y="1441002"/>
            <a:ext cx="129489" cy="104226"/>
          </a:xfrm>
          <a:custGeom xmlns:a="http://schemas.openxmlformats.org/drawingml/2006/main">
            <a:pathLst>
              <a:path w="129489" h="104226">
                <a:moveTo>
                  <a:pt x="102570" y="60879"/>
                </a:moveTo>
                <a:cubicBezTo>
                  <a:pt x="99257" y="60879"/>
                  <a:pt x="96772" y="62260"/>
                  <a:pt x="95115" y="65021"/>
                </a:cubicBezTo>
                <a:cubicBezTo>
                  <a:pt x="93321" y="67782"/>
                  <a:pt x="92492" y="71785"/>
                  <a:pt x="92492" y="76893"/>
                </a:cubicBezTo>
                <a:cubicBezTo>
                  <a:pt x="92492" y="82139"/>
                  <a:pt x="93321" y="86004"/>
                  <a:pt x="95115" y="88765"/>
                </a:cubicBezTo>
                <a:cubicBezTo>
                  <a:pt x="96772" y="91526"/>
                  <a:pt x="99257" y="92906"/>
                  <a:pt x="102570" y="92906"/>
                </a:cubicBezTo>
                <a:cubicBezTo>
                  <a:pt x="105745" y="92906"/>
                  <a:pt x="108230" y="91526"/>
                  <a:pt x="109886" y="88765"/>
                </a:cubicBezTo>
                <a:cubicBezTo>
                  <a:pt x="111543" y="86004"/>
                  <a:pt x="112509" y="82139"/>
                  <a:pt x="112509" y="76893"/>
                </a:cubicBezTo>
                <a:cubicBezTo>
                  <a:pt x="112509" y="71785"/>
                  <a:pt x="111543" y="67782"/>
                  <a:pt x="109886" y="65021"/>
                </a:cubicBezTo>
                <a:cubicBezTo>
                  <a:pt x="108230" y="62260"/>
                  <a:pt x="105745" y="60879"/>
                  <a:pt x="102570" y="60879"/>
                </a:cubicBezTo>
                <a:close/>
                <a:moveTo>
                  <a:pt x="102570" y="49559"/>
                </a:moveTo>
                <a:cubicBezTo>
                  <a:pt x="110853" y="49559"/>
                  <a:pt x="117479" y="52044"/>
                  <a:pt x="122311" y="56876"/>
                </a:cubicBezTo>
                <a:cubicBezTo>
                  <a:pt x="127004" y="61846"/>
                  <a:pt x="129489" y="68472"/>
                  <a:pt x="129489" y="76893"/>
                </a:cubicBezTo>
                <a:cubicBezTo>
                  <a:pt x="129489" y="85452"/>
                  <a:pt x="127004" y="92078"/>
                  <a:pt x="122311" y="96910"/>
                </a:cubicBezTo>
                <a:cubicBezTo>
                  <a:pt x="117479" y="101880"/>
                  <a:pt x="110853" y="104226"/>
                  <a:pt x="102570" y="104226"/>
                </a:cubicBezTo>
                <a:cubicBezTo>
                  <a:pt x="94149" y="104226"/>
                  <a:pt x="87523" y="101880"/>
                  <a:pt x="82691" y="96910"/>
                </a:cubicBezTo>
                <a:cubicBezTo>
                  <a:pt x="77859" y="92078"/>
                  <a:pt x="75512" y="85452"/>
                  <a:pt x="75512" y="76893"/>
                </a:cubicBezTo>
                <a:cubicBezTo>
                  <a:pt x="75512" y="68472"/>
                  <a:pt x="77859" y="61846"/>
                  <a:pt x="82691" y="56876"/>
                </a:cubicBezTo>
                <a:cubicBezTo>
                  <a:pt x="87523" y="52044"/>
                  <a:pt x="94149" y="49559"/>
                  <a:pt x="102570" y="49559"/>
                </a:cubicBezTo>
                <a:close/>
                <a:moveTo>
                  <a:pt x="40724" y="104226"/>
                </a:moveTo>
                <a:lnTo>
                  <a:pt x="25815" y="104226"/>
                </a:lnTo>
                <a:lnTo>
                  <a:pt x="88765" y="0"/>
                </a:lnTo>
                <a:lnTo>
                  <a:pt x="103674" y="0"/>
                </a:lnTo>
                <a:lnTo>
                  <a:pt x="40724" y="104226"/>
                </a:lnTo>
                <a:close/>
                <a:moveTo>
                  <a:pt x="26919" y="0"/>
                </a:moveTo>
                <a:cubicBezTo>
                  <a:pt x="35202" y="0"/>
                  <a:pt x="41829" y="2485"/>
                  <a:pt x="46660" y="7317"/>
                </a:cubicBezTo>
                <a:cubicBezTo>
                  <a:pt x="51354" y="12286"/>
                  <a:pt x="53839" y="18913"/>
                  <a:pt x="53839" y="27334"/>
                </a:cubicBezTo>
                <a:cubicBezTo>
                  <a:pt x="53839" y="35893"/>
                  <a:pt x="51354" y="42519"/>
                  <a:pt x="46660" y="47489"/>
                </a:cubicBezTo>
                <a:cubicBezTo>
                  <a:pt x="41829" y="52458"/>
                  <a:pt x="35202" y="54805"/>
                  <a:pt x="26919" y="54805"/>
                </a:cubicBezTo>
                <a:cubicBezTo>
                  <a:pt x="18498" y="54805"/>
                  <a:pt x="11872" y="52458"/>
                  <a:pt x="7179" y="47489"/>
                </a:cubicBezTo>
                <a:cubicBezTo>
                  <a:pt x="2347" y="42519"/>
                  <a:pt x="0" y="35893"/>
                  <a:pt x="0" y="27334"/>
                </a:cubicBezTo>
                <a:cubicBezTo>
                  <a:pt x="0" y="18913"/>
                  <a:pt x="2347" y="12286"/>
                  <a:pt x="7179" y="7317"/>
                </a:cubicBezTo>
                <a:cubicBezTo>
                  <a:pt x="11872" y="2485"/>
                  <a:pt x="18498" y="0"/>
                  <a:pt x="26919" y="0"/>
                </a:cubicBezTo>
                <a:close/>
                <a:moveTo>
                  <a:pt x="26919" y="11320"/>
                </a:moveTo>
                <a:cubicBezTo>
                  <a:pt x="23606" y="11320"/>
                  <a:pt x="21121" y="12700"/>
                  <a:pt x="19465" y="15461"/>
                </a:cubicBezTo>
                <a:cubicBezTo>
                  <a:pt x="17670" y="18222"/>
                  <a:pt x="16842" y="22226"/>
                  <a:pt x="16842" y="27334"/>
                </a:cubicBezTo>
                <a:cubicBezTo>
                  <a:pt x="16842" y="32579"/>
                  <a:pt x="17670" y="36583"/>
                  <a:pt x="19465" y="39344"/>
                </a:cubicBezTo>
                <a:cubicBezTo>
                  <a:pt x="21121" y="42105"/>
                  <a:pt x="23606" y="43485"/>
                  <a:pt x="26919" y="43485"/>
                </a:cubicBezTo>
                <a:cubicBezTo>
                  <a:pt x="30094" y="43485"/>
                  <a:pt x="32579" y="42105"/>
                  <a:pt x="34374" y="39344"/>
                </a:cubicBezTo>
                <a:cubicBezTo>
                  <a:pt x="36031" y="36583"/>
                  <a:pt x="36997" y="32579"/>
                  <a:pt x="36997" y="27334"/>
                </a:cubicBezTo>
                <a:cubicBezTo>
                  <a:pt x="36997" y="22226"/>
                  <a:pt x="36031" y="18222"/>
                  <a:pt x="34374" y="15461"/>
                </a:cubicBezTo>
                <a:cubicBezTo>
                  <a:pt x="32579" y="12700"/>
                  <a:pt x="30094" y="11320"/>
                  <a:pt x="26919" y="11320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120D3B-B500-4A0D-B546-CA40DA22AD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54339" y="1105342"/>
            <a:ext cx="75788" cy="102432"/>
          </a:xfrm>
          <a:custGeom xmlns:a="http://schemas.openxmlformats.org/drawingml/2006/main">
            <a:pathLst>
              <a:path w="75788" h="102432">
                <a:moveTo>
                  <a:pt x="4003" y="0"/>
                </a:moveTo>
                <a:lnTo>
                  <a:pt x="68472" y="0"/>
                </a:lnTo>
                <a:lnTo>
                  <a:pt x="68472" y="19051"/>
                </a:lnTo>
                <a:lnTo>
                  <a:pt x="24711" y="19051"/>
                </a:lnTo>
                <a:lnTo>
                  <a:pt x="24711" y="34650"/>
                </a:lnTo>
                <a:cubicBezTo>
                  <a:pt x="26643" y="34098"/>
                  <a:pt x="28576" y="33684"/>
                  <a:pt x="30647" y="33408"/>
                </a:cubicBezTo>
                <a:cubicBezTo>
                  <a:pt x="32579" y="33132"/>
                  <a:pt x="34650" y="32994"/>
                  <a:pt x="36859" y="32994"/>
                </a:cubicBezTo>
                <a:cubicBezTo>
                  <a:pt x="49145" y="32994"/>
                  <a:pt x="58670" y="36169"/>
                  <a:pt x="65573" y="42243"/>
                </a:cubicBezTo>
                <a:cubicBezTo>
                  <a:pt x="72337" y="48317"/>
                  <a:pt x="75788" y="56876"/>
                  <a:pt x="75788" y="67782"/>
                </a:cubicBezTo>
                <a:cubicBezTo>
                  <a:pt x="75788" y="78687"/>
                  <a:pt x="72061" y="87246"/>
                  <a:pt x="64607" y="93321"/>
                </a:cubicBezTo>
                <a:cubicBezTo>
                  <a:pt x="57152" y="99395"/>
                  <a:pt x="46798" y="102432"/>
                  <a:pt x="33684" y="102432"/>
                </a:cubicBezTo>
                <a:cubicBezTo>
                  <a:pt x="27886" y="102432"/>
                  <a:pt x="22226" y="101880"/>
                  <a:pt x="16704" y="100775"/>
                </a:cubicBezTo>
                <a:cubicBezTo>
                  <a:pt x="11044" y="99809"/>
                  <a:pt x="5522" y="98152"/>
                  <a:pt x="0" y="95943"/>
                </a:cubicBezTo>
                <a:lnTo>
                  <a:pt x="0" y="75512"/>
                </a:lnTo>
                <a:cubicBezTo>
                  <a:pt x="5522" y="78687"/>
                  <a:pt x="10630" y="81034"/>
                  <a:pt x="15599" y="82553"/>
                </a:cubicBezTo>
                <a:cubicBezTo>
                  <a:pt x="20569" y="84209"/>
                  <a:pt x="25125" y="84900"/>
                  <a:pt x="29542" y="84900"/>
                </a:cubicBezTo>
                <a:cubicBezTo>
                  <a:pt x="35754" y="84900"/>
                  <a:pt x="40724" y="83381"/>
                  <a:pt x="44313" y="80344"/>
                </a:cubicBezTo>
                <a:cubicBezTo>
                  <a:pt x="47903" y="77307"/>
                  <a:pt x="49835" y="73027"/>
                  <a:pt x="49835" y="67782"/>
                </a:cubicBezTo>
                <a:cubicBezTo>
                  <a:pt x="49835" y="62536"/>
                  <a:pt x="47903" y="58394"/>
                  <a:pt x="44313" y="55357"/>
                </a:cubicBezTo>
                <a:cubicBezTo>
                  <a:pt x="40724" y="52320"/>
                  <a:pt x="35754" y="50664"/>
                  <a:pt x="29542" y="50664"/>
                </a:cubicBezTo>
                <a:cubicBezTo>
                  <a:pt x="25677" y="50664"/>
                  <a:pt x="21674" y="51216"/>
                  <a:pt x="17532" y="52182"/>
                </a:cubicBezTo>
                <a:cubicBezTo>
                  <a:pt x="13391" y="53149"/>
                  <a:pt x="8835" y="54667"/>
                  <a:pt x="4003" y="56600"/>
                </a:cubicBezTo>
                <a:lnTo>
                  <a:pt x="4003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A7419D-2A34-43DB-BBA3-2B15A6FF37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48350" y="1103686"/>
            <a:ext cx="80068" cy="104088"/>
          </a:xfrm>
          <a:custGeom xmlns:a="http://schemas.openxmlformats.org/drawingml/2006/main">
            <a:pathLst>
              <a:path w="80068" h="104088">
                <a:moveTo>
                  <a:pt x="41414" y="52596"/>
                </a:moveTo>
                <a:cubicBezTo>
                  <a:pt x="36859" y="52596"/>
                  <a:pt x="33408" y="54115"/>
                  <a:pt x="31199" y="57014"/>
                </a:cubicBezTo>
                <a:cubicBezTo>
                  <a:pt x="28852" y="60051"/>
                  <a:pt x="27748" y="64468"/>
                  <a:pt x="27748" y="70267"/>
                </a:cubicBezTo>
                <a:cubicBezTo>
                  <a:pt x="27748" y="76203"/>
                  <a:pt x="28852" y="80620"/>
                  <a:pt x="31199" y="83519"/>
                </a:cubicBezTo>
                <a:cubicBezTo>
                  <a:pt x="33408" y="86556"/>
                  <a:pt x="36859" y="87937"/>
                  <a:pt x="41414" y="87937"/>
                </a:cubicBezTo>
                <a:cubicBezTo>
                  <a:pt x="45970" y="87937"/>
                  <a:pt x="49421" y="86556"/>
                  <a:pt x="51630" y="83519"/>
                </a:cubicBezTo>
                <a:cubicBezTo>
                  <a:pt x="53839" y="80620"/>
                  <a:pt x="55081" y="76203"/>
                  <a:pt x="55081" y="70267"/>
                </a:cubicBezTo>
                <a:cubicBezTo>
                  <a:pt x="55081" y="64468"/>
                  <a:pt x="53839" y="60051"/>
                  <a:pt x="51630" y="57014"/>
                </a:cubicBezTo>
                <a:cubicBezTo>
                  <a:pt x="49421" y="54115"/>
                  <a:pt x="45970" y="52596"/>
                  <a:pt x="41414" y="52596"/>
                </a:cubicBezTo>
                <a:close/>
                <a:moveTo>
                  <a:pt x="73442" y="4279"/>
                </a:moveTo>
                <a:lnTo>
                  <a:pt x="73442" y="22916"/>
                </a:lnTo>
                <a:cubicBezTo>
                  <a:pt x="69162" y="20983"/>
                  <a:pt x="65159" y="19465"/>
                  <a:pt x="61431" y="18498"/>
                </a:cubicBezTo>
                <a:cubicBezTo>
                  <a:pt x="57566" y="17532"/>
                  <a:pt x="53977" y="16980"/>
                  <a:pt x="50388" y="16980"/>
                </a:cubicBezTo>
                <a:cubicBezTo>
                  <a:pt x="42657" y="16980"/>
                  <a:pt x="36583" y="19189"/>
                  <a:pt x="32303" y="23468"/>
                </a:cubicBezTo>
                <a:cubicBezTo>
                  <a:pt x="27886" y="27748"/>
                  <a:pt x="25401" y="34098"/>
                  <a:pt x="24711" y="42519"/>
                </a:cubicBezTo>
                <a:cubicBezTo>
                  <a:pt x="27610" y="40310"/>
                  <a:pt x="30785" y="38653"/>
                  <a:pt x="34374" y="37549"/>
                </a:cubicBezTo>
                <a:cubicBezTo>
                  <a:pt x="37825" y="36445"/>
                  <a:pt x="41552" y="35893"/>
                  <a:pt x="45694" y="35893"/>
                </a:cubicBezTo>
                <a:cubicBezTo>
                  <a:pt x="55909" y="35893"/>
                  <a:pt x="64192" y="38930"/>
                  <a:pt x="70543" y="45004"/>
                </a:cubicBezTo>
                <a:cubicBezTo>
                  <a:pt x="76893" y="51078"/>
                  <a:pt x="80068" y="58947"/>
                  <a:pt x="80068" y="68610"/>
                </a:cubicBezTo>
                <a:cubicBezTo>
                  <a:pt x="80068" y="79378"/>
                  <a:pt x="76479" y="88075"/>
                  <a:pt x="69438" y="94425"/>
                </a:cubicBezTo>
                <a:cubicBezTo>
                  <a:pt x="62398" y="100913"/>
                  <a:pt x="53010" y="104088"/>
                  <a:pt x="41138" y="104088"/>
                </a:cubicBezTo>
                <a:cubicBezTo>
                  <a:pt x="28024" y="104088"/>
                  <a:pt x="17946" y="99809"/>
                  <a:pt x="10768" y="90974"/>
                </a:cubicBezTo>
                <a:cubicBezTo>
                  <a:pt x="3589" y="82139"/>
                  <a:pt x="0" y="69714"/>
                  <a:pt x="0" y="53425"/>
                </a:cubicBezTo>
                <a:cubicBezTo>
                  <a:pt x="0" y="36859"/>
                  <a:pt x="4141" y="23744"/>
                  <a:pt x="12562" y="14219"/>
                </a:cubicBezTo>
                <a:cubicBezTo>
                  <a:pt x="20845" y="4832"/>
                  <a:pt x="32441" y="0"/>
                  <a:pt x="47074" y="0"/>
                </a:cubicBezTo>
                <a:cubicBezTo>
                  <a:pt x="51630" y="0"/>
                  <a:pt x="56048" y="414"/>
                  <a:pt x="60465" y="1104"/>
                </a:cubicBezTo>
                <a:cubicBezTo>
                  <a:pt x="64883" y="1795"/>
                  <a:pt x="69162" y="2899"/>
                  <a:pt x="73442" y="4279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381C35-BB49-45DA-9618-6367EB0319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9954" y="1179888"/>
            <a:ext cx="24296" cy="26091"/>
          </a:xfrm>
          <a:custGeom xmlns:a="http://schemas.openxmlformats.org/drawingml/2006/main">
            <a:pathLst>
              <a:path w="24296" h="26091">
                <a:moveTo>
                  <a:pt x="0" y="0"/>
                </a:moveTo>
                <a:lnTo>
                  <a:pt x="24296" y="0"/>
                </a:lnTo>
                <a:lnTo>
                  <a:pt x="24296" y="26091"/>
                </a:lnTo>
                <a:lnTo>
                  <a:pt x="0" y="2609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940975-BD20-4D86-9B0D-C5655B1D62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96752" y="1103548"/>
            <a:ext cx="79102" cy="104226"/>
          </a:xfrm>
          <a:custGeom xmlns:a="http://schemas.openxmlformats.org/drawingml/2006/main">
            <a:pathLst>
              <a:path w="79102" h="104226">
                <a:moveTo>
                  <a:pt x="39620" y="57428"/>
                </a:moveTo>
                <a:cubicBezTo>
                  <a:pt x="34650" y="57428"/>
                  <a:pt x="30923" y="58809"/>
                  <a:pt x="28438" y="61431"/>
                </a:cubicBezTo>
                <a:cubicBezTo>
                  <a:pt x="25815" y="64054"/>
                  <a:pt x="24573" y="67782"/>
                  <a:pt x="24573" y="72751"/>
                </a:cubicBezTo>
                <a:cubicBezTo>
                  <a:pt x="24573" y="77721"/>
                  <a:pt x="25815" y="81586"/>
                  <a:pt x="28438" y="84209"/>
                </a:cubicBezTo>
                <a:cubicBezTo>
                  <a:pt x="30923" y="86832"/>
                  <a:pt x="34650" y="88075"/>
                  <a:pt x="39620" y="88075"/>
                </a:cubicBezTo>
                <a:cubicBezTo>
                  <a:pt x="44313" y="88075"/>
                  <a:pt x="48041" y="86832"/>
                  <a:pt x="50664" y="84209"/>
                </a:cubicBezTo>
                <a:cubicBezTo>
                  <a:pt x="53149" y="81586"/>
                  <a:pt x="54529" y="77721"/>
                  <a:pt x="54529" y="72751"/>
                </a:cubicBezTo>
                <a:cubicBezTo>
                  <a:pt x="54529" y="67782"/>
                  <a:pt x="53149" y="64054"/>
                  <a:pt x="50664" y="61431"/>
                </a:cubicBezTo>
                <a:cubicBezTo>
                  <a:pt x="48041" y="58809"/>
                  <a:pt x="44313" y="57428"/>
                  <a:pt x="39620" y="57428"/>
                </a:cubicBezTo>
                <a:close/>
                <a:moveTo>
                  <a:pt x="20707" y="48869"/>
                </a:moveTo>
                <a:cubicBezTo>
                  <a:pt x="14633" y="47074"/>
                  <a:pt x="9939" y="44313"/>
                  <a:pt x="6902" y="40448"/>
                </a:cubicBezTo>
                <a:cubicBezTo>
                  <a:pt x="3727" y="36583"/>
                  <a:pt x="2209" y="31889"/>
                  <a:pt x="2209" y="26091"/>
                </a:cubicBezTo>
                <a:cubicBezTo>
                  <a:pt x="2209" y="17532"/>
                  <a:pt x="5384" y="11044"/>
                  <a:pt x="11734" y="6626"/>
                </a:cubicBezTo>
                <a:cubicBezTo>
                  <a:pt x="18084" y="2209"/>
                  <a:pt x="27334" y="0"/>
                  <a:pt x="39620" y="0"/>
                </a:cubicBezTo>
                <a:cubicBezTo>
                  <a:pt x="51768" y="0"/>
                  <a:pt x="61017" y="2209"/>
                  <a:pt x="67367" y="6626"/>
                </a:cubicBezTo>
                <a:cubicBezTo>
                  <a:pt x="73718" y="11044"/>
                  <a:pt x="76893" y="17532"/>
                  <a:pt x="76893" y="26091"/>
                </a:cubicBezTo>
                <a:cubicBezTo>
                  <a:pt x="76893" y="31889"/>
                  <a:pt x="75236" y="36583"/>
                  <a:pt x="72199" y="40448"/>
                </a:cubicBezTo>
                <a:cubicBezTo>
                  <a:pt x="69024" y="44313"/>
                  <a:pt x="64468" y="47074"/>
                  <a:pt x="58394" y="48869"/>
                </a:cubicBezTo>
                <a:cubicBezTo>
                  <a:pt x="65159" y="50802"/>
                  <a:pt x="70267" y="53839"/>
                  <a:pt x="73856" y="58118"/>
                </a:cubicBezTo>
                <a:cubicBezTo>
                  <a:pt x="77307" y="62398"/>
                  <a:pt x="79102" y="67782"/>
                  <a:pt x="79102" y="74132"/>
                </a:cubicBezTo>
                <a:cubicBezTo>
                  <a:pt x="79102" y="84071"/>
                  <a:pt x="75788" y="91664"/>
                  <a:pt x="69162" y="96634"/>
                </a:cubicBezTo>
                <a:cubicBezTo>
                  <a:pt x="62536" y="101741"/>
                  <a:pt x="52596" y="104226"/>
                  <a:pt x="39620" y="104226"/>
                </a:cubicBezTo>
                <a:cubicBezTo>
                  <a:pt x="26505" y="104226"/>
                  <a:pt x="16566" y="101741"/>
                  <a:pt x="9939" y="96634"/>
                </a:cubicBezTo>
                <a:cubicBezTo>
                  <a:pt x="3313" y="91664"/>
                  <a:pt x="0" y="84071"/>
                  <a:pt x="0" y="74132"/>
                </a:cubicBezTo>
                <a:cubicBezTo>
                  <a:pt x="0" y="67782"/>
                  <a:pt x="1657" y="62398"/>
                  <a:pt x="5246" y="58118"/>
                </a:cubicBezTo>
                <a:cubicBezTo>
                  <a:pt x="8697" y="53839"/>
                  <a:pt x="13805" y="50802"/>
                  <a:pt x="20707" y="48869"/>
                </a:cubicBezTo>
                <a:close/>
                <a:moveTo>
                  <a:pt x="26781" y="28714"/>
                </a:moveTo>
                <a:cubicBezTo>
                  <a:pt x="26781" y="32717"/>
                  <a:pt x="27886" y="35754"/>
                  <a:pt x="30094" y="37963"/>
                </a:cubicBezTo>
                <a:cubicBezTo>
                  <a:pt x="32303" y="40172"/>
                  <a:pt x="35478" y="41138"/>
                  <a:pt x="39620" y="41138"/>
                </a:cubicBezTo>
                <a:cubicBezTo>
                  <a:pt x="43623" y="41138"/>
                  <a:pt x="46798" y="40172"/>
                  <a:pt x="49007" y="37963"/>
                </a:cubicBezTo>
                <a:cubicBezTo>
                  <a:pt x="51216" y="35754"/>
                  <a:pt x="52320" y="32717"/>
                  <a:pt x="52320" y="28714"/>
                </a:cubicBezTo>
                <a:cubicBezTo>
                  <a:pt x="52320" y="24711"/>
                  <a:pt x="51216" y="21674"/>
                  <a:pt x="49007" y="19465"/>
                </a:cubicBezTo>
                <a:cubicBezTo>
                  <a:pt x="46798" y="17394"/>
                  <a:pt x="43623" y="16290"/>
                  <a:pt x="39620" y="16290"/>
                </a:cubicBezTo>
                <a:cubicBezTo>
                  <a:pt x="35478" y="16290"/>
                  <a:pt x="32303" y="17394"/>
                  <a:pt x="30094" y="19603"/>
                </a:cubicBezTo>
                <a:cubicBezTo>
                  <a:pt x="27886" y="21812"/>
                  <a:pt x="26781" y="24849"/>
                  <a:pt x="26781" y="28714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B8A37E-F43D-4BCD-B44F-03BFEB7E66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8830" y="1103548"/>
            <a:ext cx="129489" cy="104226"/>
          </a:xfrm>
          <a:custGeom xmlns:a="http://schemas.openxmlformats.org/drawingml/2006/main">
            <a:pathLst>
              <a:path w="129489" h="104226">
                <a:moveTo>
                  <a:pt x="102570" y="60879"/>
                </a:moveTo>
                <a:cubicBezTo>
                  <a:pt x="99257" y="60879"/>
                  <a:pt x="96772" y="62260"/>
                  <a:pt x="95115" y="65021"/>
                </a:cubicBezTo>
                <a:cubicBezTo>
                  <a:pt x="93321" y="67782"/>
                  <a:pt x="92492" y="71785"/>
                  <a:pt x="92492" y="76893"/>
                </a:cubicBezTo>
                <a:cubicBezTo>
                  <a:pt x="92492" y="82139"/>
                  <a:pt x="93321" y="86004"/>
                  <a:pt x="95115" y="88765"/>
                </a:cubicBezTo>
                <a:cubicBezTo>
                  <a:pt x="96772" y="91526"/>
                  <a:pt x="99257" y="92906"/>
                  <a:pt x="102570" y="92906"/>
                </a:cubicBezTo>
                <a:cubicBezTo>
                  <a:pt x="105745" y="92906"/>
                  <a:pt x="108230" y="91526"/>
                  <a:pt x="109886" y="88765"/>
                </a:cubicBezTo>
                <a:cubicBezTo>
                  <a:pt x="111543" y="86004"/>
                  <a:pt x="112509" y="82139"/>
                  <a:pt x="112509" y="76893"/>
                </a:cubicBezTo>
                <a:cubicBezTo>
                  <a:pt x="112509" y="71785"/>
                  <a:pt x="111543" y="67782"/>
                  <a:pt x="109886" y="65021"/>
                </a:cubicBezTo>
                <a:cubicBezTo>
                  <a:pt x="108230" y="62260"/>
                  <a:pt x="105745" y="60879"/>
                  <a:pt x="102570" y="60879"/>
                </a:cubicBezTo>
                <a:close/>
                <a:moveTo>
                  <a:pt x="102570" y="49559"/>
                </a:moveTo>
                <a:cubicBezTo>
                  <a:pt x="110853" y="49559"/>
                  <a:pt x="117479" y="52044"/>
                  <a:pt x="122311" y="56876"/>
                </a:cubicBezTo>
                <a:cubicBezTo>
                  <a:pt x="127004" y="61846"/>
                  <a:pt x="129489" y="68472"/>
                  <a:pt x="129489" y="76893"/>
                </a:cubicBezTo>
                <a:cubicBezTo>
                  <a:pt x="129489" y="85452"/>
                  <a:pt x="127004" y="92078"/>
                  <a:pt x="122311" y="96910"/>
                </a:cubicBezTo>
                <a:cubicBezTo>
                  <a:pt x="117479" y="101880"/>
                  <a:pt x="110853" y="104226"/>
                  <a:pt x="102570" y="104226"/>
                </a:cubicBezTo>
                <a:cubicBezTo>
                  <a:pt x="94149" y="104226"/>
                  <a:pt x="87523" y="101880"/>
                  <a:pt x="82691" y="96910"/>
                </a:cubicBezTo>
                <a:cubicBezTo>
                  <a:pt x="77859" y="92078"/>
                  <a:pt x="75512" y="85452"/>
                  <a:pt x="75512" y="76893"/>
                </a:cubicBezTo>
                <a:cubicBezTo>
                  <a:pt x="75512" y="68472"/>
                  <a:pt x="77859" y="61846"/>
                  <a:pt x="82691" y="56876"/>
                </a:cubicBezTo>
                <a:cubicBezTo>
                  <a:pt x="87523" y="52044"/>
                  <a:pt x="94149" y="49559"/>
                  <a:pt x="102570" y="49559"/>
                </a:cubicBezTo>
                <a:close/>
                <a:moveTo>
                  <a:pt x="40724" y="104226"/>
                </a:moveTo>
                <a:lnTo>
                  <a:pt x="25815" y="104226"/>
                </a:lnTo>
                <a:lnTo>
                  <a:pt x="88765" y="0"/>
                </a:lnTo>
                <a:lnTo>
                  <a:pt x="103674" y="0"/>
                </a:lnTo>
                <a:lnTo>
                  <a:pt x="40724" y="104226"/>
                </a:lnTo>
                <a:close/>
                <a:moveTo>
                  <a:pt x="26919" y="0"/>
                </a:moveTo>
                <a:cubicBezTo>
                  <a:pt x="35202" y="0"/>
                  <a:pt x="41829" y="2485"/>
                  <a:pt x="46660" y="7317"/>
                </a:cubicBezTo>
                <a:cubicBezTo>
                  <a:pt x="51354" y="12286"/>
                  <a:pt x="53839" y="18913"/>
                  <a:pt x="53839" y="27334"/>
                </a:cubicBezTo>
                <a:cubicBezTo>
                  <a:pt x="53839" y="35893"/>
                  <a:pt x="51354" y="42519"/>
                  <a:pt x="46660" y="47489"/>
                </a:cubicBezTo>
                <a:cubicBezTo>
                  <a:pt x="41829" y="52458"/>
                  <a:pt x="35202" y="54805"/>
                  <a:pt x="26919" y="54805"/>
                </a:cubicBezTo>
                <a:cubicBezTo>
                  <a:pt x="18498" y="54805"/>
                  <a:pt x="11872" y="52458"/>
                  <a:pt x="7179" y="47489"/>
                </a:cubicBezTo>
                <a:cubicBezTo>
                  <a:pt x="2347" y="42519"/>
                  <a:pt x="0" y="35893"/>
                  <a:pt x="0" y="27334"/>
                </a:cubicBezTo>
                <a:cubicBezTo>
                  <a:pt x="0" y="18913"/>
                  <a:pt x="2347" y="12286"/>
                  <a:pt x="7179" y="7317"/>
                </a:cubicBezTo>
                <a:cubicBezTo>
                  <a:pt x="11872" y="2485"/>
                  <a:pt x="18498" y="0"/>
                  <a:pt x="26919" y="0"/>
                </a:cubicBezTo>
                <a:close/>
                <a:moveTo>
                  <a:pt x="26919" y="11320"/>
                </a:moveTo>
                <a:cubicBezTo>
                  <a:pt x="23606" y="11320"/>
                  <a:pt x="21121" y="12700"/>
                  <a:pt x="19465" y="15461"/>
                </a:cubicBezTo>
                <a:cubicBezTo>
                  <a:pt x="17670" y="18222"/>
                  <a:pt x="16842" y="22226"/>
                  <a:pt x="16842" y="27334"/>
                </a:cubicBezTo>
                <a:cubicBezTo>
                  <a:pt x="16842" y="32579"/>
                  <a:pt x="17670" y="36583"/>
                  <a:pt x="19465" y="39344"/>
                </a:cubicBezTo>
                <a:cubicBezTo>
                  <a:pt x="21121" y="42105"/>
                  <a:pt x="23606" y="43485"/>
                  <a:pt x="26919" y="43485"/>
                </a:cubicBezTo>
                <a:cubicBezTo>
                  <a:pt x="30094" y="43485"/>
                  <a:pt x="32579" y="42105"/>
                  <a:pt x="34374" y="39344"/>
                </a:cubicBezTo>
                <a:cubicBezTo>
                  <a:pt x="36031" y="36583"/>
                  <a:pt x="36997" y="32579"/>
                  <a:pt x="36997" y="27334"/>
                </a:cubicBezTo>
                <a:cubicBezTo>
                  <a:pt x="36997" y="22226"/>
                  <a:pt x="36031" y="18222"/>
                  <a:pt x="34374" y="15461"/>
                </a:cubicBezTo>
                <a:cubicBezTo>
                  <a:pt x="32579" y="12700"/>
                  <a:pt x="30094" y="11320"/>
                  <a:pt x="26919" y="11320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5AE168-E2D5-4D86-A283-8F5FCBD419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33554" y="1105342"/>
            <a:ext cx="83519" cy="100637"/>
          </a:xfrm>
          <a:custGeom xmlns:a="http://schemas.openxmlformats.org/drawingml/2006/main">
            <a:pathLst>
              <a:path w="83519" h="100637">
                <a:moveTo>
                  <a:pt x="44590" y="21397"/>
                </a:moveTo>
                <a:lnTo>
                  <a:pt x="16152" y="63502"/>
                </a:lnTo>
                <a:lnTo>
                  <a:pt x="44590" y="63502"/>
                </a:lnTo>
                <a:lnTo>
                  <a:pt x="44590" y="21397"/>
                </a:lnTo>
                <a:close/>
                <a:moveTo>
                  <a:pt x="40310" y="0"/>
                </a:moveTo>
                <a:lnTo>
                  <a:pt x="69162" y="0"/>
                </a:lnTo>
                <a:lnTo>
                  <a:pt x="69162" y="63502"/>
                </a:lnTo>
                <a:lnTo>
                  <a:pt x="83519" y="63502"/>
                </a:lnTo>
                <a:lnTo>
                  <a:pt x="83519" y="82277"/>
                </a:lnTo>
                <a:lnTo>
                  <a:pt x="69162" y="82277"/>
                </a:lnTo>
                <a:lnTo>
                  <a:pt x="69162" y="100637"/>
                </a:lnTo>
                <a:lnTo>
                  <a:pt x="44590" y="100637"/>
                </a:lnTo>
                <a:lnTo>
                  <a:pt x="44590" y="82277"/>
                </a:lnTo>
                <a:lnTo>
                  <a:pt x="0" y="82277"/>
                </a:lnTo>
                <a:lnTo>
                  <a:pt x="0" y="60051"/>
                </a:lnTo>
                <a:lnTo>
                  <a:pt x="4031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FAA7C9-DBA0-4CBE-88D0-12209D6D4E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32672" y="1103548"/>
            <a:ext cx="75788" cy="104226"/>
          </a:xfrm>
          <a:custGeom xmlns:a="http://schemas.openxmlformats.org/drawingml/2006/main">
            <a:pathLst>
              <a:path w="75788" h="104226">
                <a:moveTo>
                  <a:pt x="55081" y="48179"/>
                </a:moveTo>
                <a:cubicBezTo>
                  <a:pt x="61846" y="49973"/>
                  <a:pt x="66953" y="53010"/>
                  <a:pt x="70543" y="57290"/>
                </a:cubicBezTo>
                <a:cubicBezTo>
                  <a:pt x="73994" y="61708"/>
                  <a:pt x="75788" y="67229"/>
                  <a:pt x="75788" y="73856"/>
                </a:cubicBezTo>
                <a:cubicBezTo>
                  <a:pt x="75788" y="83795"/>
                  <a:pt x="71923" y="91388"/>
                  <a:pt x="64330" y="96496"/>
                </a:cubicBezTo>
                <a:cubicBezTo>
                  <a:pt x="56600" y="101741"/>
                  <a:pt x="45556" y="104226"/>
                  <a:pt x="30923" y="104226"/>
                </a:cubicBezTo>
                <a:cubicBezTo>
                  <a:pt x="25677" y="104226"/>
                  <a:pt x="20569" y="103812"/>
                  <a:pt x="15323" y="102984"/>
                </a:cubicBezTo>
                <a:cubicBezTo>
                  <a:pt x="10078" y="102294"/>
                  <a:pt x="4970" y="101051"/>
                  <a:pt x="0" y="99395"/>
                </a:cubicBezTo>
                <a:lnTo>
                  <a:pt x="0" y="79378"/>
                </a:lnTo>
                <a:cubicBezTo>
                  <a:pt x="4832" y="81863"/>
                  <a:pt x="9663" y="83657"/>
                  <a:pt x="14495" y="84900"/>
                </a:cubicBezTo>
                <a:cubicBezTo>
                  <a:pt x="19189" y="86142"/>
                  <a:pt x="23882" y="86694"/>
                  <a:pt x="28576" y="86694"/>
                </a:cubicBezTo>
                <a:cubicBezTo>
                  <a:pt x="35478" y="86694"/>
                  <a:pt x="40724" y="85590"/>
                  <a:pt x="44313" y="83105"/>
                </a:cubicBezTo>
                <a:cubicBezTo>
                  <a:pt x="47903" y="80758"/>
                  <a:pt x="49835" y="77307"/>
                  <a:pt x="49835" y="72889"/>
                </a:cubicBezTo>
                <a:cubicBezTo>
                  <a:pt x="49835" y="68334"/>
                  <a:pt x="47903" y="64883"/>
                  <a:pt x="44175" y="62536"/>
                </a:cubicBezTo>
                <a:cubicBezTo>
                  <a:pt x="40448" y="60189"/>
                  <a:pt x="34926" y="58947"/>
                  <a:pt x="27610" y="58947"/>
                </a:cubicBezTo>
                <a:lnTo>
                  <a:pt x="17256" y="58947"/>
                </a:lnTo>
                <a:lnTo>
                  <a:pt x="17256" y="42243"/>
                </a:lnTo>
                <a:lnTo>
                  <a:pt x="28162" y="42243"/>
                </a:lnTo>
                <a:cubicBezTo>
                  <a:pt x="34650" y="42243"/>
                  <a:pt x="39482" y="41276"/>
                  <a:pt x="42657" y="39206"/>
                </a:cubicBezTo>
                <a:cubicBezTo>
                  <a:pt x="45832" y="37273"/>
                  <a:pt x="47489" y="34098"/>
                  <a:pt x="47489" y="29818"/>
                </a:cubicBezTo>
                <a:cubicBezTo>
                  <a:pt x="47489" y="25953"/>
                  <a:pt x="45832" y="23054"/>
                  <a:pt x="42795" y="20845"/>
                </a:cubicBezTo>
                <a:cubicBezTo>
                  <a:pt x="39758" y="18775"/>
                  <a:pt x="35340" y="17670"/>
                  <a:pt x="29680" y="17670"/>
                </a:cubicBezTo>
                <a:cubicBezTo>
                  <a:pt x="25539" y="17670"/>
                  <a:pt x="21259" y="18222"/>
                  <a:pt x="16980" y="19189"/>
                </a:cubicBezTo>
                <a:cubicBezTo>
                  <a:pt x="12700" y="20155"/>
                  <a:pt x="8421" y="21536"/>
                  <a:pt x="4279" y="23330"/>
                </a:cubicBezTo>
                <a:lnTo>
                  <a:pt x="4279" y="4279"/>
                </a:lnTo>
                <a:cubicBezTo>
                  <a:pt x="9387" y="2899"/>
                  <a:pt x="14495" y="1795"/>
                  <a:pt x="19465" y="1104"/>
                </a:cubicBezTo>
                <a:cubicBezTo>
                  <a:pt x="24435" y="414"/>
                  <a:pt x="29404" y="0"/>
                  <a:pt x="34374" y="0"/>
                </a:cubicBezTo>
                <a:cubicBezTo>
                  <a:pt x="47351" y="0"/>
                  <a:pt x="57152" y="2209"/>
                  <a:pt x="63640" y="6488"/>
                </a:cubicBezTo>
                <a:cubicBezTo>
                  <a:pt x="70128" y="10768"/>
                  <a:pt x="73442" y="17256"/>
                  <a:pt x="73442" y="25815"/>
                </a:cubicBezTo>
                <a:cubicBezTo>
                  <a:pt x="73442" y="31751"/>
                  <a:pt x="71785" y="36583"/>
                  <a:pt x="68748" y="40310"/>
                </a:cubicBezTo>
                <a:cubicBezTo>
                  <a:pt x="65711" y="44037"/>
                  <a:pt x="61155" y="46660"/>
                  <a:pt x="55081" y="48179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C724E4-1DCD-4135-B382-1EA74F55BA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33586" y="1179888"/>
            <a:ext cx="24296" cy="26091"/>
          </a:xfrm>
          <a:custGeom xmlns:a="http://schemas.openxmlformats.org/drawingml/2006/main">
            <a:pathLst>
              <a:path w="24296" h="26091">
                <a:moveTo>
                  <a:pt x="0" y="0"/>
                </a:moveTo>
                <a:lnTo>
                  <a:pt x="24296" y="0"/>
                </a:lnTo>
                <a:lnTo>
                  <a:pt x="24296" y="26091"/>
                </a:lnTo>
                <a:lnTo>
                  <a:pt x="0" y="2609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126A6A-4612-4E88-8163-3296D51B98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82869" y="1103548"/>
            <a:ext cx="73166" cy="102432"/>
          </a:xfrm>
          <a:custGeom xmlns:a="http://schemas.openxmlformats.org/drawingml/2006/main">
            <a:pathLst>
              <a:path w="73166" h="102432">
                <a:moveTo>
                  <a:pt x="28852" y="83381"/>
                </a:moveTo>
                <a:lnTo>
                  <a:pt x="73166" y="83381"/>
                </a:lnTo>
                <a:lnTo>
                  <a:pt x="73166" y="102432"/>
                </a:lnTo>
                <a:lnTo>
                  <a:pt x="0" y="102432"/>
                </a:lnTo>
                <a:lnTo>
                  <a:pt x="0" y="83381"/>
                </a:lnTo>
                <a:lnTo>
                  <a:pt x="36721" y="50940"/>
                </a:lnTo>
                <a:cubicBezTo>
                  <a:pt x="40034" y="48041"/>
                  <a:pt x="42381" y="45142"/>
                  <a:pt x="44037" y="42243"/>
                </a:cubicBezTo>
                <a:cubicBezTo>
                  <a:pt x="45556" y="39482"/>
                  <a:pt x="46384" y="36445"/>
                  <a:pt x="46384" y="33408"/>
                </a:cubicBezTo>
                <a:cubicBezTo>
                  <a:pt x="46384" y="28714"/>
                  <a:pt x="44728" y="24987"/>
                  <a:pt x="41552" y="22088"/>
                </a:cubicBezTo>
                <a:cubicBezTo>
                  <a:pt x="38377" y="19189"/>
                  <a:pt x="34236" y="17670"/>
                  <a:pt x="28990" y="17670"/>
                </a:cubicBezTo>
                <a:cubicBezTo>
                  <a:pt x="24849" y="17670"/>
                  <a:pt x="20431" y="18636"/>
                  <a:pt x="15737" y="20293"/>
                </a:cubicBezTo>
                <a:cubicBezTo>
                  <a:pt x="10906" y="22088"/>
                  <a:pt x="5798" y="24711"/>
                  <a:pt x="276" y="28024"/>
                </a:cubicBezTo>
                <a:lnTo>
                  <a:pt x="276" y="5936"/>
                </a:lnTo>
                <a:cubicBezTo>
                  <a:pt x="6074" y="4003"/>
                  <a:pt x="11872" y="2623"/>
                  <a:pt x="17670" y="1519"/>
                </a:cubicBezTo>
                <a:cubicBezTo>
                  <a:pt x="23330" y="552"/>
                  <a:pt x="28852" y="0"/>
                  <a:pt x="34374" y="0"/>
                </a:cubicBezTo>
                <a:cubicBezTo>
                  <a:pt x="46384" y="0"/>
                  <a:pt x="55771" y="2761"/>
                  <a:pt x="62398" y="8007"/>
                </a:cubicBezTo>
                <a:cubicBezTo>
                  <a:pt x="69024" y="13253"/>
                  <a:pt x="72475" y="20707"/>
                  <a:pt x="72475" y="30094"/>
                </a:cubicBezTo>
                <a:cubicBezTo>
                  <a:pt x="72475" y="35616"/>
                  <a:pt x="70957" y="40862"/>
                  <a:pt x="68196" y="45556"/>
                </a:cubicBezTo>
                <a:cubicBezTo>
                  <a:pt x="65297" y="50250"/>
                  <a:pt x="59361" y="56600"/>
                  <a:pt x="50388" y="64468"/>
                </a:cubicBezTo>
                <a:lnTo>
                  <a:pt x="28852" y="8338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45A45A-DD12-4DA4-80B5-7A792DB78D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72462" y="1103548"/>
            <a:ext cx="129489" cy="104226"/>
          </a:xfrm>
          <a:custGeom xmlns:a="http://schemas.openxmlformats.org/drawingml/2006/main">
            <a:pathLst>
              <a:path w="129489" h="104226">
                <a:moveTo>
                  <a:pt x="102570" y="60879"/>
                </a:moveTo>
                <a:cubicBezTo>
                  <a:pt x="99257" y="60879"/>
                  <a:pt x="96772" y="62260"/>
                  <a:pt x="95115" y="65021"/>
                </a:cubicBezTo>
                <a:cubicBezTo>
                  <a:pt x="93321" y="67782"/>
                  <a:pt x="92492" y="71785"/>
                  <a:pt x="92492" y="76893"/>
                </a:cubicBezTo>
                <a:cubicBezTo>
                  <a:pt x="92492" y="82139"/>
                  <a:pt x="93321" y="86004"/>
                  <a:pt x="95115" y="88765"/>
                </a:cubicBezTo>
                <a:cubicBezTo>
                  <a:pt x="96772" y="91526"/>
                  <a:pt x="99257" y="92906"/>
                  <a:pt x="102570" y="92906"/>
                </a:cubicBezTo>
                <a:cubicBezTo>
                  <a:pt x="105745" y="92906"/>
                  <a:pt x="108230" y="91526"/>
                  <a:pt x="109886" y="88765"/>
                </a:cubicBezTo>
                <a:cubicBezTo>
                  <a:pt x="111543" y="86004"/>
                  <a:pt x="112509" y="82139"/>
                  <a:pt x="112509" y="76893"/>
                </a:cubicBezTo>
                <a:cubicBezTo>
                  <a:pt x="112509" y="71785"/>
                  <a:pt x="111543" y="67782"/>
                  <a:pt x="109886" y="65021"/>
                </a:cubicBezTo>
                <a:cubicBezTo>
                  <a:pt x="108230" y="62260"/>
                  <a:pt x="105745" y="60879"/>
                  <a:pt x="102570" y="60879"/>
                </a:cubicBezTo>
                <a:close/>
                <a:moveTo>
                  <a:pt x="102570" y="49559"/>
                </a:moveTo>
                <a:cubicBezTo>
                  <a:pt x="110853" y="49559"/>
                  <a:pt x="117479" y="52044"/>
                  <a:pt x="122311" y="56876"/>
                </a:cubicBezTo>
                <a:cubicBezTo>
                  <a:pt x="127004" y="61846"/>
                  <a:pt x="129489" y="68472"/>
                  <a:pt x="129489" y="76893"/>
                </a:cubicBezTo>
                <a:cubicBezTo>
                  <a:pt x="129489" y="85452"/>
                  <a:pt x="127004" y="92078"/>
                  <a:pt x="122311" y="96910"/>
                </a:cubicBezTo>
                <a:cubicBezTo>
                  <a:pt x="117479" y="101880"/>
                  <a:pt x="110853" y="104226"/>
                  <a:pt x="102570" y="104226"/>
                </a:cubicBezTo>
                <a:cubicBezTo>
                  <a:pt x="94149" y="104226"/>
                  <a:pt x="87523" y="101880"/>
                  <a:pt x="82691" y="96910"/>
                </a:cubicBezTo>
                <a:cubicBezTo>
                  <a:pt x="77859" y="92078"/>
                  <a:pt x="75512" y="85452"/>
                  <a:pt x="75512" y="76893"/>
                </a:cubicBezTo>
                <a:cubicBezTo>
                  <a:pt x="75512" y="68472"/>
                  <a:pt x="77859" y="61846"/>
                  <a:pt x="82691" y="56876"/>
                </a:cubicBezTo>
                <a:cubicBezTo>
                  <a:pt x="87523" y="52044"/>
                  <a:pt x="94149" y="49559"/>
                  <a:pt x="102570" y="49559"/>
                </a:cubicBezTo>
                <a:close/>
                <a:moveTo>
                  <a:pt x="40724" y="104226"/>
                </a:moveTo>
                <a:lnTo>
                  <a:pt x="25815" y="104226"/>
                </a:lnTo>
                <a:lnTo>
                  <a:pt x="88765" y="0"/>
                </a:lnTo>
                <a:lnTo>
                  <a:pt x="103674" y="0"/>
                </a:lnTo>
                <a:lnTo>
                  <a:pt x="40724" y="104226"/>
                </a:lnTo>
                <a:close/>
                <a:moveTo>
                  <a:pt x="26919" y="0"/>
                </a:moveTo>
                <a:cubicBezTo>
                  <a:pt x="35202" y="0"/>
                  <a:pt x="41829" y="2485"/>
                  <a:pt x="46660" y="7317"/>
                </a:cubicBezTo>
                <a:cubicBezTo>
                  <a:pt x="51354" y="12286"/>
                  <a:pt x="53839" y="18913"/>
                  <a:pt x="53839" y="27334"/>
                </a:cubicBezTo>
                <a:cubicBezTo>
                  <a:pt x="53839" y="35893"/>
                  <a:pt x="51354" y="42519"/>
                  <a:pt x="46660" y="47489"/>
                </a:cubicBezTo>
                <a:cubicBezTo>
                  <a:pt x="41829" y="52458"/>
                  <a:pt x="35202" y="54805"/>
                  <a:pt x="26919" y="54805"/>
                </a:cubicBezTo>
                <a:cubicBezTo>
                  <a:pt x="18498" y="54805"/>
                  <a:pt x="11872" y="52458"/>
                  <a:pt x="7179" y="47489"/>
                </a:cubicBezTo>
                <a:cubicBezTo>
                  <a:pt x="2347" y="42519"/>
                  <a:pt x="0" y="35893"/>
                  <a:pt x="0" y="27334"/>
                </a:cubicBezTo>
                <a:cubicBezTo>
                  <a:pt x="0" y="18913"/>
                  <a:pt x="2347" y="12286"/>
                  <a:pt x="7179" y="7317"/>
                </a:cubicBezTo>
                <a:cubicBezTo>
                  <a:pt x="11872" y="2485"/>
                  <a:pt x="18498" y="0"/>
                  <a:pt x="26919" y="0"/>
                </a:cubicBezTo>
                <a:close/>
                <a:moveTo>
                  <a:pt x="26919" y="11320"/>
                </a:moveTo>
                <a:cubicBezTo>
                  <a:pt x="23606" y="11320"/>
                  <a:pt x="21121" y="12700"/>
                  <a:pt x="19465" y="15461"/>
                </a:cubicBezTo>
                <a:cubicBezTo>
                  <a:pt x="17670" y="18222"/>
                  <a:pt x="16842" y="22226"/>
                  <a:pt x="16842" y="27334"/>
                </a:cubicBezTo>
                <a:cubicBezTo>
                  <a:pt x="16842" y="32579"/>
                  <a:pt x="17670" y="36583"/>
                  <a:pt x="19465" y="39344"/>
                </a:cubicBezTo>
                <a:cubicBezTo>
                  <a:pt x="21121" y="42105"/>
                  <a:pt x="23606" y="43485"/>
                  <a:pt x="26919" y="43485"/>
                </a:cubicBezTo>
                <a:cubicBezTo>
                  <a:pt x="30094" y="43485"/>
                  <a:pt x="32579" y="42105"/>
                  <a:pt x="34374" y="39344"/>
                </a:cubicBezTo>
                <a:cubicBezTo>
                  <a:pt x="36031" y="36583"/>
                  <a:pt x="36997" y="32579"/>
                  <a:pt x="36997" y="27334"/>
                </a:cubicBezTo>
                <a:cubicBezTo>
                  <a:pt x="36997" y="22226"/>
                  <a:pt x="36031" y="18222"/>
                  <a:pt x="34374" y="15461"/>
                </a:cubicBezTo>
                <a:cubicBezTo>
                  <a:pt x="32579" y="12700"/>
                  <a:pt x="30094" y="11320"/>
                  <a:pt x="26919" y="11320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1E05DC-D9F1-48D5-B3BC-471D63C121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7032" y="767888"/>
            <a:ext cx="75788" cy="102432"/>
          </a:xfrm>
          <a:custGeom xmlns:a="http://schemas.openxmlformats.org/drawingml/2006/main">
            <a:pathLst>
              <a:path w="75788" h="102432">
                <a:moveTo>
                  <a:pt x="4003" y="0"/>
                </a:moveTo>
                <a:lnTo>
                  <a:pt x="68472" y="0"/>
                </a:lnTo>
                <a:lnTo>
                  <a:pt x="68472" y="19051"/>
                </a:lnTo>
                <a:lnTo>
                  <a:pt x="24711" y="19051"/>
                </a:lnTo>
                <a:lnTo>
                  <a:pt x="24711" y="34650"/>
                </a:lnTo>
                <a:cubicBezTo>
                  <a:pt x="26643" y="34098"/>
                  <a:pt x="28576" y="33684"/>
                  <a:pt x="30647" y="33408"/>
                </a:cubicBezTo>
                <a:cubicBezTo>
                  <a:pt x="32579" y="33132"/>
                  <a:pt x="34650" y="32994"/>
                  <a:pt x="36859" y="32994"/>
                </a:cubicBezTo>
                <a:cubicBezTo>
                  <a:pt x="49145" y="32994"/>
                  <a:pt x="58670" y="36169"/>
                  <a:pt x="65573" y="42243"/>
                </a:cubicBezTo>
                <a:cubicBezTo>
                  <a:pt x="72337" y="48317"/>
                  <a:pt x="75788" y="56876"/>
                  <a:pt x="75788" y="67782"/>
                </a:cubicBezTo>
                <a:cubicBezTo>
                  <a:pt x="75788" y="78687"/>
                  <a:pt x="72061" y="87246"/>
                  <a:pt x="64607" y="93321"/>
                </a:cubicBezTo>
                <a:cubicBezTo>
                  <a:pt x="57152" y="99395"/>
                  <a:pt x="46798" y="102432"/>
                  <a:pt x="33684" y="102432"/>
                </a:cubicBezTo>
                <a:cubicBezTo>
                  <a:pt x="27886" y="102432"/>
                  <a:pt x="22226" y="101880"/>
                  <a:pt x="16704" y="100775"/>
                </a:cubicBezTo>
                <a:cubicBezTo>
                  <a:pt x="11044" y="99809"/>
                  <a:pt x="5522" y="98152"/>
                  <a:pt x="0" y="95943"/>
                </a:cubicBezTo>
                <a:lnTo>
                  <a:pt x="0" y="75512"/>
                </a:lnTo>
                <a:cubicBezTo>
                  <a:pt x="5522" y="78687"/>
                  <a:pt x="10630" y="81034"/>
                  <a:pt x="15599" y="82553"/>
                </a:cubicBezTo>
                <a:cubicBezTo>
                  <a:pt x="20569" y="84209"/>
                  <a:pt x="25125" y="84900"/>
                  <a:pt x="29542" y="84900"/>
                </a:cubicBezTo>
                <a:cubicBezTo>
                  <a:pt x="35754" y="84900"/>
                  <a:pt x="40724" y="83381"/>
                  <a:pt x="44313" y="80344"/>
                </a:cubicBezTo>
                <a:cubicBezTo>
                  <a:pt x="47903" y="77307"/>
                  <a:pt x="49835" y="73027"/>
                  <a:pt x="49835" y="67782"/>
                </a:cubicBezTo>
                <a:cubicBezTo>
                  <a:pt x="49835" y="62536"/>
                  <a:pt x="47903" y="58394"/>
                  <a:pt x="44313" y="55357"/>
                </a:cubicBezTo>
                <a:cubicBezTo>
                  <a:pt x="40724" y="52320"/>
                  <a:pt x="35754" y="50664"/>
                  <a:pt x="29542" y="50664"/>
                </a:cubicBezTo>
                <a:cubicBezTo>
                  <a:pt x="25677" y="50664"/>
                  <a:pt x="21674" y="51216"/>
                  <a:pt x="17532" y="52182"/>
                </a:cubicBezTo>
                <a:cubicBezTo>
                  <a:pt x="13391" y="53149"/>
                  <a:pt x="8835" y="54667"/>
                  <a:pt x="4003" y="56600"/>
                </a:cubicBezTo>
                <a:lnTo>
                  <a:pt x="4003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351102-B6A5-4FDF-87E5-7EE2D3BF64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33114" y="767888"/>
            <a:ext cx="75788" cy="102432"/>
          </a:xfrm>
          <a:custGeom xmlns:a="http://schemas.openxmlformats.org/drawingml/2006/main">
            <a:pathLst>
              <a:path w="75788" h="102432">
                <a:moveTo>
                  <a:pt x="4003" y="0"/>
                </a:moveTo>
                <a:lnTo>
                  <a:pt x="68472" y="0"/>
                </a:lnTo>
                <a:lnTo>
                  <a:pt x="68472" y="19051"/>
                </a:lnTo>
                <a:lnTo>
                  <a:pt x="24711" y="19051"/>
                </a:lnTo>
                <a:lnTo>
                  <a:pt x="24711" y="34650"/>
                </a:lnTo>
                <a:cubicBezTo>
                  <a:pt x="26643" y="34098"/>
                  <a:pt x="28576" y="33684"/>
                  <a:pt x="30647" y="33408"/>
                </a:cubicBezTo>
                <a:cubicBezTo>
                  <a:pt x="32579" y="33132"/>
                  <a:pt x="34650" y="32994"/>
                  <a:pt x="36859" y="32994"/>
                </a:cubicBezTo>
                <a:cubicBezTo>
                  <a:pt x="49145" y="32994"/>
                  <a:pt x="58670" y="36169"/>
                  <a:pt x="65573" y="42243"/>
                </a:cubicBezTo>
                <a:cubicBezTo>
                  <a:pt x="72337" y="48317"/>
                  <a:pt x="75788" y="56876"/>
                  <a:pt x="75788" y="67782"/>
                </a:cubicBezTo>
                <a:cubicBezTo>
                  <a:pt x="75788" y="78687"/>
                  <a:pt x="72061" y="87246"/>
                  <a:pt x="64607" y="93321"/>
                </a:cubicBezTo>
                <a:cubicBezTo>
                  <a:pt x="57152" y="99395"/>
                  <a:pt x="46798" y="102432"/>
                  <a:pt x="33684" y="102432"/>
                </a:cubicBezTo>
                <a:cubicBezTo>
                  <a:pt x="27886" y="102432"/>
                  <a:pt x="22226" y="101880"/>
                  <a:pt x="16704" y="100775"/>
                </a:cubicBezTo>
                <a:cubicBezTo>
                  <a:pt x="11044" y="99809"/>
                  <a:pt x="5522" y="98152"/>
                  <a:pt x="0" y="95943"/>
                </a:cubicBezTo>
                <a:lnTo>
                  <a:pt x="0" y="75512"/>
                </a:lnTo>
                <a:cubicBezTo>
                  <a:pt x="5522" y="78687"/>
                  <a:pt x="10630" y="81034"/>
                  <a:pt x="15599" y="82553"/>
                </a:cubicBezTo>
                <a:cubicBezTo>
                  <a:pt x="20569" y="84209"/>
                  <a:pt x="25125" y="84900"/>
                  <a:pt x="29542" y="84900"/>
                </a:cubicBezTo>
                <a:cubicBezTo>
                  <a:pt x="35754" y="84900"/>
                  <a:pt x="40724" y="83381"/>
                  <a:pt x="44313" y="80344"/>
                </a:cubicBezTo>
                <a:cubicBezTo>
                  <a:pt x="47903" y="77307"/>
                  <a:pt x="49835" y="73027"/>
                  <a:pt x="49835" y="67782"/>
                </a:cubicBezTo>
                <a:cubicBezTo>
                  <a:pt x="49835" y="62536"/>
                  <a:pt x="47903" y="58394"/>
                  <a:pt x="44313" y="55357"/>
                </a:cubicBezTo>
                <a:cubicBezTo>
                  <a:pt x="40724" y="52320"/>
                  <a:pt x="35754" y="50664"/>
                  <a:pt x="29542" y="50664"/>
                </a:cubicBezTo>
                <a:cubicBezTo>
                  <a:pt x="25677" y="50664"/>
                  <a:pt x="21674" y="51216"/>
                  <a:pt x="17532" y="52182"/>
                </a:cubicBezTo>
                <a:cubicBezTo>
                  <a:pt x="13391" y="53149"/>
                  <a:pt x="8835" y="54667"/>
                  <a:pt x="4003" y="56600"/>
                </a:cubicBezTo>
                <a:lnTo>
                  <a:pt x="4003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E40288-C3F2-4E7C-9855-D46A268B34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32646" y="842434"/>
            <a:ext cx="24296" cy="26091"/>
          </a:xfrm>
          <a:custGeom xmlns:a="http://schemas.openxmlformats.org/drawingml/2006/main">
            <a:pathLst>
              <a:path w="24296" h="26091">
                <a:moveTo>
                  <a:pt x="0" y="0"/>
                </a:moveTo>
                <a:lnTo>
                  <a:pt x="24296" y="0"/>
                </a:lnTo>
                <a:lnTo>
                  <a:pt x="24296" y="26091"/>
                </a:lnTo>
                <a:lnTo>
                  <a:pt x="0" y="2609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1BE3BC-2171-4BA6-A77B-CE043AB5AC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80273" y="767888"/>
            <a:ext cx="75788" cy="100637"/>
          </a:xfrm>
          <a:custGeom xmlns:a="http://schemas.openxmlformats.org/drawingml/2006/main">
            <a:pathLst>
              <a:path w="75788" h="100637">
                <a:moveTo>
                  <a:pt x="0" y="0"/>
                </a:moveTo>
                <a:lnTo>
                  <a:pt x="75788" y="0"/>
                </a:lnTo>
                <a:lnTo>
                  <a:pt x="75788" y="14633"/>
                </a:lnTo>
                <a:lnTo>
                  <a:pt x="36583" y="100637"/>
                </a:lnTo>
                <a:lnTo>
                  <a:pt x="11320" y="100637"/>
                </a:lnTo>
                <a:lnTo>
                  <a:pt x="48455" y="19051"/>
                </a:lnTo>
                <a:lnTo>
                  <a:pt x="0" y="1905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535BA2-90F4-40B2-8B1F-9E77B95D91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71523" y="766093"/>
            <a:ext cx="129489" cy="104226"/>
          </a:xfrm>
          <a:custGeom xmlns:a="http://schemas.openxmlformats.org/drawingml/2006/main">
            <a:pathLst>
              <a:path w="129489" h="104226">
                <a:moveTo>
                  <a:pt x="102570" y="60879"/>
                </a:moveTo>
                <a:cubicBezTo>
                  <a:pt x="99257" y="60879"/>
                  <a:pt x="96772" y="62260"/>
                  <a:pt x="95115" y="65021"/>
                </a:cubicBezTo>
                <a:cubicBezTo>
                  <a:pt x="93321" y="67782"/>
                  <a:pt x="92492" y="71785"/>
                  <a:pt x="92492" y="76893"/>
                </a:cubicBezTo>
                <a:cubicBezTo>
                  <a:pt x="92492" y="82139"/>
                  <a:pt x="93321" y="86004"/>
                  <a:pt x="95115" y="88765"/>
                </a:cubicBezTo>
                <a:cubicBezTo>
                  <a:pt x="96772" y="91526"/>
                  <a:pt x="99257" y="92906"/>
                  <a:pt x="102570" y="92906"/>
                </a:cubicBezTo>
                <a:cubicBezTo>
                  <a:pt x="105745" y="92906"/>
                  <a:pt x="108230" y="91526"/>
                  <a:pt x="109886" y="88765"/>
                </a:cubicBezTo>
                <a:cubicBezTo>
                  <a:pt x="111543" y="86004"/>
                  <a:pt x="112509" y="82139"/>
                  <a:pt x="112509" y="76893"/>
                </a:cubicBezTo>
                <a:cubicBezTo>
                  <a:pt x="112509" y="71785"/>
                  <a:pt x="111543" y="67782"/>
                  <a:pt x="109886" y="65021"/>
                </a:cubicBezTo>
                <a:cubicBezTo>
                  <a:pt x="108230" y="62260"/>
                  <a:pt x="105745" y="60879"/>
                  <a:pt x="102570" y="60879"/>
                </a:cubicBezTo>
                <a:close/>
                <a:moveTo>
                  <a:pt x="102570" y="49559"/>
                </a:moveTo>
                <a:cubicBezTo>
                  <a:pt x="110853" y="49559"/>
                  <a:pt x="117479" y="52044"/>
                  <a:pt x="122311" y="56876"/>
                </a:cubicBezTo>
                <a:cubicBezTo>
                  <a:pt x="127004" y="61846"/>
                  <a:pt x="129489" y="68472"/>
                  <a:pt x="129489" y="76893"/>
                </a:cubicBezTo>
                <a:cubicBezTo>
                  <a:pt x="129489" y="85452"/>
                  <a:pt x="127004" y="92078"/>
                  <a:pt x="122311" y="96910"/>
                </a:cubicBezTo>
                <a:cubicBezTo>
                  <a:pt x="117479" y="101880"/>
                  <a:pt x="110853" y="104226"/>
                  <a:pt x="102570" y="104226"/>
                </a:cubicBezTo>
                <a:cubicBezTo>
                  <a:pt x="94149" y="104226"/>
                  <a:pt x="87523" y="101880"/>
                  <a:pt x="82691" y="96910"/>
                </a:cubicBezTo>
                <a:cubicBezTo>
                  <a:pt x="77859" y="92078"/>
                  <a:pt x="75512" y="85452"/>
                  <a:pt x="75512" y="76893"/>
                </a:cubicBezTo>
                <a:cubicBezTo>
                  <a:pt x="75512" y="68472"/>
                  <a:pt x="77859" y="61846"/>
                  <a:pt x="82691" y="56876"/>
                </a:cubicBezTo>
                <a:cubicBezTo>
                  <a:pt x="87523" y="52044"/>
                  <a:pt x="94149" y="49559"/>
                  <a:pt x="102570" y="49559"/>
                </a:cubicBezTo>
                <a:close/>
                <a:moveTo>
                  <a:pt x="40724" y="104226"/>
                </a:moveTo>
                <a:lnTo>
                  <a:pt x="25815" y="104226"/>
                </a:lnTo>
                <a:lnTo>
                  <a:pt x="88765" y="0"/>
                </a:lnTo>
                <a:lnTo>
                  <a:pt x="103674" y="0"/>
                </a:lnTo>
                <a:lnTo>
                  <a:pt x="40724" y="104226"/>
                </a:lnTo>
                <a:close/>
                <a:moveTo>
                  <a:pt x="26919" y="0"/>
                </a:moveTo>
                <a:cubicBezTo>
                  <a:pt x="35202" y="0"/>
                  <a:pt x="41829" y="2485"/>
                  <a:pt x="46660" y="7317"/>
                </a:cubicBezTo>
                <a:cubicBezTo>
                  <a:pt x="51354" y="12286"/>
                  <a:pt x="53839" y="18913"/>
                  <a:pt x="53839" y="27334"/>
                </a:cubicBezTo>
                <a:cubicBezTo>
                  <a:pt x="53839" y="35893"/>
                  <a:pt x="51354" y="42519"/>
                  <a:pt x="46660" y="47489"/>
                </a:cubicBezTo>
                <a:cubicBezTo>
                  <a:pt x="41829" y="52458"/>
                  <a:pt x="35202" y="54805"/>
                  <a:pt x="26919" y="54805"/>
                </a:cubicBezTo>
                <a:cubicBezTo>
                  <a:pt x="18498" y="54805"/>
                  <a:pt x="11872" y="52458"/>
                  <a:pt x="7179" y="47489"/>
                </a:cubicBezTo>
                <a:cubicBezTo>
                  <a:pt x="2347" y="42519"/>
                  <a:pt x="0" y="35893"/>
                  <a:pt x="0" y="27334"/>
                </a:cubicBezTo>
                <a:cubicBezTo>
                  <a:pt x="0" y="18913"/>
                  <a:pt x="2347" y="12286"/>
                  <a:pt x="7179" y="7317"/>
                </a:cubicBezTo>
                <a:cubicBezTo>
                  <a:pt x="11872" y="2485"/>
                  <a:pt x="18498" y="0"/>
                  <a:pt x="26919" y="0"/>
                </a:cubicBezTo>
                <a:close/>
                <a:moveTo>
                  <a:pt x="26919" y="11320"/>
                </a:moveTo>
                <a:cubicBezTo>
                  <a:pt x="23606" y="11320"/>
                  <a:pt x="21121" y="12700"/>
                  <a:pt x="19465" y="15461"/>
                </a:cubicBezTo>
                <a:cubicBezTo>
                  <a:pt x="17670" y="18222"/>
                  <a:pt x="16842" y="22226"/>
                  <a:pt x="16842" y="27334"/>
                </a:cubicBezTo>
                <a:cubicBezTo>
                  <a:pt x="16842" y="32579"/>
                  <a:pt x="17670" y="36583"/>
                  <a:pt x="19465" y="39344"/>
                </a:cubicBezTo>
                <a:cubicBezTo>
                  <a:pt x="21121" y="42105"/>
                  <a:pt x="23606" y="43485"/>
                  <a:pt x="26919" y="43485"/>
                </a:cubicBezTo>
                <a:cubicBezTo>
                  <a:pt x="30094" y="43485"/>
                  <a:pt x="32579" y="42105"/>
                  <a:pt x="34374" y="39344"/>
                </a:cubicBezTo>
                <a:cubicBezTo>
                  <a:pt x="36031" y="36583"/>
                  <a:pt x="36997" y="32579"/>
                  <a:pt x="36997" y="27334"/>
                </a:cubicBezTo>
                <a:cubicBezTo>
                  <a:pt x="36997" y="22226"/>
                  <a:pt x="36031" y="18222"/>
                  <a:pt x="34374" y="15461"/>
                </a:cubicBezTo>
                <a:cubicBezTo>
                  <a:pt x="32579" y="12700"/>
                  <a:pt x="30094" y="11320"/>
                  <a:pt x="26919" y="11320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B98CA1-0592-49B4-876A-978FC5023F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16246" y="767888"/>
            <a:ext cx="83519" cy="100637"/>
          </a:xfrm>
          <a:custGeom xmlns:a="http://schemas.openxmlformats.org/drawingml/2006/main">
            <a:pathLst>
              <a:path w="83519" h="100637">
                <a:moveTo>
                  <a:pt x="44590" y="21397"/>
                </a:moveTo>
                <a:lnTo>
                  <a:pt x="16152" y="63502"/>
                </a:lnTo>
                <a:lnTo>
                  <a:pt x="44590" y="63502"/>
                </a:lnTo>
                <a:lnTo>
                  <a:pt x="44590" y="21397"/>
                </a:lnTo>
                <a:close/>
                <a:moveTo>
                  <a:pt x="40310" y="0"/>
                </a:moveTo>
                <a:lnTo>
                  <a:pt x="69162" y="0"/>
                </a:lnTo>
                <a:lnTo>
                  <a:pt x="69162" y="63502"/>
                </a:lnTo>
                <a:lnTo>
                  <a:pt x="83519" y="63502"/>
                </a:lnTo>
                <a:lnTo>
                  <a:pt x="83519" y="82277"/>
                </a:lnTo>
                <a:lnTo>
                  <a:pt x="69162" y="82277"/>
                </a:lnTo>
                <a:lnTo>
                  <a:pt x="69162" y="100637"/>
                </a:lnTo>
                <a:lnTo>
                  <a:pt x="44590" y="100637"/>
                </a:lnTo>
                <a:lnTo>
                  <a:pt x="44590" y="82277"/>
                </a:lnTo>
                <a:lnTo>
                  <a:pt x="0" y="82277"/>
                </a:lnTo>
                <a:lnTo>
                  <a:pt x="0" y="60051"/>
                </a:lnTo>
                <a:lnTo>
                  <a:pt x="4031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7A468B-311C-4781-BD01-60E51CE543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12328" y="767888"/>
            <a:ext cx="83519" cy="100637"/>
          </a:xfrm>
          <a:custGeom xmlns:a="http://schemas.openxmlformats.org/drawingml/2006/main">
            <a:pathLst>
              <a:path w="83519" h="100637">
                <a:moveTo>
                  <a:pt x="44590" y="21397"/>
                </a:moveTo>
                <a:lnTo>
                  <a:pt x="16152" y="63502"/>
                </a:lnTo>
                <a:lnTo>
                  <a:pt x="44590" y="63502"/>
                </a:lnTo>
                <a:lnTo>
                  <a:pt x="44590" y="21397"/>
                </a:lnTo>
                <a:close/>
                <a:moveTo>
                  <a:pt x="40310" y="0"/>
                </a:moveTo>
                <a:lnTo>
                  <a:pt x="69162" y="0"/>
                </a:lnTo>
                <a:lnTo>
                  <a:pt x="69162" y="63502"/>
                </a:lnTo>
                <a:lnTo>
                  <a:pt x="83519" y="63502"/>
                </a:lnTo>
                <a:lnTo>
                  <a:pt x="83519" y="82277"/>
                </a:lnTo>
                <a:lnTo>
                  <a:pt x="69162" y="82277"/>
                </a:lnTo>
                <a:lnTo>
                  <a:pt x="69162" y="100637"/>
                </a:lnTo>
                <a:lnTo>
                  <a:pt x="44590" y="100637"/>
                </a:lnTo>
                <a:lnTo>
                  <a:pt x="44590" y="82277"/>
                </a:lnTo>
                <a:lnTo>
                  <a:pt x="0" y="82277"/>
                </a:lnTo>
                <a:lnTo>
                  <a:pt x="0" y="60051"/>
                </a:lnTo>
                <a:lnTo>
                  <a:pt x="4031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16848A-64FC-45E9-BCF1-1635AC38A1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16278" y="842434"/>
            <a:ext cx="24296" cy="26091"/>
          </a:xfrm>
          <a:custGeom xmlns:a="http://schemas.openxmlformats.org/drawingml/2006/main">
            <a:pathLst>
              <a:path w="24296" h="26091">
                <a:moveTo>
                  <a:pt x="0" y="0"/>
                </a:moveTo>
                <a:lnTo>
                  <a:pt x="24296" y="0"/>
                </a:lnTo>
                <a:lnTo>
                  <a:pt x="24296" y="26091"/>
                </a:lnTo>
                <a:lnTo>
                  <a:pt x="0" y="2609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623D02-8333-46CF-80CC-DD462DD140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63905" y="766093"/>
            <a:ext cx="75788" cy="104226"/>
          </a:xfrm>
          <a:custGeom xmlns:a="http://schemas.openxmlformats.org/drawingml/2006/main">
            <a:pathLst>
              <a:path w="75788" h="104226">
                <a:moveTo>
                  <a:pt x="55081" y="48179"/>
                </a:moveTo>
                <a:cubicBezTo>
                  <a:pt x="61846" y="49973"/>
                  <a:pt x="66953" y="53010"/>
                  <a:pt x="70543" y="57290"/>
                </a:cubicBezTo>
                <a:cubicBezTo>
                  <a:pt x="73994" y="61708"/>
                  <a:pt x="75788" y="67229"/>
                  <a:pt x="75788" y="73856"/>
                </a:cubicBezTo>
                <a:cubicBezTo>
                  <a:pt x="75788" y="83795"/>
                  <a:pt x="71923" y="91388"/>
                  <a:pt x="64330" y="96496"/>
                </a:cubicBezTo>
                <a:cubicBezTo>
                  <a:pt x="56600" y="101741"/>
                  <a:pt x="45556" y="104226"/>
                  <a:pt x="30923" y="104226"/>
                </a:cubicBezTo>
                <a:cubicBezTo>
                  <a:pt x="25677" y="104226"/>
                  <a:pt x="20569" y="103812"/>
                  <a:pt x="15323" y="102984"/>
                </a:cubicBezTo>
                <a:cubicBezTo>
                  <a:pt x="10078" y="102294"/>
                  <a:pt x="4970" y="101051"/>
                  <a:pt x="0" y="99395"/>
                </a:cubicBezTo>
                <a:lnTo>
                  <a:pt x="0" y="79378"/>
                </a:lnTo>
                <a:cubicBezTo>
                  <a:pt x="4832" y="81863"/>
                  <a:pt x="9663" y="83657"/>
                  <a:pt x="14495" y="84900"/>
                </a:cubicBezTo>
                <a:cubicBezTo>
                  <a:pt x="19189" y="86142"/>
                  <a:pt x="23882" y="86694"/>
                  <a:pt x="28576" y="86694"/>
                </a:cubicBezTo>
                <a:cubicBezTo>
                  <a:pt x="35478" y="86694"/>
                  <a:pt x="40724" y="85590"/>
                  <a:pt x="44313" y="83105"/>
                </a:cubicBezTo>
                <a:cubicBezTo>
                  <a:pt x="47903" y="80758"/>
                  <a:pt x="49835" y="77307"/>
                  <a:pt x="49835" y="72889"/>
                </a:cubicBezTo>
                <a:cubicBezTo>
                  <a:pt x="49835" y="68334"/>
                  <a:pt x="47903" y="64883"/>
                  <a:pt x="44175" y="62536"/>
                </a:cubicBezTo>
                <a:cubicBezTo>
                  <a:pt x="40448" y="60189"/>
                  <a:pt x="34926" y="58947"/>
                  <a:pt x="27610" y="58947"/>
                </a:cubicBezTo>
                <a:lnTo>
                  <a:pt x="17256" y="58947"/>
                </a:lnTo>
                <a:lnTo>
                  <a:pt x="17256" y="42243"/>
                </a:lnTo>
                <a:lnTo>
                  <a:pt x="28162" y="42243"/>
                </a:lnTo>
                <a:cubicBezTo>
                  <a:pt x="34650" y="42243"/>
                  <a:pt x="39482" y="41276"/>
                  <a:pt x="42657" y="39206"/>
                </a:cubicBezTo>
                <a:cubicBezTo>
                  <a:pt x="45832" y="37273"/>
                  <a:pt x="47489" y="34098"/>
                  <a:pt x="47489" y="29818"/>
                </a:cubicBezTo>
                <a:cubicBezTo>
                  <a:pt x="47489" y="25953"/>
                  <a:pt x="45832" y="23054"/>
                  <a:pt x="42795" y="20845"/>
                </a:cubicBezTo>
                <a:cubicBezTo>
                  <a:pt x="39758" y="18775"/>
                  <a:pt x="35340" y="17670"/>
                  <a:pt x="29680" y="17670"/>
                </a:cubicBezTo>
                <a:cubicBezTo>
                  <a:pt x="25539" y="17670"/>
                  <a:pt x="21259" y="18222"/>
                  <a:pt x="16980" y="19189"/>
                </a:cubicBezTo>
                <a:cubicBezTo>
                  <a:pt x="12700" y="20155"/>
                  <a:pt x="8421" y="21536"/>
                  <a:pt x="4279" y="23330"/>
                </a:cubicBezTo>
                <a:lnTo>
                  <a:pt x="4279" y="4279"/>
                </a:lnTo>
                <a:cubicBezTo>
                  <a:pt x="9387" y="2899"/>
                  <a:pt x="14495" y="1795"/>
                  <a:pt x="19465" y="1104"/>
                </a:cubicBezTo>
                <a:cubicBezTo>
                  <a:pt x="24435" y="414"/>
                  <a:pt x="29404" y="0"/>
                  <a:pt x="34374" y="0"/>
                </a:cubicBezTo>
                <a:cubicBezTo>
                  <a:pt x="47351" y="0"/>
                  <a:pt x="57152" y="2209"/>
                  <a:pt x="63640" y="6488"/>
                </a:cubicBezTo>
                <a:cubicBezTo>
                  <a:pt x="70128" y="10768"/>
                  <a:pt x="73442" y="17256"/>
                  <a:pt x="73442" y="25815"/>
                </a:cubicBezTo>
                <a:cubicBezTo>
                  <a:pt x="73442" y="31751"/>
                  <a:pt x="71785" y="36583"/>
                  <a:pt x="68748" y="40310"/>
                </a:cubicBezTo>
                <a:cubicBezTo>
                  <a:pt x="65711" y="44037"/>
                  <a:pt x="61155" y="46660"/>
                  <a:pt x="55081" y="48179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B7068A-3286-42A3-84AD-746BC3758F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55154" y="766093"/>
            <a:ext cx="129489" cy="104226"/>
          </a:xfrm>
          <a:custGeom xmlns:a="http://schemas.openxmlformats.org/drawingml/2006/main">
            <a:pathLst>
              <a:path w="129489" h="104226">
                <a:moveTo>
                  <a:pt x="102570" y="60879"/>
                </a:moveTo>
                <a:cubicBezTo>
                  <a:pt x="99257" y="60879"/>
                  <a:pt x="96772" y="62260"/>
                  <a:pt x="95115" y="65021"/>
                </a:cubicBezTo>
                <a:cubicBezTo>
                  <a:pt x="93321" y="67782"/>
                  <a:pt x="92492" y="71785"/>
                  <a:pt x="92492" y="76893"/>
                </a:cubicBezTo>
                <a:cubicBezTo>
                  <a:pt x="92492" y="82139"/>
                  <a:pt x="93321" y="86004"/>
                  <a:pt x="95115" y="88765"/>
                </a:cubicBezTo>
                <a:cubicBezTo>
                  <a:pt x="96772" y="91526"/>
                  <a:pt x="99257" y="92906"/>
                  <a:pt x="102570" y="92906"/>
                </a:cubicBezTo>
                <a:cubicBezTo>
                  <a:pt x="105745" y="92906"/>
                  <a:pt x="108230" y="91526"/>
                  <a:pt x="109886" y="88765"/>
                </a:cubicBezTo>
                <a:cubicBezTo>
                  <a:pt x="111543" y="86004"/>
                  <a:pt x="112509" y="82139"/>
                  <a:pt x="112509" y="76893"/>
                </a:cubicBezTo>
                <a:cubicBezTo>
                  <a:pt x="112509" y="71785"/>
                  <a:pt x="111543" y="67782"/>
                  <a:pt x="109886" y="65021"/>
                </a:cubicBezTo>
                <a:cubicBezTo>
                  <a:pt x="108230" y="62260"/>
                  <a:pt x="105745" y="60879"/>
                  <a:pt x="102570" y="60879"/>
                </a:cubicBezTo>
                <a:close/>
                <a:moveTo>
                  <a:pt x="102570" y="49559"/>
                </a:moveTo>
                <a:cubicBezTo>
                  <a:pt x="110853" y="49559"/>
                  <a:pt x="117479" y="52044"/>
                  <a:pt x="122311" y="56876"/>
                </a:cubicBezTo>
                <a:cubicBezTo>
                  <a:pt x="127004" y="61846"/>
                  <a:pt x="129489" y="68472"/>
                  <a:pt x="129489" y="76893"/>
                </a:cubicBezTo>
                <a:cubicBezTo>
                  <a:pt x="129489" y="85452"/>
                  <a:pt x="127004" y="92078"/>
                  <a:pt x="122311" y="96910"/>
                </a:cubicBezTo>
                <a:cubicBezTo>
                  <a:pt x="117479" y="101880"/>
                  <a:pt x="110853" y="104226"/>
                  <a:pt x="102570" y="104226"/>
                </a:cubicBezTo>
                <a:cubicBezTo>
                  <a:pt x="94149" y="104226"/>
                  <a:pt x="87523" y="101880"/>
                  <a:pt x="82691" y="96910"/>
                </a:cubicBezTo>
                <a:cubicBezTo>
                  <a:pt x="77859" y="92078"/>
                  <a:pt x="75512" y="85452"/>
                  <a:pt x="75512" y="76893"/>
                </a:cubicBezTo>
                <a:cubicBezTo>
                  <a:pt x="75512" y="68472"/>
                  <a:pt x="77859" y="61846"/>
                  <a:pt x="82691" y="56876"/>
                </a:cubicBezTo>
                <a:cubicBezTo>
                  <a:pt x="87523" y="52044"/>
                  <a:pt x="94149" y="49559"/>
                  <a:pt x="102570" y="49559"/>
                </a:cubicBezTo>
                <a:close/>
                <a:moveTo>
                  <a:pt x="40724" y="104226"/>
                </a:moveTo>
                <a:lnTo>
                  <a:pt x="25815" y="104226"/>
                </a:lnTo>
                <a:lnTo>
                  <a:pt x="88765" y="0"/>
                </a:lnTo>
                <a:lnTo>
                  <a:pt x="103674" y="0"/>
                </a:lnTo>
                <a:lnTo>
                  <a:pt x="40724" y="104226"/>
                </a:lnTo>
                <a:close/>
                <a:moveTo>
                  <a:pt x="26919" y="0"/>
                </a:moveTo>
                <a:cubicBezTo>
                  <a:pt x="35202" y="0"/>
                  <a:pt x="41829" y="2485"/>
                  <a:pt x="46660" y="7317"/>
                </a:cubicBezTo>
                <a:cubicBezTo>
                  <a:pt x="51354" y="12286"/>
                  <a:pt x="53839" y="18913"/>
                  <a:pt x="53839" y="27334"/>
                </a:cubicBezTo>
                <a:cubicBezTo>
                  <a:pt x="53839" y="35893"/>
                  <a:pt x="51354" y="42519"/>
                  <a:pt x="46660" y="47489"/>
                </a:cubicBezTo>
                <a:cubicBezTo>
                  <a:pt x="41829" y="52458"/>
                  <a:pt x="35202" y="54805"/>
                  <a:pt x="26919" y="54805"/>
                </a:cubicBezTo>
                <a:cubicBezTo>
                  <a:pt x="18498" y="54805"/>
                  <a:pt x="11872" y="52458"/>
                  <a:pt x="7179" y="47489"/>
                </a:cubicBezTo>
                <a:cubicBezTo>
                  <a:pt x="2347" y="42519"/>
                  <a:pt x="0" y="35893"/>
                  <a:pt x="0" y="27334"/>
                </a:cubicBezTo>
                <a:cubicBezTo>
                  <a:pt x="0" y="18913"/>
                  <a:pt x="2347" y="12286"/>
                  <a:pt x="7179" y="7317"/>
                </a:cubicBezTo>
                <a:cubicBezTo>
                  <a:pt x="11872" y="2485"/>
                  <a:pt x="18498" y="0"/>
                  <a:pt x="26919" y="0"/>
                </a:cubicBezTo>
                <a:close/>
                <a:moveTo>
                  <a:pt x="26919" y="11320"/>
                </a:moveTo>
                <a:cubicBezTo>
                  <a:pt x="23606" y="11320"/>
                  <a:pt x="21121" y="12700"/>
                  <a:pt x="19465" y="15461"/>
                </a:cubicBezTo>
                <a:cubicBezTo>
                  <a:pt x="17670" y="18222"/>
                  <a:pt x="16842" y="22226"/>
                  <a:pt x="16842" y="27334"/>
                </a:cubicBezTo>
                <a:cubicBezTo>
                  <a:pt x="16842" y="32579"/>
                  <a:pt x="17670" y="36583"/>
                  <a:pt x="19465" y="39344"/>
                </a:cubicBezTo>
                <a:cubicBezTo>
                  <a:pt x="21121" y="42105"/>
                  <a:pt x="23606" y="43485"/>
                  <a:pt x="26919" y="43485"/>
                </a:cubicBezTo>
                <a:cubicBezTo>
                  <a:pt x="30094" y="43485"/>
                  <a:pt x="32579" y="42105"/>
                  <a:pt x="34374" y="39344"/>
                </a:cubicBezTo>
                <a:cubicBezTo>
                  <a:pt x="36031" y="36583"/>
                  <a:pt x="36997" y="32579"/>
                  <a:pt x="36997" y="27334"/>
                </a:cubicBezTo>
                <a:cubicBezTo>
                  <a:pt x="36997" y="22226"/>
                  <a:pt x="36031" y="18222"/>
                  <a:pt x="34374" y="15461"/>
                </a:cubicBezTo>
                <a:cubicBezTo>
                  <a:pt x="32579" y="12700"/>
                  <a:pt x="30094" y="11320"/>
                  <a:pt x="26919" y="11320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4280A3-24E4-4BB7-84ED-6777482E1B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32705" y="430433"/>
            <a:ext cx="75788" cy="102432"/>
          </a:xfrm>
          <a:custGeom xmlns:a="http://schemas.openxmlformats.org/drawingml/2006/main">
            <a:pathLst>
              <a:path w="75788" h="102432">
                <a:moveTo>
                  <a:pt x="4003" y="0"/>
                </a:moveTo>
                <a:lnTo>
                  <a:pt x="68472" y="0"/>
                </a:lnTo>
                <a:lnTo>
                  <a:pt x="68472" y="19051"/>
                </a:lnTo>
                <a:lnTo>
                  <a:pt x="24711" y="19051"/>
                </a:lnTo>
                <a:lnTo>
                  <a:pt x="24711" y="34650"/>
                </a:lnTo>
                <a:cubicBezTo>
                  <a:pt x="26643" y="34098"/>
                  <a:pt x="28576" y="33684"/>
                  <a:pt x="30647" y="33408"/>
                </a:cubicBezTo>
                <a:cubicBezTo>
                  <a:pt x="32579" y="33132"/>
                  <a:pt x="34650" y="32994"/>
                  <a:pt x="36859" y="32994"/>
                </a:cubicBezTo>
                <a:cubicBezTo>
                  <a:pt x="49145" y="32994"/>
                  <a:pt x="58670" y="36169"/>
                  <a:pt x="65573" y="42243"/>
                </a:cubicBezTo>
                <a:cubicBezTo>
                  <a:pt x="72337" y="48317"/>
                  <a:pt x="75788" y="56876"/>
                  <a:pt x="75788" y="67782"/>
                </a:cubicBezTo>
                <a:cubicBezTo>
                  <a:pt x="75788" y="78687"/>
                  <a:pt x="72061" y="87246"/>
                  <a:pt x="64607" y="93321"/>
                </a:cubicBezTo>
                <a:cubicBezTo>
                  <a:pt x="57152" y="99395"/>
                  <a:pt x="46798" y="102432"/>
                  <a:pt x="33684" y="102432"/>
                </a:cubicBezTo>
                <a:cubicBezTo>
                  <a:pt x="27886" y="102432"/>
                  <a:pt x="22226" y="101880"/>
                  <a:pt x="16704" y="100775"/>
                </a:cubicBezTo>
                <a:cubicBezTo>
                  <a:pt x="11044" y="99809"/>
                  <a:pt x="5522" y="98152"/>
                  <a:pt x="0" y="95943"/>
                </a:cubicBezTo>
                <a:lnTo>
                  <a:pt x="0" y="75512"/>
                </a:lnTo>
                <a:cubicBezTo>
                  <a:pt x="5522" y="78687"/>
                  <a:pt x="10630" y="81034"/>
                  <a:pt x="15599" y="82553"/>
                </a:cubicBezTo>
                <a:cubicBezTo>
                  <a:pt x="20569" y="84209"/>
                  <a:pt x="25125" y="84900"/>
                  <a:pt x="29542" y="84900"/>
                </a:cubicBezTo>
                <a:cubicBezTo>
                  <a:pt x="35754" y="84900"/>
                  <a:pt x="40724" y="83381"/>
                  <a:pt x="44313" y="80344"/>
                </a:cubicBezTo>
                <a:cubicBezTo>
                  <a:pt x="47903" y="77307"/>
                  <a:pt x="49835" y="73027"/>
                  <a:pt x="49835" y="67782"/>
                </a:cubicBezTo>
                <a:cubicBezTo>
                  <a:pt x="49835" y="62536"/>
                  <a:pt x="47903" y="58394"/>
                  <a:pt x="44313" y="55357"/>
                </a:cubicBezTo>
                <a:cubicBezTo>
                  <a:pt x="40724" y="52320"/>
                  <a:pt x="35754" y="50664"/>
                  <a:pt x="29542" y="50664"/>
                </a:cubicBezTo>
                <a:cubicBezTo>
                  <a:pt x="25677" y="50664"/>
                  <a:pt x="21674" y="51216"/>
                  <a:pt x="17532" y="52182"/>
                </a:cubicBezTo>
                <a:cubicBezTo>
                  <a:pt x="13391" y="53149"/>
                  <a:pt x="8835" y="54667"/>
                  <a:pt x="4003" y="56600"/>
                </a:cubicBezTo>
                <a:lnTo>
                  <a:pt x="4003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A131B2-2A09-4BCC-8D33-D189529648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8787" y="430433"/>
            <a:ext cx="75788" cy="102432"/>
          </a:xfrm>
          <a:custGeom xmlns:a="http://schemas.openxmlformats.org/drawingml/2006/main">
            <a:pathLst>
              <a:path w="75788" h="102432">
                <a:moveTo>
                  <a:pt x="4003" y="0"/>
                </a:moveTo>
                <a:lnTo>
                  <a:pt x="68472" y="0"/>
                </a:lnTo>
                <a:lnTo>
                  <a:pt x="68472" y="19051"/>
                </a:lnTo>
                <a:lnTo>
                  <a:pt x="24711" y="19051"/>
                </a:lnTo>
                <a:lnTo>
                  <a:pt x="24711" y="34650"/>
                </a:lnTo>
                <a:cubicBezTo>
                  <a:pt x="26643" y="34098"/>
                  <a:pt x="28576" y="33684"/>
                  <a:pt x="30647" y="33408"/>
                </a:cubicBezTo>
                <a:cubicBezTo>
                  <a:pt x="32579" y="33132"/>
                  <a:pt x="34650" y="32994"/>
                  <a:pt x="36859" y="32994"/>
                </a:cubicBezTo>
                <a:cubicBezTo>
                  <a:pt x="49145" y="32994"/>
                  <a:pt x="58670" y="36169"/>
                  <a:pt x="65573" y="42243"/>
                </a:cubicBezTo>
                <a:cubicBezTo>
                  <a:pt x="72337" y="48317"/>
                  <a:pt x="75788" y="56876"/>
                  <a:pt x="75788" y="67782"/>
                </a:cubicBezTo>
                <a:cubicBezTo>
                  <a:pt x="75788" y="78687"/>
                  <a:pt x="72061" y="87246"/>
                  <a:pt x="64607" y="93321"/>
                </a:cubicBezTo>
                <a:cubicBezTo>
                  <a:pt x="57152" y="99395"/>
                  <a:pt x="46798" y="102432"/>
                  <a:pt x="33684" y="102432"/>
                </a:cubicBezTo>
                <a:cubicBezTo>
                  <a:pt x="27886" y="102432"/>
                  <a:pt x="22226" y="101880"/>
                  <a:pt x="16704" y="100775"/>
                </a:cubicBezTo>
                <a:cubicBezTo>
                  <a:pt x="11044" y="99809"/>
                  <a:pt x="5522" y="98152"/>
                  <a:pt x="0" y="95943"/>
                </a:cubicBezTo>
                <a:lnTo>
                  <a:pt x="0" y="75512"/>
                </a:lnTo>
                <a:cubicBezTo>
                  <a:pt x="5522" y="78687"/>
                  <a:pt x="10630" y="81034"/>
                  <a:pt x="15599" y="82553"/>
                </a:cubicBezTo>
                <a:cubicBezTo>
                  <a:pt x="20569" y="84209"/>
                  <a:pt x="25125" y="84900"/>
                  <a:pt x="29542" y="84900"/>
                </a:cubicBezTo>
                <a:cubicBezTo>
                  <a:pt x="35754" y="84900"/>
                  <a:pt x="40724" y="83381"/>
                  <a:pt x="44313" y="80344"/>
                </a:cubicBezTo>
                <a:cubicBezTo>
                  <a:pt x="47903" y="77307"/>
                  <a:pt x="49835" y="73027"/>
                  <a:pt x="49835" y="67782"/>
                </a:cubicBezTo>
                <a:cubicBezTo>
                  <a:pt x="49835" y="62536"/>
                  <a:pt x="47903" y="58394"/>
                  <a:pt x="44313" y="55357"/>
                </a:cubicBezTo>
                <a:cubicBezTo>
                  <a:pt x="40724" y="52320"/>
                  <a:pt x="35754" y="50664"/>
                  <a:pt x="29542" y="50664"/>
                </a:cubicBezTo>
                <a:cubicBezTo>
                  <a:pt x="25677" y="50664"/>
                  <a:pt x="21674" y="51216"/>
                  <a:pt x="17532" y="52182"/>
                </a:cubicBezTo>
                <a:cubicBezTo>
                  <a:pt x="13391" y="53149"/>
                  <a:pt x="8835" y="54667"/>
                  <a:pt x="4003" y="56600"/>
                </a:cubicBezTo>
                <a:lnTo>
                  <a:pt x="4003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5DCFC2-4D3E-4E82-913A-846462EC2C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28319" y="504979"/>
            <a:ext cx="24296" cy="26091"/>
          </a:xfrm>
          <a:custGeom xmlns:a="http://schemas.openxmlformats.org/drawingml/2006/main">
            <a:pathLst>
              <a:path w="24296" h="26091">
                <a:moveTo>
                  <a:pt x="0" y="0"/>
                </a:moveTo>
                <a:lnTo>
                  <a:pt x="24296" y="0"/>
                </a:lnTo>
                <a:lnTo>
                  <a:pt x="24296" y="26091"/>
                </a:lnTo>
                <a:lnTo>
                  <a:pt x="0" y="2609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EE49B1-4306-4B27-87C6-54271F381D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2909" y="430433"/>
            <a:ext cx="83519" cy="100637"/>
          </a:xfrm>
          <a:custGeom xmlns:a="http://schemas.openxmlformats.org/drawingml/2006/main">
            <a:pathLst>
              <a:path w="83519" h="100637">
                <a:moveTo>
                  <a:pt x="44590" y="21397"/>
                </a:moveTo>
                <a:lnTo>
                  <a:pt x="16152" y="63502"/>
                </a:lnTo>
                <a:lnTo>
                  <a:pt x="44590" y="63502"/>
                </a:lnTo>
                <a:lnTo>
                  <a:pt x="44590" y="21397"/>
                </a:lnTo>
                <a:close/>
                <a:moveTo>
                  <a:pt x="40310" y="0"/>
                </a:moveTo>
                <a:lnTo>
                  <a:pt x="69162" y="0"/>
                </a:lnTo>
                <a:lnTo>
                  <a:pt x="69162" y="63502"/>
                </a:lnTo>
                <a:lnTo>
                  <a:pt x="83519" y="63502"/>
                </a:lnTo>
                <a:lnTo>
                  <a:pt x="83519" y="82277"/>
                </a:lnTo>
                <a:lnTo>
                  <a:pt x="69162" y="82277"/>
                </a:lnTo>
                <a:lnTo>
                  <a:pt x="69162" y="100637"/>
                </a:lnTo>
                <a:lnTo>
                  <a:pt x="44590" y="100637"/>
                </a:lnTo>
                <a:lnTo>
                  <a:pt x="44590" y="82277"/>
                </a:lnTo>
                <a:lnTo>
                  <a:pt x="0" y="82277"/>
                </a:lnTo>
                <a:lnTo>
                  <a:pt x="0" y="60051"/>
                </a:lnTo>
                <a:lnTo>
                  <a:pt x="4031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5C39C6-23D5-49C0-9BAD-E8E088D920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67196" y="428639"/>
            <a:ext cx="129489" cy="104226"/>
          </a:xfrm>
          <a:custGeom xmlns:a="http://schemas.openxmlformats.org/drawingml/2006/main">
            <a:pathLst>
              <a:path w="129489" h="104226">
                <a:moveTo>
                  <a:pt x="102570" y="60879"/>
                </a:moveTo>
                <a:cubicBezTo>
                  <a:pt x="99257" y="60879"/>
                  <a:pt x="96772" y="62260"/>
                  <a:pt x="95115" y="65021"/>
                </a:cubicBezTo>
                <a:cubicBezTo>
                  <a:pt x="93321" y="67782"/>
                  <a:pt x="92492" y="71785"/>
                  <a:pt x="92492" y="76893"/>
                </a:cubicBezTo>
                <a:cubicBezTo>
                  <a:pt x="92492" y="82139"/>
                  <a:pt x="93321" y="86004"/>
                  <a:pt x="95115" y="88765"/>
                </a:cubicBezTo>
                <a:cubicBezTo>
                  <a:pt x="96772" y="91526"/>
                  <a:pt x="99257" y="92906"/>
                  <a:pt x="102570" y="92906"/>
                </a:cubicBezTo>
                <a:cubicBezTo>
                  <a:pt x="105745" y="92906"/>
                  <a:pt x="108230" y="91526"/>
                  <a:pt x="109886" y="88765"/>
                </a:cubicBezTo>
                <a:cubicBezTo>
                  <a:pt x="111543" y="86004"/>
                  <a:pt x="112509" y="82139"/>
                  <a:pt x="112509" y="76893"/>
                </a:cubicBezTo>
                <a:cubicBezTo>
                  <a:pt x="112509" y="71785"/>
                  <a:pt x="111543" y="67782"/>
                  <a:pt x="109886" y="65021"/>
                </a:cubicBezTo>
                <a:cubicBezTo>
                  <a:pt x="108230" y="62260"/>
                  <a:pt x="105745" y="60879"/>
                  <a:pt x="102570" y="60879"/>
                </a:cubicBezTo>
                <a:close/>
                <a:moveTo>
                  <a:pt x="102570" y="49559"/>
                </a:moveTo>
                <a:cubicBezTo>
                  <a:pt x="110853" y="49559"/>
                  <a:pt x="117479" y="52044"/>
                  <a:pt x="122311" y="56876"/>
                </a:cubicBezTo>
                <a:cubicBezTo>
                  <a:pt x="127004" y="61846"/>
                  <a:pt x="129489" y="68472"/>
                  <a:pt x="129489" y="76893"/>
                </a:cubicBezTo>
                <a:cubicBezTo>
                  <a:pt x="129489" y="85452"/>
                  <a:pt x="127004" y="92078"/>
                  <a:pt x="122311" y="96910"/>
                </a:cubicBezTo>
                <a:cubicBezTo>
                  <a:pt x="117479" y="101880"/>
                  <a:pt x="110853" y="104226"/>
                  <a:pt x="102570" y="104226"/>
                </a:cubicBezTo>
                <a:cubicBezTo>
                  <a:pt x="94149" y="104226"/>
                  <a:pt x="87523" y="101880"/>
                  <a:pt x="82691" y="96910"/>
                </a:cubicBezTo>
                <a:cubicBezTo>
                  <a:pt x="77859" y="92078"/>
                  <a:pt x="75512" y="85452"/>
                  <a:pt x="75512" y="76893"/>
                </a:cubicBezTo>
                <a:cubicBezTo>
                  <a:pt x="75512" y="68472"/>
                  <a:pt x="77859" y="61846"/>
                  <a:pt x="82691" y="56876"/>
                </a:cubicBezTo>
                <a:cubicBezTo>
                  <a:pt x="87523" y="52044"/>
                  <a:pt x="94149" y="49559"/>
                  <a:pt x="102570" y="49559"/>
                </a:cubicBezTo>
                <a:close/>
                <a:moveTo>
                  <a:pt x="40724" y="104226"/>
                </a:moveTo>
                <a:lnTo>
                  <a:pt x="25815" y="104226"/>
                </a:lnTo>
                <a:lnTo>
                  <a:pt x="88765" y="0"/>
                </a:lnTo>
                <a:lnTo>
                  <a:pt x="103674" y="0"/>
                </a:lnTo>
                <a:lnTo>
                  <a:pt x="40724" y="104226"/>
                </a:lnTo>
                <a:close/>
                <a:moveTo>
                  <a:pt x="26919" y="0"/>
                </a:moveTo>
                <a:cubicBezTo>
                  <a:pt x="35202" y="0"/>
                  <a:pt x="41829" y="2485"/>
                  <a:pt x="46660" y="7317"/>
                </a:cubicBezTo>
                <a:cubicBezTo>
                  <a:pt x="51354" y="12286"/>
                  <a:pt x="53839" y="18913"/>
                  <a:pt x="53839" y="27334"/>
                </a:cubicBezTo>
                <a:cubicBezTo>
                  <a:pt x="53839" y="35893"/>
                  <a:pt x="51354" y="42519"/>
                  <a:pt x="46660" y="47489"/>
                </a:cubicBezTo>
                <a:cubicBezTo>
                  <a:pt x="41829" y="52458"/>
                  <a:pt x="35202" y="54805"/>
                  <a:pt x="26919" y="54805"/>
                </a:cubicBezTo>
                <a:cubicBezTo>
                  <a:pt x="18498" y="54805"/>
                  <a:pt x="11872" y="52458"/>
                  <a:pt x="7179" y="47489"/>
                </a:cubicBezTo>
                <a:cubicBezTo>
                  <a:pt x="2347" y="42519"/>
                  <a:pt x="0" y="35893"/>
                  <a:pt x="0" y="27334"/>
                </a:cubicBezTo>
                <a:cubicBezTo>
                  <a:pt x="0" y="18913"/>
                  <a:pt x="2347" y="12286"/>
                  <a:pt x="7179" y="7317"/>
                </a:cubicBezTo>
                <a:cubicBezTo>
                  <a:pt x="11872" y="2485"/>
                  <a:pt x="18498" y="0"/>
                  <a:pt x="26919" y="0"/>
                </a:cubicBezTo>
                <a:close/>
                <a:moveTo>
                  <a:pt x="26919" y="11320"/>
                </a:moveTo>
                <a:cubicBezTo>
                  <a:pt x="23606" y="11320"/>
                  <a:pt x="21121" y="12700"/>
                  <a:pt x="19465" y="15461"/>
                </a:cubicBezTo>
                <a:cubicBezTo>
                  <a:pt x="17670" y="18222"/>
                  <a:pt x="16842" y="22226"/>
                  <a:pt x="16842" y="27334"/>
                </a:cubicBezTo>
                <a:cubicBezTo>
                  <a:pt x="16842" y="32579"/>
                  <a:pt x="17670" y="36583"/>
                  <a:pt x="19465" y="39344"/>
                </a:cubicBezTo>
                <a:cubicBezTo>
                  <a:pt x="21121" y="42105"/>
                  <a:pt x="23606" y="43485"/>
                  <a:pt x="26919" y="43485"/>
                </a:cubicBezTo>
                <a:cubicBezTo>
                  <a:pt x="30094" y="43485"/>
                  <a:pt x="32579" y="42105"/>
                  <a:pt x="34374" y="39344"/>
                </a:cubicBezTo>
                <a:cubicBezTo>
                  <a:pt x="36031" y="36583"/>
                  <a:pt x="36997" y="32579"/>
                  <a:pt x="36997" y="27334"/>
                </a:cubicBezTo>
                <a:cubicBezTo>
                  <a:pt x="36997" y="22226"/>
                  <a:pt x="36031" y="18222"/>
                  <a:pt x="34374" y="15461"/>
                </a:cubicBezTo>
                <a:cubicBezTo>
                  <a:pt x="32579" y="12700"/>
                  <a:pt x="30094" y="11320"/>
                  <a:pt x="26919" y="11320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CFB29F-3C86-44B4-B794-247EEE1C97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11919" y="430433"/>
            <a:ext cx="83519" cy="100637"/>
          </a:xfrm>
          <a:custGeom xmlns:a="http://schemas.openxmlformats.org/drawingml/2006/main">
            <a:pathLst>
              <a:path w="83519" h="100637">
                <a:moveTo>
                  <a:pt x="44590" y="21397"/>
                </a:moveTo>
                <a:lnTo>
                  <a:pt x="16152" y="63502"/>
                </a:lnTo>
                <a:lnTo>
                  <a:pt x="44590" y="63502"/>
                </a:lnTo>
                <a:lnTo>
                  <a:pt x="44590" y="21397"/>
                </a:lnTo>
                <a:close/>
                <a:moveTo>
                  <a:pt x="40310" y="0"/>
                </a:moveTo>
                <a:lnTo>
                  <a:pt x="69162" y="0"/>
                </a:lnTo>
                <a:lnTo>
                  <a:pt x="69162" y="63502"/>
                </a:lnTo>
                <a:lnTo>
                  <a:pt x="83519" y="63502"/>
                </a:lnTo>
                <a:lnTo>
                  <a:pt x="83519" y="82277"/>
                </a:lnTo>
                <a:lnTo>
                  <a:pt x="69162" y="82277"/>
                </a:lnTo>
                <a:lnTo>
                  <a:pt x="69162" y="100637"/>
                </a:lnTo>
                <a:lnTo>
                  <a:pt x="44590" y="100637"/>
                </a:lnTo>
                <a:lnTo>
                  <a:pt x="44590" y="82277"/>
                </a:lnTo>
                <a:lnTo>
                  <a:pt x="0" y="82277"/>
                </a:lnTo>
                <a:lnTo>
                  <a:pt x="0" y="60051"/>
                </a:lnTo>
                <a:lnTo>
                  <a:pt x="4031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1C32A7-A70B-4705-9303-A5330AC600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08001" y="430433"/>
            <a:ext cx="83519" cy="100637"/>
          </a:xfrm>
          <a:custGeom xmlns:a="http://schemas.openxmlformats.org/drawingml/2006/main">
            <a:pathLst>
              <a:path w="83519" h="100637">
                <a:moveTo>
                  <a:pt x="44590" y="21397"/>
                </a:moveTo>
                <a:lnTo>
                  <a:pt x="16152" y="63502"/>
                </a:lnTo>
                <a:lnTo>
                  <a:pt x="44590" y="63502"/>
                </a:lnTo>
                <a:lnTo>
                  <a:pt x="44590" y="21397"/>
                </a:lnTo>
                <a:close/>
                <a:moveTo>
                  <a:pt x="40310" y="0"/>
                </a:moveTo>
                <a:lnTo>
                  <a:pt x="69162" y="0"/>
                </a:lnTo>
                <a:lnTo>
                  <a:pt x="69162" y="63502"/>
                </a:lnTo>
                <a:lnTo>
                  <a:pt x="83519" y="63502"/>
                </a:lnTo>
                <a:lnTo>
                  <a:pt x="83519" y="82277"/>
                </a:lnTo>
                <a:lnTo>
                  <a:pt x="69162" y="82277"/>
                </a:lnTo>
                <a:lnTo>
                  <a:pt x="69162" y="100637"/>
                </a:lnTo>
                <a:lnTo>
                  <a:pt x="44590" y="100637"/>
                </a:lnTo>
                <a:lnTo>
                  <a:pt x="44590" y="82277"/>
                </a:lnTo>
                <a:lnTo>
                  <a:pt x="0" y="82277"/>
                </a:lnTo>
                <a:lnTo>
                  <a:pt x="0" y="60051"/>
                </a:lnTo>
                <a:lnTo>
                  <a:pt x="4031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8F3359-6FE0-4CA4-8CD2-493A425917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11951" y="504979"/>
            <a:ext cx="24296" cy="26091"/>
          </a:xfrm>
          <a:custGeom xmlns:a="http://schemas.openxmlformats.org/drawingml/2006/main">
            <a:pathLst>
              <a:path w="24296" h="26091">
                <a:moveTo>
                  <a:pt x="0" y="0"/>
                </a:moveTo>
                <a:lnTo>
                  <a:pt x="24296" y="0"/>
                </a:lnTo>
                <a:lnTo>
                  <a:pt x="24296" y="26091"/>
                </a:lnTo>
                <a:lnTo>
                  <a:pt x="0" y="2609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8B65DD-0DF0-4CBC-88A9-585C7C695D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58888" y="428777"/>
            <a:ext cx="80068" cy="104088"/>
          </a:xfrm>
          <a:custGeom xmlns:a="http://schemas.openxmlformats.org/drawingml/2006/main">
            <a:pathLst>
              <a:path w="80068" h="104088">
                <a:moveTo>
                  <a:pt x="41414" y="52596"/>
                </a:moveTo>
                <a:cubicBezTo>
                  <a:pt x="36859" y="52596"/>
                  <a:pt x="33408" y="54115"/>
                  <a:pt x="31199" y="57014"/>
                </a:cubicBezTo>
                <a:cubicBezTo>
                  <a:pt x="28852" y="60051"/>
                  <a:pt x="27748" y="64468"/>
                  <a:pt x="27748" y="70267"/>
                </a:cubicBezTo>
                <a:cubicBezTo>
                  <a:pt x="27748" y="76203"/>
                  <a:pt x="28852" y="80620"/>
                  <a:pt x="31199" y="83519"/>
                </a:cubicBezTo>
                <a:cubicBezTo>
                  <a:pt x="33408" y="86556"/>
                  <a:pt x="36859" y="87937"/>
                  <a:pt x="41414" y="87937"/>
                </a:cubicBezTo>
                <a:cubicBezTo>
                  <a:pt x="45970" y="87937"/>
                  <a:pt x="49421" y="86556"/>
                  <a:pt x="51630" y="83519"/>
                </a:cubicBezTo>
                <a:cubicBezTo>
                  <a:pt x="53839" y="80620"/>
                  <a:pt x="55081" y="76203"/>
                  <a:pt x="55081" y="70267"/>
                </a:cubicBezTo>
                <a:cubicBezTo>
                  <a:pt x="55081" y="64468"/>
                  <a:pt x="53839" y="60051"/>
                  <a:pt x="51630" y="57014"/>
                </a:cubicBezTo>
                <a:cubicBezTo>
                  <a:pt x="49421" y="54115"/>
                  <a:pt x="45970" y="52596"/>
                  <a:pt x="41414" y="52596"/>
                </a:cubicBezTo>
                <a:close/>
                <a:moveTo>
                  <a:pt x="73442" y="4279"/>
                </a:moveTo>
                <a:lnTo>
                  <a:pt x="73442" y="22916"/>
                </a:lnTo>
                <a:cubicBezTo>
                  <a:pt x="69162" y="20983"/>
                  <a:pt x="65159" y="19465"/>
                  <a:pt x="61431" y="18498"/>
                </a:cubicBezTo>
                <a:cubicBezTo>
                  <a:pt x="57566" y="17532"/>
                  <a:pt x="53977" y="16980"/>
                  <a:pt x="50388" y="16980"/>
                </a:cubicBezTo>
                <a:cubicBezTo>
                  <a:pt x="42657" y="16980"/>
                  <a:pt x="36583" y="19189"/>
                  <a:pt x="32303" y="23468"/>
                </a:cubicBezTo>
                <a:cubicBezTo>
                  <a:pt x="27886" y="27748"/>
                  <a:pt x="25401" y="34098"/>
                  <a:pt x="24711" y="42519"/>
                </a:cubicBezTo>
                <a:cubicBezTo>
                  <a:pt x="27610" y="40310"/>
                  <a:pt x="30785" y="38653"/>
                  <a:pt x="34374" y="37549"/>
                </a:cubicBezTo>
                <a:cubicBezTo>
                  <a:pt x="37825" y="36445"/>
                  <a:pt x="41552" y="35893"/>
                  <a:pt x="45694" y="35893"/>
                </a:cubicBezTo>
                <a:cubicBezTo>
                  <a:pt x="55909" y="35893"/>
                  <a:pt x="64192" y="38930"/>
                  <a:pt x="70543" y="45004"/>
                </a:cubicBezTo>
                <a:cubicBezTo>
                  <a:pt x="76893" y="51078"/>
                  <a:pt x="80068" y="58947"/>
                  <a:pt x="80068" y="68610"/>
                </a:cubicBezTo>
                <a:cubicBezTo>
                  <a:pt x="80068" y="79378"/>
                  <a:pt x="76479" y="88075"/>
                  <a:pt x="69438" y="94425"/>
                </a:cubicBezTo>
                <a:cubicBezTo>
                  <a:pt x="62398" y="100913"/>
                  <a:pt x="53010" y="104088"/>
                  <a:pt x="41138" y="104088"/>
                </a:cubicBezTo>
                <a:cubicBezTo>
                  <a:pt x="28024" y="104088"/>
                  <a:pt x="17946" y="99809"/>
                  <a:pt x="10768" y="90974"/>
                </a:cubicBezTo>
                <a:cubicBezTo>
                  <a:pt x="3589" y="82139"/>
                  <a:pt x="0" y="69714"/>
                  <a:pt x="0" y="53425"/>
                </a:cubicBezTo>
                <a:cubicBezTo>
                  <a:pt x="0" y="36859"/>
                  <a:pt x="4141" y="23744"/>
                  <a:pt x="12562" y="14219"/>
                </a:cubicBezTo>
                <a:cubicBezTo>
                  <a:pt x="20845" y="4832"/>
                  <a:pt x="32441" y="0"/>
                  <a:pt x="47074" y="0"/>
                </a:cubicBezTo>
                <a:cubicBezTo>
                  <a:pt x="51630" y="0"/>
                  <a:pt x="56048" y="414"/>
                  <a:pt x="60465" y="1104"/>
                </a:cubicBezTo>
                <a:cubicBezTo>
                  <a:pt x="64883" y="1795"/>
                  <a:pt x="69162" y="2899"/>
                  <a:pt x="73442" y="4279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E06A5A-DE23-4513-9E76-3F70CC2B0E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50828" y="428639"/>
            <a:ext cx="129489" cy="104226"/>
          </a:xfrm>
          <a:custGeom xmlns:a="http://schemas.openxmlformats.org/drawingml/2006/main">
            <a:pathLst>
              <a:path w="129489" h="104226">
                <a:moveTo>
                  <a:pt x="102570" y="60879"/>
                </a:moveTo>
                <a:cubicBezTo>
                  <a:pt x="99257" y="60879"/>
                  <a:pt x="96772" y="62260"/>
                  <a:pt x="95115" y="65021"/>
                </a:cubicBezTo>
                <a:cubicBezTo>
                  <a:pt x="93321" y="67782"/>
                  <a:pt x="92492" y="71785"/>
                  <a:pt x="92492" y="76893"/>
                </a:cubicBezTo>
                <a:cubicBezTo>
                  <a:pt x="92492" y="82139"/>
                  <a:pt x="93321" y="86004"/>
                  <a:pt x="95115" y="88765"/>
                </a:cubicBezTo>
                <a:cubicBezTo>
                  <a:pt x="96772" y="91526"/>
                  <a:pt x="99257" y="92906"/>
                  <a:pt x="102570" y="92906"/>
                </a:cubicBezTo>
                <a:cubicBezTo>
                  <a:pt x="105745" y="92906"/>
                  <a:pt x="108230" y="91526"/>
                  <a:pt x="109886" y="88765"/>
                </a:cubicBezTo>
                <a:cubicBezTo>
                  <a:pt x="111543" y="86004"/>
                  <a:pt x="112509" y="82139"/>
                  <a:pt x="112509" y="76893"/>
                </a:cubicBezTo>
                <a:cubicBezTo>
                  <a:pt x="112509" y="71785"/>
                  <a:pt x="111543" y="67782"/>
                  <a:pt x="109886" y="65021"/>
                </a:cubicBezTo>
                <a:cubicBezTo>
                  <a:pt x="108230" y="62260"/>
                  <a:pt x="105745" y="60879"/>
                  <a:pt x="102570" y="60879"/>
                </a:cubicBezTo>
                <a:close/>
                <a:moveTo>
                  <a:pt x="102570" y="49559"/>
                </a:moveTo>
                <a:cubicBezTo>
                  <a:pt x="110853" y="49559"/>
                  <a:pt x="117479" y="52044"/>
                  <a:pt x="122311" y="56876"/>
                </a:cubicBezTo>
                <a:cubicBezTo>
                  <a:pt x="127004" y="61846"/>
                  <a:pt x="129489" y="68472"/>
                  <a:pt x="129489" y="76893"/>
                </a:cubicBezTo>
                <a:cubicBezTo>
                  <a:pt x="129489" y="85452"/>
                  <a:pt x="127004" y="92078"/>
                  <a:pt x="122311" y="96910"/>
                </a:cubicBezTo>
                <a:cubicBezTo>
                  <a:pt x="117479" y="101880"/>
                  <a:pt x="110853" y="104226"/>
                  <a:pt x="102570" y="104226"/>
                </a:cubicBezTo>
                <a:cubicBezTo>
                  <a:pt x="94149" y="104226"/>
                  <a:pt x="87523" y="101880"/>
                  <a:pt x="82691" y="96910"/>
                </a:cubicBezTo>
                <a:cubicBezTo>
                  <a:pt x="77859" y="92078"/>
                  <a:pt x="75512" y="85452"/>
                  <a:pt x="75512" y="76893"/>
                </a:cubicBezTo>
                <a:cubicBezTo>
                  <a:pt x="75512" y="68472"/>
                  <a:pt x="77859" y="61846"/>
                  <a:pt x="82691" y="56876"/>
                </a:cubicBezTo>
                <a:cubicBezTo>
                  <a:pt x="87523" y="52044"/>
                  <a:pt x="94149" y="49559"/>
                  <a:pt x="102570" y="49559"/>
                </a:cubicBezTo>
                <a:close/>
                <a:moveTo>
                  <a:pt x="40724" y="104226"/>
                </a:moveTo>
                <a:lnTo>
                  <a:pt x="25815" y="104226"/>
                </a:lnTo>
                <a:lnTo>
                  <a:pt x="88765" y="0"/>
                </a:lnTo>
                <a:lnTo>
                  <a:pt x="103674" y="0"/>
                </a:lnTo>
                <a:lnTo>
                  <a:pt x="40724" y="104226"/>
                </a:lnTo>
                <a:close/>
                <a:moveTo>
                  <a:pt x="26919" y="0"/>
                </a:moveTo>
                <a:cubicBezTo>
                  <a:pt x="35202" y="0"/>
                  <a:pt x="41829" y="2485"/>
                  <a:pt x="46660" y="7317"/>
                </a:cubicBezTo>
                <a:cubicBezTo>
                  <a:pt x="51354" y="12286"/>
                  <a:pt x="53839" y="18913"/>
                  <a:pt x="53839" y="27334"/>
                </a:cubicBezTo>
                <a:cubicBezTo>
                  <a:pt x="53839" y="35893"/>
                  <a:pt x="51354" y="42519"/>
                  <a:pt x="46660" y="47489"/>
                </a:cubicBezTo>
                <a:cubicBezTo>
                  <a:pt x="41829" y="52458"/>
                  <a:pt x="35202" y="54805"/>
                  <a:pt x="26919" y="54805"/>
                </a:cubicBezTo>
                <a:cubicBezTo>
                  <a:pt x="18498" y="54805"/>
                  <a:pt x="11872" y="52458"/>
                  <a:pt x="7179" y="47489"/>
                </a:cubicBezTo>
                <a:cubicBezTo>
                  <a:pt x="2347" y="42519"/>
                  <a:pt x="0" y="35893"/>
                  <a:pt x="0" y="27334"/>
                </a:cubicBezTo>
                <a:cubicBezTo>
                  <a:pt x="0" y="18913"/>
                  <a:pt x="2347" y="12286"/>
                  <a:pt x="7179" y="7317"/>
                </a:cubicBezTo>
                <a:cubicBezTo>
                  <a:pt x="11872" y="2485"/>
                  <a:pt x="18498" y="0"/>
                  <a:pt x="26919" y="0"/>
                </a:cubicBezTo>
                <a:close/>
                <a:moveTo>
                  <a:pt x="26919" y="11320"/>
                </a:moveTo>
                <a:cubicBezTo>
                  <a:pt x="23606" y="11320"/>
                  <a:pt x="21121" y="12700"/>
                  <a:pt x="19465" y="15461"/>
                </a:cubicBezTo>
                <a:cubicBezTo>
                  <a:pt x="17670" y="18222"/>
                  <a:pt x="16842" y="22226"/>
                  <a:pt x="16842" y="27334"/>
                </a:cubicBezTo>
                <a:cubicBezTo>
                  <a:pt x="16842" y="32579"/>
                  <a:pt x="17670" y="36583"/>
                  <a:pt x="19465" y="39344"/>
                </a:cubicBezTo>
                <a:cubicBezTo>
                  <a:pt x="21121" y="42105"/>
                  <a:pt x="23606" y="43485"/>
                  <a:pt x="26919" y="43485"/>
                </a:cubicBezTo>
                <a:cubicBezTo>
                  <a:pt x="30094" y="43485"/>
                  <a:pt x="32579" y="42105"/>
                  <a:pt x="34374" y="39344"/>
                </a:cubicBezTo>
                <a:cubicBezTo>
                  <a:pt x="36031" y="36583"/>
                  <a:pt x="36997" y="32579"/>
                  <a:pt x="36997" y="27334"/>
                </a:cubicBezTo>
                <a:cubicBezTo>
                  <a:pt x="36997" y="22226"/>
                  <a:pt x="36031" y="18222"/>
                  <a:pt x="34374" y="15461"/>
                </a:cubicBezTo>
                <a:cubicBezTo>
                  <a:pt x="32579" y="12700"/>
                  <a:pt x="30094" y="11320"/>
                  <a:pt x="26919" y="11320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B848BF-45BC-4062-A52C-C026693A57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53757" y="348839"/>
            <a:ext cx="1067963" cy="658780"/>
          </a:xfrm>
          <a:custGeom xmlns:a="http://schemas.openxmlformats.org/drawingml/2006/main">
            <a:pathLst>
              <a:path w="1067963" h="658780">
                <a:moveTo>
                  <a:pt x="27610" y="658780"/>
                </a:moveTo>
                <a:lnTo>
                  <a:pt x="1040353" y="658780"/>
                </a:lnTo>
                <a:cubicBezTo>
                  <a:pt x="1058759" y="658780"/>
                  <a:pt x="1067963" y="649576"/>
                  <a:pt x="1067963" y="631170"/>
                </a:cubicBezTo>
                <a:lnTo>
                  <a:pt x="1067963" y="27610"/>
                </a:lnTo>
                <a:cubicBezTo>
                  <a:pt x="1067963" y="9204"/>
                  <a:pt x="1058759" y="0"/>
                  <a:pt x="1040353" y="0"/>
                </a:cubicBezTo>
                <a:lnTo>
                  <a:pt x="27610" y="0"/>
                </a:lnTo>
                <a:cubicBezTo>
                  <a:pt x="9203" y="0"/>
                  <a:pt x="0" y="9204"/>
                  <a:pt x="0" y="27610"/>
                </a:cubicBezTo>
                <a:lnTo>
                  <a:pt x="0" y="631170"/>
                </a:lnTo>
                <a:cubicBezTo>
                  <a:pt x="0" y="649576"/>
                  <a:pt x="9203" y="658780"/>
                  <a:pt x="27610" y="658780"/>
                </a:cubicBezTo>
                <a:close/>
              </a:path>
            </a:pathLst>
          </a:custGeom>
          <a:solidFill xmlns:a="http://schemas.openxmlformats.org/drawingml/2006/main">
            <a:srgbClr val="4C4D4C">
              <a:alpha val="5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64BBCB-5AE2-4328-812C-D46B29B92C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53757" y="348839"/>
            <a:ext cx="1067963" cy="658780"/>
          </a:xfrm>
          <a:custGeom xmlns:a="http://schemas.openxmlformats.org/drawingml/2006/main">
            <a:pathLst>
              <a:path w="1067963" h="658780" fill="none">
                <a:moveTo>
                  <a:pt x="27610" y="658780"/>
                </a:moveTo>
                <a:lnTo>
                  <a:pt x="1040353" y="658780"/>
                </a:lnTo>
                <a:cubicBezTo>
                  <a:pt x="1058759" y="658780"/>
                  <a:pt x="1067963" y="649576"/>
                  <a:pt x="1067963" y="631170"/>
                </a:cubicBezTo>
                <a:lnTo>
                  <a:pt x="1067963" y="27610"/>
                </a:lnTo>
                <a:cubicBezTo>
                  <a:pt x="1067963" y="9204"/>
                  <a:pt x="1058759" y="0"/>
                  <a:pt x="1040353" y="0"/>
                </a:cubicBezTo>
                <a:lnTo>
                  <a:pt x="27610" y="0"/>
                </a:lnTo>
                <a:cubicBezTo>
                  <a:pt x="9203" y="0"/>
                  <a:pt x="0" y="9204"/>
                  <a:pt x="0" y="27610"/>
                </a:cubicBezTo>
                <a:lnTo>
                  <a:pt x="0" y="631170"/>
                </a:lnTo>
                <a:cubicBezTo>
                  <a:pt x="0" y="649576"/>
                  <a:pt x="9203" y="658780"/>
                  <a:pt x="27610" y="658780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861" cap="flat">
            <a:solidFill>
              <a:srgbClr val="4C4D4C">
                <a:alpha val="50000"/>
              </a:srgbClr>
            </a:solidFill>
            <a:miter/>
          </a:ln>
        </p:spPr>
      </p:sp>
      <p:sp>
        <p:nvSpPr>
          <p:cNvPr id="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0852BD-AA7E-49EE-87DC-850ADC4E0E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34036" y="329118"/>
            <a:ext cx="1067963" cy="658780"/>
          </a:xfrm>
          <a:custGeom xmlns:a="http://schemas.openxmlformats.org/drawingml/2006/main">
            <a:pathLst>
              <a:path w="1067963" h="658780">
                <a:moveTo>
                  <a:pt x="27610" y="658780"/>
                </a:moveTo>
                <a:lnTo>
                  <a:pt x="1040353" y="658780"/>
                </a:lnTo>
                <a:cubicBezTo>
                  <a:pt x="1058759" y="658780"/>
                  <a:pt x="1067963" y="649576"/>
                  <a:pt x="1067963" y="631170"/>
                </a:cubicBezTo>
                <a:lnTo>
                  <a:pt x="1067963" y="27610"/>
                </a:lnTo>
                <a:cubicBezTo>
                  <a:pt x="1067963" y="9204"/>
                  <a:pt x="1058759" y="0"/>
                  <a:pt x="1040353" y="0"/>
                </a:cubicBezTo>
                <a:lnTo>
                  <a:pt x="27610" y="0"/>
                </a:lnTo>
                <a:cubicBezTo>
                  <a:pt x="9203" y="0"/>
                  <a:pt x="0" y="9204"/>
                  <a:pt x="0" y="27610"/>
                </a:cubicBezTo>
                <a:lnTo>
                  <a:pt x="0" y="631170"/>
                </a:lnTo>
                <a:cubicBezTo>
                  <a:pt x="0" y="649576"/>
                  <a:pt x="9203" y="658780"/>
                  <a:pt x="27610" y="658780"/>
                </a:cubicBezTo>
                <a:close/>
              </a:path>
            </a:pathLst>
          </a:custGeom>
          <a:solidFill xmlns:a="http://schemas.openxmlformats.org/drawingml/2006/main">
            <a:srgbClr val="FFFFF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97AE8D-BB31-4740-9436-17C7C25083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34036" y="329118"/>
            <a:ext cx="1067963" cy="658780"/>
          </a:xfrm>
          <a:custGeom xmlns:a="http://schemas.openxmlformats.org/drawingml/2006/main">
            <a:pathLst>
              <a:path w="1067963" h="658780" fill="none">
                <a:moveTo>
                  <a:pt x="27610" y="658780"/>
                </a:moveTo>
                <a:lnTo>
                  <a:pt x="1040353" y="658780"/>
                </a:lnTo>
                <a:cubicBezTo>
                  <a:pt x="1058759" y="658780"/>
                  <a:pt x="1067963" y="649576"/>
                  <a:pt x="1067963" y="631170"/>
                </a:cubicBezTo>
                <a:lnTo>
                  <a:pt x="1067963" y="27610"/>
                </a:lnTo>
                <a:cubicBezTo>
                  <a:pt x="1067963" y="9204"/>
                  <a:pt x="1058759" y="0"/>
                  <a:pt x="1040353" y="0"/>
                </a:cubicBezTo>
                <a:lnTo>
                  <a:pt x="27610" y="0"/>
                </a:lnTo>
                <a:cubicBezTo>
                  <a:pt x="9203" y="0"/>
                  <a:pt x="0" y="9204"/>
                  <a:pt x="0" y="27610"/>
                </a:cubicBezTo>
                <a:lnTo>
                  <a:pt x="0" y="631170"/>
                </a:lnTo>
                <a:cubicBezTo>
                  <a:pt x="0" y="649576"/>
                  <a:pt x="9203" y="658780"/>
                  <a:pt x="27610" y="658780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861" cap="flat">
            <a:solidFill>
              <a:srgbClr val="CCCCCC">
                <a:alpha val="70000"/>
              </a:srgbClr>
            </a:solidFill>
            <a:miter/>
          </a:ln>
        </p:spPr>
      </p:sp>
      <p:sp>
        <p:nvSpPr>
          <p:cNvPr id="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3C4945-3BC2-4F1C-96FB-5116BA7ACB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98959" y="388830"/>
            <a:ext cx="98803" cy="107825"/>
          </a:xfrm>
          <a:custGeom xmlns:a="http://schemas.openxmlformats.org/drawingml/2006/main">
            <a:pathLst>
              <a:path w="98803" h="107825">
                <a:moveTo>
                  <a:pt x="49402" y="14347"/>
                </a:moveTo>
                <a:lnTo>
                  <a:pt x="29582" y="68038"/>
                </a:lnTo>
                <a:lnTo>
                  <a:pt x="69221" y="68038"/>
                </a:lnTo>
                <a:lnTo>
                  <a:pt x="49402" y="14347"/>
                </a:lnTo>
                <a:close/>
                <a:moveTo>
                  <a:pt x="41119" y="0"/>
                </a:moveTo>
                <a:lnTo>
                  <a:pt x="57684" y="0"/>
                </a:lnTo>
                <a:lnTo>
                  <a:pt x="98803" y="107825"/>
                </a:lnTo>
                <a:lnTo>
                  <a:pt x="83568" y="107825"/>
                </a:lnTo>
                <a:lnTo>
                  <a:pt x="73806" y="80167"/>
                </a:lnTo>
                <a:lnTo>
                  <a:pt x="25144" y="80167"/>
                </a:lnTo>
                <a:lnTo>
                  <a:pt x="15383" y="107825"/>
                </a:lnTo>
                <a:lnTo>
                  <a:pt x="0" y="107825"/>
                </a:lnTo>
                <a:lnTo>
                  <a:pt x="41119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75C237-5700-4B1B-A8F7-B2D6F5A680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04615" y="413827"/>
            <a:ext cx="64044" cy="84752"/>
          </a:xfrm>
          <a:custGeom xmlns:a="http://schemas.openxmlformats.org/drawingml/2006/main">
            <a:pathLst>
              <a:path w="64044" h="84752">
                <a:moveTo>
                  <a:pt x="64044" y="5029"/>
                </a:moveTo>
                <a:lnTo>
                  <a:pt x="64044" y="17453"/>
                </a:lnTo>
                <a:cubicBezTo>
                  <a:pt x="60199" y="15383"/>
                  <a:pt x="56501" y="13903"/>
                  <a:pt x="52656" y="12868"/>
                </a:cubicBezTo>
                <a:cubicBezTo>
                  <a:pt x="48810" y="11833"/>
                  <a:pt x="45112" y="11241"/>
                  <a:pt x="41267" y="11241"/>
                </a:cubicBezTo>
                <a:cubicBezTo>
                  <a:pt x="32688" y="11241"/>
                  <a:pt x="25884" y="14051"/>
                  <a:pt x="21151" y="19524"/>
                </a:cubicBezTo>
                <a:cubicBezTo>
                  <a:pt x="16418" y="24997"/>
                  <a:pt x="14051" y="32688"/>
                  <a:pt x="14051" y="42450"/>
                </a:cubicBezTo>
                <a:cubicBezTo>
                  <a:pt x="14051" y="52360"/>
                  <a:pt x="16418" y="60051"/>
                  <a:pt x="21151" y="65524"/>
                </a:cubicBezTo>
                <a:cubicBezTo>
                  <a:pt x="25884" y="70996"/>
                  <a:pt x="32688" y="73659"/>
                  <a:pt x="41267" y="73659"/>
                </a:cubicBezTo>
                <a:cubicBezTo>
                  <a:pt x="45112" y="73659"/>
                  <a:pt x="48810" y="73215"/>
                  <a:pt x="52656" y="72179"/>
                </a:cubicBezTo>
                <a:cubicBezTo>
                  <a:pt x="56501" y="71144"/>
                  <a:pt x="60199" y="69517"/>
                  <a:pt x="64044" y="67446"/>
                </a:cubicBezTo>
                <a:lnTo>
                  <a:pt x="64044" y="79723"/>
                </a:lnTo>
                <a:cubicBezTo>
                  <a:pt x="60199" y="81498"/>
                  <a:pt x="56353" y="82829"/>
                  <a:pt x="52508" y="83568"/>
                </a:cubicBezTo>
                <a:cubicBezTo>
                  <a:pt x="48514" y="84308"/>
                  <a:pt x="44225" y="84752"/>
                  <a:pt x="39787" y="84752"/>
                </a:cubicBezTo>
                <a:cubicBezTo>
                  <a:pt x="27659" y="84752"/>
                  <a:pt x="17897" y="81054"/>
                  <a:pt x="10797" y="73363"/>
                </a:cubicBezTo>
                <a:cubicBezTo>
                  <a:pt x="3550" y="65819"/>
                  <a:pt x="0" y="55466"/>
                  <a:pt x="0" y="42450"/>
                </a:cubicBezTo>
                <a:cubicBezTo>
                  <a:pt x="0" y="29286"/>
                  <a:pt x="3550" y="18932"/>
                  <a:pt x="10797" y="11389"/>
                </a:cubicBezTo>
                <a:cubicBezTo>
                  <a:pt x="18045" y="3846"/>
                  <a:pt x="27955" y="0"/>
                  <a:pt x="40675" y="0"/>
                </a:cubicBezTo>
                <a:cubicBezTo>
                  <a:pt x="44816" y="0"/>
                  <a:pt x="48810" y="444"/>
                  <a:pt x="52656" y="1331"/>
                </a:cubicBezTo>
                <a:cubicBezTo>
                  <a:pt x="56501" y="2219"/>
                  <a:pt x="60347" y="3402"/>
                  <a:pt x="64044" y="502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604463-64C3-4F15-855B-BB19858735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81823" y="392824"/>
            <a:ext cx="50437" cy="103832"/>
          </a:xfrm>
          <a:custGeom xmlns:a="http://schemas.openxmlformats.org/drawingml/2006/main">
            <a:pathLst>
              <a:path w="50437" h="103832">
                <a:moveTo>
                  <a:pt x="23074" y="0"/>
                </a:moveTo>
                <a:lnTo>
                  <a:pt x="23074" y="22926"/>
                </a:lnTo>
                <a:lnTo>
                  <a:pt x="50437" y="22926"/>
                </a:lnTo>
                <a:lnTo>
                  <a:pt x="50437" y="33279"/>
                </a:lnTo>
                <a:lnTo>
                  <a:pt x="23074" y="33279"/>
                </a:lnTo>
                <a:lnTo>
                  <a:pt x="23074" y="77208"/>
                </a:lnTo>
                <a:cubicBezTo>
                  <a:pt x="23074" y="83864"/>
                  <a:pt x="23961" y="88154"/>
                  <a:pt x="25736" y="89929"/>
                </a:cubicBezTo>
                <a:cubicBezTo>
                  <a:pt x="27511" y="91851"/>
                  <a:pt x="31209" y="92739"/>
                  <a:pt x="36829" y="92739"/>
                </a:cubicBezTo>
                <a:lnTo>
                  <a:pt x="50437" y="92739"/>
                </a:lnTo>
                <a:lnTo>
                  <a:pt x="50437" y="103832"/>
                </a:lnTo>
                <a:lnTo>
                  <a:pt x="36829" y="103832"/>
                </a:lnTo>
                <a:cubicBezTo>
                  <a:pt x="26476" y="103832"/>
                  <a:pt x="19376" y="101909"/>
                  <a:pt x="15530" y="98063"/>
                </a:cubicBezTo>
                <a:cubicBezTo>
                  <a:pt x="11685" y="94218"/>
                  <a:pt x="9762" y="87266"/>
                  <a:pt x="9762" y="77208"/>
                </a:cubicBezTo>
                <a:lnTo>
                  <a:pt x="9762" y="33279"/>
                </a:lnTo>
                <a:lnTo>
                  <a:pt x="0" y="33279"/>
                </a:lnTo>
                <a:lnTo>
                  <a:pt x="0" y="22926"/>
                </a:lnTo>
                <a:lnTo>
                  <a:pt x="9762" y="22926"/>
                </a:lnTo>
                <a:lnTo>
                  <a:pt x="9762" y="0"/>
                </a:lnTo>
                <a:lnTo>
                  <a:pt x="23074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EF513E-013B-44DF-A7AB-011B80EE64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49713" y="384245"/>
            <a:ext cx="13312" cy="112411"/>
          </a:xfrm>
          <a:custGeom xmlns:a="http://schemas.openxmlformats.org/drawingml/2006/main">
            <a:pathLst>
              <a:path w="13312" h="112411">
                <a:moveTo>
                  <a:pt x="0" y="31505"/>
                </a:moveTo>
                <a:lnTo>
                  <a:pt x="13312" y="31505"/>
                </a:lnTo>
                <a:lnTo>
                  <a:pt x="13312" y="112411"/>
                </a:lnTo>
                <a:lnTo>
                  <a:pt x="0" y="112411"/>
                </a:lnTo>
                <a:lnTo>
                  <a:pt x="0" y="31505"/>
                </a:lnTo>
                <a:close/>
                <a:moveTo>
                  <a:pt x="0" y="0"/>
                </a:moveTo>
                <a:lnTo>
                  <a:pt x="13312" y="0"/>
                </a:lnTo>
                <a:lnTo>
                  <a:pt x="13312" y="16862"/>
                </a:lnTo>
                <a:lnTo>
                  <a:pt x="0" y="16862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7D2158-B281-4DBA-B8C8-711426DC27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85063" y="413827"/>
            <a:ext cx="74250" cy="84752"/>
          </a:xfrm>
          <a:custGeom xmlns:a="http://schemas.openxmlformats.org/drawingml/2006/main">
            <a:pathLst>
              <a:path w="74250" h="84752">
                <a:moveTo>
                  <a:pt x="37125" y="11241"/>
                </a:moveTo>
                <a:cubicBezTo>
                  <a:pt x="30025" y="11241"/>
                  <a:pt x="24405" y="14051"/>
                  <a:pt x="20263" y="19672"/>
                </a:cubicBezTo>
                <a:cubicBezTo>
                  <a:pt x="16122" y="25292"/>
                  <a:pt x="14051" y="32836"/>
                  <a:pt x="14051" y="42450"/>
                </a:cubicBezTo>
                <a:cubicBezTo>
                  <a:pt x="14051" y="52212"/>
                  <a:pt x="15974" y="59755"/>
                  <a:pt x="20116" y="65376"/>
                </a:cubicBezTo>
                <a:cubicBezTo>
                  <a:pt x="24257" y="70996"/>
                  <a:pt x="29878" y="73659"/>
                  <a:pt x="37125" y="73659"/>
                </a:cubicBezTo>
                <a:cubicBezTo>
                  <a:pt x="44225" y="73659"/>
                  <a:pt x="49845" y="70996"/>
                  <a:pt x="53987" y="65376"/>
                </a:cubicBezTo>
                <a:cubicBezTo>
                  <a:pt x="58128" y="59755"/>
                  <a:pt x="60199" y="52212"/>
                  <a:pt x="60199" y="42450"/>
                </a:cubicBezTo>
                <a:cubicBezTo>
                  <a:pt x="60199" y="32984"/>
                  <a:pt x="58128" y="25292"/>
                  <a:pt x="53987" y="19672"/>
                </a:cubicBezTo>
                <a:cubicBezTo>
                  <a:pt x="49845" y="14051"/>
                  <a:pt x="44225" y="11241"/>
                  <a:pt x="37125" y="11241"/>
                </a:cubicBezTo>
                <a:close/>
                <a:moveTo>
                  <a:pt x="37125" y="0"/>
                </a:moveTo>
                <a:cubicBezTo>
                  <a:pt x="48662" y="0"/>
                  <a:pt x="57684" y="3846"/>
                  <a:pt x="64340" y="11241"/>
                </a:cubicBezTo>
                <a:cubicBezTo>
                  <a:pt x="70848" y="18784"/>
                  <a:pt x="74250" y="29138"/>
                  <a:pt x="74250" y="42450"/>
                </a:cubicBezTo>
                <a:cubicBezTo>
                  <a:pt x="74250" y="55762"/>
                  <a:pt x="70848" y="66115"/>
                  <a:pt x="64340" y="73511"/>
                </a:cubicBezTo>
                <a:cubicBezTo>
                  <a:pt x="57684" y="81054"/>
                  <a:pt x="48662" y="84752"/>
                  <a:pt x="37125" y="84752"/>
                </a:cubicBezTo>
                <a:cubicBezTo>
                  <a:pt x="25440" y="84752"/>
                  <a:pt x="16270" y="81054"/>
                  <a:pt x="9762" y="73511"/>
                </a:cubicBezTo>
                <a:cubicBezTo>
                  <a:pt x="3254" y="66115"/>
                  <a:pt x="0" y="55762"/>
                  <a:pt x="0" y="42450"/>
                </a:cubicBezTo>
                <a:cubicBezTo>
                  <a:pt x="0" y="29138"/>
                  <a:pt x="3254" y="18784"/>
                  <a:pt x="9762" y="11241"/>
                </a:cubicBezTo>
                <a:cubicBezTo>
                  <a:pt x="16270" y="3846"/>
                  <a:pt x="25440" y="0"/>
                  <a:pt x="37125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0E27F8-0DEE-412B-BD04-A32B6FD4FF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80908" y="413827"/>
            <a:ext cx="67742" cy="82829"/>
          </a:xfrm>
          <a:custGeom xmlns:a="http://schemas.openxmlformats.org/drawingml/2006/main">
            <a:pathLst>
              <a:path w="67742" h="82829">
                <a:moveTo>
                  <a:pt x="67742" y="34019"/>
                </a:moveTo>
                <a:lnTo>
                  <a:pt x="67742" y="82829"/>
                </a:lnTo>
                <a:lnTo>
                  <a:pt x="54430" y="82829"/>
                </a:lnTo>
                <a:lnTo>
                  <a:pt x="54430" y="34463"/>
                </a:lnTo>
                <a:cubicBezTo>
                  <a:pt x="54430" y="26771"/>
                  <a:pt x="52803" y="21151"/>
                  <a:pt x="49845" y="17305"/>
                </a:cubicBezTo>
                <a:cubicBezTo>
                  <a:pt x="46887" y="13460"/>
                  <a:pt x="42450" y="11537"/>
                  <a:pt x="36533" y="11537"/>
                </a:cubicBezTo>
                <a:cubicBezTo>
                  <a:pt x="29286" y="11537"/>
                  <a:pt x="23665" y="13903"/>
                  <a:pt x="19524" y="18489"/>
                </a:cubicBezTo>
                <a:cubicBezTo>
                  <a:pt x="15383" y="23074"/>
                  <a:pt x="13312" y="29286"/>
                  <a:pt x="13312" y="37125"/>
                </a:cubicBezTo>
                <a:lnTo>
                  <a:pt x="13312" y="82829"/>
                </a:lnTo>
                <a:lnTo>
                  <a:pt x="0" y="82829"/>
                </a:lnTo>
                <a:lnTo>
                  <a:pt x="0" y="1923"/>
                </a:lnTo>
                <a:lnTo>
                  <a:pt x="13312" y="1923"/>
                </a:lnTo>
                <a:lnTo>
                  <a:pt x="13312" y="14495"/>
                </a:lnTo>
                <a:cubicBezTo>
                  <a:pt x="16418" y="9762"/>
                  <a:pt x="20116" y="6064"/>
                  <a:pt x="24553" y="3698"/>
                </a:cubicBezTo>
                <a:cubicBezTo>
                  <a:pt x="28842" y="1331"/>
                  <a:pt x="33871" y="0"/>
                  <a:pt x="39492" y="0"/>
                </a:cubicBezTo>
                <a:cubicBezTo>
                  <a:pt x="48662" y="0"/>
                  <a:pt x="55762" y="2958"/>
                  <a:pt x="60495" y="8727"/>
                </a:cubicBezTo>
                <a:cubicBezTo>
                  <a:pt x="65228" y="14495"/>
                  <a:pt x="67742" y="22926"/>
                  <a:pt x="67742" y="3401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613673-2203-4DD2-9AAD-FE9AB61823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69210" y="413827"/>
            <a:ext cx="61826" cy="84752"/>
          </a:xfrm>
          <a:custGeom xmlns:a="http://schemas.openxmlformats.org/drawingml/2006/main">
            <a:pathLst>
              <a:path w="61826" h="84752">
                <a:moveTo>
                  <a:pt x="57536" y="4289"/>
                </a:moveTo>
                <a:lnTo>
                  <a:pt x="57536" y="16862"/>
                </a:lnTo>
                <a:cubicBezTo>
                  <a:pt x="53691" y="15087"/>
                  <a:pt x="49845" y="13608"/>
                  <a:pt x="45852" y="12572"/>
                </a:cubicBezTo>
                <a:cubicBezTo>
                  <a:pt x="41710" y="11685"/>
                  <a:pt x="37569" y="11093"/>
                  <a:pt x="33279" y="11093"/>
                </a:cubicBezTo>
                <a:cubicBezTo>
                  <a:pt x="26624" y="11093"/>
                  <a:pt x="21595" y="12129"/>
                  <a:pt x="18341" y="14199"/>
                </a:cubicBezTo>
                <a:cubicBezTo>
                  <a:pt x="15087" y="16270"/>
                  <a:pt x="13460" y="19228"/>
                  <a:pt x="13460" y="23222"/>
                </a:cubicBezTo>
                <a:cubicBezTo>
                  <a:pt x="13460" y="26328"/>
                  <a:pt x="14643" y="28694"/>
                  <a:pt x="17010" y="30469"/>
                </a:cubicBezTo>
                <a:cubicBezTo>
                  <a:pt x="19376" y="32244"/>
                  <a:pt x="24109" y="34019"/>
                  <a:pt x="31209" y="35498"/>
                </a:cubicBezTo>
                <a:lnTo>
                  <a:pt x="35794" y="36533"/>
                </a:lnTo>
                <a:cubicBezTo>
                  <a:pt x="45260" y="38604"/>
                  <a:pt x="51916" y="41562"/>
                  <a:pt x="55910" y="45112"/>
                </a:cubicBezTo>
                <a:cubicBezTo>
                  <a:pt x="59755" y="48810"/>
                  <a:pt x="61826" y="53987"/>
                  <a:pt x="61826" y="60495"/>
                </a:cubicBezTo>
                <a:cubicBezTo>
                  <a:pt x="61826" y="68038"/>
                  <a:pt x="58868" y="73954"/>
                  <a:pt x="52951" y="78244"/>
                </a:cubicBezTo>
                <a:cubicBezTo>
                  <a:pt x="47035" y="82681"/>
                  <a:pt x="38752" y="84752"/>
                  <a:pt x="28398" y="84752"/>
                </a:cubicBezTo>
                <a:cubicBezTo>
                  <a:pt x="23961" y="84752"/>
                  <a:pt x="19524" y="84308"/>
                  <a:pt x="14791" y="83568"/>
                </a:cubicBezTo>
                <a:cubicBezTo>
                  <a:pt x="10058" y="82829"/>
                  <a:pt x="5177" y="81646"/>
                  <a:pt x="0" y="79871"/>
                </a:cubicBezTo>
                <a:lnTo>
                  <a:pt x="0" y="66115"/>
                </a:lnTo>
                <a:cubicBezTo>
                  <a:pt x="4881" y="68778"/>
                  <a:pt x="9762" y="70700"/>
                  <a:pt x="14495" y="71884"/>
                </a:cubicBezTo>
                <a:cubicBezTo>
                  <a:pt x="19228" y="73215"/>
                  <a:pt x="23961" y="73806"/>
                  <a:pt x="28694" y="73806"/>
                </a:cubicBezTo>
                <a:cubicBezTo>
                  <a:pt x="34906" y="73806"/>
                  <a:pt x="39787" y="72771"/>
                  <a:pt x="43189" y="70700"/>
                </a:cubicBezTo>
                <a:cubicBezTo>
                  <a:pt x="46443" y="68630"/>
                  <a:pt x="48218" y="65524"/>
                  <a:pt x="48218" y="61530"/>
                </a:cubicBezTo>
                <a:cubicBezTo>
                  <a:pt x="48218" y="57980"/>
                  <a:pt x="46887" y="55170"/>
                  <a:pt x="44521" y="53247"/>
                </a:cubicBezTo>
                <a:cubicBezTo>
                  <a:pt x="42154" y="51324"/>
                  <a:pt x="36829" y="49402"/>
                  <a:pt x="28546" y="47627"/>
                </a:cubicBezTo>
                <a:lnTo>
                  <a:pt x="23961" y="46591"/>
                </a:lnTo>
                <a:cubicBezTo>
                  <a:pt x="15678" y="44816"/>
                  <a:pt x="9614" y="42154"/>
                  <a:pt x="6064" y="38604"/>
                </a:cubicBezTo>
                <a:cubicBezTo>
                  <a:pt x="2367" y="35054"/>
                  <a:pt x="592" y="30173"/>
                  <a:pt x="592" y="23813"/>
                </a:cubicBezTo>
                <a:cubicBezTo>
                  <a:pt x="592" y="16270"/>
                  <a:pt x="3254" y="10354"/>
                  <a:pt x="8579" y="6212"/>
                </a:cubicBezTo>
                <a:cubicBezTo>
                  <a:pt x="13903" y="2071"/>
                  <a:pt x="21595" y="0"/>
                  <a:pt x="31652" y="0"/>
                </a:cubicBezTo>
                <a:cubicBezTo>
                  <a:pt x="36533" y="0"/>
                  <a:pt x="41119" y="444"/>
                  <a:pt x="45556" y="1183"/>
                </a:cubicBezTo>
                <a:cubicBezTo>
                  <a:pt x="49845" y="1923"/>
                  <a:pt x="53839" y="2958"/>
                  <a:pt x="57536" y="428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92D1ED-8ACA-4187-BEFF-BEF8360367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89255" y="604783"/>
            <a:ext cx="276096" cy="96634"/>
          </a:xfrm>
          <a:custGeom xmlns:a="http://schemas.openxmlformats.org/drawingml/2006/main">
            <a:pathLst>
              <a:path w="276096" h="96634">
                <a:moveTo>
                  <a:pt x="0" y="96634"/>
                </a:moveTo>
                <a:lnTo>
                  <a:pt x="276096" y="96634"/>
                </a:lnTo>
                <a:lnTo>
                  <a:pt x="276096" y="0"/>
                </a:lnTo>
                <a:lnTo>
                  <a:pt x="0" y="0"/>
                </a:lnTo>
                <a:lnTo>
                  <a:pt x="0" y="96634"/>
                </a:lnTo>
                <a:close/>
              </a:path>
            </a:pathLst>
          </a:custGeom>
          <a:solidFill xmlns:a="http://schemas.openxmlformats.org/drawingml/2006/main">
            <a:srgbClr val="4E79A7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D129B7-963B-477D-A1AF-E79191C945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89255" y="604783"/>
            <a:ext cx="276096" cy="96634"/>
          </a:xfrm>
          <a:custGeom xmlns:a="http://schemas.openxmlformats.org/drawingml/2006/main">
            <a:pathLst>
              <a:path w="276096" h="96634" fill="none">
                <a:moveTo>
                  <a:pt x="0" y="96634"/>
                </a:moveTo>
                <a:lnTo>
                  <a:pt x="276096" y="96634"/>
                </a:lnTo>
                <a:lnTo>
                  <a:pt x="276096" y="0"/>
                </a:lnTo>
                <a:lnTo>
                  <a:pt x="0" y="0"/>
                </a:lnTo>
                <a:lnTo>
                  <a:pt x="0" y="96634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861" cap="flat">
            <a:solidFill>
              <a:srgbClr val="FFFFFF"/>
            </a:solidFill>
            <a:miter/>
          </a:ln>
        </p:spPr>
      </p:sp>
      <p:sp>
        <p:nvSpPr>
          <p:cNvPr id="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26BFB7-D3F0-4B9A-BC1F-579F402445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76894" y="600780"/>
            <a:ext cx="92216" cy="100637"/>
          </a:xfrm>
          <a:custGeom xmlns:a="http://schemas.openxmlformats.org/drawingml/2006/main">
            <a:pathLst>
              <a:path w="92216" h="100637">
                <a:moveTo>
                  <a:pt x="46108" y="13391"/>
                </a:moveTo>
                <a:lnTo>
                  <a:pt x="27610" y="63502"/>
                </a:lnTo>
                <a:lnTo>
                  <a:pt x="64607" y="63502"/>
                </a:lnTo>
                <a:lnTo>
                  <a:pt x="46108" y="13391"/>
                </a:lnTo>
                <a:close/>
                <a:moveTo>
                  <a:pt x="38377" y="0"/>
                </a:moveTo>
                <a:lnTo>
                  <a:pt x="53839" y="0"/>
                </a:lnTo>
                <a:lnTo>
                  <a:pt x="92216" y="100637"/>
                </a:lnTo>
                <a:lnTo>
                  <a:pt x="77997" y="100637"/>
                </a:lnTo>
                <a:lnTo>
                  <a:pt x="68886" y="74822"/>
                </a:lnTo>
                <a:lnTo>
                  <a:pt x="23468" y="74822"/>
                </a:lnTo>
                <a:lnTo>
                  <a:pt x="14357" y="100637"/>
                </a:lnTo>
                <a:lnTo>
                  <a:pt x="0" y="100637"/>
                </a:lnTo>
                <a:lnTo>
                  <a:pt x="38377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DA2FB7-A5FD-4768-B97A-BAF9A94471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75496" y="624110"/>
            <a:ext cx="59775" cy="79102"/>
          </a:xfrm>
          <a:custGeom xmlns:a="http://schemas.openxmlformats.org/drawingml/2006/main">
            <a:pathLst>
              <a:path w="59775" h="79102">
                <a:moveTo>
                  <a:pt x="59775" y="4694"/>
                </a:moveTo>
                <a:lnTo>
                  <a:pt x="59775" y="16290"/>
                </a:lnTo>
                <a:cubicBezTo>
                  <a:pt x="56186" y="14357"/>
                  <a:pt x="52734" y="12977"/>
                  <a:pt x="49145" y="12010"/>
                </a:cubicBezTo>
                <a:cubicBezTo>
                  <a:pt x="45556" y="11044"/>
                  <a:pt x="42105" y="10492"/>
                  <a:pt x="38515" y="10492"/>
                </a:cubicBezTo>
                <a:cubicBezTo>
                  <a:pt x="30509" y="10492"/>
                  <a:pt x="24158" y="13115"/>
                  <a:pt x="19741" y="18222"/>
                </a:cubicBezTo>
                <a:cubicBezTo>
                  <a:pt x="15323" y="23330"/>
                  <a:pt x="13115" y="30509"/>
                  <a:pt x="13115" y="39620"/>
                </a:cubicBezTo>
                <a:cubicBezTo>
                  <a:pt x="13115" y="48869"/>
                  <a:pt x="15323" y="56048"/>
                  <a:pt x="19741" y="61155"/>
                </a:cubicBezTo>
                <a:cubicBezTo>
                  <a:pt x="24158" y="66263"/>
                  <a:pt x="30509" y="68748"/>
                  <a:pt x="38515" y="68748"/>
                </a:cubicBezTo>
                <a:cubicBezTo>
                  <a:pt x="42105" y="68748"/>
                  <a:pt x="45556" y="68334"/>
                  <a:pt x="49145" y="67367"/>
                </a:cubicBezTo>
                <a:cubicBezTo>
                  <a:pt x="52734" y="66401"/>
                  <a:pt x="56186" y="64883"/>
                  <a:pt x="59775" y="62950"/>
                </a:cubicBezTo>
                <a:lnTo>
                  <a:pt x="59775" y="74408"/>
                </a:lnTo>
                <a:cubicBezTo>
                  <a:pt x="56186" y="76065"/>
                  <a:pt x="52596" y="77307"/>
                  <a:pt x="49007" y="77997"/>
                </a:cubicBezTo>
                <a:cubicBezTo>
                  <a:pt x="45280" y="78687"/>
                  <a:pt x="41276" y="79102"/>
                  <a:pt x="37135" y="79102"/>
                </a:cubicBezTo>
                <a:cubicBezTo>
                  <a:pt x="25815" y="79102"/>
                  <a:pt x="16704" y="75650"/>
                  <a:pt x="10078" y="68472"/>
                </a:cubicBezTo>
                <a:cubicBezTo>
                  <a:pt x="3313" y="61431"/>
                  <a:pt x="0" y="51768"/>
                  <a:pt x="0" y="39620"/>
                </a:cubicBezTo>
                <a:cubicBezTo>
                  <a:pt x="0" y="27334"/>
                  <a:pt x="3313" y="17670"/>
                  <a:pt x="10078" y="10630"/>
                </a:cubicBezTo>
                <a:cubicBezTo>
                  <a:pt x="16842" y="3589"/>
                  <a:pt x="26091" y="0"/>
                  <a:pt x="37963" y="0"/>
                </a:cubicBezTo>
                <a:cubicBezTo>
                  <a:pt x="41829" y="0"/>
                  <a:pt x="45556" y="414"/>
                  <a:pt x="49145" y="1242"/>
                </a:cubicBezTo>
                <a:cubicBezTo>
                  <a:pt x="52734" y="2071"/>
                  <a:pt x="56324" y="3175"/>
                  <a:pt x="59775" y="46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D1984C-DCD3-42C7-BEE0-BEC4DD58DD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47558" y="604507"/>
            <a:ext cx="47074" cy="96910"/>
          </a:xfrm>
          <a:custGeom xmlns:a="http://schemas.openxmlformats.org/drawingml/2006/main">
            <a:pathLst>
              <a:path w="47074" h="96910">
                <a:moveTo>
                  <a:pt x="21536" y="0"/>
                </a:moveTo>
                <a:lnTo>
                  <a:pt x="21536" y="21397"/>
                </a:lnTo>
                <a:lnTo>
                  <a:pt x="47074" y="21397"/>
                </a:lnTo>
                <a:lnTo>
                  <a:pt x="47074" y="31061"/>
                </a:lnTo>
                <a:lnTo>
                  <a:pt x="21536" y="31061"/>
                </a:lnTo>
                <a:lnTo>
                  <a:pt x="21536" y="72061"/>
                </a:lnTo>
                <a:cubicBezTo>
                  <a:pt x="21536" y="78273"/>
                  <a:pt x="22364" y="82277"/>
                  <a:pt x="24020" y="83933"/>
                </a:cubicBezTo>
                <a:cubicBezTo>
                  <a:pt x="25677" y="85728"/>
                  <a:pt x="29128" y="86556"/>
                  <a:pt x="34374" y="86556"/>
                </a:cubicBezTo>
                <a:lnTo>
                  <a:pt x="47074" y="86556"/>
                </a:lnTo>
                <a:lnTo>
                  <a:pt x="47074" y="96910"/>
                </a:lnTo>
                <a:lnTo>
                  <a:pt x="34374" y="96910"/>
                </a:lnTo>
                <a:cubicBezTo>
                  <a:pt x="24711" y="96910"/>
                  <a:pt x="18084" y="95115"/>
                  <a:pt x="14495" y="91526"/>
                </a:cubicBezTo>
                <a:cubicBezTo>
                  <a:pt x="10906" y="87937"/>
                  <a:pt x="9111" y="81448"/>
                  <a:pt x="9111" y="72061"/>
                </a:cubicBezTo>
                <a:lnTo>
                  <a:pt x="9111" y="31061"/>
                </a:lnTo>
                <a:lnTo>
                  <a:pt x="0" y="31061"/>
                </a:lnTo>
                <a:lnTo>
                  <a:pt x="0" y="21397"/>
                </a:lnTo>
                <a:lnTo>
                  <a:pt x="9111" y="21397"/>
                </a:lnTo>
                <a:lnTo>
                  <a:pt x="9111" y="0"/>
                </a:lnTo>
                <a:lnTo>
                  <a:pt x="21536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D9F537-4B99-4BDB-8E7C-FF9972A03E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10922" y="596500"/>
            <a:ext cx="12424" cy="104917"/>
          </a:xfrm>
          <a:custGeom xmlns:a="http://schemas.openxmlformats.org/drawingml/2006/main">
            <a:pathLst>
              <a:path w="12424" h="104917">
                <a:moveTo>
                  <a:pt x="0" y="29404"/>
                </a:moveTo>
                <a:lnTo>
                  <a:pt x="12424" y="29404"/>
                </a:lnTo>
                <a:lnTo>
                  <a:pt x="12424" y="104917"/>
                </a:lnTo>
                <a:lnTo>
                  <a:pt x="0" y="104917"/>
                </a:lnTo>
                <a:lnTo>
                  <a:pt x="0" y="29404"/>
                </a:lnTo>
                <a:close/>
                <a:moveTo>
                  <a:pt x="0" y="0"/>
                </a:moveTo>
                <a:lnTo>
                  <a:pt x="12424" y="0"/>
                </a:lnTo>
                <a:lnTo>
                  <a:pt x="12424" y="15737"/>
                </a:lnTo>
                <a:lnTo>
                  <a:pt x="0" y="15737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6B1986-6FC6-47D1-AA10-12227B0736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43915" y="624110"/>
            <a:ext cx="69300" cy="79102"/>
          </a:xfrm>
          <a:custGeom xmlns:a="http://schemas.openxmlformats.org/drawingml/2006/main">
            <a:pathLst>
              <a:path w="69300" h="79102">
                <a:moveTo>
                  <a:pt x="34650" y="10492"/>
                </a:moveTo>
                <a:cubicBezTo>
                  <a:pt x="28024" y="10492"/>
                  <a:pt x="22778" y="13115"/>
                  <a:pt x="18913" y="18360"/>
                </a:cubicBezTo>
                <a:cubicBezTo>
                  <a:pt x="15047" y="23606"/>
                  <a:pt x="13115" y="30647"/>
                  <a:pt x="13115" y="39620"/>
                </a:cubicBezTo>
                <a:cubicBezTo>
                  <a:pt x="13115" y="48731"/>
                  <a:pt x="14909" y="55771"/>
                  <a:pt x="18775" y="61017"/>
                </a:cubicBezTo>
                <a:cubicBezTo>
                  <a:pt x="22640" y="66263"/>
                  <a:pt x="27886" y="68748"/>
                  <a:pt x="34650" y="68748"/>
                </a:cubicBezTo>
                <a:cubicBezTo>
                  <a:pt x="41276" y="68748"/>
                  <a:pt x="46522" y="66263"/>
                  <a:pt x="50388" y="61017"/>
                </a:cubicBezTo>
                <a:cubicBezTo>
                  <a:pt x="54253" y="55771"/>
                  <a:pt x="56186" y="48731"/>
                  <a:pt x="56186" y="39620"/>
                </a:cubicBezTo>
                <a:cubicBezTo>
                  <a:pt x="56186" y="30785"/>
                  <a:pt x="54253" y="23606"/>
                  <a:pt x="50388" y="18360"/>
                </a:cubicBezTo>
                <a:cubicBezTo>
                  <a:pt x="46522" y="13115"/>
                  <a:pt x="41276" y="10492"/>
                  <a:pt x="34650" y="10492"/>
                </a:cubicBezTo>
                <a:close/>
                <a:moveTo>
                  <a:pt x="34650" y="0"/>
                </a:moveTo>
                <a:cubicBezTo>
                  <a:pt x="45418" y="0"/>
                  <a:pt x="53839" y="3589"/>
                  <a:pt x="60051" y="10492"/>
                </a:cubicBezTo>
                <a:cubicBezTo>
                  <a:pt x="66125" y="17532"/>
                  <a:pt x="69300" y="27195"/>
                  <a:pt x="69300" y="39620"/>
                </a:cubicBezTo>
                <a:cubicBezTo>
                  <a:pt x="69300" y="52044"/>
                  <a:pt x="66125" y="61708"/>
                  <a:pt x="60051" y="68610"/>
                </a:cubicBezTo>
                <a:cubicBezTo>
                  <a:pt x="53839" y="75650"/>
                  <a:pt x="45418" y="79102"/>
                  <a:pt x="34650" y="79102"/>
                </a:cubicBezTo>
                <a:cubicBezTo>
                  <a:pt x="23744" y="79102"/>
                  <a:pt x="15185" y="75650"/>
                  <a:pt x="9111" y="68610"/>
                </a:cubicBezTo>
                <a:cubicBezTo>
                  <a:pt x="3037" y="61708"/>
                  <a:pt x="0" y="52044"/>
                  <a:pt x="0" y="39620"/>
                </a:cubicBezTo>
                <a:cubicBezTo>
                  <a:pt x="0" y="27195"/>
                  <a:pt x="3037" y="17532"/>
                  <a:pt x="9111" y="10492"/>
                </a:cubicBezTo>
                <a:cubicBezTo>
                  <a:pt x="15185" y="3589"/>
                  <a:pt x="23744" y="0"/>
                  <a:pt x="34650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61EA66-5E95-43AC-8D50-D485C272A4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33370" y="624110"/>
            <a:ext cx="63226" cy="77307"/>
          </a:xfrm>
          <a:custGeom xmlns:a="http://schemas.openxmlformats.org/drawingml/2006/main">
            <a:pathLst>
              <a:path w="63226" h="77307">
                <a:moveTo>
                  <a:pt x="63226" y="31751"/>
                </a:moveTo>
                <a:lnTo>
                  <a:pt x="63226" y="77307"/>
                </a:lnTo>
                <a:lnTo>
                  <a:pt x="50802" y="77307"/>
                </a:lnTo>
                <a:lnTo>
                  <a:pt x="50802" y="32165"/>
                </a:lnTo>
                <a:cubicBezTo>
                  <a:pt x="50802" y="24987"/>
                  <a:pt x="49283" y="19741"/>
                  <a:pt x="46522" y="16152"/>
                </a:cubicBezTo>
                <a:cubicBezTo>
                  <a:pt x="43761" y="12562"/>
                  <a:pt x="39620" y="10768"/>
                  <a:pt x="34098" y="10768"/>
                </a:cubicBezTo>
                <a:cubicBezTo>
                  <a:pt x="27334" y="10768"/>
                  <a:pt x="22088" y="12977"/>
                  <a:pt x="18222" y="17256"/>
                </a:cubicBezTo>
                <a:cubicBezTo>
                  <a:pt x="14357" y="21536"/>
                  <a:pt x="12424" y="27334"/>
                  <a:pt x="12424" y="34650"/>
                </a:cubicBezTo>
                <a:lnTo>
                  <a:pt x="12424" y="77307"/>
                </a:lnTo>
                <a:lnTo>
                  <a:pt x="0" y="77307"/>
                </a:lnTo>
                <a:lnTo>
                  <a:pt x="0" y="1795"/>
                </a:lnTo>
                <a:lnTo>
                  <a:pt x="12424" y="1795"/>
                </a:lnTo>
                <a:lnTo>
                  <a:pt x="12424" y="13529"/>
                </a:lnTo>
                <a:cubicBezTo>
                  <a:pt x="15323" y="9111"/>
                  <a:pt x="18775" y="5660"/>
                  <a:pt x="22916" y="3451"/>
                </a:cubicBezTo>
                <a:cubicBezTo>
                  <a:pt x="26919" y="1242"/>
                  <a:pt x="31613" y="0"/>
                  <a:pt x="36859" y="0"/>
                </a:cubicBezTo>
                <a:cubicBezTo>
                  <a:pt x="45418" y="0"/>
                  <a:pt x="52044" y="2761"/>
                  <a:pt x="56462" y="8145"/>
                </a:cubicBezTo>
                <a:cubicBezTo>
                  <a:pt x="60879" y="13529"/>
                  <a:pt x="63226" y="21397"/>
                  <a:pt x="63226" y="31751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401DD8-3C6D-48C8-BEC0-C7ACD4A1F3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53334" y="600780"/>
            <a:ext cx="92216" cy="100637"/>
          </a:xfrm>
          <a:custGeom xmlns:a="http://schemas.openxmlformats.org/drawingml/2006/main">
            <a:pathLst>
              <a:path w="92216" h="100637">
                <a:moveTo>
                  <a:pt x="46108" y="13391"/>
                </a:moveTo>
                <a:lnTo>
                  <a:pt x="27610" y="63502"/>
                </a:lnTo>
                <a:lnTo>
                  <a:pt x="64607" y="63502"/>
                </a:lnTo>
                <a:lnTo>
                  <a:pt x="46108" y="13391"/>
                </a:lnTo>
                <a:close/>
                <a:moveTo>
                  <a:pt x="38377" y="0"/>
                </a:moveTo>
                <a:lnTo>
                  <a:pt x="53839" y="0"/>
                </a:lnTo>
                <a:lnTo>
                  <a:pt x="92216" y="100637"/>
                </a:lnTo>
                <a:lnTo>
                  <a:pt x="77997" y="100637"/>
                </a:lnTo>
                <a:lnTo>
                  <a:pt x="68886" y="74822"/>
                </a:lnTo>
                <a:lnTo>
                  <a:pt x="23468" y="74822"/>
                </a:lnTo>
                <a:lnTo>
                  <a:pt x="14357" y="100637"/>
                </a:lnTo>
                <a:lnTo>
                  <a:pt x="0" y="100637"/>
                </a:lnTo>
                <a:lnTo>
                  <a:pt x="38377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3EFE06-C776-41FA-AFBB-9396F52125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89255" y="807387"/>
            <a:ext cx="276096" cy="96634"/>
          </a:xfrm>
          <a:custGeom xmlns:a="http://schemas.openxmlformats.org/drawingml/2006/main">
            <a:pathLst>
              <a:path w="276096" h="96634">
                <a:moveTo>
                  <a:pt x="0" y="96634"/>
                </a:moveTo>
                <a:lnTo>
                  <a:pt x="276096" y="96634"/>
                </a:lnTo>
                <a:lnTo>
                  <a:pt x="276096" y="0"/>
                </a:lnTo>
                <a:lnTo>
                  <a:pt x="0" y="0"/>
                </a:lnTo>
                <a:lnTo>
                  <a:pt x="0" y="96634"/>
                </a:lnTo>
                <a:close/>
              </a:path>
            </a:pathLst>
          </a:custGeom>
          <a:solidFill xmlns:a="http://schemas.openxmlformats.org/drawingml/2006/main">
            <a:srgbClr val="E15759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3CA8A8-1BCC-4F2F-9800-86365EBCB5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89255" y="807387"/>
            <a:ext cx="276096" cy="96634"/>
          </a:xfrm>
          <a:custGeom xmlns:a="http://schemas.openxmlformats.org/drawingml/2006/main">
            <a:pathLst>
              <a:path w="276096" h="96634" fill="none">
                <a:moveTo>
                  <a:pt x="0" y="96634"/>
                </a:moveTo>
                <a:lnTo>
                  <a:pt x="276096" y="96634"/>
                </a:lnTo>
                <a:lnTo>
                  <a:pt x="276096" y="0"/>
                </a:lnTo>
                <a:lnTo>
                  <a:pt x="0" y="0"/>
                </a:lnTo>
                <a:lnTo>
                  <a:pt x="0" y="96634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861" cap="flat">
            <a:solidFill>
              <a:srgbClr val="FFFFFF"/>
            </a:solidFill>
            <a:miter/>
          </a:ln>
        </p:spPr>
      </p:sp>
      <p:sp>
        <p:nvSpPr>
          <p:cNvPr id="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E675FC-366D-4B78-91FE-EB2E257166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76894" y="803384"/>
            <a:ext cx="92216" cy="100637"/>
          </a:xfrm>
          <a:custGeom xmlns:a="http://schemas.openxmlformats.org/drawingml/2006/main">
            <a:pathLst>
              <a:path w="92216" h="100637">
                <a:moveTo>
                  <a:pt x="46108" y="13391"/>
                </a:moveTo>
                <a:lnTo>
                  <a:pt x="27610" y="63502"/>
                </a:lnTo>
                <a:lnTo>
                  <a:pt x="64607" y="63502"/>
                </a:lnTo>
                <a:lnTo>
                  <a:pt x="46108" y="13391"/>
                </a:lnTo>
                <a:close/>
                <a:moveTo>
                  <a:pt x="38377" y="0"/>
                </a:moveTo>
                <a:lnTo>
                  <a:pt x="53839" y="0"/>
                </a:lnTo>
                <a:lnTo>
                  <a:pt x="92216" y="100637"/>
                </a:lnTo>
                <a:lnTo>
                  <a:pt x="77997" y="100637"/>
                </a:lnTo>
                <a:lnTo>
                  <a:pt x="68886" y="74822"/>
                </a:lnTo>
                <a:lnTo>
                  <a:pt x="23468" y="74822"/>
                </a:lnTo>
                <a:lnTo>
                  <a:pt x="14357" y="100637"/>
                </a:lnTo>
                <a:lnTo>
                  <a:pt x="0" y="100637"/>
                </a:lnTo>
                <a:lnTo>
                  <a:pt x="38377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37E326-4240-468D-8342-8D00138961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75496" y="826714"/>
            <a:ext cx="59775" cy="79102"/>
          </a:xfrm>
          <a:custGeom xmlns:a="http://schemas.openxmlformats.org/drawingml/2006/main">
            <a:pathLst>
              <a:path w="59775" h="79102">
                <a:moveTo>
                  <a:pt x="59775" y="4694"/>
                </a:moveTo>
                <a:lnTo>
                  <a:pt x="59775" y="16290"/>
                </a:lnTo>
                <a:cubicBezTo>
                  <a:pt x="56186" y="14357"/>
                  <a:pt x="52734" y="12977"/>
                  <a:pt x="49145" y="12010"/>
                </a:cubicBezTo>
                <a:cubicBezTo>
                  <a:pt x="45556" y="11044"/>
                  <a:pt x="42105" y="10492"/>
                  <a:pt x="38515" y="10492"/>
                </a:cubicBezTo>
                <a:cubicBezTo>
                  <a:pt x="30509" y="10492"/>
                  <a:pt x="24158" y="13115"/>
                  <a:pt x="19741" y="18222"/>
                </a:cubicBezTo>
                <a:cubicBezTo>
                  <a:pt x="15323" y="23330"/>
                  <a:pt x="13115" y="30509"/>
                  <a:pt x="13115" y="39620"/>
                </a:cubicBezTo>
                <a:cubicBezTo>
                  <a:pt x="13115" y="48869"/>
                  <a:pt x="15323" y="56048"/>
                  <a:pt x="19741" y="61155"/>
                </a:cubicBezTo>
                <a:cubicBezTo>
                  <a:pt x="24158" y="66263"/>
                  <a:pt x="30509" y="68748"/>
                  <a:pt x="38515" y="68748"/>
                </a:cubicBezTo>
                <a:cubicBezTo>
                  <a:pt x="42105" y="68748"/>
                  <a:pt x="45556" y="68334"/>
                  <a:pt x="49145" y="67367"/>
                </a:cubicBezTo>
                <a:cubicBezTo>
                  <a:pt x="52734" y="66401"/>
                  <a:pt x="56186" y="64883"/>
                  <a:pt x="59775" y="62950"/>
                </a:cubicBezTo>
                <a:lnTo>
                  <a:pt x="59775" y="74408"/>
                </a:lnTo>
                <a:cubicBezTo>
                  <a:pt x="56186" y="76065"/>
                  <a:pt x="52596" y="77307"/>
                  <a:pt x="49007" y="77997"/>
                </a:cubicBezTo>
                <a:cubicBezTo>
                  <a:pt x="45280" y="78687"/>
                  <a:pt x="41276" y="79102"/>
                  <a:pt x="37135" y="79102"/>
                </a:cubicBezTo>
                <a:cubicBezTo>
                  <a:pt x="25815" y="79102"/>
                  <a:pt x="16704" y="75650"/>
                  <a:pt x="10078" y="68472"/>
                </a:cubicBezTo>
                <a:cubicBezTo>
                  <a:pt x="3313" y="61431"/>
                  <a:pt x="0" y="51768"/>
                  <a:pt x="0" y="39620"/>
                </a:cubicBezTo>
                <a:cubicBezTo>
                  <a:pt x="0" y="27334"/>
                  <a:pt x="3313" y="17670"/>
                  <a:pt x="10078" y="10630"/>
                </a:cubicBezTo>
                <a:cubicBezTo>
                  <a:pt x="16842" y="3589"/>
                  <a:pt x="26091" y="0"/>
                  <a:pt x="37963" y="0"/>
                </a:cubicBezTo>
                <a:cubicBezTo>
                  <a:pt x="41829" y="0"/>
                  <a:pt x="45556" y="414"/>
                  <a:pt x="49145" y="1242"/>
                </a:cubicBezTo>
                <a:cubicBezTo>
                  <a:pt x="52734" y="2071"/>
                  <a:pt x="56324" y="3175"/>
                  <a:pt x="59775" y="46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FE6D11-6B7E-442E-AFA3-1436E49919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47558" y="807111"/>
            <a:ext cx="47074" cy="96910"/>
          </a:xfrm>
          <a:custGeom xmlns:a="http://schemas.openxmlformats.org/drawingml/2006/main">
            <a:pathLst>
              <a:path w="47074" h="96910">
                <a:moveTo>
                  <a:pt x="21536" y="0"/>
                </a:moveTo>
                <a:lnTo>
                  <a:pt x="21536" y="21397"/>
                </a:lnTo>
                <a:lnTo>
                  <a:pt x="47074" y="21397"/>
                </a:lnTo>
                <a:lnTo>
                  <a:pt x="47074" y="31061"/>
                </a:lnTo>
                <a:lnTo>
                  <a:pt x="21536" y="31061"/>
                </a:lnTo>
                <a:lnTo>
                  <a:pt x="21536" y="72061"/>
                </a:lnTo>
                <a:cubicBezTo>
                  <a:pt x="21536" y="78273"/>
                  <a:pt x="22364" y="82277"/>
                  <a:pt x="24020" y="83933"/>
                </a:cubicBezTo>
                <a:cubicBezTo>
                  <a:pt x="25677" y="85728"/>
                  <a:pt x="29128" y="86556"/>
                  <a:pt x="34374" y="86556"/>
                </a:cubicBezTo>
                <a:lnTo>
                  <a:pt x="47074" y="86556"/>
                </a:lnTo>
                <a:lnTo>
                  <a:pt x="47074" y="96910"/>
                </a:lnTo>
                <a:lnTo>
                  <a:pt x="34374" y="96910"/>
                </a:lnTo>
                <a:cubicBezTo>
                  <a:pt x="24711" y="96910"/>
                  <a:pt x="18084" y="95115"/>
                  <a:pt x="14495" y="91526"/>
                </a:cubicBezTo>
                <a:cubicBezTo>
                  <a:pt x="10906" y="87937"/>
                  <a:pt x="9111" y="81448"/>
                  <a:pt x="9111" y="72061"/>
                </a:cubicBezTo>
                <a:lnTo>
                  <a:pt x="9111" y="31061"/>
                </a:lnTo>
                <a:lnTo>
                  <a:pt x="0" y="31061"/>
                </a:lnTo>
                <a:lnTo>
                  <a:pt x="0" y="21397"/>
                </a:lnTo>
                <a:lnTo>
                  <a:pt x="9111" y="21397"/>
                </a:lnTo>
                <a:lnTo>
                  <a:pt x="9111" y="0"/>
                </a:lnTo>
                <a:lnTo>
                  <a:pt x="21536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A90BF1-BCAA-4565-B5FC-7514923F8D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10922" y="799104"/>
            <a:ext cx="12424" cy="104917"/>
          </a:xfrm>
          <a:custGeom xmlns:a="http://schemas.openxmlformats.org/drawingml/2006/main">
            <a:pathLst>
              <a:path w="12424" h="104917">
                <a:moveTo>
                  <a:pt x="0" y="29404"/>
                </a:moveTo>
                <a:lnTo>
                  <a:pt x="12424" y="29404"/>
                </a:lnTo>
                <a:lnTo>
                  <a:pt x="12424" y="104917"/>
                </a:lnTo>
                <a:lnTo>
                  <a:pt x="0" y="104917"/>
                </a:lnTo>
                <a:lnTo>
                  <a:pt x="0" y="29404"/>
                </a:lnTo>
                <a:close/>
                <a:moveTo>
                  <a:pt x="0" y="0"/>
                </a:moveTo>
                <a:lnTo>
                  <a:pt x="12424" y="0"/>
                </a:lnTo>
                <a:lnTo>
                  <a:pt x="12424" y="15737"/>
                </a:lnTo>
                <a:lnTo>
                  <a:pt x="0" y="15737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350221-EA96-4E06-94CD-9FD68E52D3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43915" y="826714"/>
            <a:ext cx="69300" cy="79102"/>
          </a:xfrm>
          <a:custGeom xmlns:a="http://schemas.openxmlformats.org/drawingml/2006/main">
            <a:pathLst>
              <a:path w="69300" h="79102">
                <a:moveTo>
                  <a:pt x="34650" y="10492"/>
                </a:moveTo>
                <a:cubicBezTo>
                  <a:pt x="28024" y="10492"/>
                  <a:pt x="22778" y="13115"/>
                  <a:pt x="18913" y="18360"/>
                </a:cubicBezTo>
                <a:cubicBezTo>
                  <a:pt x="15047" y="23606"/>
                  <a:pt x="13115" y="30647"/>
                  <a:pt x="13115" y="39620"/>
                </a:cubicBezTo>
                <a:cubicBezTo>
                  <a:pt x="13115" y="48731"/>
                  <a:pt x="14909" y="55771"/>
                  <a:pt x="18775" y="61017"/>
                </a:cubicBezTo>
                <a:cubicBezTo>
                  <a:pt x="22640" y="66263"/>
                  <a:pt x="27886" y="68748"/>
                  <a:pt x="34650" y="68748"/>
                </a:cubicBezTo>
                <a:cubicBezTo>
                  <a:pt x="41276" y="68748"/>
                  <a:pt x="46522" y="66263"/>
                  <a:pt x="50388" y="61017"/>
                </a:cubicBezTo>
                <a:cubicBezTo>
                  <a:pt x="54253" y="55771"/>
                  <a:pt x="56186" y="48731"/>
                  <a:pt x="56186" y="39620"/>
                </a:cubicBezTo>
                <a:cubicBezTo>
                  <a:pt x="56186" y="30785"/>
                  <a:pt x="54253" y="23606"/>
                  <a:pt x="50388" y="18360"/>
                </a:cubicBezTo>
                <a:cubicBezTo>
                  <a:pt x="46522" y="13115"/>
                  <a:pt x="41276" y="10492"/>
                  <a:pt x="34650" y="10492"/>
                </a:cubicBezTo>
                <a:close/>
                <a:moveTo>
                  <a:pt x="34650" y="0"/>
                </a:moveTo>
                <a:cubicBezTo>
                  <a:pt x="45418" y="0"/>
                  <a:pt x="53839" y="3589"/>
                  <a:pt x="60051" y="10492"/>
                </a:cubicBezTo>
                <a:cubicBezTo>
                  <a:pt x="66125" y="17532"/>
                  <a:pt x="69300" y="27195"/>
                  <a:pt x="69300" y="39620"/>
                </a:cubicBezTo>
                <a:cubicBezTo>
                  <a:pt x="69300" y="52044"/>
                  <a:pt x="66125" y="61708"/>
                  <a:pt x="60051" y="68610"/>
                </a:cubicBezTo>
                <a:cubicBezTo>
                  <a:pt x="53839" y="75650"/>
                  <a:pt x="45418" y="79102"/>
                  <a:pt x="34650" y="79102"/>
                </a:cubicBezTo>
                <a:cubicBezTo>
                  <a:pt x="23744" y="79102"/>
                  <a:pt x="15185" y="75650"/>
                  <a:pt x="9111" y="68610"/>
                </a:cubicBezTo>
                <a:cubicBezTo>
                  <a:pt x="3037" y="61708"/>
                  <a:pt x="0" y="52044"/>
                  <a:pt x="0" y="39620"/>
                </a:cubicBezTo>
                <a:cubicBezTo>
                  <a:pt x="0" y="27195"/>
                  <a:pt x="3037" y="17532"/>
                  <a:pt x="9111" y="10492"/>
                </a:cubicBezTo>
                <a:cubicBezTo>
                  <a:pt x="15185" y="3589"/>
                  <a:pt x="23744" y="0"/>
                  <a:pt x="34650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4D41F9-234E-4776-B5C9-9C0E1C635A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33370" y="826714"/>
            <a:ext cx="63226" cy="77307"/>
          </a:xfrm>
          <a:custGeom xmlns:a="http://schemas.openxmlformats.org/drawingml/2006/main">
            <a:pathLst>
              <a:path w="63226" h="77307">
                <a:moveTo>
                  <a:pt x="63226" y="31751"/>
                </a:moveTo>
                <a:lnTo>
                  <a:pt x="63226" y="77307"/>
                </a:lnTo>
                <a:lnTo>
                  <a:pt x="50802" y="77307"/>
                </a:lnTo>
                <a:lnTo>
                  <a:pt x="50802" y="32165"/>
                </a:lnTo>
                <a:cubicBezTo>
                  <a:pt x="50802" y="24987"/>
                  <a:pt x="49283" y="19741"/>
                  <a:pt x="46522" y="16152"/>
                </a:cubicBezTo>
                <a:cubicBezTo>
                  <a:pt x="43761" y="12562"/>
                  <a:pt x="39620" y="10768"/>
                  <a:pt x="34098" y="10768"/>
                </a:cubicBezTo>
                <a:cubicBezTo>
                  <a:pt x="27334" y="10768"/>
                  <a:pt x="22088" y="12977"/>
                  <a:pt x="18222" y="17256"/>
                </a:cubicBezTo>
                <a:cubicBezTo>
                  <a:pt x="14357" y="21536"/>
                  <a:pt x="12424" y="27334"/>
                  <a:pt x="12424" y="34650"/>
                </a:cubicBezTo>
                <a:lnTo>
                  <a:pt x="12424" y="77307"/>
                </a:lnTo>
                <a:lnTo>
                  <a:pt x="0" y="77307"/>
                </a:lnTo>
                <a:lnTo>
                  <a:pt x="0" y="1795"/>
                </a:lnTo>
                <a:lnTo>
                  <a:pt x="12424" y="1795"/>
                </a:lnTo>
                <a:lnTo>
                  <a:pt x="12424" y="13529"/>
                </a:lnTo>
                <a:cubicBezTo>
                  <a:pt x="15323" y="9111"/>
                  <a:pt x="18775" y="5660"/>
                  <a:pt x="22916" y="3451"/>
                </a:cubicBezTo>
                <a:cubicBezTo>
                  <a:pt x="26919" y="1242"/>
                  <a:pt x="31613" y="0"/>
                  <a:pt x="36859" y="0"/>
                </a:cubicBezTo>
                <a:cubicBezTo>
                  <a:pt x="45418" y="0"/>
                  <a:pt x="52044" y="2761"/>
                  <a:pt x="56462" y="8145"/>
                </a:cubicBezTo>
                <a:cubicBezTo>
                  <a:pt x="60879" y="13529"/>
                  <a:pt x="63226" y="21397"/>
                  <a:pt x="63226" y="31751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868F2C-4AF4-4D80-9843-27730D6891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65759" y="803384"/>
            <a:ext cx="71371" cy="100637"/>
          </a:xfrm>
          <a:custGeom xmlns:a="http://schemas.openxmlformats.org/drawingml/2006/main">
            <a:pathLst>
              <a:path w="71371" h="100637">
                <a:moveTo>
                  <a:pt x="13667" y="52596"/>
                </a:moveTo>
                <a:lnTo>
                  <a:pt x="13667" y="89455"/>
                </a:lnTo>
                <a:lnTo>
                  <a:pt x="35478" y="89455"/>
                </a:lnTo>
                <a:cubicBezTo>
                  <a:pt x="42795" y="89455"/>
                  <a:pt x="48179" y="87937"/>
                  <a:pt x="51768" y="84900"/>
                </a:cubicBezTo>
                <a:cubicBezTo>
                  <a:pt x="55219" y="81863"/>
                  <a:pt x="57014" y="77307"/>
                  <a:pt x="57014" y="70957"/>
                </a:cubicBezTo>
                <a:cubicBezTo>
                  <a:pt x="57014" y="64745"/>
                  <a:pt x="55219" y="60189"/>
                  <a:pt x="51768" y="57152"/>
                </a:cubicBezTo>
                <a:cubicBezTo>
                  <a:pt x="48179" y="54115"/>
                  <a:pt x="42795" y="52596"/>
                  <a:pt x="35478" y="52596"/>
                </a:cubicBezTo>
                <a:lnTo>
                  <a:pt x="13667" y="52596"/>
                </a:lnTo>
                <a:close/>
                <a:moveTo>
                  <a:pt x="13667" y="11182"/>
                </a:moveTo>
                <a:lnTo>
                  <a:pt x="13667" y="41552"/>
                </a:lnTo>
                <a:lnTo>
                  <a:pt x="33822" y="41552"/>
                </a:lnTo>
                <a:cubicBezTo>
                  <a:pt x="40448" y="41552"/>
                  <a:pt x="45280" y="40310"/>
                  <a:pt x="48593" y="37825"/>
                </a:cubicBezTo>
                <a:cubicBezTo>
                  <a:pt x="51906" y="35340"/>
                  <a:pt x="53563" y="31613"/>
                  <a:pt x="53563" y="26367"/>
                </a:cubicBezTo>
                <a:cubicBezTo>
                  <a:pt x="53563" y="21397"/>
                  <a:pt x="51906" y="17532"/>
                  <a:pt x="48593" y="15047"/>
                </a:cubicBezTo>
                <a:cubicBezTo>
                  <a:pt x="45280" y="12562"/>
                  <a:pt x="40448" y="11182"/>
                  <a:pt x="33822" y="11182"/>
                </a:cubicBezTo>
                <a:lnTo>
                  <a:pt x="13667" y="11182"/>
                </a:lnTo>
                <a:close/>
                <a:moveTo>
                  <a:pt x="0" y="0"/>
                </a:moveTo>
                <a:lnTo>
                  <a:pt x="34788" y="0"/>
                </a:lnTo>
                <a:cubicBezTo>
                  <a:pt x="45142" y="0"/>
                  <a:pt x="53149" y="2209"/>
                  <a:pt x="58809" y="6488"/>
                </a:cubicBezTo>
                <a:cubicBezTo>
                  <a:pt x="64330" y="10906"/>
                  <a:pt x="67229" y="16980"/>
                  <a:pt x="67229" y="24849"/>
                </a:cubicBezTo>
                <a:cubicBezTo>
                  <a:pt x="67229" y="31061"/>
                  <a:pt x="65711" y="36031"/>
                  <a:pt x="62812" y="39620"/>
                </a:cubicBezTo>
                <a:cubicBezTo>
                  <a:pt x="59913" y="43209"/>
                  <a:pt x="55771" y="45556"/>
                  <a:pt x="50250" y="46384"/>
                </a:cubicBezTo>
                <a:cubicBezTo>
                  <a:pt x="56876" y="47903"/>
                  <a:pt x="62122" y="50940"/>
                  <a:pt x="65849" y="55495"/>
                </a:cubicBezTo>
                <a:cubicBezTo>
                  <a:pt x="69438" y="60051"/>
                  <a:pt x="71371" y="65711"/>
                  <a:pt x="71371" y="72475"/>
                </a:cubicBezTo>
                <a:cubicBezTo>
                  <a:pt x="71371" y="81586"/>
                  <a:pt x="68196" y="88489"/>
                  <a:pt x="62122" y="93321"/>
                </a:cubicBezTo>
                <a:cubicBezTo>
                  <a:pt x="56048" y="98290"/>
                  <a:pt x="47351" y="100637"/>
                  <a:pt x="36169" y="100637"/>
                </a:cubicBezTo>
                <a:lnTo>
                  <a:pt x="0" y="100637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09" name="Text (a)Actionshavealmostequaldistribu-">
            <a:extLst xmlns:a="http://schemas.openxmlformats.org/drawingml/2006/main">
              <a:ext uri="{FF2B5EF4-FFF2-40B4-BE49-F238E27FC236}">
                <a16:creationId xmlns:a16="http://schemas.microsoft.com/office/drawing/2014/main" id="{F540CDE8-2945-49D8-8C9E-4130AFA484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799" y="3099754"/>
            <a:ext cx="4173533" cy="230553"/>
          </a:xfrm>
          <a:custGeom xmlns:a="http://schemas.openxmlformats.org/drawingml/2006/main">
            <a:pathLst>
              <a:path w="4173533" h="230553">
                <a:moveTo>
                  <a:pt x="64556" y="1849"/>
                </a:moveTo>
                <a:cubicBezTo>
                  <a:pt x="45215" y="14149"/>
                  <a:pt x="37375" y="20811"/>
                  <a:pt x="27704" y="32599"/>
                </a:cubicBezTo>
                <a:cubicBezTo>
                  <a:pt x="9148" y="54889"/>
                  <a:pt x="0" y="80513"/>
                  <a:pt x="0" y="110493"/>
                </a:cubicBezTo>
                <a:cubicBezTo>
                  <a:pt x="0" y="143033"/>
                  <a:pt x="9671" y="168142"/>
                  <a:pt x="32669" y="194278"/>
                </a:cubicBezTo>
                <a:cubicBezTo>
                  <a:pt x="43385" y="206578"/>
                  <a:pt x="50180" y="212216"/>
                  <a:pt x="63771" y="220415"/>
                </a:cubicBezTo>
                <a:lnTo>
                  <a:pt x="66905" y="216313"/>
                </a:lnTo>
                <a:cubicBezTo>
                  <a:pt x="46001" y="200170"/>
                  <a:pt x="38683" y="191205"/>
                  <a:pt x="31624" y="171985"/>
                </a:cubicBezTo>
                <a:cubicBezTo>
                  <a:pt x="25351" y="154821"/>
                  <a:pt x="22476" y="135347"/>
                  <a:pt x="22476" y="109723"/>
                </a:cubicBezTo>
                <a:cubicBezTo>
                  <a:pt x="22476" y="82820"/>
                  <a:pt x="25874" y="61809"/>
                  <a:pt x="32932" y="45924"/>
                </a:cubicBezTo>
                <a:cubicBezTo>
                  <a:pt x="40250" y="30035"/>
                  <a:pt x="48090" y="20811"/>
                  <a:pt x="66905" y="5951"/>
                </a:cubicBezTo>
                <a:lnTo>
                  <a:pt x="64556" y="1849"/>
                </a:lnTo>
                <a:close/>
                <a:moveTo>
                  <a:pt x="190002" y="158039"/>
                </a:moveTo>
                <a:cubicBezTo>
                  <a:pt x="185560" y="161620"/>
                  <a:pt x="182425" y="162903"/>
                  <a:pt x="178505" y="162903"/>
                </a:cubicBezTo>
                <a:cubicBezTo>
                  <a:pt x="172495" y="162903"/>
                  <a:pt x="170665" y="159317"/>
                  <a:pt x="170665" y="148053"/>
                </a:cubicBezTo>
                <a:lnTo>
                  <a:pt x="170665" y="98122"/>
                </a:lnTo>
                <a:cubicBezTo>
                  <a:pt x="170665" y="84806"/>
                  <a:pt x="169357" y="77381"/>
                  <a:pt x="165437" y="71235"/>
                </a:cubicBezTo>
                <a:cubicBezTo>
                  <a:pt x="159686" y="62020"/>
                  <a:pt x="148448" y="57148"/>
                  <a:pt x="133031" y="57148"/>
                </a:cubicBezTo>
                <a:cubicBezTo>
                  <a:pt x="108461" y="57148"/>
                  <a:pt x="89124" y="69699"/>
                  <a:pt x="89124" y="85830"/>
                </a:cubicBezTo>
                <a:cubicBezTo>
                  <a:pt x="89124" y="91722"/>
                  <a:pt x="94348" y="96840"/>
                  <a:pt x="100362" y="96840"/>
                </a:cubicBezTo>
                <a:cubicBezTo>
                  <a:pt x="106631" y="96840"/>
                  <a:pt x="112122" y="91722"/>
                  <a:pt x="112122" y="86088"/>
                </a:cubicBezTo>
                <a:cubicBezTo>
                  <a:pt x="112122" y="85064"/>
                  <a:pt x="111859" y="83781"/>
                  <a:pt x="111600" y="81991"/>
                </a:cubicBezTo>
                <a:cubicBezTo>
                  <a:pt x="111077" y="79688"/>
                  <a:pt x="110814" y="77639"/>
                  <a:pt x="110814" y="75845"/>
                </a:cubicBezTo>
                <a:cubicBezTo>
                  <a:pt x="110814" y="68932"/>
                  <a:pt x="119177" y="63298"/>
                  <a:pt x="129633" y="63298"/>
                </a:cubicBezTo>
                <a:cubicBezTo>
                  <a:pt x="142438" y="63298"/>
                  <a:pt x="149493" y="70723"/>
                  <a:pt x="149493" y="84552"/>
                </a:cubicBezTo>
                <a:lnTo>
                  <a:pt x="149493" y="100171"/>
                </a:lnTo>
                <a:cubicBezTo>
                  <a:pt x="109247" y="116045"/>
                  <a:pt x="104804" y="118093"/>
                  <a:pt x="93566" y="127825"/>
                </a:cubicBezTo>
                <a:cubicBezTo>
                  <a:pt x="87816" y="132946"/>
                  <a:pt x="84155" y="141649"/>
                  <a:pt x="84155" y="150098"/>
                </a:cubicBezTo>
                <a:cubicBezTo>
                  <a:pt x="84155" y="166234"/>
                  <a:pt x="95656" y="177505"/>
                  <a:pt x="111600" y="177505"/>
                </a:cubicBezTo>
                <a:cubicBezTo>
                  <a:pt x="123097" y="177505"/>
                  <a:pt x="133813" y="172126"/>
                  <a:pt x="149756" y="158801"/>
                </a:cubicBezTo>
                <a:cubicBezTo>
                  <a:pt x="151064" y="172126"/>
                  <a:pt x="155766" y="177505"/>
                  <a:pt x="166482" y="177505"/>
                </a:cubicBezTo>
                <a:cubicBezTo>
                  <a:pt x="175367" y="177505"/>
                  <a:pt x="180858" y="174432"/>
                  <a:pt x="190002" y="164697"/>
                </a:cubicBezTo>
                <a:lnTo>
                  <a:pt x="190002" y="158039"/>
                </a:lnTo>
                <a:moveTo>
                  <a:pt x="149493" y="143428"/>
                </a:moveTo>
                <a:cubicBezTo>
                  <a:pt x="149493" y="151373"/>
                  <a:pt x="148189" y="153680"/>
                  <a:pt x="142698" y="156753"/>
                </a:cubicBezTo>
                <a:cubicBezTo>
                  <a:pt x="136429" y="160342"/>
                  <a:pt x="129111" y="162645"/>
                  <a:pt x="123619" y="162645"/>
                </a:cubicBezTo>
                <a:cubicBezTo>
                  <a:pt x="114475" y="162645"/>
                  <a:pt x="107157" y="153934"/>
                  <a:pt x="107157" y="142916"/>
                </a:cubicBezTo>
                <a:lnTo>
                  <a:pt x="107157" y="141892"/>
                </a:lnTo>
                <a:cubicBezTo>
                  <a:pt x="107157" y="126773"/>
                  <a:pt x="117869" y="117550"/>
                  <a:pt x="149493" y="106274"/>
                </a:cubicBezTo>
                <a:lnTo>
                  <a:pt x="149493" y="143428"/>
                </a:lnTo>
                <a:close/>
                <a:moveTo>
                  <a:pt x="200459" y="220415"/>
                </a:moveTo>
                <a:cubicBezTo>
                  <a:pt x="219800" y="208115"/>
                  <a:pt x="227640" y="201452"/>
                  <a:pt x="237307" y="189665"/>
                </a:cubicBezTo>
                <a:cubicBezTo>
                  <a:pt x="255867" y="167375"/>
                  <a:pt x="265011" y="141751"/>
                  <a:pt x="265011" y="111775"/>
                </a:cubicBezTo>
                <a:cubicBezTo>
                  <a:pt x="265011" y="78976"/>
                  <a:pt x="255340" y="54122"/>
                  <a:pt x="232342" y="27986"/>
                </a:cubicBezTo>
                <a:cubicBezTo>
                  <a:pt x="221626" y="15686"/>
                  <a:pt x="214831" y="10052"/>
                  <a:pt x="201240" y="1849"/>
                </a:cubicBezTo>
                <a:lnTo>
                  <a:pt x="198106" y="5951"/>
                </a:lnTo>
                <a:cubicBezTo>
                  <a:pt x="219014" y="22094"/>
                  <a:pt x="226069" y="31063"/>
                  <a:pt x="233387" y="50279"/>
                </a:cubicBezTo>
                <a:cubicBezTo>
                  <a:pt x="239660" y="67447"/>
                  <a:pt x="242535" y="86917"/>
                  <a:pt x="242535" y="112541"/>
                </a:cubicBezTo>
                <a:cubicBezTo>
                  <a:pt x="242535" y="139190"/>
                  <a:pt x="239137" y="160455"/>
                  <a:pt x="232083" y="176086"/>
                </a:cubicBezTo>
                <a:cubicBezTo>
                  <a:pt x="224765" y="192229"/>
                  <a:pt x="216925" y="201452"/>
                  <a:pt x="198106" y="216313"/>
                </a:cubicBezTo>
                <a:lnTo>
                  <a:pt x="200459" y="220415"/>
                </a:lnTo>
                <a:close/>
                <a:moveTo>
                  <a:pt x="555636" y="170136"/>
                </a:moveTo>
                <a:cubicBezTo>
                  <a:pt x="543876" y="169369"/>
                  <a:pt x="541264" y="166808"/>
                  <a:pt x="532115" y="147862"/>
                </a:cubicBezTo>
                <a:lnTo>
                  <a:pt x="467036" y="2350"/>
                </a:lnTo>
                <a:lnTo>
                  <a:pt x="461812" y="2350"/>
                </a:lnTo>
                <a:lnTo>
                  <a:pt x="407449" y="128149"/>
                </a:lnTo>
                <a:cubicBezTo>
                  <a:pt x="390724" y="165530"/>
                  <a:pt x="387585" y="169623"/>
                  <a:pt x="375043" y="170136"/>
                </a:cubicBezTo>
                <a:lnTo>
                  <a:pt x="375043" y="175003"/>
                </a:lnTo>
                <a:lnTo>
                  <a:pt x="426790" y="175003"/>
                </a:lnTo>
                <a:lnTo>
                  <a:pt x="426790" y="170136"/>
                </a:lnTo>
                <a:cubicBezTo>
                  <a:pt x="414244" y="170136"/>
                  <a:pt x="409016" y="166808"/>
                  <a:pt x="409016" y="159642"/>
                </a:cubicBezTo>
                <a:cubicBezTo>
                  <a:pt x="409016" y="156569"/>
                  <a:pt x="409802" y="152984"/>
                  <a:pt x="411110" y="149656"/>
                </a:cubicBezTo>
                <a:lnTo>
                  <a:pt x="423129" y="119700"/>
                </a:lnTo>
                <a:lnTo>
                  <a:pt x="491606" y="119700"/>
                </a:lnTo>
                <a:lnTo>
                  <a:pt x="502322" y="144281"/>
                </a:lnTo>
                <a:cubicBezTo>
                  <a:pt x="505456" y="151193"/>
                  <a:pt x="507287" y="157847"/>
                  <a:pt x="507287" y="161433"/>
                </a:cubicBezTo>
                <a:cubicBezTo>
                  <a:pt x="507287" y="167833"/>
                  <a:pt x="502844" y="169881"/>
                  <a:pt x="488990" y="170136"/>
                </a:cubicBezTo>
                <a:lnTo>
                  <a:pt x="488990" y="175003"/>
                </a:lnTo>
                <a:lnTo>
                  <a:pt x="555636" y="175003"/>
                </a:lnTo>
                <a:lnTo>
                  <a:pt x="555636" y="170136"/>
                </a:lnTo>
                <a:moveTo>
                  <a:pt x="427572" y="109195"/>
                </a:moveTo>
                <a:lnTo>
                  <a:pt x="457629" y="38734"/>
                </a:lnTo>
                <a:lnTo>
                  <a:pt x="487945" y="109195"/>
                </a:lnTo>
                <a:lnTo>
                  <a:pt x="427572" y="109195"/>
                </a:lnTo>
                <a:close/>
                <a:moveTo>
                  <a:pt x="663836" y="134991"/>
                </a:moveTo>
                <a:cubicBezTo>
                  <a:pt x="651290" y="152913"/>
                  <a:pt x="641883" y="159059"/>
                  <a:pt x="626984" y="159059"/>
                </a:cubicBezTo>
                <a:cubicBezTo>
                  <a:pt x="603200" y="159059"/>
                  <a:pt x="586475" y="138576"/>
                  <a:pt x="586475" y="109132"/>
                </a:cubicBezTo>
                <a:cubicBezTo>
                  <a:pt x="586475" y="82761"/>
                  <a:pt x="600851" y="64581"/>
                  <a:pt x="622019" y="64581"/>
                </a:cubicBezTo>
                <a:cubicBezTo>
                  <a:pt x="631426" y="64581"/>
                  <a:pt x="634824" y="67396"/>
                  <a:pt x="637440" y="76869"/>
                </a:cubicBezTo>
                <a:lnTo>
                  <a:pt x="639007" y="82503"/>
                </a:lnTo>
                <a:cubicBezTo>
                  <a:pt x="641097" y="89673"/>
                  <a:pt x="645803" y="94283"/>
                  <a:pt x="651290" y="94283"/>
                </a:cubicBezTo>
                <a:cubicBezTo>
                  <a:pt x="658086" y="94283"/>
                  <a:pt x="663836" y="89415"/>
                  <a:pt x="663836" y="83527"/>
                </a:cubicBezTo>
                <a:cubicBezTo>
                  <a:pt x="663836" y="69190"/>
                  <a:pt x="645540" y="57148"/>
                  <a:pt x="623586" y="57148"/>
                </a:cubicBezTo>
                <a:cubicBezTo>
                  <a:pt x="610781" y="57148"/>
                  <a:pt x="597453" y="62274"/>
                  <a:pt x="586738" y="71493"/>
                </a:cubicBezTo>
                <a:cubicBezTo>
                  <a:pt x="573669" y="82761"/>
                  <a:pt x="566352" y="100171"/>
                  <a:pt x="566352" y="120396"/>
                </a:cubicBezTo>
                <a:cubicBezTo>
                  <a:pt x="566352" y="153683"/>
                  <a:pt x="586997" y="177505"/>
                  <a:pt x="616009" y="177505"/>
                </a:cubicBezTo>
                <a:cubicBezTo>
                  <a:pt x="627770" y="177505"/>
                  <a:pt x="638222" y="173408"/>
                  <a:pt x="647633" y="165463"/>
                </a:cubicBezTo>
                <a:cubicBezTo>
                  <a:pt x="654688" y="159313"/>
                  <a:pt x="659653" y="152401"/>
                  <a:pt x="667493" y="137294"/>
                </a:cubicBezTo>
                <a:lnTo>
                  <a:pt x="663836" y="134991"/>
                </a:lnTo>
                <a:close/>
                <a:moveTo>
                  <a:pt x="742240" y="59651"/>
                </a:moveTo>
                <a:lnTo>
                  <a:pt x="715844" y="59651"/>
                </a:lnTo>
                <a:lnTo>
                  <a:pt x="715844" y="29929"/>
                </a:lnTo>
                <a:cubicBezTo>
                  <a:pt x="715844" y="27368"/>
                  <a:pt x="715585" y="26598"/>
                  <a:pt x="714014" y="26598"/>
                </a:cubicBezTo>
                <a:cubicBezTo>
                  <a:pt x="712188" y="28905"/>
                  <a:pt x="710616" y="31211"/>
                  <a:pt x="708790" y="33772"/>
                </a:cubicBezTo>
                <a:cubicBezTo>
                  <a:pt x="698856" y="47867"/>
                  <a:pt x="687618" y="60167"/>
                  <a:pt x="683439" y="61191"/>
                </a:cubicBezTo>
                <a:cubicBezTo>
                  <a:pt x="680563" y="62982"/>
                  <a:pt x="678992" y="64776"/>
                  <a:pt x="678992" y="66059"/>
                </a:cubicBezTo>
                <a:cubicBezTo>
                  <a:pt x="678992" y="66829"/>
                  <a:pt x="679255" y="67341"/>
                  <a:pt x="680041" y="67853"/>
                </a:cubicBezTo>
                <a:lnTo>
                  <a:pt x="693891" y="67853"/>
                </a:lnTo>
                <a:lnTo>
                  <a:pt x="693891" y="144969"/>
                </a:lnTo>
                <a:cubicBezTo>
                  <a:pt x="693891" y="166488"/>
                  <a:pt x="701731" y="177505"/>
                  <a:pt x="717152" y="177505"/>
                </a:cubicBezTo>
                <a:cubicBezTo>
                  <a:pt x="729958" y="177505"/>
                  <a:pt x="739888" y="171359"/>
                  <a:pt x="748513" y="158035"/>
                </a:cubicBezTo>
                <a:lnTo>
                  <a:pt x="745116" y="155216"/>
                </a:lnTo>
                <a:cubicBezTo>
                  <a:pt x="739628" y="161620"/>
                  <a:pt x="735186" y="164185"/>
                  <a:pt x="729435" y="164185"/>
                </a:cubicBezTo>
                <a:cubicBezTo>
                  <a:pt x="719765" y="164185"/>
                  <a:pt x="715844" y="157265"/>
                  <a:pt x="715844" y="141125"/>
                </a:cubicBezTo>
                <a:lnTo>
                  <a:pt x="715844" y="67853"/>
                </a:lnTo>
                <a:lnTo>
                  <a:pt x="742240" y="67853"/>
                </a:lnTo>
                <a:lnTo>
                  <a:pt x="742240" y="59651"/>
                </a:lnTo>
                <a:close/>
                <a:moveTo>
                  <a:pt x="793988" y="57148"/>
                </a:moveTo>
                <a:lnTo>
                  <a:pt x="753478" y="71161"/>
                </a:lnTo>
                <a:lnTo>
                  <a:pt x="753478" y="75008"/>
                </a:lnTo>
                <a:lnTo>
                  <a:pt x="755572" y="74750"/>
                </a:lnTo>
                <a:cubicBezTo>
                  <a:pt x="758707" y="74238"/>
                  <a:pt x="762104" y="73980"/>
                  <a:pt x="764457" y="73980"/>
                </a:cubicBezTo>
                <a:cubicBezTo>
                  <a:pt x="770730" y="73980"/>
                  <a:pt x="773079" y="78081"/>
                  <a:pt x="773079" y="89365"/>
                </a:cubicBezTo>
                <a:lnTo>
                  <a:pt x="773079" y="148855"/>
                </a:lnTo>
                <a:cubicBezTo>
                  <a:pt x="773079" y="167317"/>
                  <a:pt x="770467" y="170136"/>
                  <a:pt x="752434" y="171160"/>
                </a:cubicBezTo>
                <a:lnTo>
                  <a:pt x="752434" y="175003"/>
                </a:lnTo>
                <a:lnTo>
                  <a:pt x="814374" y="175003"/>
                </a:lnTo>
                <a:lnTo>
                  <a:pt x="814374" y="171160"/>
                </a:lnTo>
                <a:cubicBezTo>
                  <a:pt x="797126" y="169881"/>
                  <a:pt x="795033" y="167317"/>
                  <a:pt x="795033" y="148855"/>
                </a:cubicBezTo>
                <a:lnTo>
                  <a:pt x="795033" y="57919"/>
                </a:lnTo>
                <a:lnTo>
                  <a:pt x="793988" y="57148"/>
                </a:lnTo>
                <a:moveTo>
                  <a:pt x="781705" y="98"/>
                </a:moveTo>
                <a:cubicBezTo>
                  <a:pt x="774650" y="98"/>
                  <a:pt x="768637" y="5994"/>
                  <a:pt x="768637" y="13168"/>
                </a:cubicBezTo>
                <a:cubicBezTo>
                  <a:pt x="768637" y="20342"/>
                  <a:pt x="774387" y="26234"/>
                  <a:pt x="781705" y="26234"/>
                </a:cubicBezTo>
                <a:cubicBezTo>
                  <a:pt x="789286" y="26234"/>
                  <a:pt x="795296" y="20596"/>
                  <a:pt x="795296" y="13168"/>
                </a:cubicBezTo>
                <a:cubicBezTo>
                  <a:pt x="795296" y="5994"/>
                  <a:pt x="789286" y="98"/>
                  <a:pt x="781705" y="98"/>
                </a:cubicBezTo>
                <a:close/>
                <a:moveTo>
                  <a:pt x="886248" y="57148"/>
                </a:moveTo>
                <a:cubicBezTo>
                  <a:pt x="852271" y="57148"/>
                  <a:pt x="828487" y="81737"/>
                  <a:pt x="828487" y="117073"/>
                </a:cubicBezTo>
                <a:cubicBezTo>
                  <a:pt x="828487" y="151639"/>
                  <a:pt x="852794" y="177505"/>
                  <a:pt x="885722" y="177505"/>
                </a:cubicBezTo>
                <a:cubicBezTo>
                  <a:pt x="918654" y="177505"/>
                  <a:pt x="943742" y="150360"/>
                  <a:pt x="943742" y="115024"/>
                </a:cubicBezTo>
                <a:cubicBezTo>
                  <a:pt x="943742" y="81479"/>
                  <a:pt x="919699" y="57148"/>
                  <a:pt x="886248" y="57148"/>
                </a:cubicBezTo>
                <a:moveTo>
                  <a:pt x="882851" y="64327"/>
                </a:moveTo>
                <a:cubicBezTo>
                  <a:pt x="904804" y="64327"/>
                  <a:pt x="920221" y="88907"/>
                  <a:pt x="920221" y="123985"/>
                </a:cubicBezTo>
                <a:cubicBezTo>
                  <a:pt x="920221" y="152921"/>
                  <a:pt x="908461" y="170331"/>
                  <a:pt x="888860" y="170331"/>
                </a:cubicBezTo>
                <a:cubicBezTo>
                  <a:pt x="878667" y="170331"/>
                  <a:pt x="868997" y="164189"/>
                  <a:pt x="863509" y="153945"/>
                </a:cubicBezTo>
                <a:cubicBezTo>
                  <a:pt x="856191" y="140629"/>
                  <a:pt x="852008" y="122707"/>
                  <a:pt x="852008" y="104526"/>
                </a:cubicBezTo>
                <a:cubicBezTo>
                  <a:pt x="852008" y="80200"/>
                  <a:pt x="864291" y="64327"/>
                  <a:pt x="882851" y="64327"/>
                </a:cubicBezTo>
                <a:close/>
                <a:moveTo>
                  <a:pt x="955766" y="73038"/>
                </a:moveTo>
                <a:cubicBezTo>
                  <a:pt x="957333" y="72267"/>
                  <a:pt x="959949" y="72013"/>
                  <a:pt x="962824" y="72013"/>
                </a:cubicBezTo>
                <a:cubicBezTo>
                  <a:pt x="970142" y="72013"/>
                  <a:pt x="972491" y="75856"/>
                  <a:pt x="972491" y="88407"/>
                </a:cubicBezTo>
                <a:lnTo>
                  <a:pt x="972491" y="151948"/>
                </a:lnTo>
                <a:cubicBezTo>
                  <a:pt x="972491" y="166550"/>
                  <a:pt x="969616" y="170136"/>
                  <a:pt x="956288" y="171160"/>
                </a:cubicBezTo>
                <a:lnTo>
                  <a:pt x="956288" y="175003"/>
                </a:lnTo>
                <a:lnTo>
                  <a:pt x="1011696" y="175003"/>
                </a:lnTo>
                <a:lnTo>
                  <a:pt x="1011696" y="171160"/>
                </a:lnTo>
                <a:cubicBezTo>
                  <a:pt x="998365" y="170136"/>
                  <a:pt x="994444" y="167063"/>
                  <a:pt x="994444" y="157839"/>
                </a:cubicBezTo>
                <a:lnTo>
                  <a:pt x="994444" y="85846"/>
                </a:lnTo>
                <a:cubicBezTo>
                  <a:pt x="1006990" y="74316"/>
                  <a:pt x="1012741" y="71243"/>
                  <a:pt x="1021367" y="71243"/>
                </a:cubicBezTo>
                <a:cubicBezTo>
                  <a:pt x="1034172" y="71243"/>
                  <a:pt x="1040445" y="79184"/>
                  <a:pt x="1040445" y="96093"/>
                </a:cubicBezTo>
                <a:lnTo>
                  <a:pt x="1040445" y="149641"/>
                </a:lnTo>
                <a:cubicBezTo>
                  <a:pt x="1040445" y="165780"/>
                  <a:pt x="1037047" y="170136"/>
                  <a:pt x="1023979" y="171160"/>
                </a:cubicBezTo>
                <a:lnTo>
                  <a:pt x="1023979" y="175003"/>
                </a:lnTo>
                <a:lnTo>
                  <a:pt x="1078342" y="175003"/>
                </a:lnTo>
                <a:lnTo>
                  <a:pt x="1078342" y="171160"/>
                </a:lnTo>
                <a:cubicBezTo>
                  <a:pt x="1065533" y="169881"/>
                  <a:pt x="1062399" y="166804"/>
                  <a:pt x="1062399" y="154254"/>
                </a:cubicBezTo>
                <a:lnTo>
                  <a:pt x="1062399" y="95581"/>
                </a:lnTo>
                <a:cubicBezTo>
                  <a:pt x="1062399" y="71501"/>
                  <a:pt x="1050897" y="57148"/>
                  <a:pt x="1031560" y="57148"/>
                </a:cubicBezTo>
                <a:cubicBezTo>
                  <a:pt x="1019536" y="57148"/>
                  <a:pt x="1011433" y="61508"/>
                  <a:pt x="993663" y="77905"/>
                </a:cubicBezTo>
                <a:lnTo>
                  <a:pt x="993663" y="57665"/>
                </a:lnTo>
                <a:lnTo>
                  <a:pt x="991832" y="57148"/>
                </a:lnTo>
                <a:cubicBezTo>
                  <a:pt x="979027" y="61762"/>
                  <a:pt x="970142" y="64581"/>
                  <a:pt x="955766" y="68682"/>
                </a:cubicBezTo>
                <a:lnTo>
                  <a:pt x="955766" y="73038"/>
                </a:lnTo>
                <a:close/>
                <a:moveTo>
                  <a:pt x="1164585" y="94498"/>
                </a:moveTo>
                <a:lnTo>
                  <a:pt x="1163540" y="59651"/>
                </a:lnTo>
                <a:lnTo>
                  <a:pt x="1160665" y="59651"/>
                </a:lnTo>
                <a:lnTo>
                  <a:pt x="1160142" y="60167"/>
                </a:lnTo>
                <a:cubicBezTo>
                  <a:pt x="1157789" y="61957"/>
                  <a:pt x="1157530" y="62215"/>
                  <a:pt x="1156485" y="62215"/>
                </a:cubicBezTo>
                <a:cubicBezTo>
                  <a:pt x="1154918" y="62215"/>
                  <a:pt x="1152302" y="61703"/>
                  <a:pt x="1149427" y="60421"/>
                </a:cubicBezTo>
                <a:cubicBezTo>
                  <a:pt x="1143676" y="58427"/>
                  <a:pt x="1137930" y="57399"/>
                  <a:pt x="1131134" y="57399"/>
                </a:cubicBezTo>
                <a:cubicBezTo>
                  <a:pt x="1110485" y="57399"/>
                  <a:pt x="1095590" y="70465"/>
                  <a:pt x="1095590" y="88903"/>
                </a:cubicBezTo>
                <a:cubicBezTo>
                  <a:pt x="1095590" y="103240"/>
                  <a:pt x="1103953" y="113484"/>
                  <a:pt x="1126169" y="125776"/>
                </a:cubicBezTo>
                <a:lnTo>
                  <a:pt x="1141327" y="134229"/>
                </a:lnTo>
                <a:cubicBezTo>
                  <a:pt x="1150472" y="139350"/>
                  <a:pt x="1154918" y="145496"/>
                  <a:pt x="1154918" y="153433"/>
                </a:cubicBezTo>
                <a:cubicBezTo>
                  <a:pt x="1154918" y="164701"/>
                  <a:pt x="1146552" y="171871"/>
                  <a:pt x="1133224" y="171871"/>
                </a:cubicBezTo>
                <a:cubicBezTo>
                  <a:pt x="1124339" y="171871"/>
                  <a:pt x="1116235" y="168540"/>
                  <a:pt x="1111270" y="162906"/>
                </a:cubicBezTo>
                <a:cubicBezTo>
                  <a:pt x="1105783" y="156506"/>
                  <a:pt x="1103430" y="150614"/>
                  <a:pt x="1100032" y="136019"/>
                </a:cubicBezTo>
                <a:lnTo>
                  <a:pt x="1095849" y="136019"/>
                </a:lnTo>
                <a:lnTo>
                  <a:pt x="1095849" y="175969"/>
                </a:lnTo>
                <a:lnTo>
                  <a:pt x="1099247" y="175969"/>
                </a:lnTo>
                <a:cubicBezTo>
                  <a:pt x="1101077" y="173408"/>
                  <a:pt x="1102122" y="172896"/>
                  <a:pt x="1105261" y="172896"/>
                </a:cubicBezTo>
                <a:cubicBezTo>
                  <a:pt x="1107613" y="172954"/>
                  <a:pt x="1111270" y="173467"/>
                  <a:pt x="1117280" y="175003"/>
                </a:cubicBezTo>
                <a:cubicBezTo>
                  <a:pt x="1124598" y="176481"/>
                  <a:pt x="1131657" y="177505"/>
                  <a:pt x="1136358" y="177505"/>
                </a:cubicBezTo>
                <a:cubicBezTo>
                  <a:pt x="1156485" y="177505"/>
                  <a:pt x="1173211" y="162652"/>
                  <a:pt x="1173211" y="144726"/>
                </a:cubicBezTo>
                <a:cubicBezTo>
                  <a:pt x="1173211" y="131922"/>
                  <a:pt x="1166938" y="123473"/>
                  <a:pt x="1151257" y="114254"/>
                </a:cubicBezTo>
                <a:lnTo>
                  <a:pt x="1123031" y="97864"/>
                </a:lnTo>
                <a:cubicBezTo>
                  <a:pt x="1115713" y="93767"/>
                  <a:pt x="1111793" y="87367"/>
                  <a:pt x="1111793" y="80450"/>
                </a:cubicBezTo>
                <a:cubicBezTo>
                  <a:pt x="1111793" y="70207"/>
                  <a:pt x="1119896" y="63036"/>
                  <a:pt x="1131916" y="63036"/>
                </a:cubicBezTo>
                <a:cubicBezTo>
                  <a:pt x="1146815" y="63036"/>
                  <a:pt x="1154655" y="71743"/>
                  <a:pt x="1160665" y="94537"/>
                </a:cubicBezTo>
                <a:lnTo>
                  <a:pt x="1164585" y="94498"/>
                </a:lnTo>
                <a:close/>
                <a:moveTo>
                  <a:pt x="1318524" y="87128"/>
                </a:moveTo>
                <a:cubicBezTo>
                  <a:pt x="1329499" y="75344"/>
                  <a:pt x="1337339" y="70985"/>
                  <a:pt x="1347532" y="70985"/>
                </a:cubicBezTo>
                <a:cubicBezTo>
                  <a:pt x="1360600" y="70985"/>
                  <a:pt x="1367133" y="80212"/>
                  <a:pt x="1367133" y="98146"/>
                </a:cubicBezTo>
                <a:lnTo>
                  <a:pt x="1367133" y="148871"/>
                </a:lnTo>
                <a:cubicBezTo>
                  <a:pt x="1367133" y="166292"/>
                  <a:pt x="1364521" y="169623"/>
                  <a:pt x="1349363" y="171160"/>
                </a:cubicBezTo>
                <a:lnTo>
                  <a:pt x="1349363" y="175003"/>
                </a:lnTo>
                <a:lnTo>
                  <a:pt x="1404771" y="175003"/>
                </a:lnTo>
                <a:lnTo>
                  <a:pt x="1404771" y="171160"/>
                </a:lnTo>
                <a:cubicBezTo>
                  <a:pt x="1390657" y="168599"/>
                  <a:pt x="1389086" y="166550"/>
                  <a:pt x="1389086" y="148871"/>
                </a:cubicBezTo>
                <a:lnTo>
                  <a:pt x="1389086" y="97888"/>
                </a:lnTo>
                <a:cubicBezTo>
                  <a:pt x="1389086" y="70985"/>
                  <a:pt x="1378111" y="57148"/>
                  <a:pt x="1356940" y="57148"/>
                </a:cubicBezTo>
                <a:cubicBezTo>
                  <a:pt x="1341522" y="57148"/>
                  <a:pt x="1330544" y="63298"/>
                  <a:pt x="1318524" y="78671"/>
                </a:cubicBezTo>
                <a:lnTo>
                  <a:pt x="1318524" y="782"/>
                </a:lnTo>
                <a:lnTo>
                  <a:pt x="1317216" y="12"/>
                </a:lnTo>
                <a:cubicBezTo>
                  <a:pt x="1308331" y="3085"/>
                  <a:pt x="1301795" y="5137"/>
                  <a:pt x="1287159" y="9235"/>
                </a:cubicBezTo>
                <a:lnTo>
                  <a:pt x="1280104" y="11287"/>
                </a:lnTo>
                <a:lnTo>
                  <a:pt x="1280104" y="15385"/>
                </a:lnTo>
                <a:cubicBezTo>
                  <a:pt x="1281149" y="15131"/>
                  <a:pt x="1281935" y="15131"/>
                  <a:pt x="1283239" y="15131"/>
                </a:cubicBezTo>
                <a:cubicBezTo>
                  <a:pt x="1294477" y="15131"/>
                  <a:pt x="1296570" y="17179"/>
                  <a:pt x="1296570" y="28197"/>
                </a:cubicBezTo>
                <a:lnTo>
                  <a:pt x="1296570" y="148871"/>
                </a:lnTo>
                <a:cubicBezTo>
                  <a:pt x="1296570" y="166804"/>
                  <a:pt x="1294999" y="169111"/>
                  <a:pt x="1279841" y="171160"/>
                </a:cubicBezTo>
                <a:lnTo>
                  <a:pt x="1279841" y="175003"/>
                </a:lnTo>
                <a:lnTo>
                  <a:pt x="1336294" y="175003"/>
                </a:lnTo>
                <a:lnTo>
                  <a:pt x="1336294" y="171160"/>
                </a:lnTo>
                <a:cubicBezTo>
                  <a:pt x="1321136" y="169623"/>
                  <a:pt x="1318524" y="166550"/>
                  <a:pt x="1318524" y="148871"/>
                </a:cubicBezTo>
                <a:lnTo>
                  <a:pt x="1318524" y="87128"/>
                </a:lnTo>
                <a:close/>
                <a:moveTo>
                  <a:pt x="1523682" y="158039"/>
                </a:moveTo>
                <a:cubicBezTo>
                  <a:pt x="1519240" y="161620"/>
                  <a:pt x="1516105" y="162903"/>
                  <a:pt x="1512185" y="162903"/>
                </a:cubicBezTo>
                <a:cubicBezTo>
                  <a:pt x="1506175" y="162903"/>
                  <a:pt x="1504345" y="159317"/>
                  <a:pt x="1504345" y="148053"/>
                </a:cubicBezTo>
                <a:lnTo>
                  <a:pt x="1504345" y="98122"/>
                </a:lnTo>
                <a:cubicBezTo>
                  <a:pt x="1504345" y="84806"/>
                  <a:pt x="1503037" y="77381"/>
                  <a:pt x="1499117" y="71235"/>
                </a:cubicBezTo>
                <a:cubicBezTo>
                  <a:pt x="1493366" y="62020"/>
                  <a:pt x="1482128" y="57148"/>
                  <a:pt x="1466711" y="57148"/>
                </a:cubicBezTo>
                <a:cubicBezTo>
                  <a:pt x="1442141" y="57148"/>
                  <a:pt x="1422804" y="69699"/>
                  <a:pt x="1422804" y="85830"/>
                </a:cubicBezTo>
                <a:cubicBezTo>
                  <a:pt x="1422804" y="91722"/>
                  <a:pt x="1428028" y="96840"/>
                  <a:pt x="1434042" y="96840"/>
                </a:cubicBezTo>
                <a:cubicBezTo>
                  <a:pt x="1440311" y="96840"/>
                  <a:pt x="1445802" y="91722"/>
                  <a:pt x="1445802" y="86088"/>
                </a:cubicBezTo>
                <a:cubicBezTo>
                  <a:pt x="1445802" y="85064"/>
                  <a:pt x="1445539" y="83781"/>
                  <a:pt x="1445280" y="81991"/>
                </a:cubicBezTo>
                <a:cubicBezTo>
                  <a:pt x="1444757" y="79688"/>
                  <a:pt x="1444494" y="77639"/>
                  <a:pt x="1444494" y="75845"/>
                </a:cubicBezTo>
                <a:cubicBezTo>
                  <a:pt x="1444494" y="68932"/>
                  <a:pt x="1452857" y="63298"/>
                  <a:pt x="1463313" y="63298"/>
                </a:cubicBezTo>
                <a:cubicBezTo>
                  <a:pt x="1476118" y="63298"/>
                  <a:pt x="1483173" y="70723"/>
                  <a:pt x="1483173" y="84552"/>
                </a:cubicBezTo>
                <a:lnTo>
                  <a:pt x="1483173" y="100171"/>
                </a:lnTo>
                <a:cubicBezTo>
                  <a:pt x="1442927" y="116045"/>
                  <a:pt x="1438484" y="118093"/>
                  <a:pt x="1427246" y="127825"/>
                </a:cubicBezTo>
                <a:cubicBezTo>
                  <a:pt x="1421496" y="132946"/>
                  <a:pt x="1417835" y="141649"/>
                  <a:pt x="1417835" y="150098"/>
                </a:cubicBezTo>
                <a:cubicBezTo>
                  <a:pt x="1417835" y="166234"/>
                  <a:pt x="1429336" y="177505"/>
                  <a:pt x="1445280" y="177505"/>
                </a:cubicBezTo>
                <a:cubicBezTo>
                  <a:pt x="1456777" y="177505"/>
                  <a:pt x="1467493" y="172126"/>
                  <a:pt x="1483436" y="158801"/>
                </a:cubicBezTo>
                <a:cubicBezTo>
                  <a:pt x="1484744" y="172126"/>
                  <a:pt x="1489446" y="177505"/>
                  <a:pt x="1500162" y="177505"/>
                </a:cubicBezTo>
                <a:cubicBezTo>
                  <a:pt x="1509047" y="177505"/>
                  <a:pt x="1514538" y="174432"/>
                  <a:pt x="1523682" y="164697"/>
                </a:cubicBezTo>
                <a:lnTo>
                  <a:pt x="1523682" y="158039"/>
                </a:lnTo>
                <a:moveTo>
                  <a:pt x="1483173" y="143428"/>
                </a:moveTo>
                <a:cubicBezTo>
                  <a:pt x="1483173" y="151373"/>
                  <a:pt x="1481869" y="153680"/>
                  <a:pt x="1476378" y="156753"/>
                </a:cubicBezTo>
                <a:cubicBezTo>
                  <a:pt x="1470109" y="160342"/>
                  <a:pt x="1462791" y="162645"/>
                  <a:pt x="1457299" y="162645"/>
                </a:cubicBezTo>
                <a:cubicBezTo>
                  <a:pt x="1448155" y="162645"/>
                  <a:pt x="1440837" y="153934"/>
                  <a:pt x="1440837" y="142916"/>
                </a:cubicBezTo>
                <a:lnTo>
                  <a:pt x="1440837" y="141892"/>
                </a:lnTo>
                <a:cubicBezTo>
                  <a:pt x="1440837" y="126773"/>
                  <a:pt x="1451549" y="117550"/>
                  <a:pt x="1483173" y="106274"/>
                </a:cubicBezTo>
                <a:lnTo>
                  <a:pt x="1483173" y="143428"/>
                </a:lnTo>
                <a:close/>
                <a:moveTo>
                  <a:pt x="1643644" y="59651"/>
                </a:moveTo>
                <a:lnTo>
                  <a:pt x="1607318" y="59651"/>
                </a:lnTo>
                <a:lnTo>
                  <a:pt x="1607318" y="63498"/>
                </a:lnTo>
                <a:cubicBezTo>
                  <a:pt x="1615681" y="64264"/>
                  <a:pt x="1619601" y="66825"/>
                  <a:pt x="1619601" y="71693"/>
                </a:cubicBezTo>
                <a:cubicBezTo>
                  <a:pt x="1619601" y="74253"/>
                  <a:pt x="1619079" y="76814"/>
                  <a:pt x="1618034" y="79379"/>
                </a:cubicBezTo>
                <a:lnTo>
                  <a:pt x="1592160" y="145719"/>
                </a:lnTo>
                <a:lnTo>
                  <a:pt x="1565501" y="80145"/>
                </a:lnTo>
                <a:cubicBezTo>
                  <a:pt x="1563934" y="76560"/>
                  <a:pt x="1563148" y="72975"/>
                  <a:pt x="1563148" y="70668"/>
                </a:cubicBezTo>
                <a:cubicBezTo>
                  <a:pt x="1563148" y="66059"/>
                  <a:pt x="1566023" y="64264"/>
                  <a:pt x="1575172" y="63498"/>
                </a:cubicBezTo>
                <a:lnTo>
                  <a:pt x="1575172" y="59651"/>
                </a:lnTo>
                <a:lnTo>
                  <a:pt x="1523947" y="59651"/>
                </a:lnTo>
                <a:lnTo>
                  <a:pt x="1523947" y="63498"/>
                </a:lnTo>
                <a:cubicBezTo>
                  <a:pt x="1533877" y="64010"/>
                  <a:pt x="1535707" y="66571"/>
                  <a:pt x="1547727" y="92954"/>
                </a:cubicBezTo>
                <a:lnTo>
                  <a:pt x="1579092" y="166468"/>
                </a:lnTo>
                <a:cubicBezTo>
                  <a:pt x="1579614" y="168005"/>
                  <a:pt x="1580396" y="169799"/>
                  <a:pt x="1581181" y="171848"/>
                </a:cubicBezTo>
                <a:cubicBezTo>
                  <a:pt x="1582749" y="176458"/>
                  <a:pt x="1584320" y="178506"/>
                  <a:pt x="1585887" y="178506"/>
                </a:cubicBezTo>
                <a:cubicBezTo>
                  <a:pt x="1587454" y="178506"/>
                  <a:pt x="1589285" y="175179"/>
                  <a:pt x="1593205" y="165698"/>
                </a:cubicBezTo>
                <a:lnTo>
                  <a:pt x="1626656" y="83477"/>
                </a:lnTo>
                <a:cubicBezTo>
                  <a:pt x="1634237" y="66059"/>
                  <a:pt x="1635804" y="64264"/>
                  <a:pt x="1643644" y="63498"/>
                </a:cubicBezTo>
                <a:lnTo>
                  <a:pt x="1643644" y="59651"/>
                </a:lnTo>
                <a:close/>
                <a:moveTo>
                  <a:pt x="1752628" y="132911"/>
                </a:moveTo>
                <a:cubicBezTo>
                  <a:pt x="1740086" y="152393"/>
                  <a:pt x="1728844" y="159830"/>
                  <a:pt x="1712118" y="159830"/>
                </a:cubicBezTo>
                <a:cubicBezTo>
                  <a:pt x="1697224" y="159830"/>
                  <a:pt x="1685986" y="152393"/>
                  <a:pt x="1678405" y="137783"/>
                </a:cubicBezTo>
                <a:cubicBezTo>
                  <a:pt x="1673699" y="128040"/>
                  <a:pt x="1671872" y="119579"/>
                  <a:pt x="1671350" y="103940"/>
                </a:cubicBezTo>
                <a:lnTo>
                  <a:pt x="1751846" y="103940"/>
                </a:lnTo>
                <a:cubicBezTo>
                  <a:pt x="1749752" y="87316"/>
                  <a:pt x="1747140" y="79911"/>
                  <a:pt x="1740608" y="71740"/>
                </a:cubicBezTo>
                <a:cubicBezTo>
                  <a:pt x="1732764" y="62532"/>
                  <a:pt x="1720744" y="57148"/>
                  <a:pt x="1707153" y="57148"/>
                </a:cubicBezTo>
                <a:cubicBezTo>
                  <a:pt x="1694085" y="57148"/>
                  <a:pt x="1681802" y="61762"/>
                  <a:pt x="1671872" y="70461"/>
                </a:cubicBezTo>
                <a:cubicBezTo>
                  <a:pt x="1659586" y="80931"/>
                  <a:pt x="1652531" y="99072"/>
                  <a:pt x="1652531" y="120091"/>
                </a:cubicBezTo>
                <a:cubicBezTo>
                  <a:pt x="1652531" y="155470"/>
                  <a:pt x="1671350" y="177505"/>
                  <a:pt x="1701403" y="177505"/>
                </a:cubicBezTo>
                <a:cubicBezTo>
                  <a:pt x="1726232" y="177505"/>
                  <a:pt x="1745832" y="162390"/>
                  <a:pt x="1756811" y="134706"/>
                </a:cubicBezTo>
                <a:lnTo>
                  <a:pt x="1752628" y="132911"/>
                </a:lnTo>
                <a:moveTo>
                  <a:pt x="1671872" y="95741"/>
                </a:moveTo>
                <a:cubicBezTo>
                  <a:pt x="1674744" y="75825"/>
                  <a:pt x="1683633" y="66375"/>
                  <a:pt x="1699572" y="66375"/>
                </a:cubicBezTo>
                <a:cubicBezTo>
                  <a:pt x="1715516" y="66375"/>
                  <a:pt x="1721789" y="73526"/>
                  <a:pt x="1725187" y="95741"/>
                </a:cubicBezTo>
                <a:lnTo>
                  <a:pt x="1671872" y="95741"/>
                </a:lnTo>
                <a:close/>
                <a:moveTo>
                  <a:pt x="1970856" y="158039"/>
                </a:moveTo>
                <a:cubicBezTo>
                  <a:pt x="1966414" y="161620"/>
                  <a:pt x="1963279" y="162903"/>
                  <a:pt x="1959359" y="162903"/>
                </a:cubicBezTo>
                <a:cubicBezTo>
                  <a:pt x="1953349" y="162903"/>
                  <a:pt x="1951519" y="159317"/>
                  <a:pt x="1951519" y="148053"/>
                </a:cubicBezTo>
                <a:lnTo>
                  <a:pt x="1951519" y="98122"/>
                </a:lnTo>
                <a:cubicBezTo>
                  <a:pt x="1951519" y="84806"/>
                  <a:pt x="1950211" y="77381"/>
                  <a:pt x="1946291" y="71235"/>
                </a:cubicBezTo>
                <a:cubicBezTo>
                  <a:pt x="1940540" y="62020"/>
                  <a:pt x="1929302" y="57148"/>
                  <a:pt x="1913885" y="57148"/>
                </a:cubicBezTo>
                <a:cubicBezTo>
                  <a:pt x="1889315" y="57148"/>
                  <a:pt x="1869978" y="69699"/>
                  <a:pt x="1869978" y="85830"/>
                </a:cubicBezTo>
                <a:cubicBezTo>
                  <a:pt x="1869978" y="91722"/>
                  <a:pt x="1875202" y="96840"/>
                  <a:pt x="1881216" y="96840"/>
                </a:cubicBezTo>
                <a:cubicBezTo>
                  <a:pt x="1887485" y="96840"/>
                  <a:pt x="1892976" y="91722"/>
                  <a:pt x="1892976" y="86088"/>
                </a:cubicBezTo>
                <a:cubicBezTo>
                  <a:pt x="1892976" y="85064"/>
                  <a:pt x="1892713" y="83781"/>
                  <a:pt x="1892454" y="81991"/>
                </a:cubicBezTo>
                <a:cubicBezTo>
                  <a:pt x="1891931" y="79688"/>
                  <a:pt x="1891668" y="77639"/>
                  <a:pt x="1891668" y="75845"/>
                </a:cubicBezTo>
                <a:cubicBezTo>
                  <a:pt x="1891668" y="68932"/>
                  <a:pt x="1900031" y="63298"/>
                  <a:pt x="1910487" y="63298"/>
                </a:cubicBezTo>
                <a:cubicBezTo>
                  <a:pt x="1923292" y="63298"/>
                  <a:pt x="1930347" y="70723"/>
                  <a:pt x="1930347" y="84552"/>
                </a:cubicBezTo>
                <a:lnTo>
                  <a:pt x="1930347" y="100171"/>
                </a:lnTo>
                <a:cubicBezTo>
                  <a:pt x="1890101" y="116045"/>
                  <a:pt x="1885658" y="118093"/>
                  <a:pt x="1874420" y="127825"/>
                </a:cubicBezTo>
                <a:cubicBezTo>
                  <a:pt x="1868670" y="132946"/>
                  <a:pt x="1865009" y="141649"/>
                  <a:pt x="1865009" y="150098"/>
                </a:cubicBezTo>
                <a:cubicBezTo>
                  <a:pt x="1865009" y="166234"/>
                  <a:pt x="1876510" y="177505"/>
                  <a:pt x="1892454" y="177505"/>
                </a:cubicBezTo>
                <a:cubicBezTo>
                  <a:pt x="1903951" y="177505"/>
                  <a:pt x="1914666" y="172126"/>
                  <a:pt x="1930610" y="158801"/>
                </a:cubicBezTo>
                <a:cubicBezTo>
                  <a:pt x="1931918" y="172126"/>
                  <a:pt x="1936620" y="177505"/>
                  <a:pt x="1947335" y="177505"/>
                </a:cubicBezTo>
                <a:cubicBezTo>
                  <a:pt x="1956220" y="177505"/>
                  <a:pt x="1961712" y="174432"/>
                  <a:pt x="1970856" y="164697"/>
                </a:cubicBezTo>
                <a:lnTo>
                  <a:pt x="1970856" y="158039"/>
                </a:lnTo>
                <a:moveTo>
                  <a:pt x="1930347" y="143428"/>
                </a:moveTo>
                <a:cubicBezTo>
                  <a:pt x="1930347" y="151373"/>
                  <a:pt x="1929043" y="153680"/>
                  <a:pt x="1923551" y="156753"/>
                </a:cubicBezTo>
                <a:cubicBezTo>
                  <a:pt x="1917282" y="160342"/>
                  <a:pt x="1909965" y="162645"/>
                  <a:pt x="1904473" y="162645"/>
                </a:cubicBezTo>
                <a:cubicBezTo>
                  <a:pt x="1895329" y="162645"/>
                  <a:pt x="1888011" y="153934"/>
                  <a:pt x="1888011" y="142916"/>
                </a:cubicBezTo>
                <a:lnTo>
                  <a:pt x="1888011" y="141892"/>
                </a:lnTo>
                <a:cubicBezTo>
                  <a:pt x="1888011" y="126773"/>
                  <a:pt x="1898723" y="117550"/>
                  <a:pt x="1930347" y="106274"/>
                </a:cubicBezTo>
                <a:lnTo>
                  <a:pt x="1930347" y="143428"/>
                </a:lnTo>
                <a:close/>
                <a:moveTo>
                  <a:pt x="1976347" y="15373"/>
                </a:moveTo>
                <a:lnTo>
                  <a:pt x="1977915" y="15373"/>
                </a:lnTo>
                <a:cubicBezTo>
                  <a:pt x="1980790" y="15119"/>
                  <a:pt x="1983925" y="14861"/>
                  <a:pt x="1986018" y="14861"/>
                </a:cubicBezTo>
                <a:cubicBezTo>
                  <a:pt x="1994381" y="14861"/>
                  <a:pt x="1996993" y="18450"/>
                  <a:pt x="1996993" y="30492"/>
                </a:cubicBezTo>
                <a:lnTo>
                  <a:pt x="1996993" y="152714"/>
                </a:lnTo>
                <a:cubicBezTo>
                  <a:pt x="1996993" y="166550"/>
                  <a:pt x="1993336" y="169881"/>
                  <a:pt x="1976870" y="171160"/>
                </a:cubicBezTo>
                <a:lnTo>
                  <a:pt x="1976870" y="175003"/>
                </a:lnTo>
                <a:lnTo>
                  <a:pt x="2038547" y="175003"/>
                </a:lnTo>
                <a:lnTo>
                  <a:pt x="2038547" y="171160"/>
                </a:lnTo>
                <a:cubicBezTo>
                  <a:pt x="2022085" y="170136"/>
                  <a:pt x="2018946" y="167575"/>
                  <a:pt x="2018946" y="153480"/>
                </a:cubicBezTo>
                <a:lnTo>
                  <a:pt x="2018946" y="512"/>
                </a:lnTo>
                <a:lnTo>
                  <a:pt x="2017902" y="0"/>
                </a:lnTo>
                <a:cubicBezTo>
                  <a:pt x="2004311" y="4355"/>
                  <a:pt x="1994381" y="6920"/>
                  <a:pt x="1976347" y="11276"/>
                </a:cubicBezTo>
                <a:lnTo>
                  <a:pt x="1976347" y="15373"/>
                </a:lnTo>
                <a:close/>
                <a:moveTo>
                  <a:pt x="2049003" y="73038"/>
                </a:moveTo>
                <a:cubicBezTo>
                  <a:pt x="2052401" y="72267"/>
                  <a:pt x="2054491" y="72013"/>
                  <a:pt x="2057366" y="72013"/>
                </a:cubicBezTo>
                <a:cubicBezTo>
                  <a:pt x="2064161" y="72013"/>
                  <a:pt x="2066514" y="76111"/>
                  <a:pt x="2066514" y="88407"/>
                </a:cubicBezTo>
                <a:lnTo>
                  <a:pt x="2066514" y="153226"/>
                </a:lnTo>
                <a:cubicBezTo>
                  <a:pt x="2066514" y="167063"/>
                  <a:pt x="2062853" y="170906"/>
                  <a:pt x="2048218" y="171160"/>
                </a:cubicBezTo>
                <a:lnTo>
                  <a:pt x="2048218" y="175003"/>
                </a:lnTo>
                <a:lnTo>
                  <a:pt x="2106238" y="175003"/>
                </a:lnTo>
                <a:lnTo>
                  <a:pt x="2106238" y="171160"/>
                </a:lnTo>
                <a:cubicBezTo>
                  <a:pt x="2092388" y="170648"/>
                  <a:pt x="2088468" y="167833"/>
                  <a:pt x="2088468" y="157839"/>
                </a:cubicBezTo>
                <a:lnTo>
                  <a:pt x="2088468" y="85592"/>
                </a:lnTo>
                <a:cubicBezTo>
                  <a:pt x="2088468" y="85080"/>
                  <a:pt x="2090557" y="82515"/>
                  <a:pt x="2092388" y="80724"/>
                </a:cubicBezTo>
                <a:cubicBezTo>
                  <a:pt x="2098920" y="74828"/>
                  <a:pt x="2110158" y="70473"/>
                  <a:pt x="2119306" y="70473"/>
                </a:cubicBezTo>
                <a:cubicBezTo>
                  <a:pt x="2130803" y="70473"/>
                  <a:pt x="2136554" y="79442"/>
                  <a:pt x="2136554" y="97376"/>
                </a:cubicBezTo>
                <a:lnTo>
                  <a:pt x="2136554" y="152972"/>
                </a:lnTo>
                <a:cubicBezTo>
                  <a:pt x="2136554" y="167321"/>
                  <a:pt x="2133679" y="170136"/>
                  <a:pt x="2118784" y="171160"/>
                </a:cubicBezTo>
                <a:lnTo>
                  <a:pt x="2118784" y="175003"/>
                </a:lnTo>
                <a:lnTo>
                  <a:pt x="2177326" y="175003"/>
                </a:lnTo>
                <a:lnTo>
                  <a:pt x="2177326" y="171160"/>
                </a:lnTo>
                <a:cubicBezTo>
                  <a:pt x="2162428" y="170906"/>
                  <a:pt x="2158507" y="166550"/>
                  <a:pt x="2158507" y="150665"/>
                </a:cubicBezTo>
                <a:lnTo>
                  <a:pt x="2158507" y="86104"/>
                </a:lnTo>
                <a:cubicBezTo>
                  <a:pt x="2166348" y="75086"/>
                  <a:pt x="2174974" y="70473"/>
                  <a:pt x="2186997" y="70473"/>
                </a:cubicBezTo>
                <a:cubicBezTo>
                  <a:pt x="2201892" y="70473"/>
                  <a:pt x="2206598" y="77393"/>
                  <a:pt x="2206598" y="98658"/>
                </a:cubicBezTo>
                <a:lnTo>
                  <a:pt x="2206598" y="152714"/>
                </a:lnTo>
                <a:cubicBezTo>
                  <a:pt x="2206598" y="167321"/>
                  <a:pt x="2204508" y="169369"/>
                  <a:pt x="2189350" y="171160"/>
                </a:cubicBezTo>
                <a:lnTo>
                  <a:pt x="2189350" y="175003"/>
                </a:lnTo>
                <a:lnTo>
                  <a:pt x="2246585" y="175003"/>
                </a:lnTo>
                <a:lnTo>
                  <a:pt x="2246585" y="171160"/>
                </a:lnTo>
                <a:lnTo>
                  <a:pt x="2239789" y="170648"/>
                </a:lnTo>
                <a:cubicBezTo>
                  <a:pt x="2231949" y="170136"/>
                  <a:pt x="2228551" y="165526"/>
                  <a:pt x="2228551" y="155533"/>
                </a:cubicBezTo>
                <a:lnTo>
                  <a:pt x="2228551" y="102755"/>
                </a:lnTo>
                <a:cubicBezTo>
                  <a:pt x="2228551" y="72525"/>
                  <a:pt x="2218358" y="57148"/>
                  <a:pt x="2198235" y="57148"/>
                </a:cubicBezTo>
                <a:cubicBezTo>
                  <a:pt x="2183077" y="57148"/>
                  <a:pt x="2169745" y="63811"/>
                  <a:pt x="2155632" y="78671"/>
                </a:cubicBezTo>
                <a:cubicBezTo>
                  <a:pt x="2150930" y="64069"/>
                  <a:pt x="2142045" y="57148"/>
                  <a:pt x="2127932" y="57148"/>
                </a:cubicBezTo>
                <a:cubicBezTo>
                  <a:pt x="2116431" y="57148"/>
                  <a:pt x="2109113" y="60738"/>
                  <a:pt x="2087419" y="76881"/>
                </a:cubicBezTo>
                <a:lnTo>
                  <a:pt x="2087419" y="57665"/>
                </a:lnTo>
                <a:lnTo>
                  <a:pt x="2085592" y="57148"/>
                </a:lnTo>
                <a:cubicBezTo>
                  <a:pt x="2072261" y="62020"/>
                  <a:pt x="2063376" y="64839"/>
                  <a:pt x="2049003" y="68682"/>
                </a:cubicBezTo>
                <a:lnTo>
                  <a:pt x="2049003" y="73038"/>
                </a:lnTo>
                <a:close/>
                <a:moveTo>
                  <a:pt x="2312708" y="57148"/>
                </a:moveTo>
                <a:cubicBezTo>
                  <a:pt x="2278731" y="57148"/>
                  <a:pt x="2254947" y="81737"/>
                  <a:pt x="2254947" y="117073"/>
                </a:cubicBezTo>
                <a:cubicBezTo>
                  <a:pt x="2254947" y="151639"/>
                  <a:pt x="2279254" y="177505"/>
                  <a:pt x="2312182" y="177505"/>
                </a:cubicBezTo>
                <a:cubicBezTo>
                  <a:pt x="2345114" y="177505"/>
                  <a:pt x="2370202" y="150360"/>
                  <a:pt x="2370202" y="115024"/>
                </a:cubicBezTo>
                <a:cubicBezTo>
                  <a:pt x="2370202" y="81479"/>
                  <a:pt x="2346159" y="57148"/>
                  <a:pt x="2312708" y="57148"/>
                </a:cubicBezTo>
                <a:moveTo>
                  <a:pt x="2309310" y="64327"/>
                </a:moveTo>
                <a:cubicBezTo>
                  <a:pt x="2331264" y="64327"/>
                  <a:pt x="2346681" y="88907"/>
                  <a:pt x="2346681" y="123985"/>
                </a:cubicBezTo>
                <a:cubicBezTo>
                  <a:pt x="2346681" y="152921"/>
                  <a:pt x="2334921" y="170331"/>
                  <a:pt x="2315320" y="170331"/>
                </a:cubicBezTo>
                <a:cubicBezTo>
                  <a:pt x="2305127" y="170331"/>
                  <a:pt x="2295456" y="164189"/>
                  <a:pt x="2289969" y="153945"/>
                </a:cubicBezTo>
                <a:cubicBezTo>
                  <a:pt x="2282651" y="140629"/>
                  <a:pt x="2278468" y="122707"/>
                  <a:pt x="2278468" y="104526"/>
                </a:cubicBezTo>
                <a:cubicBezTo>
                  <a:pt x="2278468" y="80200"/>
                  <a:pt x="2290751" y="64327"/>
                  <a:pt x="2309310" y="64327"/>
                </a:cubicBezTo>
                <a:close/>
                <a:moveTo>
                  <a:pt x="2460369" y="94498"/>
                </a:moveTo>
                <a:lnTo>
                  <a:pt x="2459324" y="59651"/>
                </a:lnTo>
                <a:lnTo>
                  <a:pt x="2456449" y="59651"/>
                </a:lnTo>
                <a:lnTo>
                  <a:pt x="2455926" y="60167"/>
                </a:lnTo>
                <a:cubicBezTo>
                  <a:pt x="2453573" y="61957"/>
                  <a:pt x="2453314" y="62215"/>
                  <a:pt x="2452269" y="62215"/>
                </a:cubicBezTo>
                <a:cubicBezTo>
                  <a:pt x="2450702" y="62215"/>
                  <a:pt x="2448086" y="61703"/>
                  <a:pt x="2445211" y="60421"/>
                </a:cubicBezTo>
                <a:cubicBezTo>
                  <a:pt x="2439460" y="58427"/>
                  <a:pt x="2433714" y="57399"/>
                  <a:pt x="2426918" y="57399"/>
                </a:cubicBezTo>
                <a:cubicBezTo>
                  <a:pt x="2406269" y="57399"/>
                  <a:pt x="2391374" y="70465"/>
                  <a:pt x="2391374" y="88903"/>
                </a:cubicBezTo>
                <a:cubicBezTo>
                  <a:pt x="2391374" y="103240"/>
                  <a:pt x="2399736" y="113484"/>
                  <a:pt x="2421953" y="125776"/>
                </a:cubicBezTo>
                <a:lnTo>
                  <a:pt x="2437111" y="134229"/>
                </a:lnTo>
                <a:cubicBezTo>
                  <a:pt x="2446256" y="139350"/>
                  <a:pt x="2450702" y="145496"/>
                  <a:pt x="2450702" y="153433"/>
                </a:cubicBezTo>
                <a:cubicBezTo>
                  <a:pt x="2450702" y="164701"/>
                  <a:pt x="2442335" y="171871"/>
                  <a:pt x="2429008" y="171871"/>
                </a:cubicBezTo>
                <a:cubicBezTo>
                  <a:pt x="2420123" y="171871"/>
                  <a:pt x="2412019" y="168540"/>
                  <a:pt x="2407054" y="162906"/>
                </a:cubicBezTo>
                <a:cubicBezTo>
                  <a:pt x="2401567" y="156506"/>
                  <a:pt x="2399214" y="150614"/>
                  <a:pt x="2395816" y="136019"/>
                </a:cubicBezTo>
                <a:lnTo>
                  <a:pt x="2391633" y="136019"/>
                </a:lnTo>
                <a:lnTo>
                  <a:pt x="2391633" y="175969"/>
                </a:lnTo>
                <a:lnTo>
                  <a:pt x="2395031" y="175969"/>
                </a:lnTo>
                <a:cubicBezTo>
                  <a:pt x="2396861" y="173408"/>
                  <a:pt x="2397906" y="172896"/>
                  <a:pt x="2401045" y="172896"/>
                </a:cubicBezTo>
                <a:cubicBezTo>
                  <a:pt x="2403397" y="172954"/>
                  <a:pt x="2407054" y="173467"/>
                  <a:pt x="2413064" y="175003"/>
                </a:cubicBezTo>
                <a:cubicBezTo>
                  <a:pt x="2420382" y="176481"/>
                  <a:pt x="2427441" y="177505"/>
                  <a:pt x="2432142" y="177505"/>
                </a:cubicBezTo>
                <a:cubicBezTo>
                  <a:pt x="2452269" y="177505"/>
                  <a:pt x="2468995" y="162652"/>
                  <a:pt x="2468995" y="144726"/>
                </a:cubicBezTo>
                <a:cubicBezTo>
                  <a:pt x="2468995" y="131922"/>
                  <a:pt x="2462722" y="123473"/>
                  <a:pt x="2447041" y="114254"/>
                </a:cubicBezTo>
                <a:lnTo>
                  <a:pt x="2418815" y="97864"/>
                </a:lnTo>
                <a:cubicBezTo>
                  <a:pt x="2411497" y="93767"/>
                  <a:pt x="2407577" y="87367"/>
                  <a:pt x="2407577" y="80450"/>
                </a:cubicBezTo>
                <a:cubicBezTo>
                  <a:pt x="2407577" y="70207"/>
                  <a:pt x="2415680" y="63036"/>
                  <a:pt x="2427700" y="63036"/>
                </a:cubicBezTo>
                <a:cubicBezTo>
                  <a:pt x="2442599" y="63036"/>
                  <a:pt x="2450439" y="71743"/>
                  <a:pt x="2456449" y="94537"/>
                </a:cubicBezTo>
                <a:lnTo>
                  <a:pt x="2460369" y="94498"/>
                </a:lnTo>
                <a:close/>
                <a:moveTo>
                  <a:pt x="2546354" y="59651"/>
                </a:moveTo>
                <a:lnTo>
                  <a:pt x="2519958" y="59651"/>
                </a:lnTo>
                <a:lnTo>
                  <a:pt x="2519958" y="29929"/>
                </a:lnTo>
                <a:cubicBezTo>
                  <a:pt x="2519958" y="27368"/>
                  <a:pt x="2519699" y="26598"/>
                  <a:pt x="2518128" y="26598"/>
                </a:cubicBezTo>
                <a:cubicBezTo>
                  <a:pt x="2516302" y="28905"/>
                  <a:pt x="2514730" y="31211"/>
                  <a:pt x="2512904" y="33772"/>
                </a:cubicBezTo>
                <a:cubicBezTo>
                  <a:pt x="2502970" y="47867"/>
                  <a:pt x="2491732" y="60167"/>
                  <a:pt x="2487553" y="61191"/>
                </a:cubicBezTo>
                <a:cubicBezTo>
                  <a:pt x="2484677" y="62982"/>
                  <a:pt x="2483106" y="64776"/>
                  <a:pt x="2483106" y="66059"/>
                </a:cubicBezTo>
                <a:cubicBezTo>
                  <a:pt x="2483106" y="66829"/>
                  <a:pt x="2483369" y="67341"/>
                  <a:pt x="2484155" y="67853"/>
                </a:cubicBezTo>
                <a:lnTo>
                  <a:pt x="2498005" y="67853"/>
                </a:lnTo>
                <a:lnTo>
                  <a:pt x="2498005" y="144969"/>
                </a:lnTo>
                <a:cubicBezTo>
                  <a:pt x="2498005" y="166488"/>
                  <a:pt x="2505845" y="177505"/>
                  <a:pt x="2521266" y="177505"/>
                </a:cubicBezTo>
                <a:cubicBezTo>
                  <a:pt x="2534072" y="177505"/>
                  <a:pt x="2544002" y="171359"/>
                  <a:pt x="2552627" y="158035"/>
                </a:cubicBezTo>
                <a:lnTo>
                  <a:pt x="2549230" y="155216"/>
                </a:lnTo>
                <a:cubicBezTo>
                  <a:pt x="2543742" y="161620"/>
                  <a:pt x="2539300" y="164185"/>
                  <a:pt x="2533549" y="164185"/>
                </a:cubicBezTo>
                <a:cubicBezTo>
                  <a:pt x="2523879" y="164185"/>
                  <a:pt x="2519958" y="157265"/>
                  <a:pt x="2519958" y="141125"/>
                </a:cubicBezTo>
                <a:lnTo>
                  <a:pt x="2519958" y="67853"/>
                </a:lnTo>
                <a:lnTo>
                  <a:pt x="2546354" y="67853"/>
                </a:lnTo>
                <a:lnTo>
                  <a:pt x="2546354" y="59651"/>
                </a:lnTo>
                <a:close/>
                <a:moveTo>
                  <a:pt x="2752561" y="132911"/>
                </a:moveTo>
                <a:cubicBezTo>
                  <a:pt x="2740019" y="152393"/>
                  <a:pt x="2728777" y="159830"/>
                  <a:pt x="2712052" y="159830"/>
                </a:cubicBezTo>
                <a:cubicBezTo>
                  <a:pt x="2697157" y="159830"/>
                  <a:pt x="2685919" y="152393"/>
                  <a:pt x="2678338" y="137783"/>
                </a:cubicBezTo>
                <a:cubicBezTo>
                  <a:pt x="2673632" y="128040"/>
                  <a:pt x="2671806" y="119579"/>
                  <a:pt x="2671283" y="103940"/>
                </a:cubicBezTo>
                <a:lnTo>
                  <a:pt x="2751780" y="103940"/>
                </a:lnTo>
                <a:cubicBezTo>
                  <a:pt x="2749686" y="87316"/>
                  <a:pt x="2747074" y="79911"/>
                  <a:pt x="2740542" y="71740"/>
                </a:cubicBezTo>
                <a:cubicBezTo>
                  <a:pt x="2732697" y="62532"/>
                  <a:pt x="2720678" y="57148"/>
                  <a:pt x="2707087" y="57148"/>
                </a:cubicBezTo>
                <a:cubicBezTo>
                  <a:pt x="2694019" y="57148"/>
                  <a:pt x="2681736" y="61762"/>
                  <a:pt x="2671806" y="70461"/>
                </a:cubicBezTo>
                <a:cubicBezTo>
                  <a:pt x="2659519" y="80931"/>
                  <a:pt x="2652464" y="99072"/>
                  <a:pt x="2652464" y="120091"/>
                </a:cubicBezTo>
                <a:cubicBezTo>
                  <a:pt x="2652464" y="155470"/>
                  <a:pt x="2671283" y="177505"/>
                  <a:pt x="2701336" y="177505"/>
                </a:cubicBezTo>
                <a:cubicBezTo>
                  <a:pt x="2726165" y="177505"/>
                  <a:pt x="2745766" y="162390"/>
                  <a:pt x="2756745" y="134706"/>
                </a:cubicBezTo>
                <a:lnTo>
                  <a:pt x="2752561" y="132911"/>
                </a:lnTo>
                <a:moveTo>
                  <a:pt x="2671806" y="95741"/>
                </a:moveTo>
                <a:cubicBezTo>
                  <a:pt x="2674677" y="75825"/>
                  <a:pt x="2683566" y="66375"/>
                  <a:pt x="2699506" y="66375"/>
                </a:cubicBezTo>
                <a:cubicBezTo>
                  <a:pt x="2715450" y="66375"/>
                  <a:pt x="2721723" y="73526"/>
                  <a:pt x="2725120" y="95741"/>
                </a:cubicBezTo>
                <a:lnTo>
                  <a:pt x="2671806" y="95741"/>
                </a:lnTo>
                <a:close/>
                <a:moveTo>
                  <a:pt x="2856059" y="66121"/>
                </a:moveTo>
                <a:cubicBezTo>
                  <a:pt x="2844036" y="59205"/>
                  <a:pt x="2836196" y="56898"/>
                  <a:pt x="2826003" y="56898"/>
                </a:cubicBezTo>
                <a:cubicBezTo>
                  <a:pt x="2793333" y="56898"/>
                  <a:pt x="2768242" y="85580"/>
                  <a:pt x="2768242" y="122449"/>
                </a:cubicBezTo>
                <a:cubicBezTo>
                  <a:pt x="2768242" y="154708"/>
                  <a:pt x="2785493" y="177505"/>
                  <a:pt x="2810059" y="177505"/>
                </a:cubicBezTo>
                <a:cubicBezTo>
                  <a:pt x="2825217" y="177505"/>
                  <a:pt x="2839593" y="170847"/>
                  <a:pt x="2851091" y="158547"/>
                </a:cubicBezTo>
                <a:lnTo>
                  <a:pt x="2851091" y="206723"/>
                </a:lnTo>
                <a:cubicBezTo>
                  <a:pt x="2851091" y="221071"/>
                  <a:pt x="2846389" y="224919"/>
                  <a:pt x="2827833" y="226197"/>
                </a:cubicBezTo>
                <a:lnTo>
                  <a:pt x="2827833" y="230553"/>
                </a:lnTo>
                <a:lnTo>
                  <a:pt x="2889510" y="230553"/>
                </a:lnTo>
                <a:lnTo>
                  <a:pt x="2889510" y="226967"/>
                </a:lnTo>
                <a:cubicBezTo>
                  <a:pt x="2875138" y="223890"/>
                  <a:pt x="2873044" y="221842"/>
                  <a:pt x="2873044" y="211078"/>
                </a:cubicBezTo>
                <a:lnTo>
                  <a:pt x="2873044" y="57926"/>
                </a:lnTo>
                <a:lnTo>
                  <a:pt x="2870169" y="57926"/>
                </a:lnTo>
                <a:lnTo>
                  <a:pt x="2856059" y="66121"/>
                </a:lnTo>
                <a:moveTo>
                  <a:pt x="2851091" y="142420"/>
                </a:moveTo>
                <a:cubicBezTo>
                  <a:pt x="2851091" y="148566"/>
                  <a:pt x="2850046" y="151893"/>
                  <a:pt x="2847434" y="153941"/>
                </a:cubicBezTo>
                <a:cubicBezTo>
                  <a:pt x="2841683" y="158805"/>
                  <a:pt x="2833057" y="161878"/>
                  <a:pt x="2824958" y="161878"/>
                </a:cubicBezTo>
                <a:cubicBezTo>
                  <a:pt x="2816854" y="161878"/>
                  <a:pt x="2809800" y="159317"/>
                  <a:pt x="2804571" y="154196"/>
                </a:cubicBezTo>
                <a:cubicBezTo>
                  <a:pt x="2796209" y="146771"/>
                  <a:pt x="2790717" y="130131"/>
                  <a:pt x="2790717" y="113233"/>
                </a:cubicBezTo>
                <a:cubicBezTo>
                  <a:pt x="2790717" y="83019"/>
                  <a:pt x="2804571" y="64076"/>
                  <a:pt x="2826784" y="64076"/>
                </a:cubicBezTo>
                <a:cubicBezTo>
                  <a:pt x="2842991" y="64076"/>
                  <a:pt x="2851091" y="72521"/>
                  <a:pt x="2851091" y="89677"/>
                </a:cubicBezTo>
                <a:lnTo>
                  <a:pt x="2851091" y="142420"/>
                </a:lnTo>
                <a:close/>
                <a:moveTo>
                  <a:pt x="3017833" y="162144"/>
                </a:moveTo>
                <a:lnTo>
                  <a:pt x="3016529" y="162144"/>
                </a:lnTo>
                <a:cubicBezTo>
                  <a:pt x="3004506" y="162144"/>
                  <a:pt x="3001630" y="159325"/>
                  <a:pt x="3001630" y="147537"/>
                </a:cubicBezTo>
                <a:lnTo>
                  <a:pt x="3001630" y="59651"/>
                </a:lnTo>
                <a:lnTo>
                  <a:pt x="2960335" y="59651"/>
                </a:lnTo>
                <a:lnTo>
                  <a:pt x="2960335" y="64010"/>
                </a:lnTo>
                <a:cubicBezTo>
                  <a:pt x="2976542" y="64776"/>
                  <a:pt x="2979677" y="67341"/>
                  <a:pt x="2979677" y="80149"/>
                </a:cubicBezTo>
                <a:lnTo>
                  <a:pt x="2979677" y="140355"/>
                </a:lnTo>
                <a:cubicBezTo>
                  <a:pt x="2979677" y="147530"/>
                  <a:pt x="2978369" y="151119"/>
                  <a:pt x="2974712" y="153934"/>
                </a:cubicBezTo>
                <a:cubicBezTo>
                  <a:pt x="2967653" y="159571"/>
                  <a:pt x="2959554" y="162645"/>
                  <a:pt x="2951714" y="162645"/>
                </a:cubicBezTo>
                <a:cubicBezTo>
                  <a:pt x="2941520" y="162645"/>
                  <a:pt x="2933158" y="153934"/>
                  <a:pt x="2933158" y="143174"/>
                </a:cubicBezTo>
                <a:lnTo>
                  <a:pt x="2933158" y="59651"/>
                </a:lnTo>
                <a:lnTo>
                  <a:pt x="2894997" y="59651"/>
                </a:lnTo>
                <a:lnTo>
                  <a:pt x="2894997" y="63240"/>
                </a:lnTo>
                <a:cubicBezTo>
                  <a:pt x="2907543" y="64010"/>
                  <a:pt x="2911204" y="67853"/>
                  <a:pt x="2911204" y="79637"/>
                </a:cubicBezTo>
                <a:lnTo>
                  <a:pt x="2911204" y="144198"/>
                </a:lnTo>
                <a:cubicBezTo>
                  <a:pt x="2911204" y="164439"/>
                  <a:pt x="2923746" y="177505"/>
                  <a:pt x="2942825" y="177505"/>
                </a:cubicBezTo>
                <a:cubicBezTo>
                  <a:pt x="2952495" y="177505"/>
                  <a:pt x="2962688" y="173408"/>
                  <a:pt x="2969747" y="166488"/>
                </a:cubicBezTo>
                <a:lnTo>
                  <a:pt x="2980985" y="155474"/>
                </a:lnTo>
                <a:lnTo>
                  <a:pt x="2980985" y="176739"/>
                </a:lnTo>
                <a:lnTo>
                  <a:pt x="2982030" y="177255"/>
                </a:lnTo>
                <a:cubicBezTo>
                  <a:pt x="2995098" y="172133"/>
                  <a:pt x="3004506" y="169315"/>
                  <a:pt x="3017833" y="165725"/>
                </a:cubicBezTo>
                <a:lnTo>
                  <a:pt x="3017833" y="162144"/>
                </a:lnTo>
                <a:close/>
                <a:moveTo>
                  <a:pt x="3138839" y="158039"/>
                </a:moveTo>
                <a:cubicBezTo>
                  <a:pt x="3134396" y="161620"/>
                  <a:pt x="3131262" y="162903"/>
                  <a:pt x="3127341" y="162903"/>
                </a:cubicBezTo>
                <a:cubicBezTo>
                  <a:pt x="3121332" y="162903"/>
                  <a:pt x="3119501" y="159317"/>
                  <a:pt x="3119501" y="148053"/>
                </a:cubicBezTo>
                <a:lnTo>
                  <a:pt x="3119501" y="98122"/>
                </a:lnTo>
                <a:cubicBezTo>
                  <a:pt x="3119501" y="84806"/>
                  <a:pt x="3118193" y="77381"/>
                  <a:pt x="3114273" y="71235"/>
                </a:cubicBezTo>
                <a:cubicBezTo>
                  <a:pt x="3108522" y="62020"/>
                  <a:pt x="3097285" y="57148"/>
                  <a:pt x="3081867" y="57148"/>
                </a:cubicBezTo>
                <a:cubicBezTo>
                  <a:pt x="3057298" y="57148"/>
                  <a:pt x="3037960" y="69699"/>
                  <a:pt x="3037960" y="85830"/>
                </a:cubicBezTo>
                <a:cubicBezTo>
                  <a:pt x="3037960" y="91722"/>
                  <a:pt x="3043184" y="96840"/>
                  <a:pt x="3049198" y="96840"/>
                </a:cubicBezTo>
                <a:cubicBezTo>
                  <a:pt x="3055467" y="96840"/>
                  <a:pt x="3060959" y="91722"/>
                  <a:pt x="3060959" y="86088"/>
                </a:cubicBezTo>
                <a:cubicBezTo>
                  <a:pt x="3060959" y="85064"/>
                  <a:pt x="3060695" y="83781"/>
                  <a:pt x="3060436" y="81991"/>
                </a:cubicBezTo>
                <a:cubicBezTo>
                  <a:pt x="3059914" y="79688"/>
                  <a:pt x="3059651" y="77639"/>
                  <a:pt x="3059651" y="75845"/>
                </a:cubicBezTo>
                <a:cubicBezTo>
                  <a:pt x="3059651" y="68932"/>
                  <a:pt x="3068013" y="63298"/>
                  <a:pt x="3078470" y="63298"/>
                </a:cubicBezTo>
                <a:cubicBezTo>
                  <a:pt x="3091275" y="63298"/>
                  <a:pt x="3098329" y="70723"/>
                  <a:pt x="3098329" y="84552"/>
                </a:cubicBezTo>
                <a:lnTo>
                  <a:pt x="3098329" y="100171"/>
                </a:lnTo>
                <a:cubicBezTo>
                  <a:pt x="3058083" y="116045"/>
                  <a:pt x="3053641" y="118093"/>
                  <a:pt x="3042403" y="127825"/>
                </a:cubicBezTo>
                <a:cubicBezTo>
                  <a:pt x="3036652" y="132946"/>
                  <a:pt x="3032991" y="141649"/>
                  <a:pt x="3032991" y="150098"/>
                </a:cubicBezTo>
                <a:cubicBezTo>
                  <a:pt x="3032991" y="166234"/>
                  <a:pt x="3044492" y="177505"/>
                  <a:pt x="3060436" y="177505"/>
                </a:cubicBezTo>
                <a:cubicBezTo>
                  <a:pt x="3071933" y="177505"/>
                  <a:pt x="3082649" y="172126"/>
                  <a:pt x="3098593" y="158801"/>
                </a:cubicBezTo>
                <a:cubicBezTo>
                  <a:pt x="3099901" y="172126"/>
                  <a:pt x="3104602" y="177505"/>
                  <a:pt x="3115318" y="177505"/>
                </a:cubicBezTo>
                <a:cubicBezTo>
                  <a:pt x="3124203" y="177505"/>
                  <a:pt x="3129694" y="174432"/>
                  <a:pt x="3138839" y="164697"/>
                </a:cubicBezTo>
                <a:lnTo>
                  <a:pt x="3138839" y="158039"/>
                </a:lnTo>
                <a:moveTo>
                  <a:pt x="3098329" y="143428"/>
                </a:moveTo>
                <a:cubicBezTo>
                  <a:pt x="3098329" y="151373"/>
                  <a:pt x="3097025" y="153680"/>
                  <a:pt x="3091534" y="156753"/>
                </a:cubicBezTo>
                <a:cubicBezTo>
                  <a:pt x="3085265" y="160342"/>
                  <a:pt x="3077947" y="162645"/>
                  <a:pt x="3072456" y="162645"/>
                </a:cubicBezTo>
                <a:cubicBezTo>
                  <a:pt x="3063311" y="162645"/>
                  <a:pt x="3055994" y="153934"/>
                  <a:pt x="3055994" y="142916"/>
                </a:cubicBezTo>
                <a:lnTo>
                  <a:pt x="3055994" y="141892"/>
                </a:lnTo>
                <a:cubicBezTo>
                  <a:pt x="3055994" y="126773"/>
                  <a:pt x="3066705" y="117550"/>
                  <a:pt x="3098329" y="106274"/>
                </a:cubicBezTo>
                <a:lnTo>
                  <a:pt x="3098329" y="143428"/>
                </a:lnTo>
                <a:close/>
                <a:moveTo>
                  <a:pt x="3144330" y="15373"/>
                </a:moveTo>
                <a:lnTo>
                  <a:pt x="3145897" y="15373"/>
                </a:lnTo>
                <a:cubicBezTo>
                  <a:pt x="3148772" y="15119"/>
                  <a:pt x="3151907" y="14861"/>
                  <a:pt x="3154000" y="14861"/>
                </a:cubicBezTo>
                <a:cubicBezTo>
                  <a:pt x="3162363" y="14861"/>
                  <a:pt x="3164975" y="18450"/>
                  <a:pt x="3164975" y="30492"/>
                </a:cubicBezTo>
                <a:lnTo>
                  <a:pt x="3164975" y="152714"/>
                </a:lnTo>
                <a:cubicBezTo>
                  <a:pt x="3164975" y="166550"/>
                  <a:pt x="3161318" y="169881"/>
                  <a:pt x="3144852" y="171160"/>
                </a:cubicBezTo>
                <a:lnTo>
                  <a:pt x="3144852" y="175003"/>
                </a:lnTo>
                <a:lnTo>
                  <a:pt x="3206529" y="175003"/>
                </a:lnTo>
                <a:lnTo>
                  <a:pt x="3206529" y="171160"/>
                </a:lnTo>
                <a:cubicBezTo>
                  <a:pt x="3190067" y="170136"/>
                  <a:pt x="3186929" y="167575"/>
                  <a:pt x="3186929" y="153480"/>
                </a:cubicBezTo>
                <a:lnTo>
                  <a:pt x="3186929" y="512"/>
                </a:lnTo>
                <a:lnTo>
                  <a:pt x="3185884" y="0"/>
                </a:lnTo>
                <a:cubicBezTo>
                  <a:pt x="3172293" y="4355"/>
                  <a:pt x="3162363" y="6920"/>
                  <a:pt x="3144330" y="11276"/>
                </a:cubicBezTo>
                <a:lnTo>
                  <a:pt x="3144330" y="15373"/>
                </a:lnTo>
                <a:close/>
                <a:moveTo>
                  <a:pt x="3395227" y="177505"/>
                </a:moveTo>
                <a:lnTo>
                  <a:pt x="3433647" y="164185"/>
                </a:lnTo>
                <a:lnTo>
                  <a:pt x="3433647" y="160088"/>
                </a:lnTo>
                <a:cubicBezTo>
                  <a:pt x="3428941" y="160342"/>
                  <a:pt x="3428419" y="160342"/>
                  <a:pt x="3427633" y="160342"/>
                </a:cubicBezTo>
                <a:cubicBezTo>
                  <a:pt x="3418226" y="160342"/>
                  <a:pt x="3416136" y="157527"/>
                  <a:pt x="3416136" y="145747"/>
                </a:cubicBezTo>
                <a:lnTo>
                  <a:pt x="3416136" y="524"/>
                </a:lnTo>
                <a:lnTo>
                  <a:pt x="3414828" y="12"/>
                </a:lnTo>
                <a:cubicBezTo>
                  <a:pt x="3402282" y="4367"/>
                  <a:pt x="3393138" y="6928"/>
                  <a:pt x="3376408" y="11287"/>
                </a:cubicBezTo>
                <a:lnTo>
                  <a:pt x="3376408" y="15385"/>
                </a:lnTo>
                <a:cubicBezTo>
                  <a:pt x="3378502" y="15131"/>
                  <a:pt x="3380069" y="15131"/>
                  <a:pt x="3382159" y="15131"/>
                </a:cubicBezTo>
                <a:cubicBezTo>
                  <a:pt x="3391829" y="15131"/>
                  <a:pt x="3394182" y="17692"/>
                  <a:pt x="3394182" y="28197"/>
                </a:cubicBezTo>
                <a:lnTo>
                  <a:pt x="3394182" y="68166"/>
                </a:lnTo>
                <a:cubicBezTo>
                  <a:pt x="3384248" y="59967"/>
                  <a:pt x="3377194" y="57148"/>
                  <a:pt x="3366737" y="57148"/>
                </a:cubicBezTo>
                <a:cubicBezTo>
                  <a:pt x="3336685" y="57148"/>
                  <a:pt x="3312378" y="86088"/>
                  <a:pt x="3312378" y="122449"/>
                </a:cubicBezTo>
                <a:cubicBezTo>
                  <a:pt x="3312378" y="155220"/>
                  <a:pt x="3331979" y="177505"/>
                  <a:pt x="3360728" y="177505"/>
                </a:cubicBezTo>
                <a:cubicBezTo>
                  <a:pt x="3375363" y="177505"/>
                  <a:pt x="3385297" y="172384"/>
                  <a:pt x="3394182" y="160342"/>
                </a:cubicBezTo>
                <a:lnTo>
                  <a:pt x="3394182" y="176739"/>
                </a:lnTo>
                <a:lnTo>
                  <a:pt x="3395227" y="177505"/>
                </a:lnTo>
                <a:moveTo>
                  <a:pt x="3394182" y="148820"/>
                </a:moveTo>
                <a:cubicBezTo>
                  <a:pt x="3394182" y="150614"/>
                  <a:pt x="3392352" y="153687"/>
                  <a:pt x="3389740" y="156502"/>
                </a:cubicBezTo>
                <a:cubicBezTo>
                  <a:pt x="3385034" y="161624"/>
                  <a:pt x="3378502" y="164185"/>
                  <a:pt x="3370921" y="164185"/>
                </a:cubicBezTo>
                <a:cubicBezTo>
                  <a:pt x="3349231" y="164185"/>
                  <a:pt x="3334854" y="143698"/>
                  <a:pt x="3334854" y="112205"/>
                </a:cubicBezTo>
                <a:cubicBezTo>
                  <a:pt x="3334854" y="83273"/>
                  <a:pt x="3347659" y="64327"/>
                  <a:pt x="3367523" y="64327"/>
                </a:cubicBezTo>
                <a:cubicBezTo>
                  <a:pt x="3381377" y="64327"/>
                  <a:pt x="3394182" y="76357"/>
                  <a:pt x="3394182" y="89928"/>
                </a:cubicBezTo>
                <a:lnTo>
                  <a:pt x="3394182" y="148820"/>
                </a:lnTo>
                <a:close/>
                <a:moveTo>
                  <a:pt x="3481733" y="57148"/>
                </a:moveTo>
                <a:lnTo>
                  <a:pt x="3441224" y="71161"/>
                </a:lnTo>
                <a:lnTo>
                  <a:pt x="3441224" y="75008"/>
                </a:lnTo>
                <a:lnTo>
                  <a:pt x="3443317" y="74750"/>
                </a:lnTo>
                <a:cubicBezTo>
                  <a:pt x="3446452" y="74238"/>
                  <a:pt x="3449850" y="73980"/>
                  <a:pt x="3452203" y="73980"/>
                </a:cubicBezTo>
                <a:cubicBezTo>
                  <a:pt x="3458476" y="73980"/>
                  <a:pt x="3460824" y="78081"/>
                  <a:pt x="3460824" y="89365"/>
                </a:cubicBezTo>
                <a:lnTo>
                  <a:pt x="3460824" y="148855"/>
                </a:lnTo>
                <a:cubicBezTo>
                  <a:pt x="3460824" y="167317"/>
                  <a:pt x="3458212" y="170136"/>
                  <a:pt x="3440179" y="171160"/>
                </a:cubicBezTo>
                <a:lnTo>
                  <a:pt x="3440179" y="175003"/>
                </a:lnTo>
                <a:lnTo>
                  <a:pt x="3502119" y="175003"/>
                </a:lnTo>
                <a:lnTo>
                  <a:pt x="3502119" y="171160"/>
                </a:lnTo>
                <a:cubicBezTo>
                  <a:pt x="3484872" y="169881"/>
                  <a:pt x="3482778" y="167317"/>
                  <a:pt x="3482778" y="148855"/>
                </a:cubicBezTo>
                <a:lnTo>
                  <a:pt x="3482778" y="57919"/>
                </a:lnTo>
                <a:lnTo>
                  <a:pt x="3481733" y="57148"/>
                </a:lnTo>
                <a:moveTo>
                  <a:pt x="3469450" y="98"/>
                </a:moveTo>
                <a:cubicBezTo>
                  <a:pt x="3462396" y="98"/>
                  <a:pt x="3456382" y="5994"/>
                  <a:pt x="3456382" y="13168"/>
                </a:cubicBezTo>
                <a:cubicBezTo>
                  <a:pt x="3456382" y="20342"/>
                  <a:pt x="3462132" y="26234"/>
                  <a:pt x="3469450" y="26234"/>
                </a:cubicBezTo>
                <a:cubicBezTo>
                  <a:pt x="3477031" y="26234"/>
                  <a:pt x="3483041" y="20596"/>
                  <a:pt x="3483041" y="13168"/>
                </a:cubicBezTo>
                <a:cubicBezTo>
                  <a:pt x="3483041" y="5994"/>
                  <a:pt x="3477031" y="98"/>
                  <a:pt x="3469450" y="98"/>
                </a:cubicBezTo>
                <a:close/>
                <a:moveTo>
                  <a:pt x="3590978" y="94498"/>
                </a:moveTo>
                <a:lnTo>
                  <a:pt x="3589934" y="59651"/>
                </a:lnTo>
                <a:lnTo>
                  <a:pt x="3587058" y="59651"/>
                </a:lnTo>
                <a:lnTo>
                  <a:pt x="3586536" y="60167"/>
                </a:lnTo>
                <a:cubicBezTo>
                  <a:pt x="3584183" y="61957"/>
                  <a:pt x="3583924" y="62215"/>
                  <a:pt x="3582879" y="62215"/>
                </a:cubicBezTo>
                <a:cubicBezTo>
                  <a:pt x="3581312" y="62215"/>
                  <a:pt x="3578696" y="61703"/>
                  <a:pt x="3575820" y="60421"/>
                </a:cubicBezTo>
                <a:cubicBezTo>
                  <a:pt x="3570070" y="58427"/>
                  <a:pt x="3564323" y="57399"/>
                  <a:pt x="3557528" y="57399"/>
                </a:cubicBezTo>
                <a:cubicBezTo>
                  <a:pt x="3536878" y="57399"/>
                  <a:pt x="3521983" y="70465"/>
                  <a:pt x="3521983" y="88903"/>
                </a:cubicBezTo>
                <a:cubicBezTo>
                  <a:pt x="3521983" y="103240"/>
                  <a:pt x="3530346" y="113484"/>
                  <a:pt x="3552563" y="125776"/>
                </a:cubicBezTo>
                <a:lnTo>
                  <a:pt x="3567721" y="134229"/>
                </a:lnTo>
                <a:cubicBezTo>
                  <a:pt x="3576865" y="139350"/>
                  <a:pt x="3581312" y="145496"/>
                  <a:pt x="3581312" y="153433"/>
                </a:cubicBezTo>
                <a:cubicBezTo>
                  <a:pt x="3581312" y="164701"/>
                  <a:pt x="3572945" y="171871"/>
                  <a:pt x="3559617" y="171871"/>
                </a:cubicBezTo>
                <a:cubicBezTo>
                  <a:pt x="3550732" y="171871"/>
                  <a:pt x="3542629" y="168540"/>
                  <a:pt x="3537664" y="162906"/>
                </a:cubicBezTo>
                <a:cubicBezTo>
                  <a:pt x="3532177" y="156506"/>
                  <a:pt x="3529824" y="150614"/>
                  <a:pt x="3526426" y="136019"/>
                </a:cubicBezTo>
                <a:lnTo>
                  <a:pt x="3522243" y="136019"/>
                </a:lnTo>
                <a:lnTo>
                  <a:pt x="3522243" y="175969"/>
                </a:lnTo>
                <a:lnTo>
                  <a:pt x="3525640" y="175969"/>
                </a:lnTo>
                <a:cubicBezTo>
                  <a:pt x="3527471" y="173408"/>
                  <a:pt x="3528516" y="172896"/>
                  <a:pt x="3531654" y="172896"/>
                </a:cubicBezTo>
                <a:cubicBezTo>
                  <a:pt x="3534007" y="172954"/>
                  <a:pt x="3537664" y="173467"/>
                  <a:pt x="3543674" y="175003"/>
                </a:cubicBezTo>
                <a:cubicBezTo>
                  <a:pt x="3550992" y="176481"/>
                  <a:pt x="3558050" y="177505"/>
                  <a:pt x="3562752" y="177505"/>
                </a:cubicBezTo>
                <a:cubicBezTo>
                  <a:pt x="3582879" y="177505"/>
                  <a:pt x="3599604" y="162652"/>
                  <a:pt x="3599604" y="144726"/>
                </a:cubicBezTo>
                <a:cubicBezTo>
                  <a:pt x="3599604" y="131922"/>
                  <a:pt x="3593331" y="123473"/>
                  <a:pt x="3577651" y="114254"/>
                </a:cubicBezTo>
                <a:lnTo>
                  <a:pt x="3549424" y="97864"/>
                </a:lnTo>
                <a:cubicBezTo>
                  <a:pt x="3542106" y="93767"/>
                  <a:pt x="3538186" y="87367"/>
                  <a:pt x="3538186" y="80450"/>
                </a:cubicBezTo>
                <a:cubicBezTo>
                  <a:pt x="3538186" y="70207"/>
                  <a:pt x="3546290" y="63036"/>
                  <a:pt x="3558309" y="63036"/>
                </a:cubicBezTo>
                <a:cubicBezTo>
                  <a:pt x="3573208" y="63036"/>
                  <a:pt x="3581049" y="71743"/>
                  <a:pt x="3587058" y="94537"/>
                </a:cubicBezTo>
                <a:lnTo>
                  <a:pt x="3590978" y="94498"/>
                </a:lnTo>
                <a:close/>
                <a:moveTo>
                  <a:pt x="3676964" y="59651"/>
                </a:moveTo>
                <a:lnTo>
                  <a:pt x="3650568" y="59651"/>
                </a:lnTo>
                <a:lnTo>
                  <a:pt x="3650568" y="29929"/>
                </a:lnTo>
                <a:cubicBezTo>
                  <a:pt x="3650568" y="27368"/>
                  <a:pt x="3650309" y="26598"/>
                  <a:pt x="3648737" y="26598"/>
                </a:cubicBezTo>
                <a:cubicBezTo>
                  <a:pt x="3646911" y="28905"/>
                  <a:pt x="3645340" y="31211"/>
                  <a:pt x="3643513" y="33772"/>
                </a:cubicBezTo>
                <a:cubicBezTo>
                  <a:pt x="3633579" y="47867"/>
                  <a:pt x="3622341" y="60167"/>
                  <a:pt x="3618162" y="61191"/>
                </a:cubicBezTo>
                <a:cubicBezTo>
                  <a:pt x="3615287" y="62982"/>
                  <a:pt x="3613715" y="64776"/>
                  <a:pt x="3613715" y="66059"/>
                </a:cubicBezTo>
                <a:cubicBezTo>
                  <a:pt x="3613715" y="66829"/>
                  <a:pt x="3613979" y="67341"/>
                  <a:pt x="3614764" y="67853"/>
                </a:cubicBezTo>
                <a:lnTo>
                  <a:pt x="3628614" y="67853"/>
                </a:lnTo>
                <a:lnTo>
                  <a:pt x="3628614" y="144969"/>
                </a:lnTo>
                <a:cubicBezTo>
                  <a:pt x="3628614" y="166488"/>
                  <a:pt x="3636454" y="177505"/>
                  <a:pt x="3651876" y="177505"/>
                </a:cubicBezTo>
                <a:cubicBezTo>
                  <a:pt x="3664681" y="177505"/>
                  <a:pt x="3674611" y="171359"/>
                  <a:pt x="3683237" y="158035"/>
                </a:cubicBezTo>
                <a:lnTo>
                  <a:pt x="3679839" y="155216"/>
                </a:lnTo>
                <a:cubicBezTo>
                  <a:pt x="3674352" y="161620"/>
                  <a:pt x="3669909" y="164185"/>
                  <a:pt x="3664159" y="164185"/>
                </a:cubicBezTo>
                <a:cubicBezTo>
                  <a:pt x="3654488" y="164185"/>
                  <a:pt x="3650568" y="157265"/>
                  <a:pt x="3650568" y="141125"/>
                </a:cubicBezTo>
                <a:lnTo>
                  <a:pt x="3650568" y="67853"/>
                </a:lnTo>
                <a:lnTo>
                  <a:pt x="3676964" y="67853"/>
                </a:lnTo>
                <a:lnTo>
                  <a:pt x="3676964" y="59651"/>
                </a:lnTo>
                <a:close/>
                <a:moveTo>
                  <a:pt x="3684804" y="75086"/>
                </a:moveTo>
                <a:cubicBezTo>
                  <a:pt x="3688465" y="74316"/>
                  <a:pt x="3690818" y="74058"/>
                  <a:pt x="3693953" y="74058"/>
                </a:cubicBezTo>
                <a:cubicBezTo>
                  <a:pt x="3700485" y="74058"/>
                  <a:pt x="3702838" y="78159"/>
                  <a:pt x="3702838" y="89431"/>
                </a:cubicBezTo>
                <a:lnTo>
                  <a:pt x="3702838" y="153484"/>
                </a:lnTo>
                <a:cubicBezTo>
                  <a:pt x="3702838" y="166292"/>
                  <a:pt x="3701007" y="168087"/>
                  <a:pt x="3684282" y="171160"/>
                </a:cubicBezTo>
                <a:lnTo>
                  <a:pt x="3684282" y="175003"/>
                </a:lnTo>
                <a:lnTo>
                  <a:pt x="3747008" y="175003"/>
                </a:lnTo>
                <a:lnTo>
                  <a:pt x="3747008" y="171160"/>
                </a:lnTo>
                <a:cubicBezTo>
                  <a:pt x="3729234" y="170394"/>
                  <a:pt x="3724791" y="166550"/>
                  <a:pt x="3724791" y="151948"/>
                </a:cubicBezTo>
                <a:lnTo>
                  <a:pt x="3724791" y="94299"/>
                </a:lnTo>
                <a:cubicBezTo>
                  <a:pt x="3724791" y="86100"/>
                  <a:pt x="3736029" y="73292"/>
                  <a:pt x="3743088" y="73292"/>
                </a:cubicBezTo>
                <a:cubicBezTo>
                  <a:pt x="3744655" y="73292"/>
                  <a:pt x="3747008" y="74574"/>
                  <a:pt x="3749883" y="77135"/>
                </a:cubicBezTo>
                <a:cubicBezTo>
                  <a:pt x="3754063" y="80720"/>
                  <a:pt x="3756938" y="82257"/>
                  <a:pt x="3760336" y="82257"/>
                </a:cubicBezTo>
                <a:cubicBezTo>
                  <a:pt x="3766609" y="82257"/>
                  <a:pt x="3770529" y="77901"/>
                  <a:pt x="3770529" y="70731"/>
                </a:cubicBezTo>
                <a:cubicBezTo>
                  <a:pt x="3770529" y="62274"/>
                  <a:pt x="3765041" y="57148"/>
                  <a:pt x="3756156" y="57148"/>
                </a:cubicBezTo>
                <a:cubicBezTo>
                  <a:pt x="3745177" y="57148"/>
                  <a:pt x="3737600" y="63044"/>
                  <a:pt x="3724791" y="81232"/>
                </a:cubicBezTo>
                <a:lnTo>
                  <a:pt x="3724791" y="57665"/>
                </a:lnTo>
                <a:lnTo>
                  <a:pt x="3723487" y="57148"/>
                </a:lnTo>
                <a:cubicBezTo>
                  <a:pt x="3709633" y="62786"/>
                  <a:pt x="3700226" y="66117"/>
                  <a:pt x="3684804" y="70985"/>
                </a:cubicBezTo>
                <a:lnTo>
                  <a:pt x="3684804" y="75086"/>
                </a:lnTo>
                <a:close/>
                <a:moveTo>
                  <a:pt x="3815742" y="57148"/>
                </a:moveTo>
                <a:lnTo>
                  <a:pt x="3775232" y="71161"/>
                </a:lnTo>
                <a:lnTo>
                  <a:pt x="3775232" y="75008"/>
                </a:lnTo>
                <a:lnTo>
                  <a:pt x="3777326" y="74750"/>
                </a:lnTo>
                <a:cubicBezTo>
                  <a:pt x="3780461" y="74238"/>
                  <a:pt x="3783858" y="73980"/>
                  <a:pt x="3786211" y="73980"/>
                </a:cubicBezTo>
                <a:cubicBezTo>
                  <a:pt x="3792484" y="73980"/>
                  <a:pt x="3794833" y="78081"/>
                  <a:pt x="3794833" y="89365"/>
                </a:cubicBezTo>
                <a:lnTo>
                  <a:pt x="3794833" y="148855"/>
                </a:lnTo>
                <a:cubicBezTo>
                  <a:pt x="3794833" y="167317"/>
                  <a:pt x="3792221" y="170136"/>
                  <a:pt x="3774188" y="171160"/>
                </a:cubicBezTo>
                <a:lnTo>
                  <a:pt x="3774188" y="175003"/>
                </a:lnTo>
                <a:lnTo>
                  <a:pt x="3836128" y="175003"/>
                </a:lnTo>
                <a:lnTo>
                  <a:pt x="3836128" y="171160"/>
                </a:lnTo>
                <a:cubicBezTo>
                  <a:pt x="3818880" y="169881"/>
                  <a:pt x="3816786" y="167317"/>
                  <a:pt x="3816786" y="148855"/>
                </a:cubicBezTo>
                <a:lnTo>
                  <a:pt x="3816786" y="57919"/>
                </a:lnTo>
                <a:lnTo>
                  <a:pt x="3815742" y="57148"/>
                </a:lnTo>
                <a:moveTo>
                  <a:pt x="3803459" y="98"/>
                </a:moveTo>
                <a:cubicBezTo>
                  <a:pt x="3796404" y="98"/>
                  <a:pt x="3790390" y="5994"/>
                  <a:pt x="3790390" y="13168"/>
                </a:cubicBezTo>
                <a:cubicBezTo>
                  <a:pt x="3790390" y="20342"/>
                  <a:pt x="3796141" y="26234"/>
                  <a:pt x="3803459" y="26234"/>
                </a:cubicBezTo>
                <a:cubicBezTo>
                  <a:pt x="3811040" y="26234"/>
                  <a:pt x="3817050" y="20596"/>
                  <a:pt x="3817050" y="13168"/>
                </a:cubicBezTo>
                <a:cubicBezTo>
                  <a:pt x="3817050" y="5994"/>
                  <a:pt x="3811040" y="98"/>
                  <a:pt x="3803459" y="98"/>
                </a:cubicBezTo>
                <a:close/>
                <a:moveTo>
                  <a:pt x="3882651" y="524"/>
                </a:moveTo>
                <a:lnTo>
                  <a:pt x="3881343" y="12"/>
                </a:lnTo>
                <a:cubicBezTo>
                  <a:pt x="3870364" y="3855"/>
                  <a:pt x="3863310" y="5904"/>
                  <a:pt x="3851027" y="9235"/>
                </a:cubicBezTo>
                <a:lnTo>
                  <a:pt x="3843446" y="11287"/>
                </a:lnTo>
                <a:lnTo>
                  <a:pt x="3843446" y="15385"/>
                </a:lnTo>
                <a:cubicBezTo>
                  <a:pt x="3845013" y="15131"/>
                  <a:pt x="3846058" y="15131"/>
                  <a:pt x="3847888" y="15131"/>
                </a:cubicBezTo>
                <a:cubicBezTo>
                  <a:pt x="3858345" y="15131"/>
                  <a:pt x="3860694" y="17433"/>
                  <a:pt x="3860694" y="28197"/>
                </a:cubicBezTo>
                <a:lnTo>
                  <a:pt x="3860694" y="161116"/>
                </a:lnTo>
                <a:cubicBezTo>
                  <a:pt x="3860694" y="169053"/>
                  <a:pt x="3882910" y="177505"/>
                  <a:pt x="3903819" y="177505"/>
                </a:cubicBezTo>
                <a:cubicBezTo>
                  <a:pt x="3938318" y="177505"/>
                  <a:pt x="3964974" y="149336"/>
                  <a:pt x="3964974" y="112721"/>
                </a:cubicBezTo>
                <a:cubicBezTo>
                  <a:pt x="3964974" y="81228"/>
                  <a:pt x="3945114" y="57148"/>
                  <a:pt x="3918977" y="57148"/>
                </a:cubicBezTo>
                <a:cubicBezTo>
                  <a:pt x="3903033" y="57148"/>
                  <a:pt x="3887875" y="66375"/>
                  <a:pt x="3882651" y="78926"/>
                </a:cubicBezTo>
                <a:lnTo>
                  <a:pt x="3882651" y="524"/>
                </a:lnTo>
                <a:moveTo>
                  <a:pt x="3882651" y="92496"/>
                </a:moveTo>
                <a:cubicBezTo>
                  <a:pt x="3882651" y="82511"/>
                  <a:pt x="3894934" y="73292"/>
                  <a:pt x="3908525" y="73292"/>
                </a:cubicBezTo>
                <a:cubicBezTo>
                  <a:pt x="3928907" y="73292"/>
                  <a:pt x="3941975" y="93263"/>
                  <a:pt x="3941975" y="124501"/>
                </a:cubicBezTo>
                <a:cubicBezTo>
                  <a:pt x="3941975" y="152921"/>
                  <a:pt x="3929429" y="169307"/>
                  <a:pt x="3908002" y="169307"/>
                </a:cubicBezTo>
                <a:cubicBezTo>
                  <a:pt x="3894411" y="169307"/>
                  <a:pt x="3882651" y="163419"/>
                  <a:pt x="3882651" y="157018"/>
                </a:cubicBezTo>
                <a:lnTo>
                  <a:pt x="3882651" y="92496"/>
                </a:lnTo>
                <a:close/>
                <a:moveTo>
                  <a:pt x="4093559" y="162144"/>
                </a:moveTo>
                <a:lnTo>
                  <a:pt x="4092255" y="162144"/>
                </a:lnTo>
                <a:cubicBezTo>
                  <a:pt x="4080231" y="162144"/>
                  <a:pt x="4077356" y="159325"/>
                  <a:pt x="4077356" y="147537"/>
                </a:cubicBezTo>
                <a:lnTo>
                  <a:pt x="4077356" y="59651"/>
                </a:lnTo>
                <a:lnTo>
                  <a:pt x="4036061" y="59651"/>
                </a:lnTo>
                <a:lnTo>
                  <a:pt x="4036061" y="64010"/>
                </a:lnTo>
                <a:cubicBezTo>
                  <a:pt x="4052268" y="64776"/>
                  <a:pt x="4055402" y="67341"/>
                  <a:pt x="4055402" y="80149"/>
                </a:cubicBezTo>
                <a:lnTo>
                  <a:pt x="4055402" y="140355"/>
                </a:lnTo>
                <a:cubicBezTo>
                  <a:pt x="4055402" y="147530"/>
                  <a:pt x="4054094" y="151119"/>
                  <a:pt x="4050438" y="153934"/>
                </a:cubicBezTo>
                <a:cubicBezTo>
                  <a:pt x="4043379" y="159571"/>
                  <a:pt x="4035279" y="162645"/>
                  <a:pt x="4027439" y="162645"/>
                </a:cubicBezTo>
                <a:cubicBezTo>
                  <a:pt x="4017246" y="162645"/>
                  <a:pt x="4008883" y="153934"/>
                  <a:pt x="4008883" y="143174"/>
                </a:cubicBezTo>
                <a:lnTo>
                  <a:pt x="4008883" y="59651"/>
                </a:lnTo>
                <a:lnTo>
                  <a:pt x="3970723" y="59651"/>
                </a:lnTo>
                <a:lnTo>
                  <a:pt x="3970723" y="63240"/>
                </a:lnTo>
                <a:cubicBezTo>
                  <a:pt x="3983269" y="64010"/>
                  <a:pt x="3986930" y="67853"/>
                  <a:pt x="3986930" y="79637"/>
                </a:cubicBezTo>
                <a:lnTo>
                  <a:pt x="3986930" y="144198"/>
                </a:lnTo>
                <a:cubicBezTo>
                  <a:pt x="3986930" y="164439"/>
                  <a:pt x="3999472" y="177505"/>
                  <a:pt x="4018550" y="177505"/>
                </a:cubicBezTo>
                <a:cubicBezTo>
                  <a:pt x="4028221" y="177505"/>
                  <a:pt x="4038414" y="173408"/>
                  <a:pt x="4045473" y="166488"/>
                </a:cubicBezTo>
                <a:lnTo>
                  <a:pt x="4056711" y="155474"/>
                </a:lnTo>
                <a:lnTo>
                  <a:pt x="4056711" y="176739"/>
                </a:lnTo>
                <a:lnTo>
                  <a:pt x="4057755" y="177255"/>
                </a:lnTo>
                <a:cubicBezTo>
                  <a:pt x="4070824" y="172133"/>
                  <a:pt x="4080231" y="169315"/>
                  <a:pt x="4093559" y="165725"/>
                </a:cubicBezTo>
                <a:lnTo>
                  <a:pt x="4093559" y="162144"/>
                </a:lnTo>
                <a:close/>
                <a:moveTo>
                  <a:pt x="4109239" y="109195"/>
                </a:moveTo>
                <a:lnTo>
                  <a:pt x="4109239" y="125338"/>
                </a:lnTo>
                <a:lnTo>
                  <a:pt x="4173533" y="125338"/>
                </a:lnTo>
                <a:lnTo>
                  <a:pt x="4173533" y="109195"/>
                </a:lnTo>
                <a:lnTo>
                  <a:pt x="4109239" y="109195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0" name="Text tionsacrosslanguages.">
            <a:extLst xmlns:a="http://schemas.openxmlformats.org/drawingml/2006/main">
              <a:ext uri="{FF2B5EF4-FFF2-40B4-BE49-F238E27FC236}">
                <a16:creationId xmlns:a16="http://schemas.microsoft.com/office/drawing/2014/main" id="{CB054D29-5F0E-4F3A-A139-79D2203C54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043" y="3384461"/>
            <a:ext cx="2334494" cy="230897"/>
          </a:xfrm>
          <a:custGeom xmlns:a="http://schemas.openxmlformats.org/drawingml/2006/main">
            <a:pathLst>
              <a:path w="2334494" h="230897">
                <a:moveTo>
                  <a:pt x="62008" y="59651"/>
                </a:moveTo>
                <a:lnTo>
                  <a:pt x="36130" y="59651"/>
                </a:lnTo>
                <a:lnTo>
                  <a:pt x="36130" y="29929"/>
                </a:lnTo>
                <a:cubicBezTo>
                  <a:pt x="36130" y="27368"/>
                  <a:pt x="35876" y="26598"/>
                  <a:pt x="34335" y="26598"/>
                </a:cubicBezTo>
                <a:cubicBezTo>
                  <a:pt x="32545" y="28905"/>
                  <a:pt x="31004" y="31211"/>
                  <a:pt x="29213" y="33772"/>
                </a:cubicBezTo>
                <a:cubicBezTo>
                  <a:pt x="19474" y="47867"/>
                  <a:pt x="8457" y="60167"/>
                  <a:pt x="4359" y="61191"/>
                </a:cubicBezTo>
                <a:cubicBezTo>
                  <a:pt x="1540" y="62982"/>
                  <a:pt x="0" y="64776"/>
                  <a:pt x="0" y="66059"/>
                </a:cubicBezTo>
                <a:cubicBezTo>
                  <a:pt x="0" y="66829"/>
                  <a:pt x="258" y="67341"/>
                  <a:pt x="1028" y="67853"/>
                </a:cubicBezTo>
                <a:lnTo>
                  <a:pt x="14607" y="67853"/>
                </a:lnTo>
                <a:lnTo>
                  <a:pt x="14607" y="144969"/>
                </a:lnTo>
                <a:cubicBezTo>
                  <a:pt x="14607" y="166488"/>
                  <a:pt x="22293" y="177505"/>
                  <a:pt x="37412" y="177505"/>
                </a:cubicBezTo>
                <a:cubicBezTo>
                  <a:pt x="49966" y="177505"/>
                  <a:pt x="59701" y="171359"/>
                  <a:pt x="68158" y="158035"/>
                </a:cubicBezTo>
                <a:lnTo>
                  <a:pt x="64827" y="155216"/>
                </a:lnTo>
                <a:cubicBezTo>
                  <a:pt x="59447" y="161620"/>
                  <a:pt x="55092" y="164185"/>
                  <a:pt x="49454" y="164185"/>
                </a:cubicBezTo>
                <a:cubicBezTo>
                  <a:pt x="39973" y="164185"/>
                  <a:pt x="36130" y="157265"/>
                  <a:pt x="36130" y="141125"/>
                </a:cubicBezTo>
                <a:lnTo>
                  <a:pt x="36130" y="67853"/>
                </a:lnTo>
                <a:lnTo>
                  <a:pt x="62008" y="67853"/>
                </a:lnTo>
                <a:lnTo>
                  <a:pt x="62008" y="59651"/>
                </a:lnTo>
                <a:close/>
                <a:moveTo>
                  <a:pt x="112741" y="57148"/>
                </a:moveTo>
                <a:lnTo>
                  <a:pt x="73026" y="71161"/>
                </a:lnTo>
                <a:lnTo>
                  <a:pt x="73026" y="75008"/>
                </a:lnTo>
                <a:lnTo>
                  <a:pt x="75078" y="74750"/>
                </a:lnTo>
                <a:cubicBezTo>
                  <a:pt x="78151" y="74238"/>
                  <a:pt x="81483" y="73980"/>
                  <a:pt x="83789" y="73980"/>
                </a:cubicBezTo>
                <a:cubicBezTo>
                  <a:pt x="89939" y="73980"/>
                  <a:pt x="92242" y="78081"/>
                  <a:pt x="92242" y="89365"/>
                </a:cubicBezTo>
                <a:lnTo>
                  <a:pt x="92242" y="148855"/>
                </a:lnTo>
                <a:cubicBezTo>
                  <a:pt x="92242" y="167317"/>
                  <a:pt x="89681" y="170136"/>
                  <a:pt x="72001" y="171160"/>
                </a:cubicBezTo>
                <a:lnTo>
                  <a:pt x="72001" y="175003"/>
                </a:lnTo>
                <a:lnTo>
                  <a:pt x="132727" y="175003"/>
                </a:lnTo>
                <a:lnTo>
                  <a:pt x="132727" y="171160"/>
                </a:lnTo>
                <a:cubicBezTo>
                  <a:pt x="115818" y="169881"/>
                  <a:pt x="113765" y="167317"/>
                  <a:pt x="113765" y="148855"/>
                </a:cubicBezTo>
                <a:lnTo>
                  <a:pt x="113765" y="57919"/>
                </a:lnTo>
                <a:lnTo>
                  <a:pt x="112741" y="57148"/>
                </a:lnTo>
                <a:moveTo>
                  <a:pt x="100699" y="98"/>
                </a:moveTo>
                <a:cubicBezTo>
                  <a:pt x="93783" y="98"/>
                  <a:pt x="87887" y="5994"/>
                  <a:pt x="87887" y="13168"/>
                </a:cubicBezTo>
                <a:cubicBezTo>
                  <a:pt x="87887" y="20342"/>
                  <a:pt x="93525" y="26234"/>
                  <a:pt x="100699" y="26234"/>
                </a:cubicBezTo>
                <a:cubicBezTo>
                  <a:pt x="108131" y="26234"/>
                  <a:pt x="114023" y="20596"/>
                  <a:pt x="114023" y="13168"/>
                </a:cubicBezTo>
                <a:cubicBezTo>
                  <a:pt x="114023" y="5994"/>
                  <a:pt x="108131" y="98"/>
                  <a:pt x="100699" y="98"/>
                </a:cubicBezTo>
                <a:close/>
                <a:moveTo>
                  <a:pt x="203192" y="57148"/>
                </a:moveTo>
                <a:cubicBezTo>
                  <a:pt x="169881" y="57148"/>
                  <a:pt x="146564" y="81737"/>
                  <a:pt x="146564" y="117073"/>
                </a:cubicBezTo>
                <a:cubicBezTo>
                  <a:pt x="146564" y="151639"/>
                  <a:pt x="170394" y="177505"/>
                  <a:pt x="202676" y="177505"/>
                </a:cubicBezTo>
                <a:cubicBezTo>
                  <a:pt x="234963" y="177505"/>
                  <a:pt x="259559" y="150360"/>
                  <a:pt x="259559" y="115024"/>
                </a:cubicBezTo>
                <a:cubicBezTo>
                  <a:pt x="259559" y="81479"/>
                  <a:pt x="235987" y="57148"/>
                  <a:pt x="203192" y="57148"/>
                </a:cubicBezTo>
                <a:moveTo>
                  <a:pt x="199861" y="64327"/>
                </a:moveTo>
                <a:cubicBezTo>
                  <a:pt x="221384" y="64327"/>
                  <a:pt x="236499" y="88907"/>
                  <a:pt x="236499" y="123985"/>
                </a:cubicBezTo>
                <a:cubicBezTo>
                  <a:pt x="236499" y="152921"/>
                  <a:pt x="224969" y="170331"/>
                  <a:pt x="205753" y="170331"/>
                </a:cubicBezTo>
                <a:cubicBezTo>
                  <a:pt x="195760" y="170331"/>
                  <a:pt x="186279" y="164189"/>
                  <a:pt x="180899" y="153945"/>
                </a:cubicBezTo>
                <a:cubicBezTo>
                  <a:pt x="173725" y="140629"/>
                  <a:pt x="169623" y="122707"/>
                  <a:pt x="169623" y="104526"/>
                </a:cubicBezTo>
                <a:cubicBezTo>
                  <a:pt x="169623" y="80200"/>
                  <a:pt x="181665" y="64327"/>
                  <a:pt x="199861" y="64327"/>
                </a:cubicBezTo>
                <a:close/>
                <a:moveTo>
                  <a:pt x="271347" y="73038"/>
                </a:moveTo>
                <a:cubicBezTo>
                  <a:pt x="272883" y="72267"/>
                  <a:pt x="275448" y="72013"/>
                  <a:pt x="278267" y="72013"/>
                </a:cubicBezTo>
                <a:cubicBezTo>
                  <a:pt x="285441" y="72013"/>
                  <a:pt x="287744" y="75856"/>
                  <a:pt x="287744" y="88407"/>
                </a:cubicBezTo>
                <a:lnTo>
                  <a:pt x="287744" y="151948"/>
                </a:lnTo>
                <a:cubicBezTo>
                  <a:pt x="287744" y="166550"/>
                  <a:pt x="284925" y="170136"/>
                  <a:pt x="271859" y="171160"/>
                </a:cubicBezTo>
                <a:lnTo>
                  <a:pt x="271859" y="175003"/>
                </a:lnTo>
                <a:lnTo>
                  <a:pt x="326181" y="175003"/>
                </a:lnTo>
                <a:lnTo>
                  <a:pt x="326181" y="171160"/>
                </a:lnTo>
                <a:cubicBezTo>
                  <a:pt x="313110" y="170136"/>
                  <a:pt x="309267" y="167063"/>
                  <a:pt x="309267" y="157839"/>
                </a:cubicBezTo>
                <a:lnTo>
                  <a:pt x="309267" y="85846"/>
                </a:lnTo>
                <a:cubicBezTo>
                  <a:pt x="321567" y="74316"/>
                  <a:pt x="327205" y="71243"/>
                  <a:pt x="335662" y="71243"/>
                </a:cubicBezTo>
                <a:cubicBezTo>
                  <a:pt x="348216" y="71243"/>
                  <a:pt x="354366" y="79184"/>
                  <a:pt x="354366" y="96093"/>
                </a:cubicBezTo>
                <a:lnTo>
                  <a:pt x="354366" y="149641"/>
                </a:lnTo>
                <a:cubicBezTo>
                  <a:pt x="354366" y="165780"/>
                  <a:pt x="351035" y="170136"/>
                  <a:pt x="338223" y="171160"/>
                </a:cubicBezTo>
                <a:lnTo>
                  <a:pt x="338223" y="175003"/>
                </a:lnTo>
                <a:lnTo>
                  <a:pt x="391520" y="175003"/>
                </a:lnTo>
                <a:lnTo>
                  <a:pt x="391520" y="171160"/>
                </a:lnTo>
                <a:cubicBezTo>
                  <a:pt x="378962" y="169881"/>
                  <a:pt x="375889" y="166804"/>
                  <a:pt x="375889" y="154254"/>
                </a:cubicBezTo>
                <a:lnTo>
                  <a:pt x="375889" y="95581"/>
                </a:lnTo>
                <a:cubicBezTo>
                  <a:pt x="375889" y="71501"/>
                  <a:pt x="364613" y="57148"/>
                  <a:pt x="345655" y="57148"/>
                </a:cubicBezTo>
                <a:cubicBezTo>
                  <a:pt x="333867" y="57148"/>
                  <a:pt x="325923" y="61508"/>
                  <a:pt x="308501" y="77905"/>
                </a:cubicBezTo>
                <a:lnTo>
                  <a:pt x="308501" y="57665"/>
                </a:lnTo>
                <a:lnTo>
                  <a:pt x="306706" y="57148"/>
                </a:lnTo>
                <a:cubicBezTo>
                  <a:pt x="294152" y="61762"/>
                  <a:pt x="285441" y="64581"/>
                  <a:pt x="271347" y="68682"/>
                </a:cubicBezTo>
                <a:lnTo>
                  <a:pt x="271347" y="73038"/>
                </a:lnTo>
                <a:close/>
                <a:moveTo>
                  <a:pt x="476072" y="94498"/>
                </a:moveTo>
                <a:lnTo>
                  <a:pt x="475047" y="59651"/>
                </a:lnTo>
                <a:lnTo>
                  <a:pt x="472228" y="59651"/>
                </a:lnTo>
                <a:lnTo>
                  <a:pt x="471716" y="60167"/>
                </a:lnTo>
                <a:cubicBezTo>
                  <a:pt x="469409" y="61957"/>
                  <a:pt x="469155" y="62215"/>
                  <a:pt x="468131" y="62215"/>
                </a:cubicBezTo>
                <a:cubicBezTo>
                  <a:pt x="466594" y="62215"/>
                  <a:pt x="464030" y="61703"/>
                  <a:pt x="461211" y="60421"/>
                </a:cubicBezTo>
                <a:cubicBezTo>
                  <a:pt x="455573" y="58427"/>
                  <a:pt x="449939" y="57399"/>
                  <a:pt x="443277" y="57399"/>
                </a:cubicBezTo>
                <a:cubicBezTo>
                  <a:pt x="423032" y="57399"/>
                  <a:pt x="408429" y="70465"/>
                  <a:pt x="408429" y="88903"/>
                </a:cubicBezTo>
                <a:cubicBezTo>
                  <a:pt x="408429" y="103240"/>
                  <a:pt x="416628" y="113484"/>
                  <a:pt x="438409" y="125776"/>
                </a:cubicBezTo>
                <a:lnTo>
                  <a:pt x="453270" y="134229"/>
                </a:lnTo>
                <a:cubicBezTo>
                  <a:pt x="462235" y="139350"/>
                  <a:pt x="466594" y="145496"/>
                  <a:pt x="466594" y="153433"/>
                </a:cubicBezTo>
                <a:cubicBezTo>
                  <a:pt x="466594" y="164701"/>
                  <a:pt x="458392" y="171871"/>
                  <a:pt x="445325" y="171871"/>
                </a:cubicBezTo>
                <a:cubicBezTo>
                  <a:pt x="436615" y="171871"/>
                  <a:pt x="428670" y="168540"/>
                  <a:pt x="423802" y="162906"/>
                </a:cubicBezTo>
                <a:cubicBezTo>
                  <a:pt x="418423" y="156506"/>
                  <a:pt x="416116" y="150614"/>
                  <a:pt x="412785" y="136019"/>
                </a:cubicBezTo>
                <a:lnTo>
                  <a:pt x="408684" y="136019"/>
                </a:lnTo>
                <a:lnTo>
                  <a:pt x="408684" y="175969"/>
                </a:lnTo>
                <a:lnTo>
                  <a:pt x="412015" y="175969"/>
                </a:lnTo>
                <a:cubicBezTo>
                  <a:pt x="413809" y="173408"/>
                  <a:pt x="414834" y="172896"/>
                  <a:pt x="417910" y="172896"/>
                </a:cubicBezTo>
                <a:cubicBezTo>
                  <a:pt x="420217" y="172954"/>
                  <a:pt x="423802" y="173467"/>
                  <a:pt x="429694" y="175003"/>
                </a:cubicBezTo>
                <a:cubicBezTo>
                  <a:pt x="436869" y="176481"/>
                  <a:pt x="443789" y="177505"/>
                  <a:pt x="448399" y="177505"/>
                </a:cubicBezTo>
                <a:cubicBezTo>
                  <a:pt x="468131" y="177505"/>
                  <a:pt x="484528" y="162652"/>
                  <a:pt x="484528" y="144726"/>
                </a:cubicBezTo>
                <a:cubicBezTo>
                  <a:pt x="484528" y="131922"/>
                  <a:pt x="478378" y="123473"/>
                  <a:pt x="463005" y="114254"/>
                </a:cubicBezTo>
                <a:lnTo>
                  <a:pt x="435332" y="97864"/>
                </a:lnTo>
                <a:cubicBezTo>
                  <a:pt x="428158" y="93767"/>
                  <a:pt x="424315" y="87367"/>
                  <a:pt x="424315" y="80450"/>
                </a:cubicBezTo>
                <a:cubicBezTo>
                  <a:pt x="424315" y="70207"/>
                  <a:pt x="432259" y="63036"/>
                  <a:pt x="444043" y="63036"/>
                </a:cubicBezTo>
                <a:cubicBezTo>
                  <a:pt x="458650" y="63036"/>
                  <a:pt x="466336" y="71743"/>
                  <a:pt x="472228" y="94537"/>
                </a:cubicBezTo>
                <a:lnTo>
                  <a:pt x="476072" y="94498"/>
                </a:lnTo>
                <a:close/>
                <a:moveTo>
                  <a:pt x="672342" y="158039"/>
                </a:moveTo>
                <a:cubicBezTo>
                  <a:pt x="667986" y="161620"/>
                  <a:pt x="664913" y="162903"/>
                  <a:pt x="661070" y="162903"/>
                </a:cubicBezTo>
                <a:cubicBezTo>
                  <a:pt x="655178" y="162903"/>
                  <a:pt x="653384" y="159317"/>
                  <a:pt x="653384" y="148053"/>
                </a:cubicBezTo>
                <a:lnTo>
                  <a:pt x="653384" y="98122"/>
                </a:lnTo>
                <a:cubicBezTo>
                  <a:pt x="653384" y="84806"/>
                  <a:pt x="652101" y="77381"/>
                  <a:pt x="648258" y="71235"/>
                </a:cubicBezTo>
                <a:cubicBezTo>
                  <a:pt x="642620" y="62020"/>
                  <a:pt x="631602" y="57148"/>
                  <a:pt x="616487" y="57148"/>
                </a:cubicBezTo>
                <a:cubicBezTo>
                  <a:pt x="592400" y="57148"/>
                  <a:pt x="573441" y="69699"/>
                  <a:pt x="573441" y="85830"/>
                </a:cubicBezTo>
                <a:cubicBezTo>
                  <a:pt x="573441" y="91722"/>
                  <a:pt x="578563" y="96840"/>
                  <a:pt x="584459" y="96840"/>
                </a:cubicBezTo>
                <a:cubicBezTo>
                  <a:pt x="590605" y="96840"/>
                  <a:pt x="595989" y="91722"/>
                  <a:pt x="595989" y="86088"/>
                </a:cubicBezTo>
                <a:cubicBezTo>
                  <a:pt x="595989" y="85064"/>
                  <a:pt x="595731" y="83781"/>
                  <a:pt x="595477" y="81991"/>
                </a:cubicBezTo>
                <a:cubicBezTo>
                  <a:pt x="594964" y="79688"/>
                  <a:pt x="594706" y="77639"/>
                  <a:pt x="594706" y="75845"/>
                </a:cubicBezTo>
                <a:cubicBezTo>
                  <a:pt x="594706" y="68932"/>
                  <a:pt x="602905" y="63298"/>
                  <a:pt x="613156" y="63298"/>
                </a:cubicBezTo>
                <a:cubicBezTo>
                  <a:pt x="625711" y="63298"/>
                  <a:pt x="632627" y="70723"/>
                  <a:pt x="632627" y="84552"/>
                </a:cubicBezTo>
                <a:lnTo>
                  <a:pt x="632627" y="100171"/>
                </a:lnTo>
                <a:cubicBezTo>
                  <a:pt x="593170" y="116045"/>
                  <a:pt x="588814" y="118093"/>
                  <a:pt x="577797" y="127825"/>
                </a:cubicBezTo>
                <a:cubicBezTo>
                  <a:pt x="572159" y="132946"/>
                  <a:pt x="568570" y="141649"/>
                  <a:pt x="568570" y="150098"/>
                </a:cubicBezTo>
                <a:cubicBezTo>
                  <a:pt x="568570" y="166234"/>
                  <a:pt x="579846" y="177505"/>
                  <a:pt x="595477" y="177505"/>
                </a:cubicBezTo>
                <a:cubicBezTo>
                  <a:pt x="606748" y="177505"/>
                  <a:pt x="617254" y="172126"/>
                  <a:pt x="632885" y="158801"/>
                </a:cubicBezTo>
                <a:cubicBezTo>
                  <a:pt x="634167" y="172126"/>
                  <a:pt x="638777" y="177505"/>
                  <a:pt x="649282" y="177505"/>
                </a:cubicBezTo>
                <a:cubicBezTo>
                  <a:pt x="657993" y="177505"/>
                  <a:pt x="663377" y="174432"/>
                  <a:pt x="672342" y="164697"/>
                </a:cubicBezTo>
                <a:lnTo>
                  <a:pt x="672342" y="158039"/>
                </a:lnTo>
                <a:moveTo>
                  <a:pt x="632627" y="143428"/>
                </a:moveTo>
                <a:cubicBezTo>
                  <a:pt x="632627" y="151373"/>
                  <a:pt x="631348" y="153680"/>
                  <a:pt x="625965" y="156753"/>
                </a:cubicBezTo>
                <a:cubicBezTo>
                  <a:pt x="619819" y="160342"/>
                  <a:pt x="612644" y="162645"/>
                  <a:pt x="607261" y="162645"/>
                </a:cubicBezTo>
                <a:cubicBezTo>
                  <a:pt x="598296" y="162645"/>
                  <a:pt x="591121" y="153934"/>
                  <a:pt x="591121" y="142916"/>
                </a:cubicBezTo>
                <a:lnTo>
                  <a:pt x="591121" y="141892"/>
                </a:lnTo>
                <a:cubicBezTo>
                  <a:pt x="591121" y="126773"/>
                  <a:pt x="601623" y="117550"/>
                  <a:pt x="632627" y="106274"/>
                </a:cubicBezTo>
                <a:lnTo>
                  <a:pt x="632627" y="143428"/>
                </a:lnTo>
                <a:close/>
                <a:moveTo>
                  <a:pt x="774835" y="134991"/>
                </a:moveTo>
                <a:cubicBezTo>
                  <a:pt x="762535" y="152913"/>
                  <a:pt x="753312" y="159059"/>
                  <a:pt x="738705" y="159059"/>
                </a:cubicBezTo>
                <a:cubicBezTo>
                  <a:pt x="715388" y="159059"/>
                  <a:pt x="698990" y="138576"/>
                  <a:pt x="698990" y="109132"/>
                </a:cubicBezTo>
                <a:cubicBezTo>
                  <a:pt x="698990" y="82761"/>
                  <a:pt x="713085" y="64581"/>
                  <a:pt x="733838" y="64581"/>
                </a:cubicBezTo>
                <a:cubicBezTo>
                  <a:pt x="743061" y="64581"/>
                  <a:pt x="746392" y="67396"/>
                  <a:pt x="748957" y="76869"/>
                </a:cubicBezTo>
                <a:lnTo>
                  <a:pt x="750493" y="82503"/>
                </a:lnTo>
                <a:cubicBezTo>
                  <a:pt x="752542" y="89673"/>
                  <a:pt x="757155" y="94283"/>
                  <a:pt x="762535" y="94283"/>
                </a:cubicBezTo>
                <a:cubicBezTo>
                  <a:pt x="769197" y="94283"/>
                  <a:pt x="774835" y="89415"/>
                  <a:pt x="774835" y="83527"/>
                </a:cubicBezTo>
                <a:cubicBezTo>
                  <a:pt x="774835" y="69190"/>
                  <a:pt x="756897" y="57148"/>
                  <a:pt x="735374" y="57148"/>
                </a:cubicBezTo>
                <a:cubicBezTo>
                  <a:pt x="722820" y="57148"/>
                  <a:pt x="709754" y="62274"/>
                  <a:pt x="699248" y="71493"/>
                </a:cubicBezTo>
                <a:cubicBezTo>
                  <a:pt x="686436" y="82761"/>
                  <a:pt x="679262" y="100171"/>
                  <a:pt x="679262" y="120396"/>
                </a:cubicBezTo>
                <a:cubicBezTo>
                  <a:pt x="679262" y="153683"/>
                  <a:pt x="699502" y="177505"/>
                  <a:pt x="727946" y="177505"/>
                </a:cubicBezTo>
                <a:cubicBezTo>
                  <a:pt x="739476" y="177505"/>
                  <a:pt x="749723" y="173408"/>
                  <a:pt x="758950" y="165463"/>
                </a:cubicBezTo>
                <a:cubicBezTo>
                  <a:pt x="765866" y="159313"/>
                  <a:pt x="770734" y="152401"/>
                  <a:pt x="778420" y="137294"/>
                </a:cubicBezTo>
                <a:lnTo>
                  <a:pt x="774835" y="134991"/>
                </a:lnTo>
                <a:close/>
                <a:moveTo>
                  <a:pt x="788413" y="75086"/>
                </a:moveTo>
                <a:cubicBezTo>
                  <a:pt x="792003" y="74316"/>
                  <a:pt x="794309" y="74058"/>
                  <a:pt x="797382" y="74058"/>
                </a:cubicBezTo>
                <a:cubicBezTo>
                  <a:pt x="803786" y="74058"/>
                  <a:pt x="806093" y="78159"/>
                  <a:pt x="806093" y="89431"/>
                </a:cubicBezTo>
                <a:lnTo>
                  <a:pt x="806093" y="153484"/>
                </a:lnTo>
                <a:cubicBezTo>
                  <a:pt x="806093" y="166292"/>
                  <a:pt x="804299" y="168087"/>
                  <a:pt x="787901" y="171160"/>
                </a:cubicBezTo>
                <a:lnTo>
                  <a:pt x="787901" y="175003"/>
                </a:lnTo>
                <a:lnTo>
                  <a:pt x="849397" y="175003"/>
                </a:lnTo>
                <a:lnTo>
                  <a:pt x="849397" y="171160"/>
                </a:lnTo>
                <a:cubicBezTo>
                  <a:pt x="831972" y="170394"/>
                  <a:pt x="827616" y="166550"/>
                  <a:pt x="827616" y="151948"/>
                </a:cubicBezTo>
                <a:lnTo>
                  <a:pt x="827616" y="94299"/>
                </a:lnTo>
                <a:cubicBezTo>
                  <a:pt x="827616" y="86100"/>
                  <a:pt x="838634" y="73292"/>
                  <a:pt x="845554" y="73292"/>
                </a:cubicBezTo>
                <a:cubicBezTo>
                  <a:pt x="847091" y="73292"/>
                  <a:pt x="849397" y="74574"/>
                  <a:pt x="852216" y="77135"/>
                </a:cubicBezTo>
                <a:cubicBezTo>
                  <a:pt x="856314" y="80720"/>
                  <a:pt x="859132" y="82257"/>
                  <a:pt x="862464" y="82257"/>
                </a:cubicBezTo>
                <a:cubicBezTo>
                  <a:pt x="868614" y="82257"/>
                  <a:pt x="872457" y="77901"/>
                  <a:pt x="872457" y="70731"/>
                </a:cubicBezTo>
                <a:cubicBezTo>
                  <a:pt x="872457" y="62274"/>
                  <a:pt x="867077" y="57148"/>
                  <a:pt x="858366" y="57148"/>
                </a:cubicBezTo>
                <a:cubicBezTo>
                  <a:pt x="847603" y="57148"/>
                  <a:pt x="840174" y="63044"/>
                  <a:pt x="827616" y="81232"/>
                </a:cubicBezTo>
                <a:lnTo>
                  <a:pt x="827616" y="57665"/>
                </a:lnTo>
                <a:lnTo>
                  <a:pt x="826338" y="57148"/>
                </a:lnTo>
                <a:cubicBezTo>
                  <a:pt x="812755" y="62786"/>
                  <a:pt x="803532" y="66117"/>
                  <a:pt x="788413" y="70985"/>
                </a:cubicBezTo>
                <a:lnTo>
                  <a:pt x="788413" y="75086"/>
                </a:lnTo>
                <a:close/>
                <a:moveTo>
                  <a:pt x="936003" y="57148"/>
                </a:moveTo>
                <a:cubicBezTo>
                  <a:pt x="902692" y="57148"/>
                  <a:pt x="879375" y="81737"/>
                  <a:pt x="879375" y="117073"/>
                </a:cubicBezTo>
                <a:cubicBezTo>
                  <a:pt x="879375" y="151639"/>
                  <a:pt x="903205" y="177505"/>
                  <a:pt x="935487" y="177505"/>
                </a:cubicBezTo>
                <a:cubicBezTo>
                  <a:pt x="967774" y="177505"/>
                  <a:pt x="992370" y="150360"/>
                  <a:pt x="992370" y="115024"/>
                </a:cubicBezTo>
                <a:cubicBezTo>
                  <a:pt x="992370" y="81479"/>
                  <a:pt x="968798" y="57148"/>
                  <a:pt x="936003" y="57148"/>
                </a:cubicBezTo>
                <a:moveTo>
                  <a:pt x="932672" y="64327"/>
                </a:moveTo>
                <a:cubicBezTo>
                  <a:pt x="954195" y="64327"/>
                  <a:pt x="969310" y="88907"/>
                  <a:pt x="969310" y="123985"/>
                </a:cubicBezTo>
                <a:cubicBezTo>
                  <a:pt x="969310" y="152921"/>
                  <a:pt x="957780" y="170331"/>
                  <a:pt x="938564" y="170331"/>
                </a:cubicBezTo>
                <a:cubicBezTo>
                  <a:pt x="928571" y="170331"/>
                  <a:pt x="919090" y="164189"/>
                  <a:pt x="913710" y="153945"/>
                </a:cubicBezTo>
                <a:cubicBezTo>
                  <a:pt x="906536" y="140629"/>
                  <a:pt x="902434" y="122707"/>
                  <a:pt x="902434" y="104526"/>
                </a:cubicBezTo>
                <a:cubicBezTo>
                  <a:pt x="902434" y="80200"/>
                  <a:pt x="914476" y="64327"/>
                  <a:pt x="932672" y="64327"/>
                </a:cubicBezTo>
                <a:close/>
                <a:moveTo>
                  <a:pt x="1080769" y="94498"/>
                </a:moveTo>
                <a:lnTo>
                  <a:pt x="1079744" y="59651"/>
                </a:lnTo>
                <a:lnTo>
                  <a:pt x="1076926" y="59651"/>
                </a:lnTo>
                <a:lnTo>
                  <a:pt x="1076413" y="60167"/>
                </a:lnTo>
                <a:cubicBezTo>
                  <a:pt x="1074107" y="61957"/>
                  <a:pt x="1073853" y="62215"/>
                  <a:pt x="1072828" y="62215"/>
                </a:cubicBezTo>
                <a:cubicBezTo>
                  <a:pt x="1071292" y="62215"/>
                  <a:pt x="1068727" y="61703"/>
                  <a:pt x="1065908" y="60421"/>
                </a:cubicBezTo>
                <a:cubicBezTo>
                  <a:pt x="1060270" y="58427"/>
                  <a:pt x="1054636" y="57399"/>
                  <a:pt x="1047974" y="57399"/>
                </a:cubicBezTo>
                <a:cubicBezTo>
                  <a:pt x="1027730" y="57399"/>
                  <a:pt x="1013127" y="70465"/>
                  <a:pt x="1013127" y="88903"/>
                </a:cubicBezTo>
                <a:cubicBezTo>
                  <a:pt x="1013127" y="103240"/>
                  <a:pt x="1021325" y="113484"/>
                  <a:pt x="1043106" y="125776"/>
                </a:cubicBezTo>
                <a:lnTo>
                  <a:pt x="1057967" y="134229"/>
                </a:lnTo>
                <a:cubicBezTo>
                  <a:pt x="1066932" y="139350"/>
                  <a:pt x="1071292" y="145496"/>
                  <a:pt x="1071292" y="153433"/>
                </a:cubicBezTo>
                <a:cubicBezTo>
                  <a:pt x="1071292" y="164701"/>
                  <a:pt x="1063089" y="171871"/>
                  <a:pt x="1050023" y="171871"/>
                </a:cubicBezTo>
                <a:cubicBezTo>
                  <a:pt x="1041312" y="171871"/>
                  <a:pt x="1033367" y="168540"/>
                  <a:pt x="1028500" y="162906"/>
                </a:cubicBezTo>
                <a:cubicBezTo>
                  <a:pt x="1023120" y="156506"/>
                  <a:pt x="1020813" y="150614"/>
                  <a:pt x="1017482" y="136019"/>
                </a:cubicBezTo>
                <a:lnTo>
                  <a:pt x="1013381" y="136019"/>
                </a:lnTo>
                <a:lnTo>
                  <a:pt x="1013381" y="175969"/>
                </a:lnTo>
                <a:lnTo>
                  <a:pt x="1016712" y="175969"/>
                </a:lnTo>
                <a:cubicBezTo>
                  <a:pt x="1018506" y="173408"/>
                  <a:pt x="1019531" y="172896"/>
                  <a:pt x="1022608" y="172896"/>
                </a:cubicBezTo>
                <a:cubicBezTo>
                  <a:pt x="1024915" y="172954"/>
                  <a:pt x="1028500" y="173467"/>
                  <a:pt x="1034392" y="175003"/>
                </a:cubicBezTo>
                <a:cubicBezTo>
                  <a:pt x="1041566" y="176481"/>
                  <a:pt x="1048486" y="177505"/>
                  <a:pt x="1053096" y="177505"/>
                </a:cubicBezTo>
                <a:cubicBezTo>
                  <a:pt x="1072828" y="177505"/>
                  <a:pt x="1089226" y="162652"/>
                  <a:pt x="1089226" y="144726"/>
                </a:cubicBezTo>
                <a:cubicBezTo>
                  <a:pt x="1089226" y="131922"/>
                  <a:pt x="1083076" y="123473"/>
                  <a:pt x="1067703" y="114254"/>
                </a:cubicBezTo>
                <a:lnTo>
                  <a:pt x="1040029" y="97864"/>
                </a:lnTo>
                <a:cubicBezTo>
                  <a:pt x="1032855" y="93767"/>
                  <a:pt x="1029012" y="87367"/>
                  <a:pt x="1029012" y="80450"/>
                </a:cubicBezTo>
                <a:cubicBezTo>
                  <a:pt x="1029012" y="70207"/>
                  <a:pt x="1036956" y="63036"/>
                  <a:pt x="1048740" y="63036"/>
                </a:cubicBezTo>
                <a:cubicBezTo>
                  <a:pt x="1063347" y="63036"/>
                  <a:pt x="1071034" y="71743"/>
                  <a:pt x="1076926" y="94537"/>
                </a:cubicBezTo>
                <a:lnTo>
                  <a:pt x="1080769" y="94498"/>
                </a:lnTo>
                <a:close/>
                <a:moveTo>
                  <a:pt x="1180441" y="94498"/>
                </a:moveTo>
                <a:lnTo>
                  <a:pt x="1179417" y="59651"/>
                </a:lnTo>
                <a:lnTo>
                  <a:pt x="1176598" y="59651"/>
                </a:lnTo>
                <a:lnTo>
                  <a:pt x="1176086" y="60167"/>
                </a:lnTo>
                <a:cubicBezTo>
                  <a:pt x="1173779" y="61957"/>
                  <a:pt x="1173525" y="62215"/>
                  <a:pt x="1172501" y="62215"/>
                </a:cubicBezTo>
                <a:cubicBezTo>
                  <a:pt x="1170964" y="62215"/>
                  <a:pt x="1168399" y="61703"/>
                  <a:pt x="1165580" y="60421"/>
                </a:cubicBezTo>
                <a:cubicBezTo>
                  <a:pt x="1159943" y="58427"/>
                  <a:pt x="1154309" y="57399"/>
                  <a:pt x="1147646" y="57399"/>
                </a:cubicBezTo>
                <a:cubicBezTo>
                  <a:pt x="1127402" y="57399"/>
                  <a:pt x="1112799" y="70465"/>
                  <a:pt x="1112799" y="88903"/>
                </a:cubicBezTo>
                <a:cubicBezTo>
                  <a:pt x="1112799" y="103240"/>
                  <a:pt x="1120998" y="113484"/>
                  <a:pt x="1142779" y="125776"/>
                </a:cubicBezTo>
                <a:lnTo>
                  <a:pt x="1157640" y="134229"/>
                </a:lnTo>
                <a:cubicBezTo>
                  <a:pt x="1166605" y="139350"/>
                  <a:pt x="1170964" y="145496"/>
                  <a:pt x="1170964" y="153433"/>
                </a:cubicBezTo>
                <a:cubicBezTo>
                  <a:pt x="1170964" y="164701"/>
                  <a:pt x="1162761" y="171871"/>
                  <a:pt x="1149695" y="171871"/>
                </a:cubicBezTo>
                <a:cubicBezTo>
                  <a:pt x="1140984" y="171871"/>
                  <a:pt x="1133040" y="168540"/>
                  <a:pt x="1128172" y="162906"/>
                </a:cubicBezTo>
                <a:cubicBezTo>
                  <a:pt x="1122792" y="156506"/>
                  <a:pt x="1120486" y="150614"/>
                  <a:pt x="1117155" y="136019"/>
                </a:cubicBezTo>
                <a:lnTo>
                  <a:pt x="1113053" y="136019"/>
                </a:lnTo>
                <a:lnTo>
                  <a:pt x="1113053" y="175969"/>
                </a:lnTo>
                <a:lnTo>
                  <a:pt x="1116384" y="175969"/>
                </a:lnTo>
                <a:cubicBezTo>
                  <a:pt x="1118179" y="173408"/>
                  <a:pt x="1119203" y="172896"/>
                  <a:pt x="1122280" y="172896"/>
                </a:cubicBezTo>
                <a:cubicBezTo>
                  <a:pt x="1124587" y="172954"/>
                  <a:pt x="1128172" y="173467"/>
                  <a:pt x="1134064" y="175003"/>
                </a:cubicBezTo>
                <a:cubicBezTo>
                  <a:pt x="1141238" y="176481"/>
                  <a:pt x="1148159" y="177505"/>
                  <a:pt x="1152768" y="177505"/>
                </a:cubicBezTo>
                <a:cubicBezTo>
                  <a:pt x="1172501" y="177505"/>
                  <a:pt x="1188898" y="162652"/>
                  <a:pt x="1188898" y="144726"/>
                </a:cubicBezTo>
                <a:cubicBezTo>
                  <a:pt x="1188898" y="131922"/>
                  <a:pt x="1182748" y="123473"/>
                  <a:pt x="1167375" y="114254"/>
                </a:cubicBezTo>
                <a:lnTo>
                  <a:pt x="1139702" y="97864"/>
                </a:lnTo>
                <a:cubicBezTo>
                  <a:pt x="1132528" y="93767"/>
                  <a:pt x="1128684" y="87367"/>
                  <a:pt x="1128684" y="80450"/>
                </a:cubicBezTo>
                <a:cubicBezTo>
                  <a:pt x="1128684" y="70207"/>
                  <a:pt x="1136629" y="63036"/>
                  <a:pt x="1148413" y="63036"/>
                </a:cubicBezTo>
                <a:cubicBezTo>
                  <a:pt x="1163019" y="63036"/>
                  <a:pt x="1170706" y="71743"/>
                  <a:pt x="1176598" y="94537"/>
                </a:cubicBezTo>
                <a:lnTo>
                  <a:pt x="1180441" y="94498"/>
                </a:lnTo>
                <a:close/>
                <a:moveTo>
                  <a:pt x="1268330" y="15373"/>
                </a:moveTo>
                <a:lnTo>
                  <a:pt x="1269867" y="15373"/>
                </a:lnTo>
                <a:cubicBezTo>
                  <a:pt x="1272685" y="15119"/>
                  <a:pt x="1275758" y="14861"/>
                  <a:pt x="1277811" y="14861"/>
                </a:cubicBezTo>
                <a:cubicBezTo>
                  <a:pt x="1286010" y="14861"/>
                  <a:pt x="1288571" y="18450"/>
                  <a:pt x="1288571" y="30492"/>
                </a:cubicBezTo>
                <a:lnTo>
                  <a:pt x="1288571" y="152714"/>
                </a:lnTo>
                <a:cubicBezTo>
                  <a:pt x="1288571" y="166550"/>
                  <a:pt x="1284985" y="169881"/>
                  <a:pt x="1268842" y="171160"/>
                </a:cubicBezTo>
                <a:lnTo>
                  <a:pt x="1268842" y="175003"/>
                </a:lnTo>
                <a:lnTo>
                  <a:pt x="1329310" y="175003"/>
                </a:lnTo>
                <a:lnTo>
                  <a:pt x="1329310" y="171160"/>
                </a:lnTo>
                <a:cubicBezTo>
                  <a:pt x="1313171" y="170136"/>
                  <a:pt x="1310094" y="167575"/>
                  <a:pt x="1310094" y="153480"/>
                </a:cubicBezTo>
                <a:lnTo>
                  <a:pt x="1310094" y="512"/>
                </a:lnTo>
                <a:lnTo>
                  <a:pt x="1309069" y="0"/>
                </a:lnTo>
                <a:cubicBezTo>
                  <a:pt x="1295745" y="4355"/>
                  <a:pt x="1286010" y="6920"/>
                  <a:pt x="1268330" y="11276"/>
                </a:cubicBezTo>
                <a:lnTo>
                  <a:pt x="1268330" y="15373"/>
                </a:lnTo>
                <a:close/>
                <a:moveTo>
                  <a:pt x="1447943" y="158039"/>
                </a:moveTo>
                <a:cubicBezTo>
                  <a:pt x="1443587" y="161620"/>
                  <a:pt x="1440514" y="162903"/>
                  <a:pt x="1436671" y="162903"/>
                </a:cubicBezTo>
                <a:cubicBezTo>
                  <a:pt x="1430779" y="162903"/>
                  <a:pt x="1428984" y="159317"/>
                  <a:pt x="1428984" y="148053"/>
                </a:cubicBezTo>
                <a:lnTo>
                  <a:pt x="1428984" y="98122"/>
                </a:lnTo>
                <a:cubicBezTo>
                  <a:pt x="1428984" y="84806"/>
                  <a:pt x="1427702" y="77381"/>
                  <a:pt x="1423859" y="71235"/>
                </a:cubicBezTo>
                <a:cubicBezTo>
                  <a:pt x="1418221" y="62020"/>
                  <a:pt x="1407203" y="57148"/>
                  <a:pt x="1392088" y="57148"/>
                </a:cubicBezTo>
                <a:cubicBezTo>
                  <a:pt x="1368001" y="57148"/>
                  <a:pt x="1349042" y="69699"/>
                  <a:pt x="1349042" y="85830"/>
                </a:cubicBezTo>
                <a:cubicBezTo>
                  <a:pt x="1349042" y="91722"/>
                  <a:pt x="1354164" y="96840"/>
                  <a:pt x="1360060" y="96840"/>
                </a:cubicBezTo>
                <a:cubicBezTo>
                  <a:pt x="1366206" y="96840"/>
                  <a:pt x="1371590" y="91722"/>
                  <a:pt x="1371590" y="86088"/>
                </a:cubicBezTo>
                <a:cubicBezTo>
                  <a:pt x="1371590" y="85064"/>
                  <a:pt x="1371332" y="83781"/>
                  <a:pt x="1371078" y="81991"/>
                </a:cubicBezTo>
                <a:cubicBezTo>
                  <a:pt x="1370565" y="79688"/>
                  <a:pt x="1370307" y="77639"/>
                  <a:pt x="1370307" y="75845"/>
                </a:cubicBezTo>
                <a:cubicBezTo>
                  <a:pt x="1370307" y="68932"/>
                  <a:pt x="1378506" y="63298"/>
                  <a:pt x="1388757" y="63298"/>
                </a:cubicBezTo>
                <a:cubicBezTo>
                  <a:pt x="1401311" y="63298"/>
                  <a:pt x="1408228" y="70723"/>
                  <a:pt x="1408228" y="84552"/>
                </a:cubicBezTo>
                <a:lnTo>
                  <a:pt x="1408228" y="100171"/>
                </a:lnTo>
                <a:cubicBezTo>
                  <a:pt x="1368771" y="116045"/>
                  <a:pt x="1364415" y="118093"/>
                  <a:pt x="1353398" y="127825"/>
                </a:cubicBezTo>
                <a:cubicBezTo>
                  <a:pt x="1347760" y="132946"/>
                  <a:pt x="1344171" y="141649"/>
                  <a:pt x="1344171" y="150098"/>
                </a:cubicBezTo>
                <a:cubicBezTo>
                  <a:pt x="1344171" y="166234"/>
                  <a:pt x="1355446" y="177505"/>
                  <a:pt x="1371078" y="177505"/>
                </a:cubicBezTo>
                <a:cubicBezTo>
                  <a:pt x="1382349" y="177505"/>
                  <a:pt x="1392855" y="172126"/>
                  <a:pt x="1408486" y="158801"/>
                </a:cubicBezTo>
                <a:cubicBezTo>
                  <a:pt x="1409768" y="172126"/>
                  <a:pt x="1414378" y="177505"/>
                  <a:pt x="1424883" y="177505"/>
                </a:cubicBezTo>
                <a:cubicBezTo>
                  <a:pt x="1433594" y="177505"/>
                  <a:pt x="1438978" y="174432"/>
                  <a:pt x="1447943" y="164697"/>
                </a:cubicBezTo>
                <a:lnTo>
                  <a:pt x="1447943" y="158039"/>
                </a:lnTo>
                <a:moveTo>
                  <a:pt x="1408228" y="143428"/>
                </a:moveTo>
                <a:cubicBezTo>
                  <a:pt x="1408228" y="151373"/>
                  <a:pt x="1406949" y="153680"/>
                  <a:pt x="1401566" y="156753"/>
                </a:cubicBezTo>
                <a:cubicBezTo>
                  <a:pt x="1395420" y="160342"/>
                  <a:pt x="1388245" y="162645"/>
                  <a:pt x="1382861" y="162645"/>
                </a:cubicBezTo>
                <a:cubicBezTo>
                  <a:pt x="1373896" y="162645"/>
                  <a:pt x="1366722" y="153934"/>
                  <a:pt x="1366722" y="142916"/>
                </a:cubicBezTo>
                <a:lnTo>
                  <a:pt x="1366722" y="141892"/>
                </a:lnTo>
                <a:cubicBezTo>
                  <a:pt x="1366722" y="126773"/>
                  <a:pt x="1377224" y="117550"/>
                  <a:pt x="1408228" y="106274"/>
                </a:cubicBezTo>
                <a:lnTo>
                  <a:pt x="1408228" y="143428"/>
                </a:lnTo>
                <a:close/>
                <a:moveTo>
                  <a:pt x="1452556" y="73038"/>
                </a:moveTo>
                <a:cubicBezTo>
                  <a:pt x="1454093" y="72267"/>
                  <a:pt x="1456657" y="72013"/>
                  <a:pt x="1459476" y="72013"/>
                </a:cubicBezTo>
                <a:cubicBezTo>
                  <a:pt x="1466651" y="72013"/>
                  <a:pt x="1468953" y="75856"/>
                  <a:pt x="1468953" y="88407"/>
                </a:cubicBezTo>
                <a:lnTo>
                  <a:pt x="1468953" y="151948"/>
                </a:lnTo>
                <a:cubicBezTo>
                  <a:pt x="1468953" y="166550"/>
                  <a:pt x="1466135" y="170136"/>
                  <a:pt x="1453068" y="171160"/>
                </a:cubicBezTo>
                <a:lnTo>
                  <a:pt x="1453068" y="175003"/>
                </a:lnTo>
                <a:lnTo>
                  <a:pt x="1507390" y="175003"/>
                </a:lnTo>
                <a:lnTo>
                  <a:pt x="1507390" y="171160"/>
                </a:lnTo>
                <a:cubicBezTo>
                  <a:pt x="1494320" y="170136"/>
                  <a:pt x="1490476" y="167063"/>
                  <a:pt x="1490476" y="157839"/>
                </a:cubicBezTo>
                <a:lnTo>
                  <a:pt x="1490476" y="85846"/>
                </a:lnTo>
                <a:cubicBezTo>
                  <a:pt x="1502776" y="74316"/>
                  <a:pt x="1508414" y="71243"/>
                  <a:pt x="1516871" y="71243"/>
                </a:cubicBezTo>
                <a:cubicBezTo>
                  <a:pt x="1529425" y="71243"/>
                  <a:pt x="1535575" y="79184"/>
                  <a:pt x="1535575" y="96093"/>
                </a:cubicBezTo>
                <a:lnTo>
                  <a:pt x="1535575" y="149641"/>
                </a:lnTo>
                <a:cubicBezTo>
                  <a:pt x="1535575" y="165780"/>
                  <a:pt x="1532244" y="170136"/>
                  <a:pt x="1519432" y="171160"/>
                </a:cubicBezTo>
                <a:lnTo>
                  <a:pt x="1519432" y="175003"/>
                </a:lnTo>
                <a:lnTo>
                  <a:pt x="1572729" y="175003"/>
                </a:lnTo>
                <a:lnTo>
                  <a:pt x="1572729" y="171160"/>
                </a:lnTo>
                <a:cubicBezTo>
                  <a:pt x="1560171" y="169881"/>
                  <a:pt x="1557098" y="166804"/>
                  <a:pt x="1557098" y="154254"/>
                </a:cubicBezTo>
                <a:lnTo>
                  <a:pt x="1557098" y="95581"/>
                </a:lnTo>
                <a:cubicBezTo>
                  <a:pt x="1557098" y="71501"/>
                  <a:pt x="1545823" y="57148"/>
                  <a:pt x="1526864" y="57148"/>
                </a:cubicBezTo>
                <a:cubicBezTo>
                  <a:pt x="1515076" y="57148"/>
                  <a:pt x="1507132" y="61508"/>
                  <a:pt x="1489710" y="77905"/>
                </a:cubicBezTo>
                <a:lnTo>
                  <a:pt x="1489710" y="57665"/>
                </a:lnTo>
                <a:lnTo>
                  <a:pt x="1487916" y="57148"/>
                </a:lnTo>
                <a:cubicBezTo>
                  <a:pt x="1475361" y="61762"/>
                  <a:pt x="1466651" y="64581"/>
                  <a:pt x="1452556" y="68682"/>
                </a:cubicBezTo>
                <a:lnTo>
                  <a:pt x="1452556" y="73038"/>
                </a:lnTo>
                <a:close/>
                <a:moveTo>
                  <a:pt x="1696996" y="75649"/>
                </a:moveTo>
                <a:lnTo>
                  <a:pt x="1696996" y="65656"/>
                </a:lnTo>
                <a:lnTo>
                  <a:pt x="1677267" y="65656"/>
                </a:lnTo>
                <a:cubicBezTo>
                  <a:pt x="1672142" y="65656"/>
                  <a:pt x="1668298" y="64858"/>
                  <a:pt x="1663177" y="63044"/>
                </a:cubicBezTo>
                <a:lnTo>
                  <a:pt x="1657539" y="60996"/>
                </a:lnTo>
                <a:cubicBezTo>
                  <a:pt x="1650619" y="58431"/>
                  <a:pt x="1643702" y="57148"/>
                  <a:pt x="1637040" y="57148"/>
                </a:cubicBezTo>
                <a:cubicBezTo>
                  <a:pt x="1613210" y="57148"/>
                  <a:pt x="1594248" y="75649"/>
                  <a:pt x="1594248" y="98959"/>
                </a:cubicBezTo>
                <a:cubicBezTo>
                  <a:pt x="1594248" y="115098"/>
                  <a:pt x="1601168" y="124830"/>
                  <a:pt x="1618078" y="133283"/>
                </a:cubicBezTo>
                <a:cubicBezTo>
                  <a:pt x="1613210" y="137896"/>
                  <a:pt x="1608601" y="142244"/>
                  <a:pt x="1607060" y="143522"/>
                </a:cubicBezTo>
                <a:cubicBezTo>
                  <a:pt x="1598608" y="150939"/>
                  <a:pt x="1595277" y="156057"/>
                  <a:pt x="1595277" y="161171"/>
                </a:cubicBezTo>
                <a:cubicBezTo>
                  <a:pt x="1595277" y="166543"/>
                  <a:pt x="1598350" y="169612"/>
                  <a:pt x="1608855" y="174737"/>
                </a:cubicBezTo>
                <a:cubicBezTo>
                  <a:pt x="1590663" y="188073"/>
                  <a:pt x="1583747" y="196542"/>
                  <a:pt x="1583747" y="206031"/>
                </a:cubicBezTo>
                <a:cubicBezTo>
                  <a:pt x="1583747" y="219621"/>
                  <a:pt x="1603729" y="230897"/>
                  <a:pt x="1628071" y="230897"/>
                </a:cubicBezTo>
                <a:cubicBezTo>
                  <a:pt x="1647288" y="230897"/>
                  <a:pt x="1667274" y="224234"/>
                  <a:pt x="1680598" y="213471"/>
                </a:cubicBezTo>
                <a:cubicBezTo>
                  <a:pt x="1690338" y="205519"/>
                  <a:pt x="1694693" y="197308"/>
                  <a:pt x="1694693" y="187561"/>
                </a:cubicBezTo>
                <a:cubicBezTo>
                  <a:pt x="1694693" y="171660"/>
                  <a:pt x="1682647" y="160916"/>
                  <a:pt x="1663689" y="160150"/>
                </a:cubicBezTo>
                <a:lnTo>
                  <a:pt x="1630636" y="158614"/>
                </a:lnTo>
                <a:cubicBezTo>
                  <a:pt x="1617054" y="158101"/>
                  <a:pt x="1610650" y="155799"/>
                  <a:pt x="1610650" y="151709"/>
                </a:cubicBezTo>
                <a:cubicBezTo>
                  <a:pt x="1610650" y="146591"/>
                  <a:pt x="1619102" y="137638"/>
                  <a:pt x="1626023" y="135589"/>
                </a:cubicBezTo>
                <a:cubicBezTo>
                  <a:pt x="1628329" y="135847"/>
                  <a:pt x="1630124" y="136101"/>
                  <a:pt x="1630890" y="136101"/>
                </a:cubicBezTo>
                <a:cubicBezTo>
                  <a:pt x="1635758" y="136614"/>
                  <a:pt x="1639089" y="136872"/>
                  <a:pt x="1640629" y="136872"/>
                </a:cubicBezTo>
                <a:cubicBezTo>
                  <a:pt x="1650107" y="136872"/>
                  <a:pt x="1660358" y="133028"/>
                  <a:pt x="1668298" y="126112"/>
                </a:cubicBezTo>
                <a:cubicBezTo>
                  <a:pt x="1676755" y="118938"/>
                  <a:pt x="1680598" y="109973"/>
                  <a:pt x="1680598" y="97168"/>
                </a:cubicBezTo>
                <a:cubicBezTo>
                  <a:pt x="1680598" y="89740"/>
                  <a:pt x="1679316" y="83848"/>
                  <a:pt x="1675731" y="75649"/>
                </a:cubicBezTo>
                <a:lnTo>
                  <a:pt x="1696996" y="75649"/>
                </a:lnTo>
                <a:moveTo>
                  <a:pt x="1614235" y="175504"/>
                </a:moveTo>
                <a:cubicBezTo>
                  <a:pt x="1622692" y="177302"/>
                  <a:pt x="1643190" y="178839"/>
                  <a:pt x="1655744" y="178839"/>
                </a:cubicBezTo>
                <a:cubicBezTo>
                  <a:pt x="1679062" y="178839"/>
                  <a:pt x="1687519" y="182174"/>
                  <a:pt x="1687519" y="191408"/>
                </a:cubicBezTo>
                <a:cubicBezTo>
                  <a:pt x="1687519" y="206289"/>
                  <a:pt x="1668044" y="216290"/>
                  <a:pt x="1639089" y="216290"/>
                </a:cubicBezTo>
                <a:cubicBezTo>
                  <a:pt x="1616542" y="216290"/>
                  <a:pt x="1601681" y="208854"/>
                  <a:pt x="1601681" y="197566"/>
                </a:cubicBezTo>
                <a:cubicBezTo>
                  <a:pt x="1601681" y="191666"/>
                  <a:pt x="1603475" y="188331"/>
                  <a:pt x="1614235" y="175504"/>
                </a:cubicBezTo>
                <a:moveTo>
                  <a:pt x="1615517" y="88458"/>
                </a:moveTo>
                <a:cubicBezTo>
                  <a:pt x="1615517" y="73346"/>
                  <a:pt x="1622692" y="64327"/>
                  <a:pt x="1634479" y="64327"/>
                </a:cubicBezTo>
                <a:cubicBezTo>
                  <a:pt x="1642420" y="64327"/>
                  <a:pt x="1649082" y="68733"/>
                  <a:pt x="1653183" y="76419"/>
                </a:cubicBezTo>
                <a:cubicBezTo>
                  <a:pt x="1657793" y="85384"/>
                  <a:pt x="1660870" y="97168"/>
                  <a:pt x="1660870" y="107158"/>
                </a:cubicBezTo>
                <a:cubicBezTo>
                  <a:pt x="1660870" y="121499"/>
                  <a:pt x="1653438" y="130464"/>
                  <a:pt x="1641654" y="130464"/>
                </a:cubicBezTo>
                <a:cubicBezTo>
                  <a:pt x="1626281" y="130464"/>
                  <a:pt x="1615517" y="113816"/>
                  <a:pt x="1615517" y="89228"/>
                </a:cubicBezTo>
                <a:lnTo>
                  <a:pt x="1615517" y="88458"/>
                </a:lnTo>
                <a:close/>
                <a:moveTo>
                  <a:pt x="1827417" y="162144"/>
                </a:moveTo>
                <a:lnTo>
                  <a:pt x="1826138" y="162144"/>
                </a:lnTo>
                <a:cubicBezTo>
                  <a:pt x="1814350" y="162144"/>
                  <a:pt x="1811531" y="159325"/>
                  <a:pt x="1811531" y="147537"/>
                </a:cubicBezTo>
                <a:lnTo>
                  <a:pt x="1811531" y="59651"/>
                </a:lnTo>
                <a:lnTo>
                  <a:pt x="1771046" y="59651"/>
                </a:lnTo>
                <a:lnTo>
                  <a:pt x="1771046" y="64010"/>
                </a:lnTo>
                <a:cubicBezTo>
                  <a:pt x="1786935" y="64776"/>
                  <a:pt x="1790008" y="67341"/>
                  <a:pt x="1790008" y="80149"/>
                </a:cubicBezTo>
                <a:lnTo>
                  <a:pt x="1790008" y="140355"/>
                </a:lnTo>
                <a:cubicBezTo>
                  <a:pt x="1790008" y="147530"/>
                  <a:pt x="1788726" y="151119"/>
                  <a:pt x="1785141" y="153934"/>
                </a:cubicBezTo>
                <a:cubicBezTo>
                  <a:pt x="1778220" y="159571"/>
                  <a:pt x="1770280" y="162645"/>
                  <a:pt x="1762593" y="162645"/>
                </a:cubicBezTo>
                <a:cubicBezTo>
                  <a:pt x="1752600" y="162645"/>
                  <a:pt x="1744401" y="153934"/>
                  <a:pt x="1744401" y="143174"/>
                </a:cubicBezTo>
                <a:lnTo>
                  <a:pt x="1744401" y="59651"/>
                </a:lnTo>
                <a:lnTo>
                  <a:pt x="1706989" y="59651"/>
                </a:lnTo>
                <a:lnTo>
                  <a:pt x="1706989" y="63240"/>
                </a:lnTo>
                <a:cubicBezTo>
                  <a:pt x="1719289" y="64010"/>
                  <a:pt x="1722878" y="67853"/>
                  <a:pt x="1722878" y="79637"/>
                </a:cubicBezTo>
                <a:lnTo>
                  <a:pt x="1722878" y="144198"/>
                </a:lnTo>
                <a:cubicBezTo>
                  <a:pt x="1722878" y="164439"/>
                  <a:pt x="1735174" y="177505"/>
                  <a:pt x="1753879" y="177505"/>
                </a:cubicBezTo>
                <a:cubicBezTo>
                  <a:pt x="1763360" y="177505"/>
                  <a:pt x="1773353" y="173408"/>
                  <a:pt x="1780273" y="166488"/>
                </a:cubicBezTo>
                <a:lnTo>
                  <a:pt x="1791291" y="155474"/>
                </a:lnTo>
                <a:lnTo>
                  <a:pt x="1791291" y="176739"/>
                </a:lnTo>
                <a:lnTo>
                  <a:pt x="1792315" y="177255"/>
                </a:lnTo>
                <a:cubicBezTo>
                  <a:pt x="1805127" y="172133"/>
                  <a:pt x="1814350" y="169315"/>
                  <a:pt x="1827417" y="165725"/>
                </a:cubicBezTo>
                <a:lnTo>
                  <a:pt x="1827417" y="162144"/>
                </a:lnTo>
                <a:close/>
                <a:moveTo>
                  <a:pt x="1946050" y="158039"/>
                </a:moveTo>
                <a:cubicBezTo>
                  <a:pt x="1941694" y="161620"/>
                  <a:pt x="1938621" y="162903"/>
                  <a:pt x="1934778" y="162903"/>
                </a:cubicBezTo>
                <a:cubicBezTo>
                  <a:pt x="1928886" y="162903"/>
                  <a:pt x="1927091" y="159317"/>
                  <a:pt x="1927091" y="148053"/>
                </a:cubicBezTo>
                <a:lnTo>
                  <a:pt x="1927091" y="98122"/>
                </a:lnTo>
                <a:cubicBezTo>
                  <a:pt x="1927091" y="84806"/>
                  <a:pt x="1925809" y="77381"/>
                  <a:pt x="1921966" y="71235"/>
                </a:cubicBezTo>
                <a:cubicBezTo>
                  <a:pt x="1916328" y="62020"/>
                  <a:pt x="1905310" y="57148"/>
                  <a:pt x="1890195" y="57148"/>
                </a:cubicBezTo>
                <a:cubicBezTo>
                  <a:pt x="1866107" y="57148"/>
                  <a:pt x="1847149" y="69699"/>
                  <a:pt x="1847149" y="85830"/>
                </a:cubicBezTo>
                <a:cubicBezTo>
                  <a:pt x="1847149" y="91722"/>
                  <a:pt x="1852271" y="96840"/>
                  <a:pt x="1858167" y="96840"/>
                </a:cubicBezTo>
                <a:cubicBezTo>
                  <a:pt x="1864313" y="96840"/>
                  <a:pt x="1869697" y="91722"/>
                  <a:pt x="1869697" y="86088"/>
                </a:cubicBezTo>
                <a:cubicBezTo>
                  <a:pt x="1869697" y="85064"/>
                  <a:pt x="1869438" y="83781"/>
                  <a:pt x="1869184" y="81991"/>
                </a:cubicBezTo>
                <a:cubicBezTo>
                  <a:pt x="1868672" y="79688"/>
                  <a:pt x="1868414" y="77639"/>
                  <a:pt x="1868414" y="75845"/>
                </a:cubicBezTo>
                <a:cubicBezTo>
                  <a:pt x="1868414" y="68932"/>
                  <a:pt x="1876613" y="63298"/>
                  <a:pt x="1886864" y="63298"/>
                </a:cubicBezTo>
                <a:cubicBezTo>
                  <a:pt x="1899418" y="63298"/>
                  <a:pt x="1906335" y="70723"/>
                  <a:pt x="1906335" y="84552"/>
                </a:cubicBezTo>
                <a:lnTo>
                  <a:pt x="1906335" y="100171"/>
                </a:lnTo>
                <a:cubicBezTo>
                  <a:pt x="1866878" y="116045"/>
                  <a:pt x="1862522" y="118093"/>
                  <a:pt x="1851505" y="127825"/>
                </a:cubicBezTo>
                <a:cubicBezTo>
                  <a:pt x="1845867" y="132946"/>
                  <a:pt x="1842278" y="141649"/>
                  <a:pt x="1842278" y="150098"/>
                </a:cubicBezTo>
                <a:cubicBezTo>
                  <a:pt x="1842278" y="166234"/>
                  <a:pt x="1853553" y="177505"/>
                  <a:pt x="1869184" y="177505"/>
                </a:cubicBezTo>
                <a:cubicBezTo>
                  <a:pt x="1880456" y="177505"/>
                  <a:pt x="1890961" y="172126"/>
                  <a:pt x="1906593" y="158801"/>
                </a:cubicBezTo>
                <a:cubicBezTo>
                  <a:pt x="1907875" y="172126"/>
                  <a:pt x="1912485" y="177505"/>
                  <a:pt x="1922990" y="177505"/>
                </a:cubicBezTo>
                <a:cubicBezTo>
                  <a:pt x="1931701" y="177505"/>
                  <a:pt x="1937085" y="174432"/>
                  <a:pt x="1946050" y="164697"/>
                </a:cubicBezTo>
                <a:lnTo>
                  <a:pt x="1946050" y="158039"/>
                </a:lnTo>
                <a:moveTo>
                  <a:pt x="1906335" y="143428"/>
                </a:moveTo>
                <a:cubicBezTo>
                  <a:pt x="1906335" y="151373"/>
                  <a:pt x="1905056" y="153680"/>
                  <a:pt x="1899672" y="156753"/>
                </a:cubicBezTo>
                <a:cubicBezTo>
                  <a:pt x="1893526" y="160342"/>
                  <a:pt x="1886352" y="162645"/>
                  <a:pt x="1880968" y="162645"/>
                </a:cubicBezTo>
                <a:cubicBezTo>
                  <a:pt x="1872003" y="162645"/>
                  <a:pt x="1864829" y="153934"/>
                  <a:pt x="1864829" y="142916"/>
                </a:cubicBezTo>
                <a:lnTo>
                  <a:pt x="1864829" y="141892"/>
                </a:lnTo>
                <a:cubicBezTo>
                  <a:pt x="1864829" y="126773"/>
                  <a:pt x="1875330" y="117550"/>
                  <a:pt x="1906335" y="106274"/>
                </a:cubicBezTo>
                <a:lnTo>
                  <a:pt x="1906335" y="143428"/>
                </a:lnTo>
                <a:close/>
                <a:moveTo>
                  <a:pt x="2066989" y="75649"/>
                </a:moveTo>
                <a:lnTo>
                  <a:pt x="2066989" y="65656"/>
                </a:lnTo>
                <a:lnTo>
                  <a:pt x="2047260" y="65656"/>
                </a:lnTo>
                <a:cubicBezTo>
                  <a:pt x="2042135" y="65656"/>
                  <a:pt x="2038291" y="64858"/>
                  <a:pt x="2033170" y="63044"/>
                </a:cubicBezTo>
                <a:lnTo>
                  <a:pt x="2027532" y="60996"/>
                </a:lnTo>
                <a:cubicBezTo>
                  <a:pt x="2020612" y="58431"/>
                  <a:pt x="2013695" y="57148"/>
                  <a:pt x="2007033" y="57148"/>
                </a:cubicBezTo>
                <a:cubicBezTo>
                  <a:pt x="1983203" y="57148"/>
                  <a:pt x="1964241" y="75649"/>
                  <a:pt x="1964241" y="98959"/>
                </a:cubicBezTo>
                <a:cubicBezTo>
                  <a:pt x="1964241" y="115098"/>
                  <a:pt x="1971161" y="124830"/>
                  <a:pt x="1988071" y="133283"/>
                </a:cubicBezTo>
                <a:cubicBezTo>
                  <a:pt x="1983203" y="137896"/>
                  <a:pt x="1978594" y="142244"/>
                  <a:pt x="1977053" y="143522"/>
                </a:cubicBezTo>
                <a:cubicBezTo>
                  <a:pt x="1968601" y="150939"/>
                  <a:pt x="1965269" y="156057"/>
                  <a:pt x="1965269" y="161171"/>
                </a:cubicBezTo>
                <a:cubicBezTo>
                  <a:pt x="1965269" y="166543"/>
                  <a:pt x="1968342" y="169612"/>
                  <a:pt x="1978848" y="174737"/>
                </a:cubicBezTo>
                <a:cubicBezTo>
                  <a:pt x="1960656" y="188073"/>
                  <a:pt x="1953740" y="196542"/>
                  <a:pt x="1953740" y="206031"/>
                </a:cubicBezTo>
                <a:cubicBezTo>
                  <a:pt x="1953740" y="219621"/>
                  <a:pt x="1973722" y="230897"/>
                  <a:pt x="1998064" y="230897"/>
                </a:cubicBezTo>
                <a:cubicBezTo>
                  <a:pt x="2017281" y="230897"/>
                  <a:pt x="2037267" y="224234"/>
                  <a:pt x="2050591" y="213471"/>
                </a:cubicBezTo>
                <a:cubicBezTo>
                  <a:pt x="2060330" y="205519"/>
                  <a:pt x="2064686" y="197308"/>
                  <a:pt x="2064686" y="187561"/>
                </a:cubicBezTo>
                <a:cubicBezTo>
                  <a:pt x="2064686" y="171660"/>
                  <a:pt x="2052640" y="160916"/>
                  <a:pt x="2033682" y="160150"/>
                </a:cubicBezTo>
                <a:lnTo>
                  <a:pt x="2000629" y="158614"/>
                </a:lnTo>
                <a:cubicBezTo>
                  <a:pt x="1987047" y="158101"/>
                  <a:pt x="1980642" y="155799"/>
                  <a:pt x="1980642" y="151709"/>
                </a:cubicBezTo>
                <a:cubicBezTo>
                  <a:pt x="1980642" y="146591"/>
                  <a:pt x="1989095" y="137638"/>
                  <a:pt x="1996016" y="135589"/>
                </a:cubicBezTo>
                <a:cubicBezTo>
                  <a:pt x="1998322" y="135847"/>
                  <a:pt x="2000117" y="136101"/>
                  <a:pt x="2000883" y="136101"/>
                </a:cubicBezTo>
                <a:cubicBezTo>
                  <a:pt x="2005751" y="136614"/>
                  <a:pt x="2009082" y="136872"/>
                  <a:pt x="2010622" y="136872"/>
                </a:cubicBezTo>
                <a:cubicBezTo>
                  <a:pt x="2020099" y="136872"/>
                  <a:pt x="2030351" y="133028"/>
                  <a:pt x="2038291" y="126112"/>
                </a:cubicBezTo>
                <a:cubicBezTo>
                  <a:pt x="2046748" y="118938"/>
                  <a:pt x="2050591" y="109973"/>
                  <a:pt x="2050591" y="97168"/>
                </a:cubicBezTo>
                <a:cubicBezTo>
                  <a:pt x="2050591" y="89740"/>
                  <a:pt x="2049309" y="83848"/>
                  <a:pt x="2045724" y="75649"/>
                </a:cubicBezTo>
                <a:lnTo>
                  <a:pt x="2066989" y="75649"/>
                </a:lnTo>
                <a:moveTo>
                  <a:pt x="1984228" y="175504"/>
                </a:moveTo>
                <a:cubicBezTo>
                  <a:pt x="1992684" y="177302"/>
                  <a:pt x="2013183" y="178839"/>
                  <a:pt x="2025737" y="178839"/>
                </a:cubicBezTo>
                <a:cubicBezTo>
                  <a:pt x="2049055" y="178839"/>
                  <a:pt x="2057512" y="182174"/>
                  <a:pt x="2057512" y="191408"/>
                </a:cubicBezTo>
                <a:cubicBezTo>
                  <a:pt x="2057512" y="206289"/>
                  <a:pt x="2038037" y="216290"/>
                  <a:pt x="2009082" y="216290"/>
                </a:cubicBezTo>
                <a:cubicBezTo>
                  <a:pt x="1986534" y="216290"/>
                  <a:pt x="1971674" y="208854"/>
                  <a:pt x="1971674" y="197566"/>
                </a:cubicBezTo>
                <a:cubicBezTo>
                  <a:pt x="1971674" y="191666"/>
                  <a:pt x="1973468" y="188331"/>
                  <a:pt x="1984228" y="175504"/>
                </a:cubicBezTo>
                <a:moveTo>
                  <a:pt x="1985510" y="88458"/>
                </a:moveTo>
                <a:cubicBezTo>
                  <a:pt x="1985510" y="73346"/>
                  <a:pt x="1992684" y="64327"/>
                  <a:pt x="2004472" y="64327"/>
                </a:cubicBezTo>
                <a:cubicBezTo>
                  <a:pt x="2012413" y="64327"/>
                  <a:pt x="2019075" y="68733"/>
                  <a:pt x="2023176" y="76419"/>
                </a:cubicBezTo>
                <a:cubicBezTo>
                  <a:pt x="2027786" y="85384"/>
                  <a:pt x="2030863" y="97168"/>
                  <a:pt x="2030863" y="107158"/>
                </a:cubicBezTo>
                <a:cubicBezTo>
                  <a:pt x="2030863" y="121499"/>
                  <a:pt x="2023430" y="130464"/>
                  <a:pt x="2011647" y="130464"/>
                </a:cubicBezTo>
                <a:cubicBezTo>
                  <a:pt x="1996274" y="130464"/>
                  <a:pt x="1985510" y="113816"/>
                  <a:pt x="1985510" y="89228"/>
                </a:cubicBezTo>
                <a:lnTo>
                  <a:pt x="1985510" y="88458"/>
                </a:lnTo>
                <a:close/>
                <a:moveTo>
                  <a:pt x="2179217" y="132911"/>
                </a:moveTo>
                <a:cubicBezTo>
                  <a:pt x="2166921" y="152393"/>
                  <a:pt x="2155900" y="159830"/>
                  <a:pt x="2139502" y="159830"/>
                </a:cubicBezTo>
                <a:cubicBezTo>
                  <a:pt x="2124899" y="159830"/>
                  <a:pt x="2113882" y="152393"/>
                  <a:pt x="2106449" y="137783"/>
                </a:cubicBezTo>
                <a:cubicBezTo>
                  <a:pt x="2101836" y="128040"/>
                  <a:pt x="2100045" y="119579"/>
                  <a:pt x="2099533" y="103940"/>
                </a:cubicBezTo>
                <a:lnTo>
                  <a:pt x="2178451" y="103940"/>
                </a:lnTo>
                <a:cubicBezTo>
                  <a:pt x="2176398" y="87316"/>
                  <a:pt x="2173837" y="79911"/>
                  <a:pt x="2167433" y="71740"/>
                </a:cubicBezTo>
                <a:cubicBezTo>
                  <a:pt x="2159743" y="62532"/>
                  <a:pt x="2147959" y="57148"/>
                  <a:pt x="2134635" y="57148"/>
                </a:cubicBezTo>
                <a:cubicBezTo>
                  <a:pt x="2121822" y="57148"/>
                  <a:pt x="2109780" y="61762"/>
                  <a:pt x="2100045" y="70461"/>
                </a:cubicBezTo>
                <a:cubicBezTo>
                  <a:pt x="2087999" y="80931"/>
                  <a:pt x="2081083" y="99072"/>
                  <a:pt x="2081083" y="120091"/>
                </a:cubicBezTo>
                <a:cubicBezTo>
                  <a:pt x="2081083" y="155470"/>
                  <a:pt x="2099533" y="177505"/>
                  <a:pt x="2128997" y="177505"/>
                </a:cubicBezTo>
                <a:cubicBezTo>
                  <a:pt x="2153339" y="177505"/>
                  <a:pt x="2172555" y="162390"/>
                  <a:pt x="2183318" y="134706"/>
                </a:cubicBezTo>
                <a:lnTo>
                  <a:pt x="2179217" y="132911"/>
                </a:lnTo>
                <a:moveTo>
                  <a:pt x="2100045" y="95741"/>
                </a:moveTo>
                <a:cubicBezTo>
                  <a:pt x="2102860" y="75825"/>
                  <a:pt x="2111575" y="66375"/>
                  <a:pt x="2127202" y="66375"/>
                </a:cubicBezTo>
                <a:cubicBezTo>
                  <a:pt x="2142833" y="66375"/>
                  <a:pt x="2148983" y="73526"/>
                  <a:pt x="2152314" y="95741"/>
                </a:cubicBezTo>
                <a:lnTo>
                  <a:pt x="2100045" y="95741"/>
                </a:lnTo>
                <a:close/>
                <a:moveTo>
                  <a:pt x="2269152" y="94498"/>
                </a:moveTo>
                <a:lnTo>
                  <a:pt x="2268128" y="59651"/>
                </a:lnTo>
                <a:lnTo>
                  <a:pt x="2265309" y="59651"/>
                </a:lnTo>
                <a:lnTo>
                  <a:pt x="2264797" y="60167"/>
                </a:lnTo>
                <a:cubicBezTo>
                  <a:pt x="2262490" y="61957"/>
                  <a:pt x="2262236" y="62215"/>
                  <a:pt x="2261212" y="62215"/>
                </a:cubicBezTo>
                <a:cubicBezTo>
                  <a:pt x="2259675" y="62215"/>
                  <a:pt x="2257110" y="61703"/>
                  <a:pt x="2254291" y="60421"/>
                </a:cubicBezTo>
                <a:cubicBezTo>
                  <a:pt x="2248654" y="58427"/>
                  <a:pt x="2243020" y="57399"/>
                  <a:pt x="2236358" y="57399"/>
                </a:cubicBezTo>
                <a:cubicBezTo>
                  <a:pt x="2216113" y="57399"/>
                  <a:pt x="2201510" y="70465"/>
                  <a:pt x="2201510" y="88903"/>
                </a:cubicBezTo>
                <a:cubicBezTo>
                  <a:pt x="2201510" y="103240"/>
                  <a:pt x="2209709" y="113484"/>
                  <a:pt x="2231490" y="125776"/>
                </a:cubicBezTo>
                <a:lnTo>
                  <a:pt x="2246351" y="134229"/>
                </a:lnTo>
                <a:cubicBezTo>
                  <a:pt x="2255316" y="139350"/>
                  <a:pt x="2259675" y="145496"/>
                  <a:pt x="2259675" y="153433"/>
                </a:cubicBezTo>
                <a:cubicBezTo>
                  <a:pt x="2259675" y="164701"/>
                  <a:pt x="2251472" y="171871"/>
                  <a:pt x="2238406" y="171871"/>
                </a:cubicBezTo>
                <a:cubicBezTo>
                  <a:pt x="2229695" y="171871"/>
                  <a:pt x="2221751" y="168540"/>
                  <a:pt x="2216883" y="162906"/>
                </a:cubicBezTo>
                <a:cubicBezTo>
                  <a:pt x="2211503" y="156506"/>
                  <a:pt x="2209197" y="150614"/>
                  <a:pt x="2205866" y="136019"/>
                </a:cubicBezTo>
                <a:lnTo>
                  <a:pt x="2201764" y="136019"/>
                </a:lnTo>
                <a:lnTo>
                  <a:pt x="2201764" y="175969"/>
                </a:lnTo>
                <a:lnTo>
                  <a:pt x="2205095" y="175969"/>
                </a:lnTo>
                <a:cubicBezTo>
                  <a:pt x="2206890" y="173408"/>
                  <a:pt x="2207914" y="172896"/>
                  <a:pt x="2210991" y="172896"/>
                </a:cubicBezTo>
                <a:cubicBezTo>
                  <a:pt x="2213298" y="172954"/>
                  <a:pt x="2216883" y="173467"/>
                  <a:pt x="2222775" y="175003"/>
                </a:cubicBezTo>
                <a:cubicBezTo>
                  <a:pt x="2229949" y="176481"/>
                  <a:pt x="2236870" y="177505"/>
                  <a:pt x="2241479" y="177505"/>
                </a:cubicBezTo>
                <a:cubicBezTo>
                  <a:pt x="2261212" y="177505"/>
                  <a:pt x="2277609" y="162652"/>
                  <a:pt x="2277609" y="144726"/>
                </a:cubicBezTo>
                <a:cubicBezTo>
                  <a:pt x="2277609" y="131922"/>
                  <a:pt x="2271459" y="123473"/>
                  <a:pt x="2256086" y="114254"/>
                </a:cubicBezTo>
                <a:lnTo>
                  <a:pt x="2228413" y="97864"/>
                </a:lnTo>
                <a:cubicBezTo>
                  <a:pt x="2221239" y="93767"/>
                  <a:pt x="2217395" y="87367"/>
                  <a:pt x="2217395" y="80450"/>
                </a:cubicBezTo>
                <a:cubicBezTo>
                  <a:pt x="2217395" y="70207"/>
                  <a:pt x="2225340" y="63036"/>
                  <a:pt x="2237124" y="63036"/>
                </a:cubicBezTo>
                <a:cubicBezTo>
                  <a:pt x="2251731" y="63036"/>
                  <a:pt x="2259417" y="71743"/>
                  <a:pt x="2265309" y="94537"/>
                </a:cubicBezTo>
                <a:lnTo>
                  <a:pt x="2269152" y="94498"/>
                </a:lnTo>
                <a:close/>
                <a:moveTo>
                  <a:pt x="2320145" y="149316"/>
                </a:moveTo>
                <a:cubicBezTo>
                  <a:pt x="2312455" y="149316"/>
                  <a:pt x="2306051" y="155978"/>
                  <a:pt x="2306051" y="163923"/>
                </a:cubicBezTo>
                <a:cubicBezTo>
                  <a:pt x="2306051" y="171351"/>
                  <a:pt x="2312455" y="177756"/>
                  <a:pt x="2319887" y="177756"/>
                </a:cubicBezTo>
                <a:cubicBezTo>
                  <a:pt x="2327832" y="177756"/>
                  <a:pt x="2334494" y="171351"/>
                  <a:pt x="2334494" y="163923"/>
                </a:cubicBezTo>
                <a:cubicBezTo>
                  <a:pt x="2334494" y="155978"/>
                  <a:pt x="2327832" y="149316"/>
                  <a:pt x="2320145" y="149316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9C02C6-24B0-4782-8F0D-7D4BA9AA61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92097" y="102424"/>
            <a:ext cx="4147614" cy="2802241"/>
          </a:xfrm>
          <a:custGeom xmlns:a="http://schemas.openxmlformats.org/drawingml/2006/main">
            <a:pathLst>
              <a:path w="4147614" h="2802241">
                <a:moveTo>
                  <a:pt x="0" y="2802241"/>
                </a:moveTo>
                <a:lnTo>
                  <a:pt x="4147614" y="2802241"/>
                </a:lnTo>
                <a:lnTo>
                  <a:pt x="4147614" y="0"/>
                </a:lnTo>
                <a:lnTo>
                  <a:pt x="0" y="0"/>
                </a:lnTo>
                <a:lnTo>
                  <a:pt x="0" y="280224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A0ED67-1542-4DBA-BF2C-A4BCA5A5E1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89622" y="161152"/>
            <a:ext cx="3476657" cy="2495911"/>
          </a:xfrm>
          <a:custGeom xmlns:a="http://schemas.openxmlformats.org/drawingml/2006/main">
            <a:pathLst>
              <a:path w="3476657" h="2495911">
                <a:moveTo>
                  <a:pt x="0" y="2495911"/>
                </a:moveTo>
                <a:lnTo>
                  <a:pt x="3476657" y="2495911"/>
                </a:lnTo>
                <a:lnTo>
                  <a:pt x="3476657" y="0"/>
                </a:lnTo>
                <a:lnTo>
                  <a:pt x="0" y="0"/>
                </a:lnTo>
                <a:lnTo>
                  <a:pt x="0" y="249591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7102C1-CF5F-458F-AEB8-F73822242D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7652" y="161152"/>
            <a:ext cx="10" cy="2495911"/>
          </a:xfrm>
          <a:custGeom xmlns:a="http://schemas.openxmlformats.org/drawingml/2006/main">
            <a:pathLst>
              <a:path w="1" h="2495911" fill="none">
                <a:moveTo>
                  <a:pt x="0" y="2495911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8157" cap="flat">
            <a:solidFill>
              <a:srgbClr val="CCCCCC"/>
            </a:solidFill>
            <a:custDash>
              <a:ds d="370000" sp="160000"/>
            </a:custDash>
            <a:round/>
          </a:ln>
        </p:spPr>
      </p:sp>
      <p:sp>
        <p:nvSpPr>
          <p:cNvPr id="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455F3D-A0AB-42F5-881C-3756E174BD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88690" y="2738095"/>
            <a:ext cx="78336" cy="83246"/>
          </a:xfrm>
          <a:custGeom xmlns:a="http://schemas.openxmlformats.org/drawingml/2006/main">
            <a:pathLst>
              <a:path w="78336" h="83246">
                <a:moveTo>
                  <a:pt x="21468" y="16215"/>
                </a:moveTo>
                <a:lnTo>
                  <a:pt x="21468" y="67031"/>
                </a:lnTo>
                <a:lnTo>
                  <a:pt x="29119" y="67031"/>
                </a:lnTo>
                <a:cubicBezTo>
                  <a:pt x="37798" y="67031"/>
                  <a:pt x="44535" y="64861"/>
                  <a:pt x="49217" y="60522"/>
                </a:cubicBezTo>
                <a:cubicBezTo>
                  <a:pt x="53784" y="56182"/>
                  <a:pt x="56182" y="49902"/>
                  <a:pt x="56182" y="41566"/>
                </a:cubicBezTo>
                <a:cubicBezTo>
                  <a:pt x="56182" y="33344"/>
                  <a:pt x="53784" y="27063"/>
                  <a:pt x="49217" y="22724"/>
                </a:cubicBezTo>
                <a:cubicBezTo>
                  <a:pt x="44649" y="18385"/>
                  <a:pt x="37912" y="16215"/>
                  <a:pt x="29119" y="16215"/>
                </a:cubicBezTo>
                <a:lnTo>
                  <a:pt x="21468" y="16215"/>
                </a:lnTo>
                <a:close/>
                <a:moveTo>
                  <a:pt x="0" y="0"/>
                </a:moveTo>
                <a:lnTo>
                  <a:pt x="22610" y="0"/>
                </a:lnTo>
                <a:cubicBezTo>
                  <a:pt x="35171" y="0"/>
                  <a:pt x="44649" y="914"/>
                  <a:pt x="50815" y="2741"/>
                </a:cubicBezTo>
                <a:cubicBezTo>
                  <a:pt x="56982" y="4568"/>
                  <a:pt x="62349" y="7537"/>
                  <a:pt x="66802" y="11876"/>
                </a:cubicBezTo>
                <a:cubicBezTo>
                  <a:pt x="70685" y="15644"/>
                  <a:pt x="73540" y="19984"/>
                  <a:pt x="75481" y="24894"/>
                </a:cubicBezTo>
                <a:cubicBezTo>
                  <a:pt x="77308" y="29804"/>
                  <a:pt x="78336" y="35400"/>
                  <a:pt x="78336" y="41566"/>
                </a:cubicBezTo>
                <a:cubicBezTo>
                  <a:pt x="78336" y="47846"/>
                  <a:pt x="77308" y="53442"/>
                  <a:pt x="75481" y="58352"/>
                </a:cubicBezTo>
                <a:cubicBezTo>
                  <a:pt x="73540" y="63377"/>
                  <a:pt x="70685" y="67716"/>
                  <a:pt x="66802" y="71370"/>
                </a:cubicBezTo>
                <a:cubicBezTo>
                  <a:pt x="62235" y="75709"/>
                  <a:pt x="56868" y="78792"/>
                  <a:pt x="50701" y="80620"/>
                </a:cubicBezTo>
                <a:cubicBezTo>
                  <a:pt x="44421" y="82447"/>
                  <a:pt x="35057" y="83246"/>
                  <a:pt x="22610" y="83246"/>
                </a:cubicBezTo>
                <a:lnTo>
                  <a:pt x="0" y="83246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85DE1F-A3E8-4FC2-8B96-BA72BDF344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77874" y="2757393"/>
            <a:ext cx="67031" cy="65432"/>
          </a:xfrm>
          <a:custGeom xmlns:a="http://schemas.openxmlformats.org/drawingml/2006/main">
            <a:pathLst>
              <a:path w="67031" h="65432">
                <a:moveTo>
                  <a:pt x="67031" y="32545"/>
                </a:moveTo>
                <a:lnTo>
                  <a:pt x="67031" y="38254"/>
                </a:lnTo>
                <a:lnTo>
                  <a:pt x="20326" y="38254"/>
                </a:lnTo>
                <a:cubicBezTo>
                  <a:pt x="20783" y="42936"/>
                  <a:pt x="22496" y="46476"/>
                  <a:pt x="25465" y="48760"/>
                </a:cubicBezTo>
                <a:cubicBezTo>
                  <a:pt x="28320" y="51158"/>
                  <a:pt x="32316" y="52300"/>
                  <a:pt x="37569" y="52300"/>
                </a:cubicBezTo>
                <a:cubicBezTo>
                  <a:pt x="41680" y="52300"/>
                  <a:pt x="46019" y="51729"/>
                  <a:pt x="50473" y="50473"/>
                </a:cubicBezTo>
                <a:cubicBezTo>
                  <a:pt x="54812" y="49217"/>
                  <a:pt x="59380" y="47275"/>
                  <a:pt x="64062" y="44763"/>
                </a:cubicBezTo>
                <a:lnTo>
                  <a:pt x="64062" y="60179"/>
                </a:lnTo>
                <a:cubicBezTo>
                  <a:pt x="59266" y="62006"/>
                  <a:pt x="54584" y="63262"/>
                  <a:pt x="49902" y="64062"/>
                </a:cubicBezTo>
                <a:cubicBezTo>
                  <a:pt x="45106" y="64975"/>
                  <a:pt x="40424" y="65432"/>
                  <a:pt x="35742" y="65432"/>
                </a:cubicBezTo>
                <a:cubicBezTo>
                  <a:pt x="24437" y="65432"/>
                  <a:pt x="15644" y="62577"/>
                  <a:pt x="9364" y="56868"/>
                </a:cubicBezTo>
                <a:cubicBezTo>
                  <a:pt x="3083" y="51158"/>
                  <a:pt x="0" y="43165"/>
                  <a:pt x="0" y="32773"/>
                </a:cubicBezTo>
                <a:cubicBezTo>
                  <a:pt x="0" y="22610"/>
                  <a:pt x="3083" y="14617"/>
                  <a:pt x="9250" y="8793"/>
                </a:cubicBezTo>
                <a:cubicBezTo>
                  <a:pt x="15416" y="2969"/>
                  <a:pt x="23866" y="0"/>
                  <a:pt x="34600" y="0"/>
                </a:cubicBezTo>
                <a:cubicBezTo>
                  <a:pt x="44421" y="0"/>
                  <a:pt x="52186" y="2969"/>
                  <a:pt x="58124" y="8907"/>
                </a:cubicBezTo>
                <a:cubicBezTo>
                  <a:pt x="64062" y="14845"/>
                  <a:pt x="67031" y="22724"/>
                  <a:pt x="67031" y="32545"/>
                </a:cubicBezTo>
                <a:close/>
                <a:moveTo>
                  <a:pt x="46476" y="25922"/>
                </a:moveTo>
                <a:cubicBezTo>
                  <a:pt x="46476" y="22153"/>
                  <a:pt x="45334" y="19070"/>
                  <a:pt x="43165" y="16786"/>
                </a:cubicBezTo>
                <a:cubicBezTo>
                  <a:pt x="40881" y="14502"/>
                  <a:pt x="38026" y="13246"/>
                  <a:pt x="34486" y="13246"/>
                </a:cubicBezTo>
                <a:cubicBezTo>
                  <a:pt x="30603" y="13246"/>
                  <a:pt x="27406" y="14388"/>
                  <a:pt x="25008" y="16558"/>
                </a:cubicBezTo>
                <a:cubicBezTo>
                  <a:pt x="22610" y="18727"/>
                  <a:pt x="21126" y="21811"/>
                  <a:pt x="20555" y="25922"/>
                </a:cubicBezTo>
                <a:lnTo>
                  <a:pt x="46476" y="25922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3B707E-BAD9-4D76-96EA-721D0208C4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55296" y="2757393"/>
            <a:ext cx="68629" cy="65432"/>
          </a:xfrm>
          <a:custGeom xmlns:a="http://schemas.openxmlformats.org/drawingml/2006/main">
            <a:pathLst>
              <a:path w="68629" h="65432">
                <a:moveTo>
                  <a:pt x="34372" y="14274"/>
                </a:moveTo>
                <a:cubicBezTo>
                  <a:pt x="29918" y="14274"/>
                  <a:pt x="26493" y="15873"/>
                  <a:pt x="24209" y="19070"/>
                </a:cubicBezTo>
                <a:cubicBezTo>
                  <a:pt x="21925" y="22267"/>
                  <a:pt x="20783" y="26835"/>
                  <a:pt x="20783" y="32773"/>
                </a:cubicBezTo>
                <a:cubicBezTo>
                  <a:pt x="20783" y="38825"/>
                  <a:pt x="21925" y="43393"/>
                  <a:pt x="24209" y="46590"/>
                </a:cubicBezTo>
                <a:cubicBezTo>
                  <a:pt x="26493" y="49788"/>
                  <a:pt x="29918" y="51272"/>
                  <a:pt x="34372" y="51272"/>
                </a:cubicBezTo>
                <a:cubicBezTo>
                  <a:pt x="38711" y="51272"/>
                  <a:pt x="42023" y="49788"/>
                  <a:pt x="44306" y="46590"/>
                </a:cubicBezTo>
                <a:cubicBezTo>
                  <a:pt x="46590" y="43393"/>
                  <a:pt x="47846" y="38825"/>
                  <a:pt x="47846" y="32773"/>
                </a:cubicBezTo>
                <a:cubicBezTo>
                  <a:pt x="47846" y="26835"/>
                  <a:pt x="46590" y="22267"/>
                  <a:pt x="44306" y="19070"/>
                </a:cubicBezTo>
                <a:cubicBezTo>
                  <a:pt x="42023" y="15873"/>
                  <a:pt x="38711" y="14274"/>
                  <a:pt x="34372" y="14274"/>
                </a:cubicBezTo>
                <a:close/>
                <a:moveTo>
                  <a:pt x="34372" y="0"/>
                </a:moveTo>
                <a:cubicBezTo>
                  <a:pt x="45106" y="0"/>
                  <a:pt x="53442" y="2969"/>
                  <a:pt x="59494" y="8679"/>
                </a:cubicBezTo>
                <a:cubicBezTo>
                  <a:pt x="65546" y="14502"/>
                  <a:pt x="68629" y="22496"/>
                  <a:pt x="68629" y="32773"/>
                </a:cubicBezTo>
                <a:cubicBezTo>
                  <a:pt x="68629" y="43050"/>
                  <a:pt x="65546" y="51158"/>
                  <a:pt x="59494" y="56868"/>
                </a:cubicBezTo>
                <a:cubicBezTo>
                  <a:pt x="53442" y="62577"/>
                  <a:pt x="45106" y="65432"/>
                  <a:pt x="34372" y="65432"/>
                </a:cubicBezTo>
                <a:cubicBezTo>
                  <a:pt x="23638" y="65432"/>
                  <a:pt x="15188" y="62577"/>
                  <a:pt x="9135" y="56868"/>
                </a:cubicBezTo>
                <a:cubicBezTo>
                  <a:pt x="2969" y="51158"/>
                  <a:pt x="0" y="43050"/>
                  <a:pt x="0" y="32773"/>
                </a:cubicBezTo>
                <a:cubicBezTo>
                  <a:pt x="0" y="22496"/>
                  <a:pt x="2969" y="14502"/>
                  <a:pt x="9135" y="8679"/>
                </a:cubicBezTo>
                <a:cubicBezTo>
                  <a:pt x="15188" y="2969"/>
                  <a:pt x="23638" y="0"/>
                  <a:pt x="34372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59538A-F54B-4742-867D-DCCAD5AEAA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38428" y="2757393"/>
            <a:ext cx="62806" cy="63948"/>
          </a:xfrm>
          <a:custGeom xmlns:a="http://schemas.openxmlformats.org/drawingml/2006/main">
            <a:pathLst>
              <a:path w="62806" h="63948">
                <a:moveTo>
                  <a:pt x="62806" y="25922"/>
                </a:moveTo>
                <a:lnTo>
                  <a:pt x="62806" y="63948"/>
                </a:lnTo>
                <a:lnTo>
                  <a:pt x="42708" y="63948"/>
                </a:lnTo>
                <a:lnTo>
                  <a:pt x="42708" y="57781"/>
                </a:lnTo>
                <a:lnTo>
                  <a:pt x="42708" y="34829"/>
                </a:lnTo>
                <a:cubicBezTo>
                  <a:pt x="42708" y="29462"/>
                  <a:pt x="42594" y="25807"/>
                  <a:pt x="42365" y="23752"/>
                </a:cubicBezTo>
                <a:cubicBezTo>
                  <a:pt x="42137" y="21696"/>
                  <a:pt x="41680" y="20212"/>
                  <a:pt x="41109" y="19184"/>
                </a:cubicBezTo>
                <a:cubicBezTo>
                  <a:pt x="40310" y="17928"/>
                  <a:pt x="39282" y="16900"/>
                  <a:pt x="37912" y="16215"/>
                </a:cubicBezTo>
                <a:cubicBezTo>
                  <a:pt x="36541" y="15530"/>
                  <a:pt x="34943" y="15073"/>
                  <a:pt x="33344" y="15073"/>
                </a:cubicBezTo>
                <a:cubicBezTo>
                  <a:pt x="29119" y="15073"/>
                  <a:pt x="25807" y="16672"/>
                  <a:pt x="23524" y="19869"/>
                </a:cubicBezTo>
                <a:cubicBezTo>
                  <a:pt x="21126" y="23067"/>
                  <a:pt x="19984" y="27520"/>
                  <a:pt x="19984" y="33230"/>
                </a:cubicBezTo>
                <a:lnTo>
                  <a:pt x="19984" y="63948"/>
                </a:lnTo>
                <a:lnTo>
                  <a:pt x="0" y="63948"/>
                </a:lnTo>
                <a:lnTo>
                  <a:pt x="0" y="1484"/>
                </a:lnTo>
                <a:lnTo>
                  <a:pt x="19984" y="1484"/>
                </a:lnTo>
                <a:lnTo>
                  <a:pt x="19984" y="10620"/>
                </a:lnTo>
                <a:cubicBezTo>
                  <a:pt x="22953" y="6966"/>
                  <a:pt x="26036" y="4339"/>
                  <a:pt x="29462" y="2626"/>
                </a:cubicBezTo>
                <a:cubicBezTo>
                  <a:pt x="32887" y="914"/>
                  <a:pt x="36656" y="0"/>
                  <a:pt x="40767" y="0"/>
                </a:cubicBezTo>
                <a:cubicBezTo>
                  <a:pt x="47961" y="0"/>
                  <a:pt x="53442" y="2284"/>
                  <a:pt x="57210" y="6623"/>
                </a:cubicBezTo>
                <a:cubicBezTo>
                  <a:pt x="60864" y="11077"/>
                  <a:pt x="62806" y="17471"/>
                  <a:pt x="62806" y="2592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56CD11-9837-455A-8768-8DA74C8FD4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11625" y="2741178"/>
            <a:ext cx="50473" cy="80163"/>
          </a:xfrm>
          <a:custGeom xmlns:a="http://schemas.openxmlformats.org/drawingml/2006/main">
            <a:pathLst>
              <a:path w="50473" h="80163">
                <a:moveTo>
                  <a:pt x="29918" y="0"/>
                </a:moveTo>
                <a:lnTo>
                  <a:pt x="29918" y="17700"/>
                </a:lnTo>
                <a:lnTo>
                  <a:pt x="50473" y="17700"/>
                </a:lnTo>
                <a:lnTo>
                  <a:pt x="50473" y="31974"/>
                </a:lnTo>
                <a:lnTo>
                  <a:pt x="29918" y="31974"/>
                </a:lnTo>
                <a:lnTo>
                  <a:pt x="29918" y="58466"/>
                </a:lnTo>
                <a:cubicBezTo>
                  <a:pt x="29918" y="61435"/>
                  <a:pt x="30489" y="63377"/>
                  <a:pt x="31631" y="64404"/>
                </a:cubicBezTo>
                <a:cubicBezTo>
                  <a:pt x="32773" y="65432"/>
                  <a:pt x="35057" y="65889"/>
                  <a:pt x="38483" y="65889"/>
                </a:cubicBezTo>
                <a:lnTo>
                  <a:pt x="48760" y="65889"/>
                </a:lnTo>
                <a:lnTo>
                  <a:pt x="48760" y="80163"/>
                </a:lnTo>
                <a:lnTo>
                  <a:pt x="31631" y="80163"/>
                </a:lnTo>
                <a:cubicBezTo>
                  <a:pt x="23752" y="80163"/>
                  <a:pt x="18157" y="78564"/>
                  <a:pt x="14845" y="75253"/>
                </a:cubicBezTo>
                <a:cubicBezTo>
                  <a:pt x="11533" y="72055"/>
                  <a:pt x="9935" y="66460"/>
                  <a:pt x="9935" y="58466"/>
                </a:cubicBezTo>
                <a:lnTo>
                  <a:pt x="9935" y="31974"/>
                </a:lnTo>
                <a:lnTo>
                  <a:pt x="0" y="31974"/>
                </a:lnTo>
                <a:lnTo>
                  <a:pt x="0" y="17700"/>
                </a:lnTo>
                <a:lnTo>
                  <a:pt x="9935" y="17700"/>
                </a:lnTo>
                <a:lnTo>
                  <a:pt x="9935" y="0"/>
                </a:lnTo>
                <a:lnTo>
                  <a:pt x="29918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0294A7-B790-460C-81B2-EAA42415E8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9635" y="2757393"/>
            <a:ext cx="68629" cy="65432"/>
          </a:xfrm>
          <a:custGeom xmlns:a="http://schemas.openxmlformats.org/drawingml/2006/main">
            <a:pathLst>
              <a:path w="68629" h="65432">
                <a:moveTo>
                  <a:pt x="34372" y="14274"/>
                </a:moveTo>
                <a:cubicBezTo>
                  <a:pt x="29918" y="14274"/>
                  <a:pt x="26493" y="15873"/>
                  <a:pt x="24209" y="19070"/>
                </a:cubicBezTo>
                <a:cubicBezTo>
                  <a:pt x="21925" y="22267"/>
                  <a:pt x="20783" y="26835"/>
                  <a:pt x="20783" y="32773"/>
                </a:cubicBezTo>
                <a:cubicBezTo>
                  <a:pt x="20783" y="38825"/>
                  <a:pt x="21925" y="43393"/>
                  <a:pt x="24209" y="46590"/>
                </a:cubicBezTo>
                <a:cubicBezTo>
                  <a:pt x="26493" y="49788"/>
                  <a:pt x="29918" y="51272"/>
                  <a:pt x="34372" y="51272"/>
                </a:cubicBezTo>
                <a:cubicBezTo>
                  <a:pt x="38711" y="51272"/>
                  <a:pt x="42023" y="49788"/>
                  <a:pt x="44306" y="46590"/>
                </a:cubicBezTo>
                <a:cubicBezTo>
                  <a:pt x="46590" y="43393"/>
                  <a:pt x="47846" y="38825"/>
                  <a:pt x="47846" y="32773"/>
                </a:cubicBezTo>
                <a:cubicBezTo>
                  <a:pt x="47846" y="26835"/>
                  <a:pt x="46590" y="22267"/>
                  <a:pt x="44306" y="19070"/>
                </a:cubicBezTo>
                <a:cubicBezTo>
                  <a:pt x="42023" y="15873"/>
                  <a:pt x="38711" y="14274"/>
                  <a:pt x="34372" y="14274"/>
                </a:cubicBezTo>
                <a:close/>
                <a:moveTo>
                  <a:pt x="34372" y="0"/>
                </a:moveTo>
                <a:cubicBezTo>
                  <a:pt x="45106" y="0"/>
                  <a:pt x="53442" y="2969"/>
                  <a:pt x="59494" y="8679"/>
                </a:cubicBezTo>
                <a:cubicBezTo>
                  <a:pt x="65546" y="14502"/>
                  <a:pt x="68629" y="22496"/>
                  <a:pt x="68629" y="32773"/>
                </a:cubicBezTo>
                <a:cubicBezTo>
                  <a:pt x="68629" y="43050"/>
                  <a:pt x="65546" y="51158"/>
                  <a:pt x="59494" y="56868"/>
                </a:cubicBezTo>
                <a:cubicBezTo>
                  <a:pt x="53442" y="62577"/>
                  <a:pt x="45106" y="65432"/>
                  <a:pt x="34372" y="65432"/>
                </a:cubicBezTo>
                <a:cubicBezTo>
                  <a:pt x="23638" y="65432"/>
                  <a:pt x="15188" y="62577"/>
                  <a:pt x="9135" y="56868"/>
                </a:cubicBezTo>
                <a:cubicBezTo>
                  <a:pt x="2969" y="51158"/>
                  <a:pt x="0" y="43050"/>
                  <a:pt x="0" y="32773"/>
                </a:cubicBezTo>
                <a:cubicBezTo>
                  <a:pt x="0" y="22496"/>
                  <a:pt x="2969" y="14502"/>
                  <a:pt x="9135" y="8679"/>
                </a:cubicBezTo>
                <a:cubicBezTo>
                  <a:pt x="15188" y="2969"/>
                  <a:pt x="23638" y="0"/>
                  <a:pt x="34372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A065C1-52B9-41A8-92FF-0DBDC8427F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52766" y="2734555"/>
            <a:ext cx="19984" cy="86786"/>
          </a:xfrm>
          <a:custGeom xmlns:a="http://schemas.openxmlformats.org/drawingml/2006/main">
            <a:pathLst>
              <a:path w="19984" h="86786">
                <a:moveTo>
                  <a:pt x="0" y="0"/>
                </a:moveTo>
                <a:lnTo>
                  <a:pt x="19984" y="0"/>
                </a:lnTo>
                <a:lnTo>
                  <a:pt x="19984" y="86786"/>
                </a:lnTo>
                <a:lnTo>
                  <a:pt x="0" y="86786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F267AE-C1AC-4A6C-9F5A-32DF067049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87252" y="2757393"/>
            <a:ext cx="68629" cy="65432"/>
          </a:xfrm>
          <a:custGeom xmlns:a="http://schemas.openxmlformats.org/drawingml/2006/main">
            <a:pathLst>
              <a:path w="68629" h="65432">
                <a:moveTo>
                  <a:pt x="34372" y="14274"/>
                </a:moveTo>
                <a:cubicBezTo>
                  <a:pt x="29918" y="14274"/>
                  <a:pt x="26493" y="15873"/>
                  <a:pt x="24209" y="19070"/>
                </a:cubicBezTo>
                <a:cubicBezTo>
                  <a:pt x="21925" y="22267"/>
                  <a:pt x="20783" y="26835"/>
                  <a:pt x="20783" y="32773"/>
                </a:cubicBezTo>
                <a:cubicBezTo>
                  <a:pt x="20783" y="38825"/>
                  <a:pt x="21925" y="43393"/>
                  <a:pt x="24209" y="46590"/>
                </a:cubicBezTo>
                <a:cubicBezTo>
                  <a:pt x="26493" y="49788"/>
                  <a:pt x="29918" y="51272"/>
                  <a:pt x="34372" y="51272"/>
                </a:cubicBezTo>
                <a:cubicBezTo>
                  <a:pt x="38711" y="51272"/>
                  <a:pt x="42023" y="49788"/>
                  <a:pt x="44306" y="46590"/>
                </a:cubicBezTo>
                <a:cubicBezTo>
                  <a:pt x="46590" y="43393"/>
                  <a:pt x="47846" y="38825"/>
                  <a:pt x="47846" y="32773"/>
                </a:cubicBezTo>
                <a:cubicBezTo>
                  <a:pt x="47846" y="26835"/>
                  <a:pt x="46590" y="22267"/>
                  <a:pt x="44306" y="19070"/>
                </a:cubicBezTo>
                <a:cubicBezTo>
                  <a:pt x="42023" y="15873"/>
                  <a:pt x="38711" y="14274"/>
                  <a:pt x="34372" y="14274"/>
                </a:cubicBezTo>
                <a:close/>
                <a:moveTo>
                  <a:pt x="34372" y="0"/>
                </a:moveTo>
                <a:cubicBezTo>
                  <a:pt x="45106" y="0"/>
                  <a:pt x="53442" y="2969"/>
                  <a:pt x="59494" y="8679"/>
                </a:cubicBezTo>
                <a:cubicBezTo>
                  <a:pt x="65546" y="14502"/>
                  <a:pt x="68629" y="22496"/>
                  <a:pt x="68629" y="32773"/>
                </a:cubicBezTo>
                <a:cubicBezTo>
                  <a:pt x="68629" y="43050"/>
                  <a:pt x="65546" y="51158"/>
                  <a:pt x="59494" y="56868"/>
                </a:cubicBezTo>
                <a:cubicBezTo>
                  <a:pt x="53442" y="62577"/>
                  <a:pt x="45106" y="65432"/>
                  <a:pt x="34372" y="65432"/>
                </a:cubicBezTo>
                <a:cubicBezTo>
                  <a:pt x="23638" y="65432"/>
                  <a:pt x="15188" y="62577"/>
                  <a:pt x="9135" y="56868"/>
                </a:cubicBezTo>
                <a:cubicBezTo>
                  <a:pt x="2969" y="51158"/>
                  <a:pt x="0" y="43050"/>
                  <a:pt x="0" y="32773"/>
                </a:cubicBezTo>
                <a:cubicBezTo>
                  <a:pt x="0" y="22496"/>
                  <a:pt x="2969" y="14502"/>
                  <a:pt x="9135" y="8679"/>
                </a:cubicBezTo>
                <a:cubicBezTo>
                  <a:pt x="15188" y="2969"/>
                  <a:pt x="23638" y="0"/>
                  <a:pt x="34372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E1BAAF-271C-4C0F-A213-79F132B42B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65930" y="2757507"/>
            <a:ext cx="67031" cy="88385"/>
          </a:xfrm>
          <a:custGeom xmlns:a="http://schemas.openxmlformats.org/drawingml/2006/main">
            <a:pathLst>
              <a:path w="67031" h="88385">
                <a:moveTo>
                  <a:pt x="46933" y="53213"/>
                </a:moveTo>
                <a:cubicBezTo>
                  <a:pt x="44192" y="56868"/>
                  <a:pt x="41109" y="59608"/>
                  <a:pt x="37798" y="61321"/>
                </a:cubicBezTo>
                <a:cubicBezTo>
                  <a:pt x="34486" y="63034"/>
                  <a:pt x="30718" y="63833"/>
                  <a:pt x="26378" y="63833"/>
                </a:cubicBezTo>
                <a:cubicBezTo>
                  <a:pt x="18727" y="63833"/>
                  <a:pt x="12447" y="60864"/>
                  <a:pt x="7422" y="54812"/>
                </a:cubicBezTo>
                <a:cubicBezTo>
                  <a:pt x="2398" y="48874"/>
                  <a:pt x="0" y="41223"/>
                  <a:pt x="0" y="31860"/>
                </a:cubicBezTo>
                <a:cubicBezTo>
                  <a:pt x="0" y="22610"/>
                  <a:pt x="2398" y="14959"/>
                  <a:pt x="7422" y="9021"/>
                </a:cubicBezTo>
                <a:cubicBezTo>
                  <a:pt x="12447" y="3083"/>
                  <a:pt x="18727" y="0"/>
                  <a:pt x="26378" y="0"/>
                </a:cubicBezTo>
                <a:cubicBezTo>
                  <a:pt x="30718" y="0"/>
                  <a:pt x="34486" y="914"/>
                  <a:pt x="37798" y="2626"/>
                </a:cubicBezTo>
                <a:cubicBezTo>
                  <a:pt x="41109" y="4339"/>
                  <a:pt x="44192" y="6966"/>
                  <a:pt x="46933" y="10620"/>
                </a:cubicBezTo>
                <a:lnTo>
                  <a:pt x="46933" y="1370"/>
                </a:lnTo>
                <a:lnTo>
                  <a:pt x="67031" y="1370"/>
                </a:lnTo>
                <a:lnTo>
                  <a:pt x="67031" y="57553"/>
                </a:lnTo>
                <a:cubicBezTo>
                  <a:pt x="67031" y="67487"/>
                  <a:pt x="63833" y="75138"/>
                  <a:pt x="57439" y="80391"/>
                </a:cubicBezTo>
                <a:cubicBezTo>
                  <a:pt x="51044" y="85644"/>
                  <a:pt x="41908" y="88385"/>
                  <a:pt x="29918" y="88385"/>
                </a:cubicBezTo>
                <a:cubicBezTo>
                  <a:pt x="26036" y="88385"/>
                  <a:pt x="22267" y="88042"/>
                  <a:pt x="18613" y="87471"/>
                </a:cubicBezTo>
                <a:cubicBezTo>
                  <a:pt x="14959" y="86786"/>
                  <a:pt x="11305" y="85872"/>
                  <a:pt x="7651" y="84730"/>
                </a:cubicBezTo>
                <a:lnTo>
                  <a:pt x="7651" y="69200"/>
                </a:lnTo>
                <a:cubicBezTo>
                  <a:pt x="11077" y="71142"/>
                  <a:pt x="14502" y="72626"/>
                  <a:pt x="17928" y="73654"/>
                </a:cubicBezTo>
                <a:cubicBezTo>
                  <a:pt x="21240" y="74567"/>
                  <a:pt x="24551" y="75138"/>
                  <a:pt x="27977" y="75138"/>
                </a:cubicBezTo>
                <a:cubicBezTo>
                  <a:pt x="34486" y="75138"/>
                  <a:pt x="39282" y="73654"/>
                  <a:pt x="42365" y="70799"/>
                </a:cubicBezTo>
                <a:cubicBezTo>
                  <a:pt x="45334" y="67944"/>
                  <a:pt x="46933" y="63605"/>
                  <a:pt x="46933" y="57553"/>
                </a:cubicBezTo>
                <a:lnTo>
                  <a:pt x="46933" y="53213"/>
                </a:lnTo>
                <a:close/>
                <a:moveTo>
                  <a:pt x="33801" y="14388"/>
                </a:moveTo>
                <a:cubicBezTo>
                  <a:pt x="29690" y="14388"/>
                  <a:pt x="26378" y="15987"/>
                  <a:pt x="24095" y="18956"/>
                </a:cubicBezTo>
                <a:cubicBezTo>
                  <a:pt x="21811" y="22039"/>
                  <a:pt x="20669" y="26378"/>
                  <a:pt x="20669" y="31860"/>
                </a:cubicBezTo>
                <a:cubicBezTo>
                  <a:pt x="20669" y="37569"/>
                  <a:pt x="21696" y="41908"/>
                  <a:pt x="23980" y="44877"/>
                </a:cubicBezTo>
                <a:cubicBezTo>
                  <a:pt x="26264" y="47846"/>
                  <a:pt x="29462" y="49331"/>
                  <a:pt x="33801" y="49331"/>
                </a:cubicBezTo>
                <a:cubicBezTo>
                  <a:pt x="37912" y="49331"/>
                  <a:pt x="41223" y="47846"/>
                  <a:pt x="43507" y="44763"/>
                </a:cubicBezTo>
                <a:cubicBezTo>
                  <a:pt x="45791" y="41794"/>
                  <a:pt x="46933" y="37455"/>
                  <a:pt x="46933" y="31860"/>
                </a:cubicBezTo>
                <a:cubicBezTo>
                  <a:pt x="46933" y="26378"/>
                  <a:pt x="45791" y="22039"/>
                  <a:pt x="43507" y="18956"/>
                </a:cubicBezTo>
                <a:cubicBezTo>
                  <a:pt x="41223" y="15987"/>
                  <a:pt x="37912" y="14388"/>
                  <a:pt x="33801" y="14388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388A59-6AAA-4B6A-A197-8946FF6C68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43924" y="2758878"/>
            <a:ext cx="71027" cy="87014"/>
          </a:xfrm>
          <a:custGeom xmlns:a="http://schemas.openxmlformats.org/drawingml/2006/main">
            <a:pathLst>
              <a:path w="71027" h="87014">
                <a:moveTo>
                  <a:pt x="0" y="0"/>
                </a:moveTo>
                <a:lnTo>
                  <a:pt x="19984" y="0"/>
                </a:lnTo>
                <a:lnTo>
                  <a:pt x="36770" y="42365"/>
                </a:lnTo>
                <a:lnTo>
                  <a:pt x="51044" y="0"/>
                </a:lnTo>
                <a:lnTo>
                  <a:pt x="71027" y="0"/>
                </a:lnTo>
                <a:lnTo>
                  <a:pt x="44763" y="68287"/>
                </a:lnTo>
                <a:cubicBezTo>
                  <a:pt x="42023" y="75138"/>
                  <a:pt x="38939" y="80049"/>
                  <a:pt x="35514" y="82789"/>
                </a:cubicBezTo>
                <a:cubicBezTo>
                  <a:pt x="31974" y="85530"/>
                  <a:pt x="27292" y="87014"/>
                  <a:pt x="21582" y="87014"/>
                </a:cubicBezTo>
                <a:lnTo>
                  <a:pt x="10049" y="87014"/>
                </a:lnTo>
                <a:lnTo>
                  <a:pt x="10049" y="73882"/>
                </a:lnTo>
                <a:lnTo>
                  <a:pt x="16329" y="73882"/>
                </a:lnTo>
                <a:cubicBezTo>
                  <a:pt x="19641" y="73882"/>
                  <a:pt x="22039" y="73311"/>
                  <a:pt x="23638" y="72284"/>
                </a:cubicBezTo>
                <a:cubicBezTo>
                  <a:pt x="25236" y="71142"/>
                  <a:pt x="26378" y="69200"/>
                  <a:pt x="27292" y="66460"/>
                </a:cubicBezTo>
                <a:lnTo>
                  <a:pt x="27863" y="64747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C0195C-ACAA-4B29-941E-570BDBDCD4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01184" y="161152"/>
            <a:ext cx="10" cy="2495911"/>
          </a:xfrm>
          <a:custGeom xmlns:a="http://schemas.openxmlformats.org/drawingml/2006/main">
            <a:pathLst>
              <a:path w="1" h="2495911" fill="none">
                <a:moveTo>
                  <a:pt x="0" y="2495911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8157" cap="flat">
            <a:solidFill>
              <a:srgbClr val="CCCCCC"/>
            </a:solidFill>
            <a:custDash>
              <a:ds d="370000" sp="160000"/>
            </a:custDash>
            <a:round/>
          </a:ln>
        </p:spPr>
      </p:sp>
      <p:sp>
        <p:nvSpPr>
          <p:cNvPr id="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428E12-7058-421D-811F-4AAB2841ED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88758" y="2738095"/>
            <a:ext cx="75138" cy="83246"/>
          </a:xfrm>
          <a:custGeom xmlns:a="http://schemas.openxmlformats.org/drawingml/2006/main">
            <a:pathLst>
              <a:path w="75138" h="83246">
                <a:moveTo>
                  <a:pt x="30489" y="36884"/>
                </a:moveTo>
                <a:cubicBezTo>
                  <a:pt x="34943" y="36884"/>
                  <a:pt x="38140" y="36085"/>
                  <a:pt x="40081" y="34372"/>
                </a:cubicBezTo>
                <a:cubicBezTo>
                  <a:pt x="42023" y="32773"/>
                  <a:pt x="43050" y="30032"/>
                  <a:pt x="43050" y="26150"/>
                </a:cubicBezTo>
                <a:cubicBezTo>
                  <a:pt x="43050" y="22382"/>
                  <a:pt x="42023" y="19641"/>
                  <a:pt x="40081" y="18042"/>
                </a:cubicBezTo>
                <a:cubicBezTo>
                  <a:pt x="38140" y="16444"/>
                  <a:pt x="34943" y="15530"/>
                  <a:pt x="30489" y="15530"/>
                </a:cubicBezTo>
                <a:lnTo>
                  <a:pt x="21468" y="15530"/>
                </a:lnTo>
                <a:lnTo>
                  <a:pt x="21468" y="36884"/>
                </a:lnTo>
                <a:lnTo>
                  <a:pt x="30489" y="36884"/>
                </a:lnTo>
                <a:close/>
                <a:moveTo>
                  <a:pt x="21468" y="51729"/>
                </a:moveTo>
                <a:lnTo>
                  <a:pt x="21468" y="83246"/>
                </a:lnTo>
                <a:lnTo>
                  <a:pt x="0" y="83246"/>
                </a:lnTo>
                <a:lnTo>
                  <a:pt x="0" y="0"/>
                </a:lnTo>
                <a:lnTo>
                  <a:pt x="32773" y="0"/>
                </a:lnTo>
                <a:cubicBezTo>
                  <a:pt x="43736" y="0"/>
                  <a:pt x="51729" y="1941"/>
                  <a:pt x="56868" y="5595"/>
                </a:cubicBezTo>
                <a:cubicBezTo>
                  <a:pt x="61892" y="9250"/>
                  <a:pt x="64518" y="15073"/>
                  <a:pt x="64518" y="22953"/>
                </a:cubicBezTo>
                <a:cubicBezTo>
                  <a:pt x="64518" y="28434"/>
                  <a:pt x="63148" y="33001"/>
                  <a:pt x="60522" y="36541"/>
                </a:cubicBezTo>
                <a:cubicBezTo>
                  <a:pt x="57781" y="40081"/>
                  <a:pt x="53784" y="42708"/>
                  <a:pt x="48532" y="44306"/>
                </a:cubicBezTo>
                <a:cubicBezTo>
                  <a:pt x="51501" y="44992"/>
                  <a:pt x="54127" y="46590"/>
                  <a:pt x="56411" y="48874"/>
                </a:cubicBezTo>
                <a:cubicBezTo>
                  <a:pt x="58695" y="51272"/>
                  <a:pt x="61093" y="54812"/>
                  <a:pt x="63491" y="59608"/>
                </a:cubicBezTo>
                <a:lnTo>
                  <a:pt x="75138" y="83246"/>
                </a:lnTo>
                <a:lnTo>
                  <a:pt x="52300" y="83246"/>
                </a:lnTo>
                <a:lnTo>
                  <a:pt x="42137" y="62577"/>
                </a:lnTo>
                <a:cubicBezTo>
                  <a:pt x="40081" y="58466"/>
                  <a:pt x="37912" y="55611"/>
                  <a:pt x="35856" y="54013"/>
                </a:cubicBezTo>
                <a:cubicBezTo>
                  <a:pt x="33801" y="52528"/>
                  <a:pt x="30946" y="51729"/>
                  <a:pt x="27520" y="51729"/>
                </a:cubicBezTo>
                <a:lnTo>
                  <a:pt x="21468" y="51729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C5B7CA-600A-4417-BF2C-9201746361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5773" y="2734555"/>
            <a:ext cx="19984" cy="86786"/>
          </a:xfrm>
          <a:custGeom xmlns:a="http://schemas.openxmlformats.org/drawingml/2006/main">
            <a:pathLst>
              <a:path w="19984" h="86786">
                <a:moveTo>
                  <a:pt x="0" y="24323"/>
                </a:moveTo>
                <a:lnTo>
                  <a:pt x="19984" y="24323"/>
                </a:lnTo>
                <a:lnTo>
                  <a:pt x="19984" y="86786"/>
                </a:lnTo>
                <a:lnTo>
                  <a:pt x="0" y="86786"/>
                </a:lnTo>
                <a:lnTo>
                  <a:pt x="0" y="24323"/>
                </a:lnTo>
                <a:close/>
                <a:moveTo>
                  <a:pt x="0" y="0"/>
                </a:moveTo>
                <a:lnTo>
                  <a:pt x="19984" y="0"/>
                </a:lnTo>
                <a:lnTo>
                  <a:pt x="19984" y="16329"/>
                </a:lnTo>
                <a:lnTo>
                  <a:pt x="0" y="16329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9E2C01-D3FF-4C1C-936C-F2C051A4F6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10487" y="2757507"/>
            <a:ext cx="67031" cy="88385"/>
          </a:xfrm>
          <a:custGeom xmlns:a="http://schemas.openxmlformats.org/drawingml/2006/main">
            <a:pathLst>
              <a:path w="67031" h="88385">
                <a:moveTo>
                  <a:pt x="46933" y="53213"/>
                </a:moveTo>
                <a:cubicBezTo>
                  <a:pt x="44192" y="56868"/>
                  <a:pt x="41109" y="59608"/>
                  <a:pt x="37798" y="61321"/>
                </a:cubicBezTo>
                <a:cubicBezTo>
                  <a:pt x="34486" y="63034"/>
                  <a:pt x="30718" y="63833"/>
                  <a:pt x="26378" y="63833"/>
                </a:cubicBezTo>
                <a:cubicBezTo>
                  <a:pt x="18727" y="63833"/>
                  <a:pt x="12447" y="60864"/>
                  <a:pt x="7422" y="54812"/>
                </a:cubicBezTo>
                <a:cubicBezTo>
                  <a:pt x="2398" y="48874"/>
                  <a:pt x="0" y="41223"/>
                  <a:pt x="0" y="31860"/>
                </a:cubicBezTo>
                <a:cubicBezTo>
                  <a:pt x="0" y="22610"/>
                  <a:pt x="2398" y="14959"/>
                  <a:pt x="7422" y="9021"/>
                </a:cubicBezTo>
                <a:cubicBezTo>
                  <a:pt x="12447" y="3083"/>
                  <a:pt x="18727" y="0"/>
                  <a:pt x="26378" y="0"/>
                </a:cubicBezTo>
                <a:cubicBezTo>
                  <a:pt x="30718" y="0"/>
                  <a:pt x="34486" y="914"/>
                  <a:pt x="37798" y="2626"/>
                </a:cubicBezTo>
                <a:cubicBezTo>
                  <a:pt x="41109" y="4339"/>
                  <a:pt x="44192" y="6966"/>
                  <a:pt x="46933" y="10620"/>
                </a:cubicBezTo>
                <a:lnTo>
                  <a:pt x="46933" y="1370"/>
                </a:lnTo>
                <a:lnTo>
                  <a:pt x="67031" y="1370"/>
                </a:lnTo>
                <a:lnTo>
                  <a:pt x="67031" y="57553"/>
                </a:lnTo>
                <a:cubicBezTo>
                  <a:pt x="67031" y="67487"/>
                  <a:pt x="63833" y="75138"/>
                  <a:pt x="57439" y="80391"/>
                </a:cubicBezTo>
                <a:cubicBezTo>
                  <a:pt x="51044" y="85644"/>
                  <a:pt x="41908" y="88385"/>
                  <a:pt x="29918" y="88385"/>
                </a:cubicBezTo>
                <a:cubicBezTo>
                  <a:pt x="26036" y="88385"/>
                  <a:pt x="22267" y="88042"/>
                  <a:pt x="18613" y="87471"/>
                </a:cubicBezTo>
                <a:cubicBezTo>
                  <a:pt x="14959" y="86786"/>
                  <a:pt x="11305" y="85872"/>
                  <a:pt x="7651" y="84730"/>
                </a:cubicBezTo>
                <a:lnTo>
                  <a:pt x="7651" y="69200"/>
                </a:lnTo>
                <a:cubicBezTo>
                  <a:pt x="11077" y="71142"/>
                  <a:pt x="14502" y="72626"/>
                  <a:pt x="17928" y="73654"/>
                </a:cubicBezTo>
                <a:cubicBezTo>
                  <a:pt x="21240" y="74567"/>
                  <a:pt x="24551" y="75138"/>
                  <a:pt x="27977" y="75138"/>
                </a:cubicBezTo>
                <a:cubicBezTo>
                  <a:pt x="34486" y="75138"/>
                  <a:pt x="39282" y="73654"/>
                  <a:pt x="42365" y="70799"/>
                </a:cubicBezTo>
                <a:cubicBezTo>
                  <a:pt x="45334" y="67944"/>
                  <a:pt x="46933" y="63605"/>
                  <a:pt x="46933" y="57553"/>
                </a:cubicBezTo>
                <a:lnTo>
                  <a:pt x="46933" y="53213"/>
                </a:lnTo>
                <a:close/>
                <a:moveTo>
                  <a:pt x="33801" y="14388"/>
                </a:moveTo>
                <a:cubicBezTo>
                  <a:pt x="29690" y="14388"/>
                  <a:pt x="26378" y="15987"/>
                  <a:pt x="24095" y="18956"/>
                </a:cubicBezTo>
                <a:cubicBezTo>
                  <a:pt x="21811" y="22039"/>
                  <a:pt x="20669" y="26378"/>
                  <a:pt x="20669" y="31860"/>
                </a:cubicBezTo>
                <a:cubicBezTo>
                  <a:pt x="20669" y="37569"/>
                  <a:pt x="21696" y="41908"/>
                  <a:pt x="23980" y="44877"/>
                </a:cubicBezTo>
                <a:cubicBezTo>
                  <a:pt x="26264" y="47846"/>
                  <a:pt x="29462" y="49331"/>
                  <a:pt x="33801" y="49331"/>
                </a:cubicBezTo>
                <a:cubicBezTo>
                  <a:pt x="37912" y="49331"/>
                  <a:pt x="41223" y="47846"/>
                  <a:pt x="43507" y="44763"/>
                </a:cubicBezTo>
                <a:cubicBezTo>
                  <a:pt x="45791" y="41794"/>
                  <a:pt x="46933" y="37455"/>
                  <a:pt x="46933" y="31860"/>
                </a:cubicBezTo>
                <a:cubicBezTo>
                  <a:pt x="46933" y="26378"/>
                  <a:pt x="45791" y="22039"/>
                  <a:pt x="43507" y="18956"/>
                </a:cubicBezTo>
                <a:cubicBezTo>
                  <a:pt x="41223" y="15987"/>
                  <a:pt x="37912" y="14388"/>
                  <a:pt x="33801" y="14388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490C90-2FFE-41FB-A2C3-50B5551E63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96702" y="2734555"/>
            <a:ext cx="62806" cy="86786"/>
          </a:xfrm>
          <a:custGeom xmlns:a="http://schemas.openxmlformats.org/drawingml/2006/main">
            <a:pathLst>
              <a:path w="62806" h="86786">
                <a:moveTo>
                  <a:pt x="62806" y="48760"/>
                </a:moveTo>
                <a:lnTo>
                  <a:pt x="62806" y="86786"/>
                </a:lnTo>
                <a:lnTo>
                  <a:pt x="42708" y="86786"/>
                </a:lnTo>
                <a:lnTo>
                  <a:pt x="42708" y="80620"/>
                </a:lnTo>
                <a:lnTo>
                  <a:pt x="42708" y="57781"/>
                </a:lnTo>
                <a:cubicBezTo>
                  <a:pt x="42708" y="52300"/>
                  <a:pt x="42594" y="48646"/>
                  <a:pt x="42365" y="46590"/>
                </a:cubicBezTo>
                <a:cubicBezTo>
                  <a:pt x="42137" y="44535"/>
                  <a:pt x="41680" y="43050"/>
                  <a:pt x="41109" y="42023"/>
                </a:cubicBezTo>
                <a:cubicBezTo>
                  <a:pt x="40310" y="40767"/>
                  <a:pt x="39282" y="39739"/>
                  <a:pt x="37912" y="39054"/>
                </a:cubicBezTo>
                <a:cubicBezTo>
                  <a:pt x="36541" y="38369"/>
                  <a:pt x="34943" y="37912"/>
                  <a:pt x="33344" y="37912"/>
                </a:cubicBezTo>
                <a:cubicBezTo>
                  <a:pt x="29119" y="37912"/>
                  <a:pt x="25807" y="39510"/>
                  <a:pt x="23524" y="42708"/>
                </a:cubicBezTo>
                <a:cubicBezTo>
                  <a:pt x="21126" y="45905"/>
                  <a:pt x="19984" y="50359"/>
                  <a:pt x="19984" y="56068"/>
                </a:cubicBezTo>
                <a:lnTo>
                  <a:pt x="19984" y="86786"/>
                </a:lnTo>
                <a:lnTo>
                  <a:pt x="0" y="86786"/>
                </a:lnTo>
                <a:lnTo>
                  <a:pt x="0" y="0"/>
                </a:lnTo>
                <a:lnTo>
                  <a:pt x="19984" y="0"/>
                </a:lnTo>
                <a:lnTo>
                  <a:pt x="19984" y="33458"/>
                </a:lnTo>
                <a:cubicBezTo>
                  <a:pt x="22953" y="29804"/>
                  <a:pt x="26036" y="27178"/>
                  <a:pt x="29462" y="25465"/>
                </a:cubicBezTo>
                <a:cubicBezTo>
                  <a:pt x="32887" y="23752"/>
                  <a:pt x="36656" y="22838"/>
                  <a:pt x="40767" y="22838"/>
                </a:cubicBezTo>
                <a:cubicBezTo>
                  <a:pt x="47961" y="22838"/>
                  <a:pt x="53442" y="25122"/>
                  <a:pt x="57210" y="29462"/>
                </a:cubicBezTo>
                <a:cubicBezTo>
                  <a:pt x="60864" y="33915"/>
                  <a:pt x="62806" y="40310"/>
                  <a:pt x="62806" y="4876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F78842-6163-4FCB-B937-883A0B6D70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9899" y="2741178"/>
            <a:ext cx="50473" cy="80163"/>
          </a:xfrm>
          <a:custGeom xmlns:a="http://schemas.openxmlformats.org/drawingml/2006/main">
            <a:pathLst>
              <a:path w="50473" h="80163">
                <a:moveTo>
                  <a:pt x="29918" y="0"/>
                </a:moveTo>
                <a:lnTo>
                  <a:pt x="29918" y="17700"/>
                </a:lnTo>
                <a:lnTo>
                  <a:pt x="50473" y="17700"/>
                </a:lnTo>
                <a:lnTo>
                  <a:pt x="50473" y="31974"/>
                </a:lnTo>
                <a:lnTo>
                  <a:pt x="29918" y="31974"/>
                </a:lnTo>
                <a:lnTo>
                  <a:pt x="29918" y="58466"/>
                </a:lnTo>
                <a:cubicBezTo>
                  <a:pt x="29918" y="61435"/>
                  <a:pt x="30489" y="63377"/>
                  <a:pt x="31631" y="64404"/>
                </a:cubicBezTo>
                <a:cubicBezTo>
                  <a:pt x="32773" y="65432"/>
                  <a:pt x="35057" y="65889"/>
                  <a:pt x="38483" y="65889"/>
                </a:cubicBezTo>
                <a:lnTo>
                  <a:pt x="48760" y="65889"/>
                </a:lnTo>
                <a:lnTo>
                  <a:pt x="48760" y="80163"/>
                </a:lnTo>
                <a:lnTo>
                  <a:pt x="31631" y="80163"/>
                </a:lnTo>
                <a:cubicBezTo>
                  <a:pt x="23752" y="80163"/>
                  <a:pt x="18157" y="78564"/>
                  <a:pt x="14845" y="75253"/>
                </a:cubicBezTo>
                <a:cubicBezTo>
                  <a:pt x="11533" y="72055"/>
                  <a:pt x="9935" y="66460"/>
                  <a:pt x="9935" y="58466"/>
                </a:cubicBezTo>
                <a:lnTo>
                  <a:pt x="9935" y="31974"/>
                </a:lnTo>
                <a:lnTo>
                  <a:pt x="0" y="31974"/>
                </a:lnTo>
                <a:lnTo>
                  <a:pt x="0" y="17700"/>
                </a:lnTo>
                <a:lnTo>
                  <a:pt x="9935" y="17700"/>
                </a:lnTo>
                <a:lnTo>
                  <a:pt x="9935" y="0"/>
                </a:lnTo>
                <a:lnTo>
                  <a:pt x="29918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2253F2-430A-4ECF-8820-7362D9B269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28936" y="2757393"/>
            <a:ext cx="56639" cy="65432"/>
          </a:xfrm>
          <a:custGeom xmlns:a="http://schemas.openxmlformats.org/drawingml/2006/main">
            <a:pathLst>
              <a:path w="56639" h="65432">
                <a:moveTo>
                  <a:pt x="52414" y="3426"/>
                </a:moveTo>
                <a:lnTo>
                  <a:pt x="52414" y="18613"/>
                </a:lnTo>
                <a:cubicBezTo>
                  <a:pt x="48075" y="16900"/>
                  <a:pt x="43964" y="15530"/>
                  <a:pt x="40081" y="14617"/>
                </a:cubicBezTo>
                <a:cubicBezTo>
                  <a:pt x="36085" y="13703"/>
                  <a:pt x="32316" y="13246"/>
                  <a:pt x="28776" y="13246"/>
                </a:cubicBezTo>
                <a:cubicBezTo>
                  <a:pt x="24894" y="13246"/>
                  <a:pt x="22153" y="13817"/>
                  <a:pt x="20326" y="14731"/>
                </a:cubicBezTo>
                <a:cubicBezTo>
                  <a:pt x="18499" y="15644"/>
                  <a:pt x="17586" y="17129"/>
                  <a:pt x="17586" y="19070"/>
                </a:cubicBezTo>
                <a:cubicBezTo>
                  <a:pt x="17586" y="20669"/>
                  <a:pt x="18271" y="21925"/>
                  <a:pt x="19641" y="22724"/>
                </a:cubicBezTo>
                <a:cubicBezTo>
                  <a:pt x="21011" y="23638"/>
                  <a:pt x="23524" y="24209"/>
                  <a:pt x="27178" y="24665"/>
                </a:cubicBezTo>
                <a:lnTo>
                  <a:pt x="30718" y="25122"/>
                </a:lnTo>
                <a:cubicBezTo>
                  <a:pt x="40881" y="26493"/>
                  <a:pt x="47732" y="28548"/>
                  <a:pt x="51272" y="31517"/>
                </a:cubicBezTo>
                <a:cubicBezTo>
                  <a:pt x="54812" y="34486"/>
                  <a:pt x="56639" y="39168"/>
                  <a:pt x="56639" y="45563"/>
                </a:cubicBezTo>
                <a:cubicBezTo>
                  <a:pt x="56639" y="52186"/>
                  <a:pt x="54127" y="57210"/>
                  <a:pt x="49217" y="60522"/>
                </a:cubicBezTo>
                <a:cubicBezTo>
                  <a:pt x="44306" y="63833"/>
                  <a:pt x="36998" y="65432"/>
                  <a:pt x="27292" y="65432"/>
                </a:cubicBezTo>
                <a:cubicBezTo>
                  <a:pt x="23181" y="65432"/>
                  <a:pt x="18842" y="65089"/>
                  <a:pt x="14502" y="64518"/>
                </a:cubicBezTo>
                <a:cubicBezTo>
                  <a:pt x="10049" y="63948"/>
                  <a:pt x="5481" y="63034"/>
                  <a:pt x="914" y="61664"/>
                </a:cubicBezTo>
                <a:lnTo>
                  <a:pt x="914" y="46476"/>
                </a:lnTo>
                <a:cubicBezTo>
                  <a:pt x="4796" y="48532"/>
                  <a:pt x="8907" y="50016"/>
                  <a:pt x="13132" y="50930"/>
                </a:cubicBezTo>
                <a:cubicBezTo>
                  <a:pt x="17243" y="51843"/>
                  <a:pt x="21582" y="52300"/>
                  <a:pt x="25922" y="52300"/>
                </a:cubicBezTo>
                <a:cubicBezTo>
                  <a:pt x="29804" y="52300"/>
                  <a:pt x="32659" y="51843"/>
                  <a:pt x="34714" y="50701"/>
                </a:cubicBezTo>
                <a:cubicBezTo>
                  <a:pt x="36656" y="49674"/>
                  <a:pt x="37683" y="48075"/>
                  <a:pt x="37683" y="45905"/>
                </a:cubicBezTo>
                <a:cubicBezTo>
                  <a:pt x="37683" y="44078"/>
                  <a:pt x="36998" y="42822"/>
                  <a:pt x="35628" y="41908"/>
                </a:cubicBezTo>
                <a:cubicBezTo>
                  <a:pt x="34258" y="40995"/>
                  <a:pt x="31517" y="40310"/>
                  <a:pt x="27520" y="39853"/>
                </a:cubicBezTo>
                <a:lnTo>
                  <a:pt x="23980" y="39396"/>
                </a:lnTo>
                <a:cubicBezTo>
                  <a:pt x="15073" y="38369"/>
                  <a:pt x="8907" y="36313"/>
                  <a:pt x="5367" y="33230"/>
                </a:cubicBezTo>
                <a:cubicBezTo>
                  <a:pt x="1713" y="30261"/>
                  <a:pt x="0" y="25693"/>
                  <a:pt x="0" y="19527"/>
                </a:cubicBezTo>
                <a:cubicBezTo>
                  <a:pt x="0" y="12904"/>
                  <a:pt x="2170" y="7993"/>
                  <a:pt x="6737" y="4796"/>
                </a:cubicBezTo>
                <a:cubicBezTo>
                  <a:pt x="11305" y="1599"/>
                  <a:pt x="18271" y="0"/>
                  <a:pt x="27634" y="0"/>
                </a:cubicBezTo>
                <a:cubicBezTo>
                  <a:pt x="31289" y="0"/>
                  <a:pt x="35057" y="343"/>
                  <a:pt x="39168" y="914"/>
                </a:cubicBezTo>
                <a:cubicBezTo>
                  <a:pt x="43279" y="1484"/>
                  <a:pt x="47618" y="2284"/>
                  <a:pt x="52414" y="3426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EC9630-3431-4432-A20D-6C3C8204ED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7109" y="2780346"/>
            <a:ext cx="35057" cy="16215"/>
          </a:xfrm>
          <a:custGeom xmlns:a="http://schemas.openxmlformats.org/drawingml/2006/main">
            <a:pathLst>
              <a:path w="35057" h="16215">
                <a:moveTo>
                  <a:pt x="0" y="0"/>
                </a:moveTo>
                <a:lnTo>
                  <a:pt x="35057" y="0"/>
                </a:lnTo>
                <a:lnTo>
                  <a:pt x="35057" y="16215"/>
                </a:lnTo>
                <a:lnTo>
                  <a:pt x="0" y="1621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A3BE1D-3153-46BE-8C6E-DB622497E2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47924" y="2734555"/>
            <a:ext cx="67031" cy="88270"/>
          </a:xfrm>
          <a:custGeom xmlns:a="http://schemas.openxmlformats.org/drawingml/2006/main">
            <a:pathLst>
              <a:path w="67031" h="88270">
                <a:moveTo>
                  <a:pt x="33230" y="73882"/>
                </a:moveTo>
                <a:cubicBezTo>
                  <a:pt x="37455" y="73882"/>
                  <a:pt x="40652" y="72398"/>
                  <a:pt x="42936" y="69200"/>
                </a:cubicBezTo>
                <a:cubicBezTo>
                  <a:pt x="45220" y="66117"/>
                  <a:pt x="46362" y="61549"/>
                  <a:pt x="46362" y="55611"/>
                </a:cubicBezTo>
                <a:cubicBezTo>
                  <a:pt x="46362" y="49674"/>
                  <a:pt x="45220" y="45220"/>
                  <a:pt x="42936" y="42023"/>
                </a:cubicBezTo>
                <a:cubicBezTo>
                  <a:pt x="40652" y="38939"/>
                  <a:pt x="37455" y="37341"/>
                  <a:pt x="33230" y="37341"/>
                </a:cubicBezTo>
                <a:cubicBezTo>
                  <a:pt x="28891" y="37341"/>
                  <a:pt x="25693" y="38939"/>
                  <a:pt x="23409" y="42023"/>
                </a:cubicBezTo>
                <a:cubicBezTo>
                  <a:pt x="21126" y="45220"/>
                  <a:pt x="19984" y="49674"/>
                  <a:pt x="19984" y="55611"/>
                </a:cubicBezTo>
                <a:cubicBezTo>
                  <a:pt x="19984" y="61549"/>
                  <a:pt x="21126" y="66117"/>
                  <a:pt x="23409" y="69200"/>
                </a:cubicBezTo>
                <a:cubicBezTo>
                  <a:pt x="25693" y="72398"/>
                  <a:pt x="28891" y="73882"/>
                  <a:pt x="33230" y="73882"/>
                </a:cubicBezTo>
                <a:close/>
                <a:moveTo>
                  <a:pt x="19984" y="33458"/>
                </a:moveTo>
                <a:cubicBezTo>
                  <a:pt x="22724" y="29804"/>
                  <a:pt x="25693" y="27178"/>
                  <a:pt x="29119" y="25465"/>
                </a:cubicBezTo>
                <a:cubicBezTo>
                  <a:pt x="32431" y="23752"/>
                  <a:pt x="36313" y="22838"/>
                  <a:pt x="40652" y="22838"/>
                </a:cubicBezTo>
                <a:cubicBezTo>
                  <a:pt x="48303" y="22838"/>
                  <a:pt x="54584" y="25922"/>
                  <a:pt x="59608" y="32088"/>
                </a:cubicBezTo>
                <a:cubicBezTo>
                  <a:pt x="64518" y="38254"/>
                  <a:pt x="67031" y="46134"/>
                  <a:pt x="67031" y="55726"/>
                </a:cubicBezTo>
                <a:cubicBezTo>
                  <a:pt x="67031" y="65318"/>
                  <a:pt x="64518" y="73197"/>
                  <a:pt x="59608" y="79249"/>
                </a:cubicBezTo>
                <a:cubicBezTo>
                  <a:pt x="54584" y="85301"/>
                  <a:pt x="48303" y="88270"/>
                  <a:pt x="40652" y="88270"/>
                </a:cubicBezTo>
                <a:cubicBezTo>
                  <a:pt x="36313" y="88270"/>
                  <a:pt x="32431" y="87357"/>
                  <a:pt x="29119" y="85758"/>
                </a:cubicBezTo>
                <a:cubicBezTo>
                  <a:pt x="25693" y="84159"/>
                  <a:pt x="22724" y="81419"/>
                  <a:pt x="19984" y="77765"/>
                </a:cubicBezTo>
                <a:lnTo>
                  <a:pt x="19984" y="86786"/>
                </a:lnTo>
                <a:lnTo>
                  <a:pt x="0" y="86786"/>
                </a:lnTo>
                <a:lnTo>
                  <a:pt x="0" y="0"/>
                </a:lnTo>
                <a:lnTo>
                  <a:pt x="19984" y="0"/>
                </a:lnTo>
                <a:lnTo>
                  <a:pt x="19984" y="33458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5B29A2-7201-49C6-A022-5FD2124DD0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25004" y="2757393"/>
            <a:ext cx="63148" cy="65432"/>
          </a:xfrm>
          <a:custGeom xmlns:a="http://schemas.openxmlformats.org/drawingml/2006/main">
            <a:pathLst>
              <a:path w="63148" h="65432">
                <a:moveTo>
                  <a:pt x="32659" y="35856"/>
                </a:moveTo>
                <a:cubicBezTo>
                  <a:pt x="28434" y="35856"/>
                  <a:pt x="25236" y="36656"/>
                  <a:pt x="23181" y="38026"/>
                </a:cubicBezTo>
                <a:cubicBezTo>
                  <a:pt x="21126" y="39396"/>
                  <a:pt x="20098" y="41452"/>
                  <a:pt x="20098" y="44192"/>
                </a:cubicBezTo>
                <a:cubicBezTo>
                  <a:pt x="20098" y="46705"/>
                  <a:pt x="20897" y="48760"/>
                  <a:pt x="22610" y="50130"/>
                </a:cubicBezTo>
                <a:cubicBezTo>
                  <a:pt x="24323" y="51615"/>
                  <a:pt x="26721" y="52300"/>
                  <a:pt x="29690" y="52300"/>
                </a:cubicBezTo>
                <a:cubicBezTo>
                  <a:pt x="33458" y="52300"/>
                  <a:pt x="36656" y="51044"/>
                  <a:pt x="39168" y="48303"/>
                </a:cubicBezTo>
                <a:cubicBezTo>
                  <a:pt x="41680" y="45563"/>
                  <a:pt x="43050" y="42251"/>
                  <a:pt x="43050" y="38140"/>
                </a:cubicBezTo>
                <a:lnTo>
                  <a:pt x="43050" y="35856"/>
                </a:lnTo>
                <a:lnTo>
                  <a:pt x="32659" y="35856"/>
                </a:lnTo>
                <a:close/>
                <a:moveTo>
                  <a:pt x="63148" y="28320"/>
                </a:moveTo>
                <a:lnTo>
                  <a:pt x="63148" y="63948"/>
                </a:lnTo>
                <a:lnTo>
                  <a:pt x="43050" y="63948"/>
                </a:lnTo>
                <a:lnTo>
                  <a:pt x="43050" y="54698"/>
                </a:lnTo>
                <a:cubicBezTo>
                  <a:pt x="40310" y="58580"/>
                  <a:pt x="37341" y="61321"/>
                  <a:pt x="34029" y="62920"/>
                </a:cubicBezTo>
                <a:cubicBezTo>
                  <a:pt x="30603" y="64518"/>
                  <a:pt x="26607" y="65432"/>
                  <a:pt x="21811" y="65432"/>
                </a:cubicBezTo>
                <a:cubicBezTo>
                  <a:pt x="15302" y="65432"/>
                  <a:pt x="10049" y="63605"/>
                  <a:pt x="6052" y="59837"/>
                </a:cubicBezTo>
                <a:cubicBezTo>
                  <a:pt x="1941" y="56182"/>
                  <a:pt x="0" y="51272"/>
                  <a:pt x="0" y="45220"/>
                </a:cubicBezTo>
                <a:cubicBezTo>
                  <a:pt x="0" y="37912"/>
                  <a:pt x="2512" y="32545"/>
                  <a:pt x="7537" y="29119"/>
                </a:cubicBezTo>
                <a:cubicBezTo>
                  <a:pt x="12561" y="25693"/>
                  <a:pt x="20440" y="23980"/>
                  <a:pt x="31289" y="23980"/>
                </a:cubicBezTo>
                <a:lnTo>
                  <a:pt x="43050" y="23980"/>
                </a:lnTo>
                <a:lnTo>
                  <a:pt x="43050" y="22382"/>
                </a:lnTo>
                <a:cubicBezTo>
                  <a:pt x="43050" y="19298"/>
                  <a:pt x="41794" y="17015"/>
                  <a:pt x="39282" y="15530"/>
                </a:cubicBezTo>
                <a:cubicBezTo>
                  <a:pt x="36770" y="14046"/>
                  <a:pt x="32887" y="13246"/>
                  <a:pt x="27634" y="13246"/>
                </a:cubicBezTo>
                <a:cubicBezTo>
                  <a:pt x="23295" y="13246"/>
                  <a:pt x="19298" y="13703"/>
                  <a:pt x="15644" y="14617"/>
                </a:cubicBezTo>
                <a:cubicBezTo>
                  <a:pt x="11990" y="15530"/>
                  <a:pt x="8564" y="16786"/>
                  <a:pt x="5481" y="18385"/>
                </a:cubicBezTo>
                <a:lnTo>
                  <a:pt x="5481" y="3197"/>
                </a:lnTo>
                <a:cubicBezTo>
                  <a:pt x="9706" y="2170"/>
                  <a:pt x="13931" y="1370"/>
                  <a:pt x="18271" y="799"/>
                </a:cubicBezTo>
                <a:cubicBezTo>
                  <a:pt x="22610" y="343"/>
                  <a:pt x="26949" y="0"/>
                  <a:pt x="31289" y="0"/>
                </a:cubicBezTo>
                <a:cubicBezTo>
                  <a:pt x="42479" y="0"/>
                  <a:pt x="50587" y="2284"/>
                  <a:pt x="55611" y="6737"/>
                </a:cubicBezTo>
                <a:cubicBezTo>
                  <a:pt x="60636" y="11191"/>
                  <a:pt x="63148" y="18385"/>
                  <a:pt x="63148" y="2832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C14643-3FA1-4EFD-9B71-75254A2195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03111" y="2757393"/>
            <a:ext cx="56639" cy="65432"/>
          </a:xfrm>
          <a:custGeom xmlns:a="http://schemas.openxmlformats.org/drawingml/2006/main">
            <a:pathLst>
              <a:path w="56639" h="65432">
                <a:moveTo>
                  <a:pt x="52414" y="3426"/>
                </a:moveTo>
                <a:lnTo>
                  <a:pt x="52414" y="18613"/>
                </a:lnTo>
                <a:cubicBezTo>
                  <a:pt x="48075" y="16900"/>
                  <a:pt x="43964" y="15530"/>
                  <a:pt x="40081" y="14617"/>
                </a:cubicBezTo>
                <a:cubicBezTo>
                  <a:pt x="36085" y="13703"/>
                  <a:pt x="32316" y="13246"/>
                  <a:pt x="28776" y="13246"/>
                </a:cubicBezTo>
                <a:cubicBezTo>
                  <a:pt x="24894" y="13246"/>
                  <a:pt x="22153" y="13817"/>
                  <a:pt x="20326" y="14731"/>
                </a:cubicBezTo>
                <a:cubicBezTo>
                  <a:pt x="18499" y="15644"/>
                  <a:pt x="17586" y="17129"/>
                  <a:pt x="17586" y="19070"/>
                </a:cubicBezTo>
                <a:cubicBezTo>
                  <a:pt x="17586" y="20669"/>
                  <a:pt x="18271" y="21925"/>
                  <a:pt x="19641" y="22724"/>
                </a:cubicBezTo>
                <a:cubicBezTo>
                  <a:pt x="21011" y="23638"/>
                  <a:pt x="23524" y="24209"/>
                  <a:pt x="27178" y="24665"/>
                </a:cubicBezTo>
                <a:lnTo>
                  <a:pt x="30718" y="25122"/>
                </a:lnTo>
                <a:cubicBezTo>
                  <a:pt x="40881" y="26493"/>
                  <a:pt x="47732" y="28548"/>
                  <a:pt x="51272" y="31517"/>
                </a:cubicBezTo>
                <a:cubicBezTo>
                  <a:pt x="54812" y="34486"/>
                  <a:pt x="56639" y="39168"/>
                  <a:pt x="56639" y="45563"/>
                </a:cubicBezTo>
                <a:cubicBezTo>
                  <a:pt x="56639" y="52186"/>
                  <a:pt x="54127" y="57210"/>
                  <a:pt x="49217" y="60522"/>
                </a:cubicBezTo>
                <a:cubicBezTo>
                  <a:pt x="44306" y="63833"/>
                  <a:pt x="36998" y="65432"/>
                  <a:pt x="27292" y="65432"/>
                </a:cubicBezTo>
                <a:cubicBezTo>
                  <a:pt x="23181" y="65432"/>
                  <a:pt x="18842" y="65089"/>
                  <a:pt x="14502" y="64518"/>
                </a:cubicBezTo>
                <a:cubicBezTo>
                  <a:pt x="10049" y="63948"/>
                  <a:pt x="5481" y="63034"/>
                  <a:pt x="914" y="61664"/>
                </a:cubicBezTo>
                <a:lnTo>
                  <a:pt x="914" y="46476"/>
                </a:lnTo>
                <a:cubicBezTo>
                  <a:pt x="4796" y="48532"/>
                  <a:pt x="8907" y="50016"/>
                  <a:pt x="13132" y="50930"/>
                </a:cubicBezTo>
                <a:cubicBezTo>
                  <a:pt x="17243" y="51843"/>
                  <a:pt x="21582" y="52300"/>
                  <a:pt x="25922" y="52300"/>
                </a:cubicBezTo>
                <a:cubicBezTo>
                  <a:pt x="29804" y="52300"/>
                  <a:pt x="32659" y="51843"/>
                  <a:pt x="34714" y="50701"/>
                </a:cubicBezTo>
                <a:cubicBezTo>
                  <a:pt x="36656" y="49674"/>
                  <a:pt x="37683" y="48075"/>
                  <a:pt x="37683" y="45905"/>
                </a:cubicBezTo>
                <a:cubicBezTo>
                  <a:pt x="37683" y="44078"/>
                  <a:pt x="36998" y="42822"/>
                  <a:pt x="35628" y="41908"/>
                </a:cubicBezTo>
                <a:cubicBezTo>
                  <a:pt x="34258" y="40995"/>
                  <a:pt x="31517" y="40310"/>
                  <a:pt x="27520" y="39853"/>
                </a:cubicBezTo>
                <a:lnTo>
                  <a:pt x="23980" y="39396"/>
                </a:lnTo>
                <a:cubicBezTo>
                  <a:pt x="15073" y="38369"/>
                  <a:pt x="8907" y="36313"/>
                  <a:pt x="5367" y="33230"/>
                </a:cubicBezTo>
                <a:cubicBezTo>
                  <a:pt x="1713" y="30261"/>
                  <a:pt x="0" y="25693"/>
                  <a:pt x="0" y="19527"/>
                </a:cubicBezTo>
                <a:cubicBezTo>
                  <a:pt x="0" y="12904"/>
                  <a:pt x="2170" y="7993"/>
                  <a:pt x="6737" y="4796"/>
                </a:cubicBezTo>
                <a:cubicBezTo>
                  <a:pt x="11305" y="1599"/>
                  <a:pt x="18271" y="0"/>
                  <a:pt x="27634" y="0"/>
                </a:cubicBezTo>
                <a:cubicBezTo>
                  <a:pt x="31289" y="0"/>
                  <a:pt x="35057" y="343"/>
                  <a:pt x="39168" y="914"/>
                </a:cubicBezTo>
                <a:cubicBezTo>
                  <a:pt x="43279" y="1484"/>
                  <a:pt x="47618" y="2284"/>
                  <a:pt x="52414" y="3426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5C9AEF-48A8-4E77-A4AB-FFBE5726C7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70028" y="2757393"/>
            <a:ext cx="67031" cy="65432"/>
          </a:xfrm>
          <a:custGeom xmlns:a="http://schemas.openxmlformats.org/drawingml/2006/main">
            <a:pathLst>
              <a:path w="67031" h="65432">
                <a:moveTo>
                  <a:pt x="67031" y="32545"/>
                </a:moveTo>
                <a:lnTo>
                  <a:pt x="67031" y="38254"/>
                </a:lnTo>
                <a:lnTo>
                  <a:pt x="20326" y="38254"/>
                </a:lnTo>
                <a:cubicBezTo>
                  <a:pt x="20783" y="42936"/>
                  <a:pt x="22496" y="46476"/>
                  <a:pt x="25465" y="48760"/>
                </a:cubicBezTo>
                <a:cubicBezTo>
                  <a:pt x="28320" y="51158"/>
                  <a:pt x="32316" y="52300"/>
                  <a:pt x="37569" y="52300"/>
                </a:cubicBezTo>
                <a:cubicBezTo>
                  <a:pt x="41680" y="52300"/>
                  <a:pt x="46019" y="51729"/>
                  <a:pt x="50473" y="50473"/>
                </a:cubicBezTo>
                <a:cubicBezTo>
                  <a:pt x="54812" y="49217"/>
                  <a:pt x="59380" y="47275"/>
                  <a:pt x="64062" y="44763"/>
                </a:cubicBezTo>
                <a:lnTo>
                  <a:pt x="64062" y="60179"/>
                </a:lnTo>
                <a:cubicBezTo>
                  <a:pt x="59266" y="62006"/>
                  <a:pt x="54584" y="63262"/>
                  <a:pt x="49902" y="64062"/>
                </a:cubicBezTo>
                <a:cubicBezTo>
                  <a:pt x="45106" y="64975"/>
                  <a:pt x="40424" y="65432"/>
                  <a:pt x="35742" y="65432"/>
                </a:cubicBezTo>
                <a:cubicBezTo>
                  <a:pt x="24437" y="65432"/>
                  <a:pt x="15644" y="62577"/>
                  <a:pt x="9364" y="56868"/>
                </a:cubicBezTo>
                <a:cubicBezTo>
                  <a:pt x="3083" y="51158"/>
                  <a:pt x="0" y="43165"/>
                  <a:pt x="0" y="32773"/>
                </a:cubicBezTo>
                <a:cubicBezTo>
                  <a:pt x="0" y="22610"/>
                  <a:pt x="3083" y="14617"/>
                  <a:pt x="9250" y="8793"/>
                </a:cubicBezTo>
                <a:cubicBezTo>
                  <a:pt x="15416" y="2969"/>
                  <a:pt x="23866" y="0"/>
                  <a:pt x="34600" y="0"/>
                </a:cubicBezTo>
                <a:cubicBezTo>
                  <a:pt x="44421" y="0"/>
                  <a:pt x="52186" y="2969"/>
                  <a:pt x="58124" y="8907"/>
                </a:cubicBezTo>
                <a:cubicBezTo>
                  <a:pt x="64062" y="14845"/>
                  <a:pt x="67031" y="22724"/>
                  <a:pt x="67031" y="32545"/>
                </a:cubicBezTo>
                <a:close/>
                <a:moveTo>
                  <a:pt x="46476" y="25922"/>
                </a:moveTo>
                <a:cubicBezTo>
                  <a:pt x="46476" y="22153"/>
                  <a:pt x="45334" y="19070"/>
                  <a:pt x="43165" y="16786"/>
                </a:cubicBezTo>
                <a:cubicBezTo>
                  <a:pt x="40881" y="14502"/>
                  <a:pt x="38026" y="13246"/>
                  <a:pt x="34486" y="13246"/>
                </a:cubicBezTo>
                <a:cubicBezTo>
                  <a:pt x="30603" y="13246"/>
                  <a:pt x="27406" y="14388"/>
                  <a:pt x="25008" y="16558"/>
                </a:cubicBezTo>
                <a:cubicBezTo>
                  <a:pt x="22610" y="18727"/>
                  <a:pt x="21126" y="21811"/>
                  <a:pt x="20555" y="25922"/>
                </a:cubicBezTo>
                <a:lnTo>
                  <a:pt x="46476" y="25922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7F4F89-C42A-462B-B1DC-F93DAD050E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47678" y="2734555"/>
            <a:ext cx="67031" cy="88270"/>
          </a:xfrm>
          <a:custGeom xmlns:a="http://schemas.openxmlformats.org/drawingml/2006/main">
            <a:pathLst>
              <a:path w="67031" h="88270">
                <a:moveTo>
                  <a:pt x="46933" y="33458"/>
                </a:moveTo>
                <a:lnTo>
                  <a:pt x="46933" y="0"/>
                </a:lnTo>
                <a:lnTo>
                  <a:pt x="67031" y="0"/>
                </a:lnTo>
                <a:lnTo>
                  <a:pt x="67031" y="86786"/>
                </a:lnTo>
                <a:lnTo>
                  <a:pt x="46933" y="86786"/>
                </a:lnTo>
                <a:lnTo>
                  <a:pt x="46933" y="77765"/>
                </a:lnTo>
                <a:cubicBezTo>
                  <a:pt x="44192" y="81419"/>
                  <a:pt x="41109" y="84159"/>
                  <a:pt x="37798" y="85758"/>
                </a:cubicBezTo>
                <a:cubicBezTo>
                  <a:pt x="34486" y="87357"/>
                  <a:pt x="30718" y="88270"/>
                  <a:pt x="26378" y="88270"/>
                </a:cubicBezTo>
                <a:cubicBezTo>
                  <a:pt x="18613" y="88270"/>
                  <a:pt x="12333" y="85301"/>
                  <a:pt x="7422" y="79249"/>
                </a:cubicBezTo>
                <a:cubicBezTo>
                  <a:pt x="2398" y="73197"/>
                  <a:pt x="0" y="65318"/>
                  <a:pt x="0" y="55726"/>
                </a:cubicBezTo>
                <a:cubicBezTo>
                  <a:pt x="0" y="46134"/>
                  <a:pt x="2398" y="38254"/>
                  <a:pt x="7422" y="32088"/>
                </a:cubicBezTo>
                <a:cubicBezTo>
                  <a:pt x="12333" y="25922"/>
                  <a:pt x="18613" y="22838"/>
                  <a:pt x="26378" y="22838"/>
                </a:cubicBezTo>
                <a:cubicBezTo>
                  <a:pt x="30718" y="22838"/>
                  <a:pt x="34486" y="23752"/>
                  <a:pt x="37798" y="25465"/>
                </a:cubicBezTo>
                <a:cubicBezTo>
                  <a:pt x="41109" y="27178"/>
                  <a:pt x="44192" y="29804"/>
                  <a:pt x="46933" y="33458"/>
                </a:cubicBezTo>
                <a:close/>
                <a:moveTo>
                  <a:pt x="33801" y="73882"/>
                </a:moveTo>
                <a:cubicBezTo>
                  <a:pt x="38026" y="73882"/>
                  <a:pt x="41223" y="72398"/>
                  <a:pt x="43507" y="69200"/>
                </a:cubicBezTo>
                <a:cubicBezTo>
                  <a:pt x="45791" y="66117"/>
                  <a:pt x="46933" y="61549"/>
                  <a:pt x="46933" y="55611"/>
                </a:cubicBezTo>
                <a:cubicBezTo>
                  <a:pt x="46933" y="49674"/>
                  <a:pt x="45791" y="45220"/>
                  <a:pt x="43507" y="42023"/>
                </a:cubicBezTo>
                <a:cubicBezTo>
                  <a:pt x="41223" y="38939"/>
                  <a:pt x="38026" y="37341"/>
                  <a:pt x="33801" y="37341"/>
                </a:cubicBezTo>
                <a:cubicBezTo>
                  <a:pt x="29462" y="37341"/>
                  <a:pt x="26264" y="38939"/>
                  <a:pt x="23980" y="42023"/>
                </a:cubicBezTo>
                <a:cubicBezTo>
                  <a:pt x="21696" y="45220"/>
                  <a:pt x="20669" y="49674"/>
                  <a:pt x="20669" y="55611"/>
                </a:cubicBezTo>
                <a:cubicBezTo>
                  <a:pt x="20669" y="61549"/>
                  <a:pt x="21696" y="66117"/>
                  <a:pt x="23980" y="69200"/>
                </a:cubicBezTo>
                <a:cubicBezTo>
                  <a:pt x="26264" y="72398"/>
                  <a:pt x="29462" y="73882"/>
                  <a:pt x="33801" y="7388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373A35-9AF9-4394-8C20-BA2096C752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54716" y="161152"/>
            <a:ext cx="10" cy="2495911"/>
          </a:xfrm>
          <a:custGeom xmlns:a="http://schemas.openxmlformats.org/drawingml/2006/main">
            <a:pathLst>
              <a:path w="1" h="2495911" fill="none">
                <a:moveTo>
                  <a:pt x="0" y="2495911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8157" cap="flat">
            <a:solidFill>
              <a:srgbClr val="CCCCCC"/>
            </a:solidFill>
            <a:custDash>
              <a:ds d="370000" sp="160000"/>
            </a:custDash>
            <a:round/>
          </a:ln>
        </p:spPr>
      </p:sp>
      <p:sp>
        <p:nvSpPr>
          <p:cNvPr id="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0E93E3-D837-49DB-8C81-AE596FDA2D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27061" y="2738095"/>
            <a:ext cx="71713" cy="84730"/>
          </a:xfrm>
          <a:custGeom xmlns:a="http://schemas.openxmlformats.org/drawingml/2006/main">
            <a:pathLst>
              <a:path w="71713" h="84730">
                <a:moveTo>
                  <a:pt x="0" y="0"/>
                </a:moveTo>
                <a:lnTo>
                  <a:pt x="21468" y="0"/>
                </a:lnTo>
                <a:lnTo>
                  <a:pt x="21468" y="49902"/>
                </a:lnTo>
                <a:cubicBezTo>
                  <a:pt x="21468" y="56753"/>
                  <a:pt x="22496" y="61664"/>
                  <a:pt x="24780" y="64633"/>
                </a:cubicBezTo>
                <a:cubicBezTo>
                  <a:pt x="27063" y="67602"/>
                  <a:pt x="30718" y="69086"/>
                  <a:pt x="35856" y="69086"/>
                </a:cubicBezTo>
                <a:cubicBezTo>
                  <a:pt x="40881" y="69086"/>
                  <a:pt x="44535" y="67602"/>
                  <a:pt x="46819" y="64633"/>
                </a:cubicBezTo>
                <a:cubicBezTo>
                  <a:pt x="49103" y="61664"/>
                  <a:pt x="50244" y="56753"/>
                  <a:pt x="50244" y="49902"/>
                </a:cubicBezTo>
                <a:lnTo>
                  <a:pt x="50244" y="0"/>
                </a:lnTo>
                <a:lnTo>
                  <a:pt x="71713" y="0"/>
                </a:lnTo>
                <a:lnTo>
                  <a:pt x="71713" y="49902"/>
                </a:lnTo>
                <a:cubicBezTo>
                  <a:pt x="71713" y="61778"/>
                  <a:pt x="68744" y="70456"/>
                  <a:pt x="62806" y="76166"/>
                </a:cubicBezTo>
                <a:cubicBezTo>
                  <a:pt x="56868" y="81876"/>
                  <a:pt x="47961" y="84730"/>
                  <a:pt x="35856" y="84730"/>
                </a:cubicBezTo>
                <a:cubicBezTo>
                  <a:pt x="23752" y="84730"/>
                  <a:pt x="14731" y="81876"/>
                  <a:pt x="8793" y="76166"/>
                </a:cubicBezTo>
                <a:cubicBezTo>
                  <a:pt x="2855" y="70456"/>
                  <a:pt x="0" y="61778"/>
                  <a:pt x="0" y="49902"/>
                </a:cubicBez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E56523-1053-4BC6-A5B2-AC1BA9C1BB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10764" y="2741178"/>
            <a:ext cx="50473" cy="80163"/>
          </a:xfrm>
          <a:custGeom xmlns:a="http://schemas.openxmlformats.org/drawingml/2006/main">
            <a:pathLst>
              <a:path w="50473" h="80163">
                <a:moveTo>
                  <a:pt x="29918" y="0"/>
                </a:moveTo>
                <a:lnTo>
                  <a:pt x="29918" y="17700"/>
                </a:lnTo>
                <a:lnTo>
                  <a:pt x="50473" y="17700"/>
                </a:lnTo>
                <a:lnTo>
                  <a:pt x="50473" y="31974"/>
                </a:lnTo>
                <a:lnTo>
                  <a:pt x="29918" y="31974"/>
                </a:lnTo>
                <a:lnTo>
                  <a:pt x="29918" y="58466"/>
                </a:lnTo>
                <a:cubicBezTo>
                  <a:pt x="29918" y="61435"/>
                  <a:pt x="30489" y="63377"/>
                  <a:pt x="31631" y="64404"/>
                </a:cubicBezTo>
                <a:cubicBezTo>
                  <a:pt x="32773" y="65432"/>
                  <a:pt x="35057" y="65889"/>
                  <a:pt x="38483" y="65889"/>
                </a:cubicBezTo>
                <a:lnTo>
                  <a:pt x="48760" y="65889"/>
                </a:lnTo>
                <a:lnTo>
                  <a:pt x="48760" y="80163"/>
                </a:lnTo>
                <a:lnTo>
                  <a:pt x="31631" y="80163"/>
                </a:lnTo>
                <a:cubicBezTo>
                  <a:pt x="23752" y="80163"/>
                  <a:pt x="18157" y="78564"/>
                  <a:pt x="14845" y="75253"/>
                </a:cubicBezTo>
                <a:cubicBezTo>
                  <a:pt x="11533" y="72055"/>
                  <a:pt x="9935" y="66460"/>
                  <a:pt x="9935" y="58466"/>
                </a:cubicBezTo>
                <a:lnTo>
                  <a:pt x="9935" y="31974"/>
                </a:lnTo>
                <a:lnTo>
                  <a:pt x="0" y="31974"/>
                </a:lnTo>
                <a:lnTo>
                  <a:pt x="0" y="17700"/>
                </a:lnTo>
                <a:lnTo>
                  <a:pt x="9935" y="17700"/>
                </a:lnTo>
                <a:lnTo>
                  <a:pt x="9935" y="0"/>
                </a:lnTo>
                <a:lnTo>
                  <a:pt x="29918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0933FD-2E9B-4277-8A9A-166DD68537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73455" y="2734555"/>
            <a:ext cx="19984" cy="86786"/>
          </a:xfrm>
          <a:custGeom xmlns:a="http://schemas.openxmlformats.org/drawingml/2006/main">
            <a:pathLst>
              <a:path w="19984" h="86786">
                <a:moveTo>
                  <a:pt x="0" y="24323"/>
                </a:moveTo>
                <a:lnTo>
                  <a:pt x="19984" y="24323"/>
                </a:lnTo>
                <a:lnTo>
                  <a:pt x="19984" y="86786"/>
                </a:lnTo>
                <a:lnTo>
                  <a:pt x="0" y="86786"/>
                </a:lnTo>
                <a:lnTo>
                  <a:pt x="0" y="24323"/>
                </a:lnTo>
                <a:close/>
                <a:moveTo>
                  <a:pt x="0" y="0"/>
                </a:moveTo>
                <a:lnTo>
                  <a:pt x="19984" y="0"/>
                </a:lnTo>
                <a:lnTo>
                  <a:pt x="19984" y="16329"/>
                </a:lnTo>
                <a:lnTo>
                  <a:pt x="0" y="16329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552936-8C72-42BE-B4DB-E74D7E1497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12623" y="2734555"/>
            <a:ext cx="19984" cy="86786"/>
          </a:xfrm>
          <a:custGeom xmlns:a="http://schemas.openxmlformats.org/drawingml/2006/main">
            <a:pathLst>
              <a:path w="19984" h="86786">
                <a:moveTo>
                  <a:pt x="0" y="0"/>
                </a:moveTo>
                <a:lnTo>
                  <a:pt x="19984" y="0"/>
                </a:lnTo>
                <a:lnTo>
                  <a:pt x="19984" y="86786"/>
                </a:lnTo>
                <a:lnTo>
                  <a:pt x="0" y="86786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51347F-F746-4BAE-B614-13F7D2C7D4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1791" y="2734555"/>
            <a:ext cx="19984" cy="86786"/>
          </a:xfrm>
          <a:custGeom xmlns:a="http://schemas.openxmlformats.org/drawingml/2006/main">
            <a:pathLst>
              <a:path w="19984" h="86786">
                <a:moveTo>
                  <a:pt x="0" y="24323"/>
                </a:moveTo>
                <a:lnTo>
                  <a:pt x="19984" y="24323"/>
                </a:lnTo>
                <a:lnTo>
                  <a:pt x="19984" y="86786"/>
                </a:lnTo>
                <a:lnTo>
                  <a:pt x="0" y="86786"/>
                </a:lnTo>
                <a:lnTo>
                  <a:pt x="0" y="24323"/>
                </a:lnTo>
                <a:close/>
                <a:moveTo>
                  <a:pt x="0" y="0"/>
                </a:moveTo>
                <a:lnTo>
                  <a:pt x="19984" y="0"/>
                </a:lnTo>
                <a:lnTo>
                  <a:pt x="19984" y="16329"/>
                </a:lnTo>
                <a:lnTo>
                  <a:pt x="0" y="16329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641238-6376-4EF6-B93D-4B0B08886D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82851" y="2741178"/>
            <a:ext cx="50473" cy="80163"/>
          </a:xfrm>
          <a:custGeom xmlns:a="http://schemas.openxmlformats.org/drawingml/2006/main">
            <a:pathLst>
              <a:path w="50473" h="80163">
                <a:moveTo>
                  <a:pt x="29918" y="0"/>
                </a:moveTo>
                <a:lnTo>
                  <a:pt x="29918" y="17700"/>
                </a:lnTo>
                <a:lnTo>
                  <a:pt x="50473" y="17700"/>
                </a:lnTo>
                <a:lnTo>
                  <a:pt x="50473" y="31974"/>
                </a:lnTo>
                <a:lnTo>
                  <a:pt x="29918" y="31974"/>
                </a:lnTo>
                <a:lnTo>
                  <a:pt x="29918" y="58466"/>
                </a:lnTo>
                <a:cubicBezTo>
                  <a:pt x="29918" y="61435"/>
                  <a:pt x="30489" y="63377"/>
                  <a:pt x="31631" y="64404"/>
                </a:cubicBezTo>
                <a:cubicBezTo>
                  <a:pt x="32773" y="65432"/>
                  <a:pt x="35057" y="65889"/>
                  <a:pt x="38483" y="65889"/>
                </a:cubicBezTo>
                <a:lnTo>
                  <a:pt x="48760" y="65889"/>
                </a:lnTo>
                <a:lnTo>
                  <a:pt x="48760" y="80163"/>
                </a:lnTo>
                <a:lnTo>
                  <a:pt x="31631" y="80163"/>
                </a:lnTo>
                <a:cubicBezTo>
                  <a:pt x="23752" y="80163"/>
                  <a:pt x="18157" y="78564"/>
                  <a:pt x="14845" y="75253"/>
                </a:cubicBezTo>
                <a:cubicBezTo>
                  <a:pt x="11533" y="72055"/>
                  <a:pt x="9935" y="66460"/>
                  <a:pt x="9935" y="58466"/>
                </a:cubicBezTo>
                <a:lnTo>
                  <a:pt x="9935" y="31974"/>
                </a:lnTo>
                <a:lnTo>
                  <a:pt x="0" y="31974"/>
                </a:lnTo>
                <a:lnTo>
                  <a:pt x="0" y="17700"/>
                </a:lnTo>
                <a:lnTo>
                  <a:pt x="9935" y="17700"/>
                </a:lnTo>
                <a:lnTo>
                  <a:pt x="9935" y="0"/>
                </a:lnTo>
                <a:lnTo>
                  <a:pt x="29918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5FEA93-8E1F-474C-A378-D0970459D8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0860" y="2757393"/>
            <a:ext cx="63148" cy="65432"/>
          </a:xfrm>
          <a:custGeom xmlns:a="http://schemas.openxmlformats.org/drawingml/2006/main">
            <a:pathLst>
              <a:path w="63148" h="65432">
                <a:moveTo>
                  <a:pt x="32659" y="35856"/>
                </a:moveTo>
                <a:cubicBezTo>
                  <a:pt x="28434" y="35856"/>
                  <a:pt x="25236" y="36656"/>
                  <a:pt x="23181" y="38026"/>
                </a:cubicBezTo>
                <a:cubicBezTo>
                  <a:pt x="21126" y="39396"/>
                  <a:pt x="20098" y="41452"/>
                  <a:pt x="20098" y="44192"/>
                </a:cubicBezTo>
                <a:cubicBezTo>
                  <a:pt x="20098" y="46705"/>
                  <a:pt x="20897" y="48760"/>
                  <a:pt x="22610" y="50130"/>
                </a:cubicBezTo>
                <a:cubicBezTo>
                  <a:pt x="24323" y="51615"/>
                  <a:pt x="26721" y="52300"/>
                  <a:pt x="29690" y="52300"/>
                </a:cubicBezTo>
                <a:cubicBezTo>
                  <a:pt x="33458" y="52300"/>
                  <a:pt x="36656" y="51044"/>
                  <a:pt x="39168" y="48303"/>
                </a:cubicBezTo>
                <a:cubicBezTo>
                  <a:pt x="41680" y="45563"/>
                  <a:pt x="43050" y="42251"/>
                  <a:pt x="43050" y="38140"/>
                </a:cubicBezTo>
                <a:lnTo>
                  <a:pt x="43050" y="35856"/>
                </a:lnTo>
                <a:lnTo>
                  <a:pt x="32659" y="35856"/>
                </a:lnTo>
                <a:close/>
                <a:moveTo>
                  <a:pt x="63148" y="28320"/>
                </a:moveTo>
                <a:lnTo>
                  <a:pt x="63148" y="63948"/>
                </a:lnTo>
                <a:lnTo>
                  <a:pt x="43050" y="63948"/>
                </a:lnTo>
                <a:lnTo>
                  <a:pt x="43050" y="54698"/>
                </a:lnTo>
                <a:cubicBezTo>
                  <a:pt x="40310" y="58580"/>
                  <a:pt x="37341" y="61321"/>
                  <a:pt x="34029" y="62920"/>
                </a:cubicBezTo>
                <a:cubicBezTo>
                  <a:pt x="30603" y="64518"/>
                  <a:pt x="26607" y="65432"/>
                  <a:pt x="21811" y="65432"/>
                </a:cubicBezTo>
                <a:cubicBezTo>
                  <a:pt x="15302" y="65432"/>
                  <a:pt x="10049" y="63605"/>
                  <a:pt x="6052" y="59837"/>
                </a:cubicBezTo>
                <a:cubicBezTo>
                  <a:pt x="1941" y="56182"/>
                  <a:pt x="0" y="51272"/>
                  <a:pt x="0" y="45220"/>
                </a:cubicBezTo>
                <a:cubicBezTo>
                  <a:pt x="0" y="37912"/>
                  <a:pt x="2512" y="32545"/>
                  <a:pt x="7537" y="29119"/>
                </a:cubicBezTo>
                <a:cubicBezTo>
                  <a:pt x="12561" y="25693"/>
                  <a:pt x="20440" y="23980"/>
                  <a:pt x="31289" y="23980"/>
                </a:cubicBezTo>
                <a:lnTo>
                  <a:pt x="43050" y="23980"/>
                </a:lnTo>
                <a:lnTo>
                  <a:pt x="43050" y="22382"/>
                </a:lnTo>
                <a:cubicBezTo>
                  <a:pt x="43050" y="19298"/>
                  <a:pt x="41794" y="17015"/>
                  <a:pt x="39282" y="15530"/>
                </a:cubicBezTo>
                <a:cubicBezTo>
                  <a:pt x="36770" y="14046"/>
                  <a:pt x="32887" y="13246"/>
                  <a:pt x="27634" y="13246"/>
                </a:cubicBezTo>
                <a:cubicBezTo>
                  <a:pt x="23295" y="13246"/>
                  <a:pt x="19298" y="13703"/>
                  <a:pt x="15644" y="14617"/>
                </a:cubicBezTo>
                <a:cubicBezTo>
                  <a:pt x="11990" y="15530"/>
                  <a:pt x="8564" y="16786"/>
                  <a:pt x="5481" y="18385"/>
                </a:cubicBezTo>
                <a:lnTo>
                  <a:pt x="5481" y="3197"/>
                </a:lnTo>
                <a:cubicBezTo>
                  <a:pt x="9706" y="2170"/>
                  <a:pt x="13931" y="1370"/>
                  <a:pt x="18271" y="799"/>
                </a:cubicBezTo>
                <a:cubicBezTo>
                  <a:pt x="22610" y="343"/>
                  <a:pt x="26949" y="0"/>
                  <a:pt x="31289" y="0"/>
                </a:cubicBezTo>
                <a:cubicBezTo>
                  <a:pt x="42479" y="0"/>
                  <a:pt x="50587" y="2284"/>
                  <a:pt x="55611" y="6737"/>
                </a:cubicBezTo>
                <a:cubicBezTo>
                  <a:pt x="60636" y="11191"/>
                  <a:pt x="63148" y="18385"/>
                  <a:pt x="63148" y="2832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8BA375-CD5B-407E-9CD6-DDBFAB79EB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22622" y="2757393"/>
            <a:ext cx="46362" cy="63948"/>
          </a:xfrm>
          <a:custGeom xmlns:a="http://schemas.openxmlformats.org/drawingml/2006/main">
            <a:pathLst>
              <a:path w="46362" h="63948">
                <a:moveTo>
                  <a:pt x="46362" y="18499"/>
                </a:moveTo>
                <a:cubicBezTo>
                  <a:pt x="44535" y="17700"/>
                  <a:pt x="42822" y="17129"/>
                  <a:pt x="41109" y="16672"/>
                </a:cubicBezTo>
                <a:cubicBezTo>
                  <a:pt x="39396" y="16329"/>
                  <a:pt x="37683" y="16101"/>
                  <a:pt x="35970" y="16101"/>
                </a:cubicBezTo>
                <a:cubicBezTo>
                  <a:pt x="30832" y="16101"/>
                  <a:pt x="26835" y="17814"/>
                  <a:pt x="24095" y="21011"/>
                </a:cubicBezTo>
                <a:cubicBezTo>
                  <a:pt x="21354" y="24323"/>
                  <a:pt x="19984" y="29005"/>
                  <a:pt x="19984" y="35171"/>
                </a:cubicBezTo>
                <a:lnTo>
                  <a:pt x="19984" y="63948"/>
                </a:lnTo>
                <a:lnTo>
                  <a:pt x="0" y="63948"/>
                </a:lnTo>
                <a:lnTo>
                  <a:pt x="0" y="1484"/>
                </a:lnTo>
                <a:lnTo>
                  <a:pt x="19984" y="1484"/>
                </a:lnTo>
                <a:lnTo>
                  <a:pt x="19984" y="11762"/>
                </a:lnTo>
                <a:cubicBezTo>
                  <a:pt x="22496" y="7651"/>
                  <a:pt x="25351" y="4682"/>
                  <a:pt x="28776" y="2855"/>
                </a:cubicBezTo>
                <a:cubicBezTo>
                  <a:pt x="32088" y="1028"/>
                  <a:pt x="36085" y="0"/>
                  <a:pt x="40767" y="0"/>
                </a:cubicBezTo>
                <a:cubicBezTo>
                  <a:pt x="41452" y="0"/>
                  <a:pt x="42137" y="114"/>
                  <a:pt x="42936" y="114"/>
                </a:cubicBezTo>
                <a:cubicBezTo>
                  <a:pt x="43621" y="114"/>
                  <a:pt x="44763" y="228"/>
                  <a:pt x="46362" y="457"/>
                </a:cubicBezTo>
                <a:lnTo>
                  <a:pt x="46362" y="18499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07CCFE-0DB7-45CD-844A-FCF96F1A69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78919" y="2734555"/>
            <a:ext cx="19984" cy="86786"/>
          </a:xfrm>
          <a:custGeom xmlns:a="http://schemas.openxmlformats.org/drawingml/2006/main">
            <a:pathLst>
              <a:path w="19984" h="86786">
                <a:moveTo>
                  <a:pt x="0" y="24323"/>
                </a:moveTo>
                <a:lnTo>
                  <a:pt x="19984" y="24323"/>
                </a:lnTo>
                <a:lnTo>
                  <a:pt x="19984" y="86786"/>
                </a:lnTo>
                <a:lnTo>
                  <a:pt x="0" y="86786"/>
                </a:lnTo>
                <a:lnTo>
                  <a:pt x="0" y="24323"/>
                </a:lnTo>
                <a:close/>
                <a:moveTo>
                  <a:pt x="0" y="0"/>
                </a:moveTo>
                <a:lnTo>
                  <a:pt x="19984" y="0"/>
                </a:lnTo>
                <a:lnTo>
                  <a:pt x="19984" y="16329"/>
                </a:lnTo>
                <a:lnTo>
                  <a:pt x="0" y="16329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9065E7-C121-4728-AD4B-580754F622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13404" y="2757393"/>
            <a:ext cx="63148" cy="65432"/>
          </a:xfrm>
          <a:custGeom xmlns:a="http://schemas.openxmlformats.org/drawingml/2006/main">
            <a:pathLst>
              <a:path w="63148" h="65432">
                <a:moveTo>
                  <a:pt x="32659" y="35856"/>
                </a:moveTo>
                <a:cubicBezTo>
                  <a:pt x="28434" y="35856"/>
                  <a:pt x="25236" y="36656"/>
                  <a:pt x="23181" y="38026"/>
                </a:cubicBezTo>
                <a:cubicBezTo>
                  <a:pt x="21126" y="39396"/>
                  <a:pt x="20098" y="41452"/>
                  <a:pt x="20098" y="44192"/>
                </a:cubicBezTo>
                <a:cubicBezTo>
                  <a:pt x="20098" y="46705"/>
                  <a:pt x="20897" y="48760"/>
                  <a:pt x="22610" y="50130"/>
                </a:cubicBezTo>
                <a:cubicBezTo>
                  <a:pt x="24323" y="51615"/>
                  <a:pt x="26721" y="52300"/>
                  <a:pt x="29690" y="52300"/>
                </a:cubicBezTo>
                <a:cubicBezTo>
                  <a:pt x="33458" y="52300"/>
                  <a:pt x="36656" y="51044"/>
                  <a:pt x="39168" y="48303"/>
                </a:cubicBezTo>
                <a:cubicBezTo>
                  <a:pt x="41680" y="45563"/>
                  <a:pt x="43050" y="42251"/>
                  <a:pt x="43050" y="38140"/>
                </a:cubicBezTo>
                <a:lnTo>
                  <a:pt x="43050" y="35856"/>
                </a:lnTo>
                <a:lnTo>
                  <a:pt x="32659" y="35856"/>
                </a:lnTo>
                <a:close/>
                <a:moveTo>
                  <a:pt x="63148" y="28320"/>
                </a:moveTo>
                <a:lnTo>
                  <a:pt x="63148" y="63948"/>
                </a:lnTo>
                <a:lnTo>
                  <a:pt x="43050" y="63948"/>
                </a:lnTo>
                <a:lnTo>
                  <a:pt x="43050" y="54698"/>
                </a:lnTo>
                <a:cubicBezTo>
                  <a:pt x="40310" y="58580"/>
                  <a:pt x="37341" y="61321"/>
                  <a:pt x="34029" y="62920"/>
                </a:cubicBezTo>
                <a:cubicBezTo>
                  <a:pt x="30603" y="64518"/>
                  <a:pt x="26607" y="65432"/>
                  <a:pt x="21811" y="65432"/>
                </a:cubicBezTo>
                <a:cubicBezTo>
                  <a:pt x="15302" y="65432"/>
                  <a:pt x="10049" y="63605"/>
                  <a:pt x="6052" y="59837"/>
                </a:cubicBezTo>
                <a:cubicBezTo>
                  <a:pt x="1941" y="56182"/>
                  <a:pt x="0" y="51272"/>
                  <a:pt x="0" y="45220"/>
                </a:cubicBezTo>
                <a:cubicBezTo>
                  <a:pt x="0" y="37912"/>
                  <a:pt x="2512" y="32545"/>
                  <a:pt x="7537" y="29119"/>
                </a:cubicBezTo>
                <a:cubicBezTo>
                  <a:pt x="12561" y="25693"/>
                  <a:pt x="20440" y="23980"/>
                  <a:pt x="31289" y="23980"/>
                </a:cubicBezTo>
                <a:lnTo>
                  <a:pt x="43050" y="23980"/>
                </a:lnTo>
                <a:lnTo>
                  <a:pt x="43050" y="22382"/>
                </a:lnTo>
                <a:cubicBezTo>
                  <a:pt x="43050" y="19298"/>
                  <a:pt x="41794" y="17015"/>
                  <a:pt x="39282" y="15530"/>
                </a:cubicBezTo>
                <a:cubicBezTo>
                  <a:pt x="36770" y="14046"/>
                  <a:pt x="32887" y="13246"/>
                  <a:pt x="27634" y="13246"/>
                </a:cubicBezTo>
                <a:cubicBezTo>
                  <a:pt x="23295" y="13246"/>
                  <a:pt x="19298" y="13703"/>
                  <a:pt x="15644" y="14617"/>
                </a:cubicBezTo>
                <a:cubicBezTo>
                  <a:pt x="11990" y="15530"/>
                  <a:pt x="8564" y="16786"/>
                  <a:pt x="5481" y="18385"/>
                </a:cubicBezTo>
                <a:lnTo>
                  <a:pt x="5481" y="3197"/>
                </a:lnTo>
                <a:cubicBezTo>
                  <a:pt x="9706" y="2170"/>
                  <a:pt x="13931" y="1370"/>
                  <a:pt x="18271" y="799"/>
                </a:cubicBezTo>
                <a:cubicBezTo>
                  <a:pt x="22610" y="343"/>
                  <a:pt x="26949" y="0"/>
                  <a:pt x="31289" y="0"/>
                </a:cubicBezTo>
                <a:cubicBezTo>
                  <a:pt x="42479" y="0"/>
                  <a:pt x="50587" y="2284"/>
                  <a:pt x="55611" y="6737"/>
                </a:cubicBezTo>
                <a:cubicBezTo>
                  <a:pt x="60636" y="11191"/>
                  <a:pt x="63148" y="18385"/>
                  <a:pt x="63148" y="2832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0C0468-9F2B-4959-BF2F-02B2B2A768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95166" y="2757393"/>
            <a:ext cx="62806" cy="63948"/>
          </a:xfrm>
          <a:custGeom xmlns:a="http://schemas.openxmlformats.org/drawingml/2006/main">
            <a:pathLst>
              <a:path w="62806" h="63948">
                <a:moveTo>
                  <a:pt x="62806" y="25922"/>
                </a:moveTo>
                <a:lnTo>
                  <a:pt x="62806" y="63948"/>
                </a:lnTo>
                <a:lnTo>
                  <a:pt x="42708" y="63948"/>
                </a:lnTo>
                <a:lnTo>
                  <a:pt x="42708" y="57781"/>
                </a:lnTo>
                <a:lnTo>
                  <a:pt x="42708" y="34829"/>
                </a:lnTo>
                <a:cubicBezTo>
                  <a:pt x="42708" y="29462"/>
                  <a:pt x="42594" y="25807"/>
                  <a:pt x="42365" y="23752"/>
                </a:cubicBezTo>
                <a:cubicBezTo>
                  <a:pt x="42137" y="21696"/>
                  <a:pt x="41680" y="20212"/>
                  <a:pt x="41109" y="19184"/>
                </a:cubicBezTo>
                <a:cubicBezTo>
                  <a:pt x="40310" y="17928"/>
                  <a:pt x="39282" y="16900"/>
                  <a:pt x="37912" y="16215"/>
                </a:cubicBezTo>
                <a:cubicBezTo>
                  <a:pt x="36541" y="15530"/>
                  <a:pt x="34943" y="15073"/>
                  <a:pt x="33344" y="15073"/>
                </a:cubicBezTo>
                <a:cubicBezTo>
                  <a:pt x="29119" y="15073"/>
                  <a:pt x="25807" y="16672"/>
                  <a:pt x="23524" y="19869"/>
                </a:cubicBezTo>
                <a:cubicBezTo>
                  <a:pt x="21126" y="23067"/>
                  <a:pt x="19984" y="27520"/>
                  <a:pt x="19984" y="33230"/>
                </a:cubicBezTo>
                <a:lnTo>
                  <a:pt x="19984" y="63948"/>
                </a:lnTo>
                <a:lnTo>
                  <a:pt x="0" y="63948"/>
                </a:lnTo>
                <a:lnTo>
                  <a:pt x="0" y="1484"/>
                </a:lnTo>
                <a:lnTo>
                  <a:pt x="19984" y="1484"/>
                </a:lnTo>
                <a:lnTo>
                  <a:pt x="19984" y="10620"/>
                </a:lnTo>
                <a:cubicBezTo>
                  <a:pt x="22953" y="6966"/>
                  <a:pt x="26036" y="4339"/>
                  <a:pt x="29462" y="2626"/>
                </a:cubicBezTo>
                <a:cubicBezTo>
                  <a:pt x="32887" y="914"/>
                  <a:pt x="36656" y="0"/>
                  <a:pt x="40767" y="0"/>
                </a:cubicBezTo>
                <a:cubicBezTo>
                  <a:pt x="47961" y="0"/>
                  <a:pt x="53442" y="2284"/>
                  <a:pt x="57210" y="6623"/>
                </a:cubicBezTo>
                <a:cubicBezTo>
                  <a:pt x="60864" y="11077"/>
                  <a:pt x="62806" y="17471"/>
                  <a:pt x="62806" y="2592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F78FF2-A175-44E6-B308-EE555D756B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76471" y="2734555"/>
            <a:ext cx="19984" cy="86786"/>
          </a:xfrm>
          <a:custGeom xmlns:a="http://schemas.openxmlformats.org/drawingml/2006/main">
            <a:pathLst>
              <a:path w="19984" h="86786">
                <a:moveTo>
                  <a:pt x="0" y="24323"/>
                </a:moveTo>
                <a:lnTo>
                  <a:pt x="19984" y="24323"/>
                </a:lnTo>
                <a:lnTo>
                  <a:pt x="19984" y="86786"/>
                </a:lnTo>
                <a:lnTo>
                  <a:pt x="0" y="86786"/>
                </a:lnTo>
                <a:lnTo>
                  <a:pt x="0" y="24323"/>
                </a:lnTo>
                <a:close/>
                <a:moveTo>
                  <a:pt x="0" y="0"/>
                </a:moveTo>
                <a:lnTo>
                  <a:pt x="19984" y="0"/>
                </a:lnTo>
                <a:lnTo>
                  <a:pt x="19984" y="16329"/>
                </a:lnTo>
                <a:lnTo>
                  <a:pt x="0" y="16329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683FC8-4AF5-4C9C-8C39-CED3DB04F1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11985" y="2757393"/>
            <a:ext cx="56639" cy="65432"/>
          </a:xfrm>
          <a:custGeom xmlns:a="http://schemas.openxmlformats.org/drawingml/2006/main">
            <a:pathLst>
              <a:path w="56639" h="65432">
                <a:moveTo>
                  <a:pt x="52414" y="3426"/>
                </a:moveTo>
                <a:lnTo>
                  <a:pt x="52414" y="18613"/>
                </a:lnTo>
                <a:cubicBezTo>
                  <a:pt x="48075" y="16900"/>
                  <a:pt x="43964" y="15530"/>
                  <a:pt x="40081" y="14617"/>
                </a:cubicBezTo>
                <a:cubicBezTo>
                  <a:pt x="36085" y="13703"/>
                  <a:pt x="32316" y="13246"/>
                  <a:pt x="28776" y="13246"/>
                </a:cubicBezTo>
                <a:cubicBezTo>
                  <a:pt x="24894" y="13246"/>
                  <a:pt x="22153" y="13817"/>
                  <a:pt x="20326" y="14731"/>
                </a:cubicBezTo>
                <a:cubicBezTo>
                  <a:pt x="18499" y="15644"/>
                  <a:pt x="17586" y="17129"/>
                  <a:pt x="17586" y="19070"/>
                </a:cubicBezTo>
                <a:cubicBezTo>
                  <a:pt x="17586" y="20669"/>
                  <a:pt x="18271" y="21925"/>
                  <a:pt x="19641" y="22724"/>
                </a:cubicBezTo>
                <a:cubicBezTo>
                  <a:pt x="21011" y="23638"/>
                  <a:pt x="23524" y="24209"/>
                  <a:pt x="27178" y="24665"/>
                </a:cubicBezTo>
                <a:lnTo>
                  <a:pt x="30718" y="25122"/>
                </a:lnTo>
                <a:cubicBezTo>
                  <a:pt x="40881" y="26493"/>
                  <a:pt x="47732" y="28548"/>
                  <a:pt x="51272" y="31517"/>
                </a:cubicBezTo>
                <a:cubicBezTo>
                  <a:pt x="54812" y="34486"/>
                  <a:pt x="56639" y="39168"/>
                  <a:pt x="56639" y="45563"/>
                </a:cubicBezTo>
                <a:cubicBezTo>
                  <a:pt x="56639" y="52186"/>
                  <a:pt x="54127" y="57210"/>
                  <a:pt x="49217" y="60522"/>
                </a:cubicBezTo>
                <a:cubicBezTo>
                  <a:pt x="44306" y="63833"/>
                  <a:pt x="36998" y="65432"/>
                  <a:pt x="27292" y="65432"/>
                </a:cubicBezTo>
                <a:cubicBezTo>
                  <a:pt x="23181" y="65432"/>
                  <a:pt x="18842" y="65089"/>
                  <a:pt x="14502" y="64518"/>
                </a:cubicBezTo>
                <a:cubicBezTo>
                  <a:pt x="10049" y="63948"/>
                  <a:pt x="5481" y="63034"/>
                  <a:pt x="914" y="61664"/>
                </a:cubicBezTo>
                <a:lnTo>
                  <a:pt x="914" y="46476"/>
                </a:lnTo>
                <a:cubicBezTo>
                  <a:pt x="4796" y="48532"/>
                  <a:pt x="8907" y="50016"/>
                  <a:pt x="13132" y="50930"/>
                </a:cubicBezTo>
                <a:cubicBezTo>
                  <a:pt x="17243" y="51843"/>
                  <a:pt x="21582" y="52300"/>
                  <a:pt x="25922" y="52300"/>
                </a:cubicBezTo>
                <a:cubicBezTo>
                  <a:pt x="29804" y="52300"/>
                  <a:pt x="32659" y="51843"/>
                  <a:pt x="34714" y="50701"/>
                </a:cubicBezTo>
                <a:cubicBezTo>
                  <a:pt x="36656" y="49674"/>
                  <a:pt x="37683" y="48075"/>
                  <a:pt x="37683" y="45905"/>
                </a:cubicBezTo>
                <a:cubicBezTo>
                  <a:pt x="37683" y="44078"/>
                  <a:pt x="36998" y="42822"/>
                  <a:pt x="35628" y="41908"/>
                </a:cubicBezTo>
                <a:cubicBezTo>
                  <a:pt x="34258" y="40995"/>
                  <a:pt x="31517" y="40310"/>
                  <a:pt x="27520" y="39853"/>
                </a:cubicBezTo>
                <a:lnTo>
                  <a:pt x="23980" y="39396"/>
                </a:lnTo>
                <a:cubicBezTo>
                  <a:pt x="15073" y="38369"/>
                  <a:pt x="8907" y="36313"/>
                  <a:pt x="5367" y="33230"/>
                </a:cubicBezTo>
                <a:cubicBezTo>
                  <a:pt x="1713" y="30261"/>
                  <a:pt x="0" y="25693"/>
                  <a:pt x="0" y="19527"/>
                </a:cubicBezTo>
                <a:cubicBezTo>
                  <a:pt x="0" y="12904"/>
                  <a:pt x="2170" y="7993"/>
                  <a:pt x="6737" y="4796"/>
                </a:cubicBezTo>
                <a:cubicBezTo>
                  <a:pt x="11305" y="1599"/>
                  <a:pt x="18271" y="0"/>
                  <a:pt x="27634" y="0"/>
                </a:cubicBezTo>
                <a:cubicBezTo>
                  <a:pt x="31289" y="0"/>
                  <a:pt x="35057" y="343"/>
                  <a:pt x="39168" y="914"/>
                </a:cubicBezTo>
                <a:cubicBezTo>
                  <a:pt x="43279" y="1484"/>
                  <a:pt x="47618" y="2284"/>
                  <a:pt x="52414" y="3426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D46D4F-8DF5-4991-9E24-13B2E53579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83469" y="2757393"/>
            <a:ext cx="100489" cy="63948"/>
          </a:xfrm>
          <a:custGeom xmlns:a="http://schemas.openxmlformats.org/drawingml/2006/main">
            <a:pathLst>
              <a:path w="100489" h="63948">
                <a:moveTo>
                  <a:pt x="58010" y="11876"/>
                </a:moveTo>
                <a:cubicBezTo>
                  <a:pt x="60522" y="7993"/>
                  <a:pt x="63491" y="5139"/>
                  <a:pt x="66916" y="3083"/>
                </a:cubicBezTo>
                <a:cubicBezTo>
                  <a:pt x="70342" y="1028"/>
                  <a:pt x="74225" y="0"/>
                  <a:pt x="78450" y="0"/>
                </a:cubicBezTo>
                <a:cubicBezTo>
                  <a:pt x="85530" y="0"/>
                  <a:pt x="91011" y="2284"/>
                  <a:pt x="94779" y="6623"/>
                </a:cubicBezTo>
                <a:cubicBezTo>
                  <a:pt x="98548" y="11077"/>
                  <a:pt x="100489" y="17471"/>
                  <a:pt x="100489" y="25922"/>
                </a:cubicBezTo>
                <a:lnTo>
                  <a:pt x="100489" y="63948"/>
                </a:lnTo>
                <a:lnTo>
                  <a:pt x="80391" y="63948"/>
                </a:lnTo>
                <a:lnTo>
                  <a:pt x="80391" y="31403"/>
                </a:lnTo>
                <a:cubicBezTo>
                  <a:pt x="80391" y="30946"/>
                  <a:pt x="80505" y="30375"/>
                  <a:pt x="80505" y="29918"/>
                </a:cubicBezTo>
                <a:cubicBezTo>
                  <a:pt x="80505" y="29462"/>
                  <a:pt x="80505" y="28662"/>
                  <a:pt x="80505" y="27634"/>
                </a:cubicBezTo>
                <a:cubicBezTo>
                  <a:pt x="80505" y="23295"/>
                  <a:pt x="79820" y="20098"/>
                  <a:pt x="78564" y="18042"/>
                </a:cubicBezTo>
                <a:cubicBezTo>
                  <a:pt x="77194" y="16101"/>
                  <a:pt x="75138" y="15073"/>
                  <a:pt x="72284" y="15073"/>
                </a:cubicBezTo>
                <a:cubicBezTo>
                  <a:pt x="68401" y="15073"/>
                  <a:pt x="65546" y="16672"/>
                  <a:pt x="63491" y="19755"/>
                </a:cubicBezTo>
                <a:cubicBezTo>
                  <a:pt x="61435" y="22953"/>
                  <a:pt x="60293" y="27406"/>
                  <a:pt x="60293" y="33230"/>
                </a:cubicBezTo>
                <a:lnTo>
                  <a:pt x="60293" y="63948"/>
                </a:lnTo>
                <a:lnTo>
                  <a:pt x="40196" y="63948"/>
                </a:lnTo>
                <a:lnTo>
                  <a:pt x="40196" y="31403"/>
                </a:lnTo>
                <a:cubicBezTo>
                  <a:pt x="40196" y="24551"/>
                  <a:pt x="39510" y="20098"/>
                  <a:pt x="38369" y="18042"/>
                </a:cubicBezTo>
                <a:cubicBezTo>
                  <a:pt x="37227" y="16101"/>
                  <a:pt x="35057" y="15073"/>
                  <a:pt x="32088" y="15073"/>
                </a:cubicBezTo>
                <a:cubicBezTo>
                  <a:pt x="28205" y="15073"/>
                  <a:pt x="25236" y="16672"/>
                  <a:pt x="23181" y="19755"/>
                </a:cubicBezTo>
                <a:cubicBezTo>
                  <a:pt x="21126" y="22953"/>
                  <a:pt x="20098" y="27406"/>
                  <a:pt x="20098" y="33230"/>
                </a:cubicBezTo>
                <a:lnTo>
                  <a:pt x="20098" y="63948"/>
                </a:lnTo>
                <a:lnTo>
                  <a:pt x="0" y="63948"/>
                </a:lnTo>
                <a:lnTo>
                  <a:pt x="0" y="1484"/>
                </a:lnTo>
                <a:lnTo>
                  <a:pt x="20098" y="1484"/>
                </a:lnTo>
                <a:lnTo>
                  <a:pt x="20098" y="10620"/>
                </a:lnTo>
                <a:cubicBezTo>
                  <a:pt x="22496" y="7194"/>
                  <a:pt x="25351" y="4568"/>
                  <a:pt x="28548" y="2741"/>
                </a:cubicBezTo>
                <a:cubicBezTo>
                  <a:pt x="31745" y="914"/>
                  <a:pt x="35171" y="0"/>
                  <a:pt x="39054" y="0"/>
                </a:cubicBezTo>
                <a:cubicBezTo>
                  <a:pt x="43279" y="0"/>
                  <a:pt x="47047" y="1142"/>
                  <a:pt x="50359" y="3197"/>
                </a:cubicBezTo>
                <a:cubicBezTo>
                  <a:pt x="53670" y="5253"/>
                  <a:pt x="56182" y="8222"/>
                  <a:pt x="58010" y="11876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F3D7F7-4438-4913-AC53-828572BC49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08249" y="161152"/>
            <a:ext cx="10" cy="2495911"/>
          </a:xfrm>
          <a:custGeom xmlns:a="http://schemas.openxmlformats.org/drawingml/2006/main">
            <a:pathLst>
              <a:path w="1" h="2495911" fill="none">
                <a:moveTo>
                  <a:pt x="0" y="2495911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8157" cap="flat">
            <a:solidFill>
              <a:srgbClr val="CCCCCC"/>
            </a:solidFill>
            <a:custDash>
              <a:ds d="370000" sp="160000"/>
            </a:custDash>
            <a:round/>
          </a:ln>
        </p:spPr>
      </p:sp>
      <p:sp>
        <p:nvSpPr>
          <p:cNvPr id="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42A8CE-D872-49CD-8A94-36623C459A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36084" y="2738095"/>
            <a:ext cx="87243" cy="83246"/>
          </a:xfrm>
          <a:custGeom xmlns:a="http://schemas.openxmlformats.org/drawingml/2006/main">
            <a:pathLst>
              <a:path w="87243" h="83246">
                <a:moveTo>
                  <a:pt x="0" y="0"/>
                </a:moveTo>
                <a:lnTo>
                  <a:pt x="21582" y="0"/>
                </a:lnTo>
                <a:lnTo>
                  <a:pt x="43621" y="61435"/>
                </a:lnTo>
                <a:lnTo>
                  <a:pt x="65660" y="0"/>
                </a:lnTo>
                <a:lnTo>
                  <a:pt x="87243" y="0"/>
                </a:lnTo>
                <a:lnTo>
                  <a:pt x="56411" y="83246"/>
                </a:lnTo>
                <a:lnTo>
                  <a:pt x="30832" y="83246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E4C6C6-1706-49AA-9013-5CC49A4486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31579" y="2734555"/>
            <a:ext cx="19984" cy="86786"/>
          </a:xfrm>
          <a:custGeom xmlns:a="http://schemas.openxmlformats.org/drawingml/2006/main">
            <a:pathLst>
              <a:path w="19984" h="86786">
                <a:moveTo>
                  <a:pt x="0" y="24323"/>
                </a:moveTo>
                <a:lnTo>
                  <a:pt x="19984" y="24323"/>
                </a:lnTo>
                <a:lnTo>
                  <a:pt x="19984" y="86786"/>
                </a:lnTo>
                <a:lnTo>
                  <a:pt x="0" y="86786"/>
                </a:lnTo>
                <a:lnTo>
                  <a:pt x="0" y="24323"/>
                </a:lnTo>
                <a:close/>
                <a:moveTo>
                  <a:pt x="0" y="0"/>
                </a:moveTo>
                <a:lnTo>
                  <a:pt x="19984" y="0"/>
                </a:lnTo>
                <a:lnTo>
                  <a:pt x="19984" y="16329"/>
                </a:lnTo>
                <a:lnTo>
                  <a:pt x="0" y="16329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9AFB77-DB97-4FB0-BE59-B4B1124FCA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70747" y="2757393"/>
            <a:ext cx="46362" cy="63948"/>
          </a:xfrm>
          <a:custGeom xmlns:a="http://schemas.openxmlformats.org/drawingml/2006/main">
            <a:pathLst>
              <a:path w="46362" h="63948">
                <a:moveTo>
                  <a:pt x="46362" y="18499"/>
                </a:moveTo>
                <a:cubicBezTo>
                  <a:pt x="44535" y="17700"/>
                  <a:pt x="42822" y="17129"/>
                  <a:pt x="41109" y="16672"/>
                </a:cubicBezTo>
                <a:cubicBezTo>
                  <a:pt x="39396" y="16329"/>
                  <a:pt x="37683" y="16101"/>
                  <a:pt x="35970" y="16101"/>
                </a:cubicBezTo>
                <a:cubicBezTo>
                  <a:pt x="30832" y="16101"/>
                  <a:pt x="26835" y="17814"/>
                  <a:pt x="24095" y="21011"/>
                </a:cubicBezTo>
                <a:cubicBezTo>
                  <a:pt x="21354" y="24323"/>
                  <a:pt x="19984" y="29005"/>
                  <a:pt x="19984" y="35171"/>
                </a:cubicBezTo>
                <a:lnTo>
                  <a:pt x="19984" y="63948"/>
                </a:lnTo>
                <a:lnTo>
                  <a:pt x="0" y="63948"/>
                </a:lnTo>
                <a:lnTo>
                  <a:pt x="0" y="1484"/>
                </a:lnTo>
                <a:lnTo>
                  <a:pt x="19984" y="1484"/>
                </a:lnTo>
                <a:lnTo>
                  <a:pt x="19984" y="11762"/>
                </a:lnTo>
                <a:cubicBezTo>
                  <a:pt x="22496" y="7651"/>
                  <a:pt x="25351" y="4682"/>
                  <a:pt x="28776" y="2855"/>
                </a:cubicBezTo>
                <a:cubicBezTo>
                  <a:pt x="32088" y="1028"/>
                  <a:pt x="36085" y="0"/>
                  <a:pt x="40767" y="0"/>
                </a:cubicBezTo>
                <a:cubicBezTo>
                  <a:pt x="41452" y="0"/>
                  <a:pt x="42137" y="114"/>
                  <a:pt x="42936" y="114"/>
                </a:cubicBezTo>
                <a:cubicBezTo>
                  <a:pt x="43621" y="114"/>
                  <a:pt x="44763" y="228"/>
                  <a:pt x="46362" y="457"/>
                </a:cubicBezTo>
                <a:lnTo>
                  <a:pt x="46362" y="18499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2564AD-691E-42DC-A8CB-5F387D3BE9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8935" y="2741178"/>
            <a:ext cx="50473" cy="80163"/>
          </a:xfrm>
          <a:custGeom xmlns:a="http://schemas.openxmlformats.org/drawingml/2006/main">
            <a:pathLst>
              <a:path w="50473" h="80163">
                <a:moveTo>
                  <a:pt x="29918" y="0"/>
                </a:moveTo>
                <a:lnTo>
                  <a:pt x="29918" y="17700"/>
                </a:lnTo>
                <a:lnTo>
                  <a:pt x="50473" y="17700"/>
                </a:lnTo>
                <a:lnTo>
                  <a:pt x="50473" y="31974"/>
                </a:lnTo>
                <a:lnTo>
                  <a:pt x="29918" y="31974"/>
                </a:lnTo>
                <a:lnTo>
                  <a:pt x="29918" y="58466"/>
                </a:lnTo>
                <a:cubicBezTo>
                  <a:pt x="29918" y="61435"/>
                  <a:pt x="30489" y="63377"/>
                  <a:pt x="31631" y="64404"/>
                </a:cubicBezTo>
                <a:cubicBezTo>
                  <a:pt x="32773" y="65432"/>
                  <a:pt x="35057" y="65889"/>
                  <a:pt x="38483" y="65889"/>
                </a:cubicBezTo>
                <a:lnTo>
                  <a:pt x="48760" y="65889"/>
                </a:lnTo>
                <a:lnTo>
                  <a:pt x="48760" y="80163"/>
                </a:lnTo>
                <a:lnTo>
                  <a:pt x="31631" y="80163"/>
                </a:lnTo>
                <a:cubicBezTo>
                  <a:pt x="23752" y="80163"/>
                  <a:pt x="18157" y="78564"/>
                  <a:pt x="14845" y="75253"/>
                </a:cubicBezTo>
                <a:cubicBezTo>
                  <a:pt x="11533" y="72055"/>
                  <a:pt x="9935" y="66460"/>
                  <a:pt x="9935" y="58466"/>
                </a:cubicBezTo>
                <a:lnTo>
                  <a:pt x="9935" y="31974"/>
                </a:lnTo>
                <a:lnTo>
                  <a:pt x="0" y="31974"/>
                </a:lnTo>
                <a:lnTo>
                  <a:pt x="0" y="17700"/>
                </a:lnTo>
                <a:lnTo>
                  <a:pt x="9935" y="17700"/>
                </a:lnTo>
                <a:lnTo>
                  <a:pt x="9935" y="0"/>
                </a:lnTo>
                <a:lnTo>
                  <a:pt x="29918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A8AD44-A0C8-48D3-98C0-C6D502858D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80942" y="2758878"/>
            <a:ext cx="62806" cy="63948"/>
          </a:xfrm>
          <a:custGeom xmlns:a="http://schemas.openxmlformats.org/drawingml/2006/main">
            <a:pathLst>
              <a:path w="62806" h="63948">
                <a:moveTo>
                  <a:pt x="0" y="38140"/>
                </a:moveTo>
                <a:lnTo>
                  <a:pt x="0" y="0"/>
                </a:lnTo>
                <a:lnTo>
                  <a:pt x="20098" y="0"/>
                </a:lnTo>
                <a:lnTo>
                  <a:pt x="20098" y="6281"/>
                </a:lnTo>
                <a:cubicBezTo>
                  <a:pt x="20098" y="9706"/>
                  <a:pt x="19984" y="13931"/>
                  <a:pt x="19984" y="19070"/>
                </a:cubicBezTo>
                <a:cubicBezTo>
                  <a:pt x="19984" y="24209"/>
                  <a:pt x="19984" y="27634"/>
                  <a:pt x="19984" y="29233"/>
                </a:cubicBezTo>
                <a:cubicBezTo>
                  <a:pt x="19984" y="34258"/>
                  <a:pt x="20098" y="37912"/>
                  <a:pt x="20326" y="40081"/>
                </a:cubicBezTo>
                <a:cubicBezTo>
                  <a:pt x="20555" y="42365"/>
                  <a:pt x="21011" y="43964"/>
                  <a:pt x="21696" y="44877"/>
                </a:cubicBezTo>
                <a:cubicBezTo>
                  <a:pt x="22496" y="46248"/>
                  <a:pt x="23524" y="47275"/>
                  <a:pt x="24894" y="47961"/>
                </a:cubicBezTo>
                <a:cubicBezTo>
                  <a:pt x="26150" y="48646"/>
                  <a:pt x="27634" y="48988"/>
                  <a:pt x="29462" y="48988"/>
                </a:cubicBezTo>
                <a:cubicBezTo>
                  <a:pt x="33572" y="48988"/>
                  <a:pt x="36884" y="47390"/>
                  <a:pt x="39282" y="44192"/>
                </a:cubicBezTo>
                <a:cubicBezTo>
                  <a:pt x="41566" y="40995"/>
                  <a:pt x="42822" y="36541"/>
                  <a:pt x="42822" y="30832"/>
                </a:cubicBezTo>
                <a:lnTo>
                  <a:pt x="42822" y="0"/>
                </a:lnTo>
                <a:lnTo>
                  <a:pt x="62806" y="0"/>
                </a:lnTo>
                <a:lnTo>
                  <a:pt x="62806" y="62463"/>
                </a:lnTo>
                <a:lnTo>
                  <a:pt x="42822" y="62463"/>
                </a:lnTo>
                <a:lnTo>
                  <a:pt x="42822" y="53442"/>
                </a:lnTo>
                <a:cubicBezTo>
                  <a:pt x="39853" y="57096"/>
                  <a:pt x="36656" y="59837"/>
                  <a:pt x="33230" y="61435"/>
                </a:cubicBezTo>
                <a:cubicBezTo>
                  <a:pt x="29804" y="63034"/>
                  <a:pt x="26150" y="63948"/>
                  <a:pt x="22153" y="63948"/>
                </a:cubicBezTo>
                <a:cubicBezTo>
                  <a:pt x="14845" y="63948"/>
                  <a:pt x="9364" y="61778"/>
                  <a:pt x="5595" y="57439"/>
                </a:cubicBezTo>
                <a:cubicBezTo>
                  <a:pt x="1827" y="53099"/>
                  <a:pt x="0" y="46590"/>
                  <a:pt x="0" y="3814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ACCCA1-113B-44F3-94DF-D53D346D68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58250" y="2757393"/>
            <a:ext cx="68629" cy="65432"/>
          </a:xfrm>
          <a:custGeom xmlns:a="http://schemas.openxmlformats.org/drawingml/2006/main">
            <a:pathLst>
              <a:path w="68629" h="65432">
                <a:moveTo>
                  <a:pt x="34372" y="14274"/>
                </a:moveTo>
                <a:cubicBezTo>
                  <a:pt x="29918" y="14274"/>
                  <a:pt x="26493" y="15873"/>
                  <a:pt x="24209" y="19070"/>
                </a:cubicBezTo>
                <a:cubicBezTo>
                  <a:pt x="21925" y="22267"/>
                  <a:pt x="20783" y="26835"/>
                  <a:pt x="20783" y="32773"/>
                </a:cubicBezTo>
                <a:cubicBezTo>
                  <a:pt x="20783" y="38825"/>
                  <a:pt x="21925" y="43393"/>
                  <a:pt x="24209" y="46590"/>
                </a:cubicBezTo>
                <a:cubicBezTo>
                  <a:pt x="26493" y="49788"/>
                  <a:pt x="29918" y="51272"/>
                  <a:pt x="34372" y="51272"/>
                </a:cubicBezTo>
                <a:cubicBezTo>
                  <a:pt x="38711" y="51272"/>
                  <a:pt x="42023" y="49788"/>
                  <a:pt x="44306" y="46590"/>
                </a:cubicBezTo>
                <a:cubicBezTo>
                  <a:pt x="46590" y="43393"/>
                  <a:pt x="47846" y="38825"/>
                  <a:pt x="47846" y="32773"/>
                </a:cubicBezTo>
                <a:cubicBezTo>
                  <a:pt x="47846" y="26835"/>
                  <a:pt x="46590" y="22267"/>
                  <a:pt x="44306" y="19070"/>
                </a:cubicBezTo>
                <a:cubicBezTo>
                  <a:pt x="42023" y="15873"/>
                  <a:pt x="38711" y="14274"/>
                  <a:pt x="34372" y="14274"/>
                </a:cubicBezTo>
                <a:close/>
                <a:moveTo>
                  <a:pt x="34372" y="0"/>
                </a:moveTo>
                <a:cubicBezTo>
                  <a:pt x="45106" y="0"/>
                  <a:pt x="53442" y="2969"/>
                  <a:pt x="59494" y="8679"/>
                </a:cubicBezTo>
                <a:cubicBezTo>
                  <a:pt x="65546" y="14502"/>
                  <a:pt x="68629" y="22496"/>
                  <a:pt x="68629" y="32773"/>
                </a:cubicBezTo>
                <a:cubicBezTo>
                  <a:pt x="68629" y="43050"/>
                  <a:pt x="65546" y="51158"/>
                  <a:pt x="59494" y="56868"/>
                </a:cubicBezTo>
                <a:cubicBezTo>
                  <a:pt x="53442" y="62577"/>
                  <a:pt x="45106" y="65432"/>
                  <a:pt x="34372" y="65432"/>
                </a:cubicBezTo>
                <a:cubicBezTo>
                  <a:pt x="23638" y="65432"/>
                  <a:pt x="15188" y="62577"/>
                  <a:pt x="9135" y="56868"/>
                </a:cubicBezTo>
                <a:cubicBezTo>
                  <a:pt x="2969" y="51158"/>
                  <a:pt x="0" y="43050"/>
                  <a:pt x="0" y="32773"/>
                </a:cubicBezTo>
                <a:cubicBezTo>
                  <a:pt x="0" y="22496"/>
                  <a:pt x="2969" y="14502"/>
                  <a:pt x="9135" y="8679"/>
                </a:cubicBezTo>
                <a:cubicBezTo>
                  <a:pt x="15188" y="2969"/>
                  <a:pt x="23638" y="0"/>
                  <a:pt x="34372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98FA41-60E6-44D5-92F3-F8ACB481B7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40696" y="2758878"/>
            <a:ext cx="62806" cy="63948"/>
          </a:xfrm>
          <a:custGeom xmlns:a="http://schemas.openxmlformats.org/drawingml/2006/main">
            <a:pathLst>
              <a:path w="62806" h="63948">
                <a:moveTo>
                  <a:pt x="0" y="38140"/>
                </a:moveTo>
                <a:lnTo>
                  <a:pt x="0" y="0"/>
                </a:lnTo>
                <a:lnTo>
                  <a:pt x="20098" y="0"/>
                </a:lnTo>
                <a:lnTo>
                  <a:pt x="20098" y="6281"/>
                </a:lnTo>
                <a:cubicBezTo>
                  <a:pt x="20098" y="9706"/>
                  <a:pt x="19984" y="13931"/>
                  <a:pt x="19984" y="19070"/>
                </a:cubicBezTo>
                <a:cubicBezTo>
                  <a:pt x="19984" y="24209"/>
                  <a:pt x="19984" y="27634"/>
                  <a:pt x="19984" y="29233"/>
                </a:cubicBezTo>
                <a:cubicBezTo>
                  <a:pt x="19984" y="34258"/>
                  <a:pt x="20098" y="37912"/>
                  <a:pt x="20326" y="40081"/>
                </a:cubicBezTo>
                <a:cubicBezTo>
                  <a:pt x="20555" y="42365"/>
                  <a:pt x="21011" y="43964"/>
                  <a:pt x="21696" y="44877"/>
                </a:cubicBezTo>
                <a:cubicBezTo>
                  <a:pt x="22496" y="46248"/>
                  <a:pt x="23524" y="47275"/>
                  <a:pt x="24894" y="47961"/>
                </a:cubicBezTo>
                <a:cubicBezTo>
                  <a:pt x="26150" y="48646"/>
                  <a:pt x="27634" y="48988"/>
                  <a:pt x="29462" y="48988"/>
                </a:cubicBezTo>
                <a:cubicBezTo>
                  <a:pt x="33572" y="48988"/>
                  <a:pt x="36884" y="47390"/>
                  <a:pt x="39282" y="44192"/>
                </a:cubicBezTo>
                <a:cubicBezTo>
                  <a:pt x="41566" y="40995"/>
                  <a:pt x="42822" y="36541"/>
                  <a:pt x="42822" y="30832"/>
                </a:cubicBezTo>
                <a:lnTo>
                  <a:pt x="42822" y="0"/>
                </a:lnTo>
                <a:lnTo>
                  <a:pt x="62806" y="0"/>
                </a:lnTo>
                <a:lnTo>
                  <a:pt x="62806" y="62463"/>
                </a:lnTo>
                <a:lnTo>
                  <a:pt x="42822" y="62463"/>
                </a:lnTo>
                <a:lnTo>
                  <a:pt x="42822" y="53442"/>
                </a:lnTo>
                <a:cubicBezTo>
                  <a:pt x="39853" y="57096"/>
                  <a:pt x="36656" y="59837"/>
                  <a:pt x="33230" y="61435"/>
                </a:cubicBezTo>
                <a:cubicBezTo>
                  <a:pt x="29804" y="63034"/>
                  <a:pt x="26150" y="63948"/>
                  <a:pt x="22153" y="63948"/>
                </a:cubicBezTo>
                <a:cubicBezTo>
                  <a:pt x="14845" y="63948"/>
                  <a:pt x="9364" y="61778"/>
                  <a:pt x="5595" y="57439"/>
                </a:cubicBezTo>
                <a:cubicBezTo>
                  <a:pt x="1827" y="53099"/>
                  <a:pt x="0" y="46590"/>
                  <a:pt x="0" y="3814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A1EF16-EE4E-47E8-BD5A-9AAAF99320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419032" y="2757393"/>
            <a:ext cx="56639" cy="65432"/>
          </a:xfrm>
          <a:custGeom xmlns:a="http://schemas.openxmlformats.org/drawingml/2006/main">
            <a:pathLst>
              <a:path w="56639" h="65432">
                <a:moveTo>
                  <a:pt x="52414" y="3426"/>
                </a:moveTo>
                <a:lnTo>
                  <a:pt x="52414" y="18613"/>
                </a:lnTo>
                <a:cubicBezTo>
                  <a:pt x="48075" y="16900"/>
                  <a:pt x="43964" y="15530"/>
                  <a:pt x="40081" y="14617"/>
                </a:cubicBezTo>
                <a:cubicBezTo>
                  <a:pt x="36085" y="13703"/>
                  <a:pt x="32316" y="13246"/>
                  <a:pt x="28776" y="13246"/>
                </a:cubicBezTo>
                <a:cubicBezTo>
                  <a:pt x="24894" y="13246"/>
                  <a:pt x="22153" y="13817"/>
                  <a:pt x="20326" y="14731"/>
                </a:cubicBezTo>
                <a:cubicBezTo>
                  <a:pt x="18499" y="15644"/>
                  <a:pt x="17586" y="17129"/>
                  <a:pt x="17586" y="19070"/>
                </a:cubicBezTo>
                <a:cubicBezTo>
                  <a:pt x="17586" y="20669"/>
                  <a:pt x="18271" y="21925"/>
                  <a:pt x="19641" y="22724"/>
                </a:cubicBezTo>
                <a:cubicBezTo>
                  <a:pt x="21011" y="23638"/>
                  <a:pt x="23524" y="24209"/>
                  <a:pt x="27178" y="24665"/>
                </a:cubicBezTo>
                <a:lnTo>
                  <a:pt x="30718" y="25122"/>
                </a:lnTo>
                <a:cubicBezTo>
                  <a:pt x="40881" y="26493"/>
                  <a:pt x="47732" y="28548"/>
                  <a:pt x="51272" y="31517"/>
                </a:cubicBezTo>
                <a:cubicBezTo>
                  <a:pt x="54812" y="34486"/>
                  <a:pt x="56639" y="39168"/>
                  <a:pt x="56639" y="45563"/>
                </a:cubicBezTo>
                <a:cubicBezTo>
                  <a:pt x="56639" y="52186"/>
                  <a:pt x="54127" y="57210"/>
                  <a:pt x="49217" y="60522"/>
                </a:cubicBezTo>
                <a:cubicBezTo>
                  <a:pt x="44306" y="63833"/>
                  <a:pt x="36998" y="65432"/>
                  <a:pt x="27292" y="65432"/>
                </a:cubicBezTo>
                <a:cubicBezTo>
                  <a:pt x="23181" y="65432"/>
                  <a:pt x="18842" y="65089"/>
                  <a:pt x="14502" y="64518"/>
                </a:cubicBezTo>
                <a:cubicBezTo>
                  <a:pt x="10049" y="63948"/>
                  <a:pt x="5481" y="63034"/>
                  <a:pt x="914" y="61664"/>
                </a:cubicBezTo>
                <a:lnTo>
                  <a:pt x="914" y="46476"/>
                </a:lnTo>
                <a:cubicBezTo>
                  <a:pt x="4796" y="48532"/>
                  <a:pt x="8907" y="50016"/>
                  <a:pt x="13132" y="50930"/>
                </a:cubicBezTo>
                <a:cubicBezTo>
                  <a:pt x="17243" y="51843"/>
                  <a:pt x="21582" y="52300"/>
                  <a:pt x="25922" y="52300"/>
                </a:cubicBezTo>
                <a:cubicBezTo>
                  <a:pt x="29804" y="52300"/>
                  <a:pt x="32659" y="51843"/>
                  <a:pt x="34714" y="50701"/>
                </a:cubicBezTo>
                <a:cubicBezTo>
                  <a:pt x="36656" y="49674"/>
                  <a:pt x="37683" y="48075"/>
                  <a:pt x="37683" y="45905"/>
                </a:cubicBezTo>
                <a:cubicBezTo>
                  <a:pt x="37683" y="44078"/>
                  <a:pt x="36998" y="42822"/>
                  <a:pt x="35628" y="41908"/>
                </a:cubicBezTo>
                <a:cubicBezTo>
                  <a:pt x="34258" y="40995"/>
                  <a:pt x="31517" y="40310"/>
                  <a:pt x="27520" y="39853"/>
                </a:cubicBezTo>
                <a:lnTo>
                  <a:pt x="23980" y="39396"/>
                </a:lnTo>
                <a:cubicBezTo>
                  <a:pt x="15073" y="38369"/>
                  <a:pt x="8907" y="36313"/>
                  <a:pt x="5367" y="33230"/>
                </a:cubicBezTo>
                <a:cubicBezTo>
                  <a:pt x="1713" y="30261"/>
                  <a:pt x="0" y="25693"/>
                  <a:pt x="0" y="19527"/>
                </a:cubicBezTo>
                <a:cubicBezTo>
                  <a:pt x="0" y="12904"/>
                  <a:pt x="2170" y="7993"/>
                  <a:pt x="6737" y="4796"/>
                </a:cubicBezTo>
                <a:cubicBezTo>
                  <a:pt x="11305" y="1599"/>
                  <a:pt x="18271" y="0"/>
                  <a:pt x="27634" y="0"/>
                </a:cubicBezTo>
                <a:cubicBezTo>
                  <a:pt x="31289" y="0"/>
                  <a:pt x="35057" y="343"/>
                  <a:pt x="39168" y="914"/>
                </a:cubicBezTo>
                <a:cubicBezTo>
                  <a:pt x="43279" y="1484"/>
                  <a:pt x="47618" y="2284"/>
                  <a:pt x="52414" y="3426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B94CD2-1321-42C3-854F-C49AB72B02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89622" y="2478783"/>
            <a:ext cx="3476657" cy="10"/>
          </a:xfrm>
          <a:custGeom xmlns:a="http://schemas.openxmlformats.org/drawingml/2006/main">
            <a:pathLst>
              <a:path w="3476657" h="1" fill="none">
                <a:moveTo>
                  <a:pt x="0" y="0"/>
                </a:moveTo>
                <a:lnTo>
                  <a:pt x="3476657" y="0"/>
                </a:lnTo>
              </a:path>
            </a:pathLst>
          </a:custGeom>
          <a:noFill xmlns:a="http://schemas.openxmlformats.org/drawingml/2006/main"/>
          <a:ln xmlns:a="http://schemas.openxmlformats.org/drawingml/2006/main" w="8157" cap="flat">
            <a:solidFill>
              <a:srgbClr val="CCCCCC">
                <a:alpha val="60000"/>
              </a:srgbClr>
            </a:solidFill>
            <a:custDash>
              <a:ds d="370000" sp="160000"/>
            </a:custDash>
            <a:round/>
          </a:ln>
        </p:spPr>
      </p:sp>
      <p:sp>
        <p:nvSpPr>
          <p:cNvPr id="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58BC2D-680C-41E5-A75F-9611A7F448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17400" y="2437448"/>
            <a:ext cx="62691" cy="86215"/>
          </a:xfrm>
          <a:custGeom xmlns:a="http://schemas.openxmlformats.org/drawingml/2006/main">
            <a:pathLst>
              <a:path w="62691" h="86215">
                <a:moveTo>
                  <a:pt x="45563" y="39853"/>
                </a:moveTo>
                <a:cubicBezTo>
                  <a:pt x="51158" y="41337"/>
                  <a:pt x="55383" y="43850"/>
                  <a:pt x="58352" y="47390"/>
                </a:cubicBezTo>
                <a:cubicBezTo>
                  <a:pt x="61207" y="51044"/>
                  <a:pt x="62691" y="55611"/>
                  <a:pt x="62691" y="61093"/>
                </a:cubicBezTo>
                <a:cubicBezTo>
                  <a:pt x="62691" y="69315"/>
                  <a:pt x="59494" y="75595"/>
                  <a:pt x="53213" y="79820"/>
                </a:cubicBezTo>
                <a:cubicBezTo>
                  <a:pt x="46819" y="84159"/>
                  <a:pt x="37683" y="86215"/>
                  <a:pt x="25579" y="86215"/>
                </a:cubicBezTo>
                <a:cubicBezTo>
                  <a:pt x="21240" y="86215"/>
                  <a:pt x="17015" y="85872"/>
                  <a:pt x="12675" y="85187"/>
                </a:cubicBezTo>
                <a:cubicBezTo>
                  <a:pt x="8336" y="84616"/>
                  <a:pt x="4111" y="83589"/>
                  <a:pt x="0" y="82218"/>
                </a:cubicBezTo>
                <a:lnTo>
                  <a:pt x="0" y="65660"/>
                </a:lnTo>
                <a:cubicBezTo>
                  <a:pt x="3997" y="67716"/>
                  <a:pt x="7993" y="69200"/>
                  <a:pt x="11990" y="70228"/>
                </a:cubicBezTo>
                <a:cubicBezTo>
                  <a:pt x="15873" y="71256"/>
                  <a:pt x="19755" y="71713"/>
                  <a:pt x="23638" y="71713"/>
                </a:cubicBezTo>
                <a:cubicBezTo>
                  <a:pt x="29347" y="71713"/>
                  <a:pt x="33687" y="70799"/>
                  <a:pt x="36656" y="68744"/>
                </a:cubicBezTo>
                <a:cubicBezTo>
                  <a:pt x="39625" y="66802"/>
                  <a:pt x="41223" y="63948"/>
                  <a:pt x="41223" y="60293"/>
                </a:cubicBezTo>
                <a:cubicBezTo>
                  <a:pt x="41223" y="56525"/>
                  <a:pt x="39625" y="53670"/>
                  <a:pt x="36541" y="51729"/>
                </a:cubicBezTo>
                <a:cubicBezTo>
                  <a:pt x="33458" y="49788"/>
                  <a:pt x="28891" y="48760"/>
                  <a:pt x="22838" y="48760"/>
                </a:cubicBezTo>
                <a:lnTo>
                  <a:pt x="14274" y="48760"/>
                </a:lnTo>
                <a:lnTo>
                  <a:pt x="14274" y="34943"/>
                </a:lnTo>
                <a:lnTo>
                  <a:pt x="23295" y="34943"/>
                </a:lnTo>
                <a:cubicBezTo>
                  <a:pt x="28662" y="34943"/>
                  <a:pt x="32659" y="34143"/>
                  <a:pt x="35285" y="32431"/>
                </a:cubicBezTo>
                <a:cubicBezTo>
                  <a:pt x="37912" y="30832"/>
                  <a:pt x="39282" y="28205"/>
                  <a:pt x="39282" y="24665"/>
                </a:cubicBezTo>
                <a:cubicBezTo>
                  <a:pt x="39282" y="21468"/>
                  <a:pt x="37912" y="19070"/>
                  <a:pt x="35400" y="17243"/>
                </a:cubicBezTo>
                <a:cubicBezTo>
                  <a:pt x="32887" y="15530"/>
                  <a:pt x="29233" y="14617"/>
                  <a:pt x="24551" y="14617"/>
                </a:cubicBezTo>
                <a:cubicBezTo>
                  <a:pt x="21126" y="14617"/>
                  <a:pt x="17586" y="15073"/>
                  <a:pt x="14046" y="15873"/>
                </a:cubicBezTo>
                <a:cubicBezTo>
                  <a:pt x="10506" y="16672"/>
                  <a:pt x="6966" y="17814"/>
                  <a:pt x="3540" y="19298"/>
                </a:cubicBezTo>
                <a:lnTo>
                  <a:pt x="3540" y="3540"/>
                </a:lnTo>
                <a:cubicBezTo>
                  <a:pt x="7765" y="2398"/>
                  <a:pt x="11990" y="1484"/>
                  <a:pt x="16101" y="914"/>
                </a:cubicBezTo>
                <a:cubicBezTo>
                  <a:pt x="20212" y="343"/>
                  <a:pt x="24323" y="0"/>
                  <a:pt x="28434" y="0"/>
                </a:cubicBezTo>
                <a:cubicBezTo>
                  <a:pt x="39168" y="0"/>
                  <a:pt x="47275" y="1827"/>
                  <a:pt x="52643" y="5367"/>
                </a:cubicBezTo>
                <a:cubicBezTo>
                  <a:pt x="58010" y="8907"/>
                  <a:pt x="60750" y="14274"/>
                  <a:pt x="60750" y="21354"/>
                </a:cubicBezTo>
                <a:cubicBezTo>
                  <a:pt x="60750" y="26264"/>
                  <a:pt x="59380" y="30261"/>
                  <a:pt x="56868" y="33344"/>
                </a:cubicBezTo>
                <a:cubicBezTo>
                  <a:pt x="54355" y="36427"/>
                  <a:pt x="50587" y="38597"/>
                  <a:pt x="45563" y="3985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6E627F-5CF0-4B0F-BF76-3BCBE150E1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0875" y="2500596"/>
            <a:ext cx="20098" cy="21582"/>
          </a:xfrm>
          <a:custGeom xmlns:a="http://schemas.openxmlformats.org/drawingml/2006/main">
            <a:pathLst>
              <a:path w="20098" h="21582">
                <a:moveTo>
                  <a:pt x="0" y="0"/>
                </a:moveTo>
                <a:lnTo>
                  <a:pt x="20098" y="0"/>
                </a:lnTo>
                <a:lnTo>
                  <a:pt x="20098" y="21582"/>
                </a:lnTo>
                <a:lnTo>
                  <a:pt x="0" y="21582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FC3FB4-57C3-42EE-BD5C-8ED4C5DF2A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8101" y="2437448"/>
            <a:ext cx="68515" cy="86215"/>
          </a:xfrm>
          <a:custGeom xmlns:a="http://schemas.openxmlformats.org/drawingml/2006/main">
            <a:pathLst>
              <a:path w="68515" h="86215">
                <a:moveTo>
                  <a:pt x="47047" y="43050"/>
                </a:moveTo>
                <a:cubicBezTo>
                  <a:pt x="47047" y="32659"/>
                  <a:pt x="46019" y="25351"/>
                  <a:pt x="44078" y="21011"/>
                </a:cubicBezTo>
                <a:cubicBezTo>
                  <a:pt x="42137" y="16786"/>
                  <a:pt x="38825" y="14617"/>
                  <a:pt x="34258" y="14617"/>
                </a:cubicBezTo>
                <a:cubicBezTo>
                  <a:pt x="29690" y="14617"/>
                  <a:pt x="26378" y="16786"/>
                  <a:pt x="24437" y="21011"/>
                </a:cubicBezTo>
                <a:cubicBezTo>
                  <a:pt x="22382" y="25351"/>
                  <a:pt x="21468" y="32659"/>
                  <a:pt x="21468" y="43050"/>
                </a:cubicBezTo>
                <a:cubicBezTo>
                  <a:pt x="21468" y="53556"/>
                  <a:pt x="22382" y="60979"/>
                  <a:pt x="24437" y="65318"/>
                </a:cubicBezTo>
                <a:cubicBezTo>
                  <a:pt x="26378" y="69657"/>
                  <a:pt x="29690" y="71713"/>
                  <a:pt x="34258" y="71713"/>
                </a:cubicBezTo>
                <a:cubicBezTo>
                  <a:pt x="38825" y="71713"/>
                  <a:pt x="42023" y="69657"/>
                  <a:pt x="44078" y="65318"/>
                </a:cubicBezTo>
                <a:cubicBezTo>
                  <a:pt x="46019" y="60979"/>
                  <a:pt x="47047" y="53556"/>
                  <a:pt x="47047" y="43050"/>
                </a:cubicBezTo>
                <a:close/>
                <a:moveTo>
                  <a:pt x="68515" y="43165"/>
                </a:moveTo>
                <a:cubicBezTo>
                  <a:pt x="68515" y="56982"/>
                  <a:pt x="65546" y="67602"/>
                  <a:pt x="59608" y="75024"/>
                </a:cubicBezTo>
                <a:cubicBezTo>
                  <a:pt x="53670" y="82561"/>
                  <a:pt x="45220" y="86215"/>
                  <a:pt x="34258" y="86215"/>
                </a:cubicBezTo>
                <a:cubicBezTo>
                  <a:pt x="23295" y="86215"/>
                  <a:pt x="14845" y="82561"/>
                  <a:pt x="8907" y="75024"/>
                </a:cubicBezTo>
                <a:cubicBezTo>
                  <a:pt x="2969" y="67602"/>
                  <a:pt x="0" y="56982"/>
                  <a:pt x="0" y="43165"/>
                </a:cubicBezTo>
                <a:cubicBezTo>
                  <a:pt x="0" y="29462"/>
                  <a:pt x="2969" y="18842"/>
                  <a:pt x="8907" y="11305"/>
                </a:cubicBezTo>
                <a:cubicBezTo>
                  <a:pt x="14845" y="3768"/>
                  <a:pt x="23295" y="0"/>
                  <a:pt x="34258" y="0"/>
                </a:cubicBezTo>
                <a:cubicBezTo>
                  <a:pt x="45220" y="0"/>
                  <a:pt x="53670" y="3768"/>
                  <a:pt x="59608" y="11305"/>
                </a:cubicBezTo>
                <a:cubicBezTo>
                  <a:pt x="65546" y="18842"/>
                  <a:pt x="68515" y="29462"/>
                  <a:pt x="68515" y="4316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FE0401-D28C-4864-8DAB-2576C436B1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89622" y="1587386"/>
            <a:ext cx="3476657" cy="10"/>
          </a:xfrm>
          <a:custGeom xmlns:a="http://schemas.openxmlformats.org/drawingml/2006/main">
            <a:pathLst>
              <a:path w="3476657" h="1" fill="none">
                <a:moveTo>
                  <a:pt x="0" y="0"/>
                </a:moveTo>
                <a:lnTo>
                  <a:pt x="3476657" y="0"/>
                </a:lnTo>
              </a:path>
            </a:pathLst>
          </a:custGeom>
          <a:noFill xmlns:a="http://schemas.openxmlformats.org/drawingml/2006/main"/>
          <a:ln xmlns:a="http://schemas.openxmlformats.org/drawingml/2006/main" w="8157" cap="flat">
            <a:solidFill>
              <a:srgbClr val="CCCCCC">
                <a:alpha val="60000"/>
              </a:srgbClr>
            </a:solidFill>
            <a:custDash>
              <a:ds d="370000" sp="160000"/>
            </a:custDash>
            <a:round/>
          </a:ln>
        </p:spPr>
      </p:sp>
      <p:sp>
        <p:nvSpPr>
          <p:cNvPr id="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57DE19-2FEE-4ABF-BC1C-F4126547F9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17400" y="1546052"/>
            <a:ext cx="62691" cy="86215"/>
          </a:xfrm>
          <a:custGeom xmlns:a="http://schemas.openxmlformats.org/drawingml/2006/main">
            <a:pathLst>
              <a:path w="62691" h="86215">
                <a:moveTo>
                  <a:pt x="45563" y="39853"/>
                </a:moveTo>
                <a:cubicBezTo>
                  <a:pt x="51158" y="41337"/>
                  <a:pt x="55383" y="43850"/>
                  <a:pt x="58352" y="47390"/>
                </a:cubicBezTo>
                <a:cubicBezTo>
                  <a:pt x="61207" y="51044"/>
                  <a:pt x="62691" y="55611"/>
                  <a:pt x="62691" y="61093"/>
                </a:cubicBezTo>
                <a:cubicBezTo>
                  <a:pt x="62691" y="69315"/>
                  <a:pt x="59494" y="75595"/>
                  <a:pt x="53213" y="79820"/>
                </a:cubicBezTo>
                <a:cubicBezTo>
                  <a:pt x="46819" y="84159"/>
                  <a:pt x="37683" y="86215"/>
                  <a:pt x="25579" y="86215"/>
                </a:cubicBezTo>
                <a:cubicBezTo>
                  <a:pt x="21240" y="86215"/>
                  <a:pt x="17015" y="85872"/>
                  <a:pt x="12675" y="85187"/>
                </a:cubicBezTo>
                <a:cubicBezTo>
                  <a:pt x="8336" y="84616"/>
                  <a:pt x="4111" y="83589"/>
                  <a:pt x="0" y="82218"/>
                </a:cubicBezTo>
                <a:lnTo>
                  <a:pt x="0" y="65660"/>
                </a:lnTo>
                <a:cubicBezTo>
                  <a:pt x="3997" y="67716"/>
                  <a:pt x="7993" y="69200"/>
                  <a:pt x="11990" y="70228"/>
                </a:cubicBezTo>
                <a:cubicBezTo>
                  <a:pt x="15873" y="71256"/>
                  <a:pt x="19755" y="71713"/>
                  <a:pt x="23638" y="71713"/>
                </a:cubicBezTo>
                <a:cubicBezTo>
                  <a:pt x="29347" y="71713"/>
                  <a:pt x="33687" y="70799"/>
                  <a:pt x="36656" y="68744"/>
                </a:cubicBezTo>
                <a:cubicBezTo>
                  <a:pt x="39625" y="66802"/>
                  <a:pt x="41223" y="63948"/>
                  <a:pt x="41223" y="60293"/>
                </a:cubicBezTo>
                <a:cubicBezTo>
                  <a:pt x="41223" y="56525"/>
                  <a:pt x="39625" y="53670"/>
                  <a:pt x="36541" y="51729"/>
                </a:cubicBezTo>
                <a:cubicBezTo>
                  <a:pt x="33458" y="49788"/>
                  <a:pt x="28891" y="48760"/>
                  <a:pt x="22838" y="48760"/>
                </a:cubicBezTo>
                <a:lnTo>
                  <a:pt x="14274" y="48760"/>
                </a:lnTo>
                <a:lnTo>
                  <a:pt x="14274" y="34943"/>
                </a:lnTo>
                <a:lnTo>
                  <a:pt x="23295" y="34943"/>
                </a:lnTo>
                <a:cubicBezTo>
                  <a:pt x="28662" y="34943"/>
                  <a:pt x="32659" y="34143"/>
                  <a:pt x="35285" y="32431"/>
                </a:cubicBezTo>
                <a:cubicBezTo>
                  <a:pt x="37912" y="30832"/>
                  <a:pt x="39282" y="28205"/>
                  <a:pt x="39282" y="24665"/>
                </a:cubicBezTo>
                <a:cubicBezTo>
                  <a:pt x="39282" y="21468"/>
                  <a:pt x="37912" y="19070"/>
                  <a:pt x="35400" y="17243"/>
                </a:cubicBezTo>
                <a:cubicBezTo>
                  <a:pt x="32887" y="15530"/>
                  <a:pt x="29233" y="14617"/>
                  <a:pt x="24551" y="14617"/>
                </a:cubicBezTo>
                <a:cubicBezTo>
                  <a:pt x="21126" y="14617"/>
                  <a:pt x="17586" y="15073"/>
                  <a:pt x="14046" y="15873"/>
                </a:cubicBezTo>
                <a:cubicBezTo>
                  <a:pt x="10506" y="16672"/>
                  <a:pt x="6966" y="17814"/>
                  <a:pt x="3540" y="19298"/>
                </a:cubicBezTo>
                <a:lnTo>
                  <a:pt x="3540" y="3540"/>
                </a:lnTo>
                <a:cubicBezTo>
                  <a:pt x="7765" y="2398"/>
                  <a:pt x="11990" y="1484"/>
                  <a:pt x="16101" y="914"/>
                </a:cubicBezTo>
                <a:cubicBezTo>
                  <a:pt x="20212" y="343"/>
                  <a:pt x="24323" y="0"/>
                  <a:pt x="28434" y="0"/>
                </a:cubicBezTo>
                <a:cubicBezTo>
                  <a:pt x="39168" y="0"/>
                  <a:pt x="47275" y="1827"/>
                  <a:pt x="52643" y="5367"/>
                </a:cubicBezTo>
                <a:cubicBezTo>
                  <a:pt x="58010" y="8907"/>
                  <a:pt x="60750" y="14274"/>
                  <a:pt x="60750" y="21354"/>
                </a:cubicBezTo>
                <a:cubicBezTo>
                  <a:pt x="60750" y="26264"/>
                  <a:pt x="59380" y="30261"/>
                  <a:pt x="56868" y="33344"/>
                </a:cubicBezTo>
                <a:cubicBezTo>
                  <a:pt x="54355" y="36427"/>
                  <a:pt x="50587" y="38597"/>
                  <a:pt x="45563" y="3985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A82CF6-4381-4768-AE76-AB01D2890A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0875" y="1609200"/>
            <a:ext cx="20098" cy="21582"/>
          </a:xfrm>
          <a:custGeom xmlns:a="http://schemas.openxmlformats.org/drawingml/2006/main">
            <a:pathLst>
              <a:path w="20098" h="21582">
                <a:moveTo>
                  <a:pt x="0" y="0"/>
                </a:moveTo>
                <a:lnTo>
                  <a:pt x="20098" y="0"/>
                </a:lnTo>
                <a:lnTo>
                  <a:pt x="20098" y="21582"/>
                </a:lnTo>
                <a:lnTo>
                  <a:pt x="0" y="21582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847A53-0543-4887-93B6-67B35043E2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41413" y="1547536"/>
            <a:ext cx="62691" cy="84730"/>
          </a:xfrm>
          <a:custGeom xmlns:a="http://schemas.openxmlformats.org/drawingml/2006/main">
            <a:pathLst>
              <a:path w="62691" h="84730">
                <a:moveTo>
                  <a:pt x="3312" y="0"/>
                </a:moveTo>
                <a:lnTo>
                  <a:pt x="56639" y="0"/>
                </a:lnTo>
                <a:lnTo>
                  <a:pt x="56639" y="15758"/>
                </a:lnTo>
                <a:lnTo>
                  <a:pt x="20440" y="15758"/>
                </a:lnTo>
                <a:lnTo>
                  <a:pt x="20440" y="28662"/>
                </a:lnTo>
                <a:cubicBezTo>
                  <a:pt x="22039" y="28205"/>
                  <a:pt x="23638" y="27863"/>
                  <a:pt x="25351" y="27634"/>
                </a:cubicBezTo>
                <a:cubicBezTo>
                  <a:pt x="26949" y="27406"/>
                  <a:pt x="28662" y="27292"/>
                  <a:pt x="30489" y="27292"/>
                </a:cubicBezTo>
                <a:cubicBezTo>
                  <a:pt x="40652" y="27292"/>
                  <a:pt x="48532" y="29918"/>
                  <a:pt x="54241" y="34943"/>
                </a:cubicBezTo>
                <a:cubicBezTo>
                  <a:pt x="59837" y="39967"/>
                  <a:pt x="62691" y="47047"/>
                  <a:pt x="62691" y="56068"/>
                </a:cubicBezTo>
                <a:cubicBezTo>
                  <a:pt x="62691" y="65089"/>
                  <a:pt x="59608" y="72169"/>
                  <a:pt x="53442" y="77194"/>
                </a:cubicBezTo>
                <a:cubicBezTo>
                  <a:pt x="47275" y="82218"/>
                  <a:pt x="38711" y="84730"/>
                  <a:pt x="27863" y="84730"/>
                </a:cubicBezTo>
                <a:cubicBezTo>
                  <a:pt x="23067" y="84730"/>
                  <a:pt x="18385" y="84274"/>
                  <a:pt x="13817" y="83360"/>
                </a:cubicBezTo>
                <a:cubicBezTo>
                  <a:pt x="9135" y="82561"/>
                  <a:pt x="4568" y="81190"/>
                  <a:pt x="0" y="79363"/>
                </a:cubicBezTo>
                <a:lnTo>
                  <a:pt x="0" y="62463"/>
                </a:lnTo>
                <a:cubicBezTo>
                  <a:pt x="4568" y="65089"/>
                  <a:pt x="8793" y="67031"/>
                  <a:pt x="12904" y="68287"/>
                </a:cubicBezTo>
                <a:cubicBezTo>
                  <a:pt x="17015" y="69657"/>
                  <a:pt x="20783" y="70228"/>
                  <a:pt x="24437" y="70228"/>
                </a:cubicBezTo>
                <a:cubicBezTo>
                  <a:pt x="29576" y="70228"/>
                  <a:pt x="33687" y="68972"/>
                  <a:pt x="36656" y="66460"/>
                </a:cubicBezTo>
                <a:cubicBezTo>
                  <a:pt x="39625" y="63948"/>
                  <a:pt x="41223" y="60408"/>
                  <a:pt x="41223" y="56068"/>
                </a:cubicBezTo>
                <a:cubicBezTo>
                  <a:pt x="41223" y="51729"/>
                  <a:pt x="39625" y="48303"/>
                  <a:pt x="36656" y="45791"/>
                </a:cubicBezTo>
                <a:cubicBezTo>
                  <a:pt x="33687" y="43279"/>
                  <a:pt x="29576" y="41908"/>
                  <a:pt x="24437" y="41908"/>
                </a:cubicBezTo>
                <a:cubicBezTo>
                  <a:pt x="21240" y="41908"/>
                  <a:pt x="17928" y="42365"/>
                  <a:pt x="14502" y="43165"/>
                </a:cubicBezTo>
                <a:cubicBezTo>
                  <a:pt x="11077" y="43964"/>
                  <a:pt x="7308" y="45220"/>
                  <a:pt x="3312" y="46819"/>
                </a:cubicBezTo>
                <a:lnTo>
                  <a:pt x="3312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C0A584-AED9-429C-BBFA-FF7BDC5CF6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89622" y="695990"/>
            <a:ext cx="3476657" cy="10"/>
          </a:xfrm>
          <a:custGeom xmlns:a="http://schemas.openxmlformats.org/drawingml/2006/main">
            <a:pathLst>
              <a:path w="3476657" h="1" fill="none">
                <a:moveTo>
                  <a:pt x="0" y="0"/>
                </a:moveTo>
                <a:lnTo>
                  <a:pt x="3476657" y="0"/>
                </a:lnTo>
              </a:path>
            </a:pathLst>
          </a:custGeom>
          <a:noFill xmlns:a="http://schemas.openxmlformats.org/drawingml/2006/main"/>
          <a:ln xmlns:a="http://schemas.openxmlformats.org/drawingml/2006/main" w="8157" cap="flat">
            <a:solidFill>
              <a:srgbClr val="CCCCCC">
                <a:alpha val="60000"/>
              </a:srgbClr>
            </a:solidFill>
            <a:custDash>
              <a:ds d="370000" sp="160000"/>
            </a:custDash>
            <a:round/>
          </a:ln>
        </p:spPr>
      </p:sp>
      <p:sp>
        <p:nvSpPr>
          <p:cNvPr id="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109B68-F04A-4BEA-A8B5-FB92C4ACC3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614888" y="656139"/>
            <a:ext cx="69086" cy="83246"/>
          </a:xfrm>
          <a:custGeom xmlns:a="http://schemas.openxmlformats.org/drawingml/2006/main">
            <a:pathLst>
              <a:path w="69086" h="83246">
                <a:moveTo>
                  <a:pt x="36884" y="17700"/>
                </a:moveTo>
                <a:lnTo>
                  <a:pt x="13360" y="52528"/>
                </a:lnTo>
                <a:lnTo>
                  <a:pt x="36884" y="52528"/>
                </a:lnTo>
                <a:lnTo>
                  <a:pt x="36884" y="17700"/>
                </a:lnTo>
                <a:close/>
                <a:moveTo>
                  <a:pt x="33344" y="0"/>
                </a:moveTo>
                <a:lnTo>
                  <a:pt x="57210" y="0"/>
                </a:lnTo>
                <a:lnTo>
                  <a:pt x="57210" y="52528"/>
                </a:lnTo>
                <a:lnTo>
                  <a:pt x="69086" y="52528"/>
                </a:lnTo>
                <a:lnTo>
                  <a:pt x="69086" y="68058"/>
                </a:lnTo>
                <a:lnTo>
                  <a:pt x="57210" y="68058"/>
                </a:lnTo>
                <a:lnTo>
                  <a:pt x="57210" y="83246"/>
                </a:lnTo>
                <a:lnTo>
                  <a:pt x="36884" y="83246"/>
                </a:lnTo>
                <a:lnTo>
                  <a:pt x="36884" y="68058"/>
                </a:lnTo>
                <a:lnTo>
                  <a:pt x="0" y="68058"/>
                </a:lnTo>
                <a:lnTo>
                  <a:pt x="0" y="49674"/>
                </a:lnTo>
                <a:lnTo>
                  <a:pt x="33344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6CD8CC-B838-4DC7-8A9C-A145032ABC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00875" y="717803"/>
            <a:ext cx="20098" cy="21582"/>
          </a:xfrm>
          <a:custGeom xmlns:a="http://schemas.openxmlformats.org/drawingml/2006/main">
            <a:pathLst>
              <a:path w="20098" h="21582">
                <a:moveTo>
                  <a:pt x="0" y="0"/>
                </a:moveTo>
                <a:lnTo>
                  <a:pt x="20098" y="0"/>
                </a:lnTo>
                <a:lnTo>
                  <a:pt x="20098" y="21582"/>
                </a:lnTo>
                <a:lnTo>
                  <a:pt x="0" y="21582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584641-F7D1-4C68-852A-6EBB6A7A40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8101" y="654655"/>
            <a:ext cx="68515" cy="86215"/>
          </a:xfrm>
          <a:custGeom xmlns:a="http://schemas.openxmlformats.org/drawingml/2006/main">
            <a:pathLst>
              <a:path w="68515" h="86215">
                <a:moveTo>
                  <a:pt x="47047" y="43050"/>
                </a:moveTo>
                <a:cubicBezTo>
                  <a:pt x="47047" y="32659"/>
                  <a:pt x="46019" y="25351"/>
                  <a:pt x="44078" y="21011"/>
                </a:cubicBezTo>
                <a:cubicBezTo>
                  <a:pt x="42137" y="16786"/>
                  <a:pt x="38825" y="14617"/>
                  <a:pt x="34258" y="14617"/>
                </a:cubicBezTo>
                <a:cubicBezTo>
                  <a:pt x="29690" y="14617"/>
                  <a:pt x="26378" y="16786"/>
                  <a:pt x="24437" y="21011"/>
                </a:cubicBezTo>
                <a:cubicBezTo>
                  <a:pt x="22382" y="25351"/>
                  <a:pt x="21468" y="32659"/>
                  <a:pt x="21468" y="43050"/>
                </a:cubicBezTo>
                <a:cubicBezTo>
                  <a:pt x="21468" y="53556"/>
                  <a:pt x="22382" y="60979"/>
                  <a:pt x="24437" y="65318"/>
                </a:cubicBezTo>
                <a:cubicBezTo>
                  <a:pt x="26378" y="69657"/>
                  <a:pt x="29690" y="71713"/>
                  <a:pt x="34258" y="71713"/>
                </a:cubicBezTo>
                <a:cubicBezTo>
                  <a:pt x="38825" y="71713"/>
                  <a:pt x="42023" y="69657"/>
                  <a:pt x="44078" y="65318"/>
                </a:cubicBezTo>
                <a:cubicBezTo>
                  <a:pt x="46019" y="60979"/>
                  <a:pt x="47047" y="53556"/>
                  <a:pt x="47047" y="43050"/>
                </a:cubicBezTo>
                <a:close/>
                <a:moveTo>
                  <a:pt x="68515" y="43165"/>
                </a:moveTo>
                <a:cubicBezTo>
                  <a:pt x="68515" y="56982"/>
                  <a:pt x="65546" y="67602"/>
                  <a:pt x="59608" y="75024"/>
                </a:cubicBezTo>
                <a:cubicBezTo>
                  <a:pt x="53670" y="82561"/>
                  <a:pt x="45220" y="86215"/>
                  <a:pt x="34258" y="86215"/>
                </a:cubicBezTo>
                <a:cubicBezTo>
                  <a:pt x="23295" y="86215"/>
                  <a:pt x="14845" y="82561"/>
                  <a:pt x="8907" y="75024"/>
                </a:cubicBezTo>
                <a:cubicBezTo>
                  <a:pt x="2969" y="67602"/>
                  <a:pt x="0" y="56982"/>
                  <a:pt x="0" y="43165"/>
                </a:cubicBezTo>
                <a:cubicBezTo>
                  <a:pt x="0" y="29462"/>
                  <a:pt x="2969" y="18842"/>
                  <a:pt x="8907" y="11305"/>
                </a:cubicBezTo>
                <a:cubicBezTo>
                  <a:pt x="14845" y="3768"/>
                  <a:pt x="23295" y="0"/>
                  <a:pt x="34258" y="0"/>
                </a:cubicBezTo>
                <a:cubicBezTo>
                  <a:pt x="45220" y="0"/>
                  <a:pt x="53670" y="3768"/>
                  <a:pt x="59608" y="11305"/>
                </a:cubicBezTo>
                <a:cubicBezTo>
                  <a:pt x="65546" y="18842"/>
                  <a:pt x="68515" y="29462"/>
                  <a:pt x="68515" y="4316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4FD9C5-630B-42D6-95A4-4AF1742C32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54839" y="1957041"/>
            <a:ext cx="95138" cy="105840"/>
          </a:xfrm>
          <a:custGeom xmlns:a="http://schemas.openxmlformats.org/drawingml/2006/main">
            <a:pathLst>
              <a:path w="95138" h="105840">
                <a:moveTo>
                  <a:pt x="0" y="105840"/>
                </a:moveTo>
                <a:lnTo>
                  <a:pt x="0" y="74649"/>
                </a:lnTo>
                <a:lnTo>
                  <a:pt x="50897" y="52985"/>
                </a:lnTo>
                <a:lnTo>
                  <a:pt x="0" y="31191"/>
                </a:lnTo>
                <a:lnTo>
                  <a:pt x="0" y="0"/>
                </a:lnTo>
                <a:lnTo>
                  <a:pt x="95138" y="0"/>
                </a:lnTo>
                <a:lnTo>
                  <a:pt x="95138" y="23230"/>
                </a:lnTo>
                <a:lnTo>
                  <a:pt x="25579" y="23230"/>
                </a:lnTo>
                <a:lnTo>
                  <a:pt x="76868" y="45155"/>
                </a:lnTo>
                <a:lnTo>
                  <a:pt x="76868" y="60685"/>
                </a:lnTo>
                <a:lnTo>
                  <a:pt x="25579" y="82610"/>
                </a:lnTo>
                <a:lnTo>
                  <a:pt x="95138" y="82610"/>
                </a:lnTo>
                <a:lnTo>
                  <a:pt x="95138" y="105840"/>
                </a:lnTo>
                <a:lnTo>
                  <a:pt x="0" y="10584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0305D0-C677-4725-88B9-4AC0807EBF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76894" y="1862816"/>
            <a:ext cx="74779" cy="76607"/>
          </a:xfrm>
          <a:custGeom xmlns:a="http://schemas.openxmlformats.org/drawingml/2006/main">
            <a:pathLst>
              <a:path w="74779" h="76607">
                <a:moveTo>
                  <a:pt x="37194" y="0"/>
                </a:moveTo>
                <a:lnTo>
                  <a:pt x="43719" y="0"/>
                </a:lnTo>
                <a:lnTo>
                  <a:pt x="43719" y="53377"/>
                </a:lnTo>
                <a:cubicBezTo>
                  <a:pt x="49070" y="52855"/>
                  <a:pt x="53116" y="50897"/>
                  <a:pt x="55726" y="47504"/>
                </a:cubicBezTo>
                <a:cubicBezTo>
                  <a:pt x="58466" y="44241"/>
                  <a:pt x="59771" y="39674"/>
                  <a:pt x="59771" y="33670"/>
                </a:cubicBezTo>
                <a:cubicBezTo>
                  <a:pt x="59771" y="28972"/>
                  <a:pt x="59119" y="24013"/>
                  <a:pt x="57683" y="18923"/>
                </a:cubicBezTo>
                <a:cubicBezTo>
                  <a:pt x="56248" y="13964"/>
                  <a:pt x="54029" y="8744"/>
                  <a:pt x="51158" y="3393"/>
                </a:cubicBezTo>
                <a:lnTo>
                  <a:pt x="68776" y="3393"/>
                </a:lnTo>
                <a:cubicBezTo>
                  <a:pt x="70864" y="8874"/>
                  <a:pt x="72300" y="14225"/>
                  <a:pt x="73213" y="19576"/>
                </a:cubicBezTo>
                <a:cubicBezTo>
                  <a:pt x="74257" y="25057"/>
                  <a:pt x="74779" y="30408"/>
                  <a:pt x="74779" y="35758"/>
                </a:cubicBezTo>
                <a:cubicBezTo>
                  <a:pt x="74779" y="48678"/>
                  <a:pt x="71517" y="58727"/>
                  <a:pt x="64992" y="65905"/>
                </a:cubicBezTo>
                <a:cubicBezTo>
                  <a:pt x="58466" y="73083"/>
                  <a:pt x="49331" y="76607"/>
                  <a:pt x="37455" y="76607"/>
                </a:cubicBezTo>
                <a:cubicBezTo>
                  <a:pt x="25840" y="76607"/>
                  <a:pt x="16705" y="73083"/>
                  <a:pt x="10049" y="66036"/>
                </a:cubicBezTo>
                <a:cubicBezTo>
                  <a:pt x="3393" y="58988"/>
                  <a:pt x="0" y="49331"/>
                  <a:pt x="0" y="37063"/>
                </a:cubicBezTo>
                <a:cubicBezTo>
                  <a:pt x="0" y="25840"/>
                  <a:pt x="3393" y="16966"/>
                  <a:pt x="10179" y="10179"/>
                </a:cubicBezTo>
                <a:cubicBezTo>
                  <a:pt x="16966" y="3393"/>
                  <a:pt x="25971" y="0"/>
                  <a:pt x="37194" y="0"/>
                </a:cubicBezTo>
                <a:close/>
                <a:moveTo>
                  <a:pt x="29625" y="23491"/>
                </a:moveTo>
                <a:cubicBezTo>
                  <a:pt x="25318" y="23491"/>
                  <a:pt x="21794" y="24796"/>
                  <a:pt x="19184" y="27276"/>
                </a:cubicBezTo>
                <a:cubicBezTo>
                  <a:pt x="16574" y="29886"/>
                  <a:pt x="15139" y="33148"/>
                  <a:pt x="15139" y="37194"/>
                </a:cubicBezTo>
                <a:cubicBezTo>
                  <a:pt x="15139" y="41631"/>
                  <a:pt x="16444" y="45285"/>
                  <a:pt x="18923" y="48026"/>
                </a:cubicBezTo>
                <a:cubicBezTo>
                  <a:pt x="21403" y="50766"/>
                  <a:pt x="24926" y="52463"/>
                  <a:pt x="29625" y="53116"/>
                </a:cubicBezTo>
                <a:lnTo>
                  <a:pt x="29625" y="2349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16F51D-B214-4BB0-8382-D112DC9CB4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76894" y="1778771"/>
            <a:ext cx="74779" cy="72169"/>
          </a:xfrm>
          <a:custGeom xmlns:a="http://schemas.openxmlformats.org/drawingml/2006/main">
            <a:pathLst>
              <a:path w="74779" h="72169">
                <a:moveTo>
                  <a:pt x="40979" y="34845"/>
                </a:moveTo>
                <a:cubicBezTo>
                  <a:pt x="40979" y="39674"/>
                  <a:pt x="41892" y="43328"/>
                  <a:pt x="43458" y="45677"/>
                </a:cubicBezTo>
                <a:cubicBezTo>
                  <a:pt x="45024" y="48026"/>
                  <a:pt x="47373" y="49200"/>
                  <a:pt x="50505" y="49200"/>
                </a:cubicBezTo>
                <a:cubicBezTo>
                  <a:pt x="53377" y="49200"/>
                  <a:pt x="55726" y="48287"/>
                  <a:pt x="57292" y="46329"/>
                </a:cubicBezTo>
                <a:cubicBezTo>
                  <a:pt x="58988" y="44372"/>
                  <a:pt x="59771" y="41631"/>
                  <a:pt x="59771" y="38238"/>
                </a:cubicBezTo>
                <a:cubicBezTo>
                  <a:pt x="59771" y="33931"/>
                  <a:pt x="58336" y="30277"/>
                  <a:pt x="55204" y="27406"/>
                </a:cubicBezTo>
                <a:cubicBezTo>
                  <a:pt x="52072" y="24535"/>
                  <a:pt x="48287" y="22969"/>
                  <a:pt x="43589" y="22969"/>
                </a:cubicBezTo>
                <a:lnTo>
                  <a:pt x="40979" y="22969"/>
                </a:lnTo>
                <a:lnTo>
                  <a:pt x="40979" y="34845"/>
                </a:lnTo>
                <a:close/>
                <a:moveTo>
                  <a:pt x="32365" y="0"/>
                </a:moveTo>
                <a:lnTo>
                  <a:pt x="73083" y="0"/>
                </a:lnTo>
                <a:lnTo>
                  <a:pt x="73083" y="22969"/>
                </a:lnTo>
                <a:lnTo>
                  <a:pt x="62512" y="22969"/>
                </a:lnTo>
                <a:cubicBezTo>
                  <a:pt x="66949" y="26101"/>
                  <a:pt x="70081" y="29494"/>
                  <a:pt x="71908" y="33279"/>
                </a:cubicBezTo>
                <a:cubicBezTo>
                  <a:pt x="73735" y="37194"/>
                  <a:pt x="74779" y="41762"/>
                  <a:pt x="74779" y="47243"/>
                </a:cubicBezTo>
                <a:cubicBezTo>
                  <a:pt x="74779" y="54682"/>
                  <a:pt x="72691" y="60685"/>
                  <a:pt x="68385" y="65253"/>
                </a:cubicBezTo>
                <a:cubicBezTo>
                  <a:pt x="64209" y="69951"/>
                  <a:pt x="58597" y="72169"/>
                  <a:pt x="51680" y="72169"/>
                </a:cubicBezTo>
                <a:cubicBezTo>
                  <a:pt x="43328" y="72169"/>
                  <a:pt x="37194" y="69298"/>
                  <a:pt x="33279" y="63556"/>
                </a:cubicBezTo>
                <a:cubicBezTo>
                  <a:pt x="29364" y="57814"/>
                  <a:pt x="27406" y="48809"/>
                  <a:pt x="27406" y="36411"/>
                </a:cubicBezTo>
                <a:lnTo>
                  <a:pt x="27406" y="22969"/>
                </a:lnTo>
                <a:lnTo>
                  <a:pt x="25579" y="22969"/>
                </a:lnTo>
                <a:cubicBezTo>
                  <a:pt x="22055" y="22969"/>
                  <a:pt x="19445" y="24404"/>
                  <a:pt x="17749" y="27276"/>
                </a:cubicBezTo>
                <a:cubicBezTo>
                  <a:pt x="16052" y="30147"/>
                  <a:pt x="15139" y="34584"/>
                  <a:pt x="15139" y="40587"/>
                </a:cubicBezTo>
                <a:cubicBezTo>
                  <a:pt x="15139" y="45546"/>
                  <a:pt x="15661" y="50114"/>
                  <a:pt x="16705" y="54290"/>
                </a:cubicBezTo>
                <a:cubicBezTo>
                  <a:pt x="17749" y="58466"/>
                  <a:pt x="19184" y="62381"/>
                  <a:pt x="21011" y="65905"/>
                </a:cubicBezTo>
                <a:lnTo>
                  <a:pt x="3654" y="65905"/>
                </a:lnTo>
                <a:cubicBezTo>
                  <a:pt x="2480" y="61076"/>
                  <a:pt x="1566" y="56248"/>
                  <a:pt x="914" y="51289"/>
                </a:cubicBezTo>
                <a:cubicBezTo>
                  <a:pt x="392" y="46329"/>
                  <a:pt x="0" y="41370"/>
                  <a:pt x="0" y="36411"/>
                </a:cubicBezTo>
                <a:cubicBezTo>
                  <a:pt x="0" y="23621"/>
                  <a:pt x="2610" y="14356"/>
                  <a:pt x="7700" y="8613"/>
                </a:cubicBezTo>
                <a:cubicBezTo>
                  <a:pt x="12790" y="2871"/>
                  <a:pt x="21011" y="0"/>
                  <a:pt x="32365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424E37-EA80-4726-81EE-18F0804BB5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76894" y="1685721"/>
            <a:ext cx="73083" cy="71778"/>
          </a:xfrm>
          <a:custGeom xmlns:a="http://schemas.openxmlformats.org/drawingml/2006/main">
            <a:pathLst>
              <a:path w="73083" h="71778">
                <a:moveTo>
                  <a:pt x="29625" y="0"/>
                </a:moveTo>
                <a:lnTo>
                  <a:pt x="73083" y="0"/>
                </a:lnTo>
                <a:lnTo>
                  <a:pt x="73083" y="22969"/>
                </a:lnTo>
                <a:lnTo>
                  <a:pt x="66036" y="22969"/>
                </a:lnTo>
                <a:lnTo>
                  <a:pt x="39804" y="22969"/>
                </a:lnTo>
                <a:cubicBezTo>
                  <a:pt x="33670" y="22969"/>
                  <a:pt x="29494" y="23099"/>
                  <a:pt x="27145" y="23360"/>
                </a:cubicBezTo>
                <a:cubicBezTo>
                  <a:pt x="24796" y="23621"/>
                  <a:pt x="23099" y="24143"/>
                  <a:pt x="21925" y="24796"/>
                </a:cubicBezTo>
                <a:cubicBezTo>
                  <a:pt x="20489" y="25710"/>
                  <a:pt x="19315" y="26884"/>
                  <a:pt x="18532" y="28450"/>
                </a:cubicBezTo>
                <a:cubicBezTo>
                  <a:pt x="17749" y="30016"/>
                  <a:pt x="17227" y="31843"/>
                  <a:pt x="17227" y="33670"/>
                </a:cubicBezTo>
                <a:cubicBezTo>
                  <a:pt x="17227" y="38499"/>
                  <a:pt x="19054" y="42284"/>
                  <a:pt x="22708" y="44894"/>
                </a:cubicBezTo>
                <a:cubicBezTo>
                  <a:pt x="26362" y="47634"/>
                  <a:pt x="31452" y="48939"/>
                  <a:pt x="37977" y="48939"/>
                </a:cubicBezTo>
                <a:lnTo>
                  <a:pt x="73083" y="48939"/>
                </a:lnTo>
                <a:lnTo>
                  <a:pt x="73083" y="71778"/>
                </a:lnTo>
                <a:lnTo>
                  <a:pt x="1697" y="71778"/>
                </a:lnTo>
                <a:lnTo>
                  <a:pt x="1697" y="48939"/>
                </a:lnTo>
                <a:lnTo>
                  <a:pt x="12137" y="48939"/>
                </a:lnTo>
                <a:cubicBezTo>
                  <a:pt x="7961" y="45546"/>
                  <a:pt x="4959" y="42023"/>
                  <a:pt x="3002" y="38107"/>
                </a:cubicBezTo>
                <a:cubicBezTo>
                  <a:pt x="1044" y="34192"/>
                  <a:pt x="0" y="29886"/>
                  <a:pt x="0" y="25187"/>
                </a:cubicBezTo>
                <a:cubicBezTo>
                  <a:pt x="0" y="16966"/>
                  <a:pt x="2610" y="10701"/>
                  <a:pt x="7569" y="6395"/>
                </a:cubicBezTo>
                <a:cubicBezTo>
                  <a:pt x="12659" y="2219"/>
                  <a:pt x="19967" y="0"/>
                  <a:pt x="29625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3FD1F8-3904-4A1E-80FF-B10F29485A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54839" y="1550518"/>
            <a:ext cx="95138" cy="67602"/>
          </a:xfrm>
          <a:custGeom xmlns:a="http://schemas.openxmlformats.org/drawingml/2006/main">
            <a:pathLst>
              <a:path w="95138" h="67602">
                <a:moveTo>
                  <a:pt x="0" y="67602"/>
                </a:moveTo>
                <a:lnTo>
                  <a:pt x="0" y="43067"/>
                </a:lnTo>
                <a:lnTo>
                  <a:pt x="76607" y="43067"/>
                </a:lnTo>
                <a:lnTo>
                  <a:pt x="76607" y="0"/>
                </a:lnTo>
                <a:lnTo>
                  <a:pt x="95138" y="0"/>
                </a:lnTo>
                <a:lnTo>
                  <a:pt x="95138" y="67602"/>
                </a:lnTo>
                <a:lnTo>
                  <a:pt x="0" y="67602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8B5B6C-9357-4452-9DA1-B9C8F184A8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50793" y="1513193"/>
            <a:ext cx="99184" cy="22838"/>
          </a:xfrm>
          <a:custGeom xmlns:a="http://schemas.openxmlformats.org/drawingml/2006/main">
            <a:pathLst>
              <a:path w="99184" h="22838">
                <a:moveTo>
                  <a:pt x="27798" y="22838"/>
                </a:moveTo>
                <a:lnTo>
                  <a:pt x="27798" y="0"/>
                </a:lnTo>
                <a:lnTo>
                  <a:pt x="99184" y="0"/>
                </a:lnTo>
                <a:lnTo>
                  <a:pt x="99184" y="22838"/>
                </a:lnTo>
                <a:lnTo>
                  <a:pt x="27798" y="22838"/>
                </a:lnTo>
                <a:close/>
                <a:moveTo>
                  <a:pt x="0" y="22838"/>
                </a:moveTo>
                <a:lnTo>
                  <a:pt x="0" y="0"/>
                </a:lnTo>
                <a:lnTo>
                  <a:pt x="18662" y="0"/>
                </a:lnTo>
                <a:lnTo>
                  <a:pt x="18662" y="22838"/>
                </a:lnTo>
                <a:lnTo>
                  <a:pt x="0" y="22838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ED5F78-ABC3-4E0B-9257-B4A932E5E5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50793" y="1412965"/>
            <a:ext cx="99184" cy="78303"/>
          </a:xfrm>
          <a:custGeom xmlns:a="http://schemas.openxmlformats.org/drawingml/2006/main">
            <a:pathLst>
              <a:path w="99184" h="78303">
                <a:moveTo>
                  <a:pt x="0" y="78303"/>
                </a:moveTo>
                <a:lnTo>
                  <a:pt x="0" y="55465"/>
                </a:lnTo>
                <a:lnTo>
                  <a:pt x="54029" y="55465"/>
                </a:lnTo>
                <a:lnTo>
                  <a:pt x="27798" y="29233"/>
                </a:lnTo>
                <a:lnTo>
                  <a:pt x="27798" y="2741"/>
                </a:lnTo>
                <a:lnTo>
                  <a:pt x="60554" y="37585"/>
                </a:lnTo>
                <a:lnTo>
                  <a:pt x="99184" y="0"/>
                </a:lnTo>
                <a:lnTo>
                  <a:pt x="99184" y="27667"/>
                </a:lnTo>
                <a:lnTo>
                  <a:pt x="69429" y="55465"/>
                </a:lnTo>
                <a:lnTo>
                  <a:pt x="99184" y="55465"/>
                </a:lnTo>
                <a:lnTo>
                  <a:pt x="99184" y="78303"/>
                </a:lnTo>
                <a:lnTo>
                  <a:pt x="0" y="7830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637F9E-532A-4CBA-A0F1-3A0914B3D9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76894" y="1336668"/>
            <a:ext cx="74779" cy="76607"/>
          </a:xfrm>
          <a:custGeom xmlns:a="http://schemas.openxmlformats.org/drawingml/2006/main">
            <a:pathLst>
              <a:path w="74779" h="76607">
                <a:moveTo>
                  <a:pt x="37194" y="0"/>
                </a:moveTo>
                <a:lnTo>
                  <a:pt x="43719" y="0"/>
                </a:lnTo>
                <a:lnTo>
                  <a:pt x="43719" y="53377"/>
                </a:lnTo>
                <a:cubicBezTo>
                  <a:pt x="49070" y="52855"/>
                  <a:pt x="53116" y="50897"/>
                  <a:pt x="55726" y="47504"/>
                </a:cubicBezTo>
                <a:cubicBezTo>
                  <a:pt x="58466" y="44241"/>
                  <a:pt x="59771" y="39674"/>
                  <a:pt x="59771" y="33670"/>
                </a:cubicBezTo>
                <a:cubicBezTo>
                  <a:pt x="59771" y="28972"/>
                  <a:pt x="59119" y="24013"/>
                  <a:pt x="57683" y="18923"/>
                </a:cubicBezTo>
                <a:cubicBezTo>
                  <a:pt x="56248" y="13964"/>
                  <a:pt x="54029" y="8744"/>
                  <a:pt x="51158" y="3393"/>
                </a:cubicBezTo>
                <a:lnTo>
                  <a:pt x="68776" y="3393"/>
                </a:lnTo>
                <a:cubicBezTo>
                  <a:pt x="70864" y="8874"/>
                  <a:pt x="72300" y="14225"/>
                  <a:pt x="73213" y="19576"/>
                </a:cubicBezTo>
                <a:cubicBezTo>
                  <a:pt x="74257" y="25057"/>
                  <a:pt x="74779" y="30408"/>
                  <a:pt x="74779" y="35758"/>
                </a:cubicBezTo>
                <a:cubicBezTo>
                  <a:pt x="74779" y="48678"/>
                  <a:pt x="71517" y="58727"/>
                  <a:pt x="64992" y="65905"/>
                </a:cubicBezTo>
                <a:cubicBezTo>
                  <a:pt x="58466" y="73083"/>
                  <a:pt x="49331" y="76607"/>
                  <a:pt x="37455" y="76607"/>
                </a:cubicBezTo>
                <a:cubicBezTo>
                  <a:pt x="25840" y="76607"/>
                  <a:pt x="16705" y="73083"/>
                  <a:pt x="10049" y="66036"/>
                </a:cubicBezTo>
                <a:cubicBezTo>
                  <a:pt x="3393" y="58988"/>
                  <a:pt x="0" y="49331"/>
                  <a:pt x="0" y="37063"/>
                </a:cubicBezTo>
                <a:cubicBezTo>
                  <a:pt x="0" y="25840"/>
                  <a:pt x="3393" y="16966"/>
                  <a:pt x="10179" y="10179"/>
                </a:cubicBezTo>
                <a:cubicBezTo>
                  <a:pt x="16966" y="3393"/>
                  <a:pt x="25971" y="0"/>
                  <a:pt x="37194" y="0"/>
                </a:cubicBezTo>
                <a:close/>
                <a:moveTo>
                  <a:pt x="29625" y="23491"/>
                </a:moveTo>
                <a:cubicBezTo>
                  <a:pt x="25318" y="23491"/>
                  <a:pt x="21794" y="24796"/>
                  <a:pt x="19184" y="27276"/>
                </a:cubicBezTo>
                <a:cubicBezTo>
                  <a:pt x="16574" y="29886"/>
                  <a:pt x="15139" y="33148"/>
                  <a:pt x="15139" y="37194"/>
                </a:cubicBezTo>
                <a:cubicBezTo>
                  <a:pt x="15139" y="41631"/>
                  <a:pt x="16444" y="45285"/>
                  <a:pt x="18923" y="48026"/>
                </a:cubicBezTo>
                <a:cubicBezTo>
                  <a:pt x="21403" y="50766"/>
                  <a:pt x="24926" y="52463"/>
                  <a:pt x="29625" y="53116"/>
                </a:cubicBezTo>
                <a:lnTo>
                  <a:pt x="29625" y="2349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D34426-A51F-459A-8411-FD274A6EA9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76894" y="1266456"/>
            <a:ext cx="73083" cy="52985"/>
          </a:xfrm>
          <a:custGeom xmlns:a="http://schemas.openxmlformats.org/drawingml/2006/main">
            <a:pathLst>
              <a:path w="73083" h="52985">
                <a:moveTo>
                  <a:pt x="21142" y="0"/>
                </a:moveTo>
                <a:cubicBezTo>
                  <a:pt x="20228" y="2088"/>
                  <a:pt x="19576" y="4046"/>
                  <a:pt x="19054" y="6003"/>
                </a:cubicBezTo>
                <a:cubicBezTo>
                  <a:pt x="18662" y="7961"/>
                  <a:pt x="18401" y="9918"/>
                  <a:pt x="18401" y="11876"/>
                </a:cubicBezTo>
                <a:cubicBezTo>
                  <a:pt x="18401" y="17749"/>
                  <a:pt x="20359" y="22316"/>
                  <a:pt x="24013" y="25448"/>
                </a:cubicBezTo>
                <a:cubicBezTo>
                  <a:pt x="27798" y="28581"/>
                  <a:pt x="33148" y="30147"/>
                  <a:pt x="40196" y="30147"/>
                </a:cubicBezTo>
                <a:lnTo>
                  <a:pt x="73083" y="30147"/>
                </a:lnTo>
                <a:lnTo>
                  <a:pt x="73083" y="52985"/>
                </a:lnTo>
                <a:lnTo>
                  <a:pt x="1697" y="52985"/>
                </a:lnTo>
                <a:lnTo>
                  <a:pt x="1697" y="30147"/>
                </a:lnTo>
                <a:lnTo>
                  <a:pt x="13442" y="30147"/>
                </a:lnTo>
                <a:cubicBezTo>
                  <a:pt x="8744" y="27276"/>
                  <a:pt x="5351" y="24013"/>
                  <a:pt x="3263" y="20098"/>
                </a:cubicBezTo>
                <a:cubicBezTo>
                  <a:pt x="1175" y="16313"/>
                  <a:pt x="0" y="11745"/>
                  <a:pt x="0" y="6395"/>
                </a:cubicBezTo>
                <a:cubicBezTo>
                  <a:pt x="0" y="5612"/>
                  <a:pt x="131" y="4829"/>
                  <a:pt x="131" y="3915"/>
                </a:cubicBezTo>
                <a:cubicBezTo>
                  <a:pt x="131" y="3132"/>
                  <a:pt x="261" y="1827"/>
                  <a:pt x="522" y="0"/>
                </a:cubicBezTo>
                <a:lnTo>
                  <a:pt x="21142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32FB98-36BC-4A5D-82D5-D18CD0CC69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58363" y="1206684"/>
            <a:ext cx="91615" cy="57683"/>
          </a:xfrm>
          <a:custGeom xmlns:a="http://schemas.openxmlformats.org/drawingml/2006/main">
            <a:pathLst>
              <a:path w="91615" h="57683">
                <a:moveTo>
                  <a:pt x="0" y="23491"/>
                </a:moveTo>
                <a:lnTo>
                  <a:pt x="20228" y="23491"/>
                </a:lnTo>
                <a:lnTo>
                  <a:pt x="20228" y="0"/>
                </a:lnTo>
                <a:lnTo>
                  <a:pt x="36541" y="0"/>
                </a:lnTo>
                <a:lnTo>
                  <a:pt x="36541" y="23491"/>
                </a:lnTo>
                <a:lnTo>
                  <a:pt x="66819" y="23491"/>
                </a:lnTo>
                <a:cubicBezTo>
                  <a:pt x="70212" y="23491"/>
                  <a:pt x="72430" y="22838"/>
                  <a:pt x="73605" y="21533"/>
                </a:cubicBezTo>
                <a:cubicBezTo>
                  <a:pt x="74779" y="20228"/>
                  <a:pt x="75301" y="17618"/>
                  <a:pt x="75301" y="13703"/>
                </a:cubicBezTo>
                <a:lnTo>
                  <a:pt x="75301" y="1958"/>
                </a:lnTo>
                <a:lnTo>
                  <a:pt x="91615" y="1958"/>
                </a:lnTo>
                <a:lnTo>
                  <a:pt x="91615" y="21533"/>
                </a:lnTo>
                <a:cubicBezTo>
                  <a:pt x="91615" y="30538"/>
                  <a:pt x="89788" y="36933"/>
                  <a:pt x="86003" y="40718"/>
                </a:cubicBezTo>
                <a:cubicBezTo>
                  <a:pt x="82349" y="44502"/>
                  <a:pt x="75954" y="46329"/>
                  <a:pt x="66819" y="46329"/>
                </a:cubicBezTo>
                <a:lnTo>
                  <a:pt x="36541" y="46329"/>
                </a:lnTo>
                <a:lnTo>
                  <a:pt x="36541" y="57683"/>
                </a:lnTo>
                <a:lnTo>
                  <a:pt x="20228" y="57683"/>
                </a:lnTo>
                <a:lnTo>
                  <a:pt x="20228" y="46329"/>
                </a:lnTo>
                <a:lnTo>
                  <a:pt x="0" y="46329"/>
                </a:lnTo>
                <a:lnTo>
                  <a:pt x="0" y="2349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7EB40C-74F5-4F52-938F-43BF5EBB06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53142" y="1073830"/>
            <a:ext cx="98531" cy="75040"/>
          </a:xfrm>
          <a:custGeom xmlns:a="http://schemas.openxmlformats.org/drawingml/2006/main">
            <a:pathLst>
              <a:path w="98531" h="75040">
                <a:moveTo>
                  <a:pt x="4698" y="6264"/>
                </a:moveTo>
                <a:lnTo>
                  <a:pt x="24796" y="6264"/>
                </a:lnTo>
                <a:cubicBezTo>
                  <a:pt x="22447" y="11484"/>
                  <a:pt x="20750" y="16574"/>
                  <a:pt x="19576" y="21533"/>
                </a:cubicBezTo>
                <a:cubicBezTo>
                  <a:pt x="18401" y="26493"/>
                  <a:pt x="17749" y="31191"/>
                  <a:pt x="17749" y="35628"/>
                </a:cubicBezTo>
                <a:cubicBezTo>
                  <a:pt x="17749" y="41501"/>
                  <a:pt x="18662" y="45807"/>
                  <a:pt x="20228" y="48678"/>
                </a:cubicBezTo>
                <a:cubicBezTo>
                  <a:pt x="21794" y="51550"/>
                  <a:pt x="24274" y="52855"/>
                  <a:pt x="27667" y="52855"/>
                </a:cubicBezTo>
                <a:cubicBezTo>
                  <a:pt x="30277" y="52855"/>
                  <a:pt x="32365" y="51941"/>
                  <a:pt x="33670" y="49983"/>
                </a:cubicBezTo>
                <a:cubicBezTo>
                  <a:pt x="35106" y="48156"/>
                  <a:pt x="36280" y="44633"/>
                  <a:pt x="37324" y="39674"/>
                </a:cubicBezTo>
                <a:lnTo>
                  <a:pt x="39413" y="29233"/>
                </a:lnTo>
                <a:cubicBezTo>
                  <a:pt x="41501" y="18793"/>
                  <a:pt x="44763" y="11223"/>
                  <a:pt x="49070" y="6786"/>
                </a:cubicBezTo>
                <a:cubicBezTo>
                  <a:pt x="53507" y="2349"/>
                  <a:pt x="59641" y="0"/>
                  <a:pt x="67602" y="0"/>
                </a:cubicBezTo>
                <a:cubicBezTo>
                  <a:pt x="78042" y="0"/>
                  <a:pt x="85872" y="3132"/>
                  <a:pt x="90962" y="9396"/>
                </a:cubicBezTo>
                <a:cubicBezTo>
                  <a:pt x="96052" y="15661"/>
                  <a:pt x="98531" y="25057"/>
                  <a:pt x="98531" y="37846"/>
                </a:cubicBezTo>
                <a:cubicBezTo>
                  <a:pt x="98531" y="43850"/>
                  <a:pt x="97879" y="49983"/>
                  <a:pt x="96835" y="55987"/>
                </a:cubicBezTo>
                <a:cubicBezTo>
                  <a:pt x="95791" y="62120"/>
                  <a:pt x="94225" y="68254"/>
                  <a:pt x="91876" y="74257"/>
                </a:cubicBezTo>
                <a:lnTo>
                  <a:pt x="71125" y="74257"/>
                </a:lnTo>
                <a:cubicBezTo>
                  <a:pt x="74388" y="68254"/>
                  <a:pt x="76868" y="62381"/>
                  <a:pt x="78434" y="56639"/>
                </a:cubicBezTo>
                <a:cubicBezTo>
                  <a:pt x="80130" y="51027"/>
                  <a:pt x="80913" y="45546"/>
                  <a:pt x="80913" y="40196"/>
                </a:cubicBezTo>
                <a:cubicBezTo>
                  <a:pt x="80913" y="34975"/>
                  <a:pt x="80130" y="30799"/>
                  <a:pt x="78303" y="27928"/>
                </a:cubicBezTo>
                <a:cubicBezTo>
                  <a:pt x="76476" y="25057"/>
                  <a:pt x="73996" y="23621"/>
                  <a:pt x="70603" y="23621"/>
                </a:cubicBezTo>
                <a:cubicBezTo>
                  <a:pt x="67732" y="23621"/>
                  <a:pt x="65383" y="24665"/>
                  <a:pt x="63817" y="26623"/>
                </a:cubicBezTo>
                <a:cubicBezTo>
                  <a:pt x="62251" y="28581"/>
                  <a:pt x="60685" y="32365"/>
                  <a:pt x="59380" y="38107"/>
                </a:cubicBezTo>
                <a:lnTo>
                  <a:pt x="57292" y="47634"/>
                </a:lnTo>
                <a:cubicBezTo>
                  <a:pt x="55204" y="57161"/>
                  <a:pt x="51941" y="64078"/>
                  <a:pt x="47504" y="68515"/>
                </a:cubicBezTo>
                <a:cubicBezTo>
                  <a:pt x="43067" y="72952"/>
                  <a:pt x="37063" y="75040"/>
                  <a:pt x="29494" y="75040"/>
                </a:cubicBezTo>
                <a:cubicBezTo>
                  <a:pt x="20098" y="75040"/>
                  <a:pt x="12790" y="72039"/>
                  <a:pt x="7700" y="65905"/>
                </a:cubicBezTo>
                <a:cubicBezTo>
                  <a:pt x="2610" y="59902"/>
                  <a:pt x="0" y="51027"/>
                  <a:pt x="0" y="39543"/>
                </a:cubicBezTo>
                <a:cubicBezTo>
                  <a:pt x="0" y="34323"/>
                  <a:pt x="392" y="28972"/>
                  <a:pt x="1175" y="23491"/>
                </a:cubicBezTo>
                <a:cubicBezTo>
                  <a:pt x="1958" y="18010"/>
                  <a:pt x="3132" y="12267"/>
                  <a:pt x="4698" y="626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57A10C-D763-4458-BAC1-7ADBC9878E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76894" y="995658"/>
            <a:ext cx="74779" cy="63034"/>
          </a:xfrm>
          <a:custGeom xmlns:a="http://schemas.openxmlformats.org/drawingml/2006/main">
            <a:pathLst>
              <a:path w="74779" h="63034">
                <a:moveTo>
                  <a:pt x="3915" y="0"/>
                </a:moveTo>
                <a:lnTo>
                  <a:pt x="22577" y="0"/>
                </a:lnTo>
                <a:cubicBezTo>
                  <a:pt x="20489" y="3132"/>
                  <a:pt x="18923" y="6264"/>
                  <a:pt x="17879" y="9396"/>
                </a:cubicBezTo>
                <a:cubicBezTo>
                  <a:pt x="16835" y="12528"/>
                  <a:pt x="16313" y="15791"/>
                  <a:pt x="16313" y="19054"/>
                </a:cubicBezTo>
                <a:cubicBezTo>
                  <a:pt x="16313" y="25448"/>
                  <a:pt x="18271" y="30408"/>
                  <a:pt x="21925" y="33931"/>
                </a:cubicBezTo>
                <a:cubicBezTo>
                  <a:pt x="25579" y="37585"/>
                  <a:pt x="30799" y="39282"/>
                  <a:pt x="37455" y="39282"/>
                </a:cubicBezTo>
                <a:cubicBezTo>
                  <a:pt x="44241" y="39282"/>
                  <a:pt x="49461" y="37585"/>
                  <a:pt x="53116" y="33931"/>
                </a:cubicBezTo>
                <a:cubicBezTo>
                  <a:pt x="56770" y="30408"/>
                  <a:pt x="58597" y="25448"/>
                  <a:pt x="58597" y="19054"/>
                </a:cubicBezTo>
                <a:cubicBezTo>
                  <a:pt x="58597" y="15530"/>
                  <a:pt x="58075" y="12137"/>
                  <a:pt x="57031" y="8874"/>
                </a:cubicBezTo>
                <a:cubicBezTo>
                  <a:pt x="55987" y="5742"/>
                  <a:pt x="54421" y="2741"/>
                  <a:pt x="52333" y="0"/>
                </a:cubicBezTo>
                <a:lnTo>
                  <a:pt x="70995" y="0"/>
                </a:lnTo>
                <a:cubicBezTo>
                  <a:pt x="72300" y="3654"/>
                  <a:pt x="73213" y="7308"/>
                  <a:pt x="73866" y="10962"/>
                </a:cubicBezTo>
                <a:cubicBezTo>
                  <a:pt x="74388" y="14617"/>
                  <a:pt x="74779" y="18271"/>
                  <a:pt x="74779" y="21925"/>
                </a:cubicBezTo>
                <a:cubicBezTo>
                  <a:pt x="74779" y="34845"/>
                  <a:pt x="71517" y="44894"/>
                  <a:pt x="64992" y="52202"/>
                </a:cubicBezTo>
                <a:cubicBezTo>
                  <a:pt x="58466" y="59510"/>
                  <a:pt x="49200" y="63034"/>
                  <a:pt x="37455" y="63034"/>
                </a:cubicBezTo>
                <a:cubicBezTo>
                  <a:pt x="25710" y="63034"/>
                  <a:pt x="16574" y="59510"/>
                  <a:pt x="9918" y="52202"/>
                </a:cubicBezTo>
                <a:cubicBezTo>
                  <a:pt x="3393" y="44894"/>
                  <a:pt x="0" y="34845"/>
                  <a:pt x="0" y="21925"/>
                </a:cubicBezTo>
                <a:cubicBezTo>
                  <a:pt x="0" y="18271"/>
                  <a:pt x="392" y="14617"/>
                  <a:pt x="1044" y="10962"/>
                </a:cubicBezTo>
                <a:cubicBezTo>
                  <a:pt x="1697" y="7308"/>
                  <a:pt x="2610" y="3654"/>
                  <a:pt x="3915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169100-00CA-4168-8CFF-0748CFE837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76894" y="902868"/>
            <a:ext cx="74779" cy="78434"/>
          </a:xfrm>
          <a:custGeom xmlns:a="http://schemas.openxmlformats.org/drawingml/2006/main">
            <a:pathLst>
              <a:path w="74779" h="78434">
                <a:moveTo>
                  <a:pt x="16313" y="39152"/>
                </a:moveTo>
                <a:cubicBezTo>
                  <a:pt x="16313" y="44241"/>
                  <a:pt x="18140" y="48156"/>
                  <a:pt x="21794" y="50766"/>
                </a:cubicBezTo>
                <a:cubicBezTo>
                  <a:pt x="25448" y="53377"/>
                  <a:pt x="30669" y="54682"/>
                  <a:pt x="37455" y="54682"/>
                </a:cubicBezTo>
                <a:cubicBezTo>
                  <a:pt x="44372" y="54682"/>
                  <a:pt x="49592" y="53377"/>
                  <a:pt x="53246" y="50766"/>
                </a:cubicBezTo>
                <a:cubicBezTo>
                  <a:pt x="56900" y="48156"/>
                  <a:pt x="58597" y="44241"/>
                  <a:pt x="58597" y="39152"/>
                </a:cubicBezTo>
                <a:cubicBezTo>
                  <a:pt x="58597" y="34192"/>
                  <a:pt x="56900" y="30408"/>
                  <a:pt x="53246" y="27798"/>
                </a:cubicBezTo>
                <a:cubicBezTo>
                  <a:pt x="49592" y="25187"/>
                  <a:pt x="44372" y="23752"/>
                  <a:pt x="37455" y="23752"/>
                </a:cubicBezTo>
                <a:cubicBezTo>
                  <a:pt x="30669" y="23752"/>
                  <a:pt x="25448" y="25187"/>
                  <a:pt x="21794" y="27798"/>
                </a:cubicBezTo>
                <a:cubicBezTo>
                  <a:pt x="18140" y="30408"/>
                  <a:pt x="16313" y="34192"/>
                  <a:pt x="16313" y="39152"/>
                </a:cubicBezTo>
                <a:close/>
                <a:moveTo>
                  <a:pt x="0" y="39152"/>
                </a:moveTo>
                <a:cubicBezTo>
                  <a:pt x="0" y="26884"/>
                  <a:pt x="3393" y="17357"/>
                  <a:pt x="9918" y="10440"/>
                </a:cubicBezTo>
                <a:cubicBezTo>
                  <a:pt x="16574" y="3524"/>
                  <a:pt x="25710" y="0"/>
                  <a:pt x="37455" y="0"/>
                </a:cubicBezTo>
                <a:cubicBezTo>
                  <a:pt x="49200" y="0"/>
                  <a:pt x="58466" y="3524"/>
                  <a:pt x="64992" y="10440"/>
                </a:cubicBezTo>
                <a:cubicBezTo>
                  <a:pt x="71517" y="17357"/>
                  <a:pt x="74779" y="26884"/>
                  <a:pt x="74779" y="39152"/>
                </a:cubicBezTo>
                <a:cubicBezTo>
                  <a:pt x="74779" y="51419"/>
                  <a:pt x="71517" y="61076"/>
                  <a:pt x="64992" y="67993"/>
                </a:cubicBezTo>
                <a:cubicBezTo>
                  <a:pt x="58466" y="75040"/>
                  <a:pt x="49200" y="78434"/>
                  <a:pt x="37455" y="78434"/>
                </a:cubicBezTo>
                <a:cubicBezTo>
                  <a:pt x="25710" y="78434"/>
                  <a:pt x="16574" y="75040"/>
                  <a:pt x="9918" y="67993"/>
                </a:cubicBezTo>
                <a:cubicBezTo>
                  <a:pt x="3393" y="61076"/>
                  <a:pt x="0" y="51419"/>
                  <a:pt x="0" y="3915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00A350-F30A-441D-9D5A-BEC052F280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76894" y="833309"/>
            <a:ext cx="73083" cy="52985"/>
          </a:xfrm>
          <a:custGeom xmlns:a="http://schemas.openxmlformats.org/drawingml/2006/main">
            <a:pathLst>
              <a:path w="73083" h="52985">
                <a:moveTo>
                  <a:pt x="21142" y="0"/>
                </a:moveTo>
                <a:cubicBezTo>
                  <a:pt x="20228" y="2088"/>
                  <a:pt x="19576" y="4046"/>
                  <a:pt x="19054" y="6003"/>
                </a:cubicBezTo>
                <a:cubicBezTo>
                  <a:pt x="18662" y="7961"/>
                  <a:pt x="18401" y="9918"/>
                  <a:pt x="18401" y="11876"/>
                </a:cubicBezTo>
                <a:cubicBezTo>
                  <a:pt x="18401" y="17749"/>
                  <a:pt x="20359" y="22316"/>
                  <a:pt x="24013" y="25448"/>
                </a:cubicBezTo>
                <a:cubicBezTo>
                  <a:pt x="27798" y="28581"/>
                  <a:pt x="33148" y="30147"/>
                  <a:pt x="40196" y="30147"/>
                </a:cubicBezTo>
                <a:lnTo>
                  <a:pt x="73083" y="30147"/>
                </a:lnTo>
                <a:lnTo>
                  <a:pt x="73083" y="52985"/>
                </a:lnTo>
                <a:lnTo>
                  <a:pt x="1697" y="52985"/>
                </a:lnTo>
                <a:lnTo>
                  <a:pt x="1697" y="30147"/>
                </a:lnTo>
                <a:lnTo>
                  <a:pt x="13442" y="30147"/>
                </a:lnTo>
                <a:cubicBezTo>
                  <a:pt x="8744" y="27276"/>
                  <a:pt x="5351" y="24013"/>
                  <a:pt x="3263" y="20098"/>
                </a:cubicBezTo>
                <a:cubicBezTo>
                  <a:pt x="1175" y="16313"/>
                  <a:pt x="0" y="11745"/>
                  <a:pt x="0" y="6395"/>
                </a:cubicBezTo>
                <a:cubicBezTo>
                  <a:pt x="0" y="5612"/>
                  <a:pt x="131" y="4829"/>
                  <a:pt x="131" y="3915"/>
                </a:cubicBezTo>
                <a:cubicBezTo>
                  <a:pt x="131" y="3132"/>
                  <a:pt x="261" y="1827"/>
                  <a:pt x="522" y="0"/>
                </a:cubicBezTo>
                <a:lnTo>
                  <a:pt x="21142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1A74B3-7A05-47AA-B776-FB2A963FEC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76894" y="750699"/>
            <a:ext cx="74779" cy="76607"/>
          </a:xfrm>
          <a:custGeom xmlns:a="http://schemas.openxmlformats.org/drawingml/2006/main">
            <a:pathLst>
              <a:path w="74779" h="76607">
                <a:moveTo>
                  <a:pt x="37194" y="0"/>
                </a:moveTo>
                <a:lnTo>
                  <a:pt x="43719" y="0"/>
                </a:lnTo>
                <a:lnTo>
                  <a:pt x="43719" y="53377"/>
                </a:lnTo>
                <a:cubicBezTo>
                  <a:pt x="49070" y="52855"/>
                  <a:pt x="53116" y="50897"/>
                  <a:pt x="55726" y="47504"/>
                </a:cubicBezTo>
                <a:cubicBezTo>
                  <a:pt x="58466" y="44241"/>
                  <a:pt x="59771" y="39674"/>
                  <a:pt x="59771" y="33670"/>
                </a:cubicBezTo>
                <a:cubicBezTo>
                  <a:pt x="59771" y="28972"/>
                  <a:pt x="59119" y="24013"/>
                  <a:pt x="57683" y="18923"/>
                </a:cubicBezTo>
                <a:cubicBezTo>
                  <a:pt x="56248" y="13964"/>
                  <a:pt x="54029" y="8744"/>
                  <a:pt x="51158" y="3393"/>
                </a:cubicBezTo>
                <a:lnTo>
                  <a:pt x="68776" y="3393"/>
                </a:lnTo>
                <a:cubicBezTo>
                  <a:pt x="70864" y="8874"/>
                  <a:pt x="72300" y="14225"/>
                  <a:pt x="73213" y="19576"/>
                </a:cubicBezTo>
                <a:cubicBezTo>
                  <a:pt x="74257" y="25057"/>
                  <a:pt x="74779" y="30408"/>
                  <a:pt x="74779" y="35758"/>
                </a:cubicBezTo>
                <a:cubicBezTo>
                  <a:pt x="74779" y="48678"/>
                  <a:pt x="71517" y="58727"/>
                  <a:pt x="64992" y="65905"/>
                </a:cubicBezTo>
                <a:cubicBezTo>
                  <a:pt x="58466" y="73083"/>
                  <a:pt x="49331" y="76607"/>
                  <a:pt x="37455" y="76607"/>
                </a:cubicBezTo>
                <a:cubicBezTo>
                  <a:pt x="25840" y="76607"/>
                  <a:pt x="16705" y="73083"/>
                  <a:pt x="10049" y="66036"/>
                </a:cubicBezTo>
                <a:cubicBezTo>
                  <a:pt x="3393" y="58988"/>
                  <a:pt x="0" y="49331"/>
                  <a:pt x="0" y="37063"/>
                </a:cubicBezTo>
                <a:cubicBezTo>
                  <a:pt x="0" y="25840"/>
                  <a:pt x="3393" y="16966"/>
                  <a:pt x="10179" y="10179"/>
                </a:cubicBezTo>
                <a:cubicBezTo>
                  <a:pt x="16966" y="3393"/>
                  <a:pt x="25971" y="0"/>
                  <a:pt x="37194" y="0"/>
                </a:cubicBezTo>
                <a:close/>
                <a:moveTo>
                  <a:pt x="29625" y="23491"/>
                </a:moveTo>
                <a:cubicBezTo>
                  <a:pt x="25318" y="23491"/>
                  <a:pt x="21794" y="24796"/>
                  <a:pt x="19184" y="27276"/>
                </a:cubicBezTo>
                <a:cubicBezTo>
                  <a:pt x="16574" y="29886"/>
                  <a:pt x="15139" y="33148"/>
                  <a:pt x="15139" y="37194"/>
                </a:cubicBezTo>
                <a:cubicBezTo>
                  <a:pt x="15139" y="41631"/>
                  <a:pt x="16444" y="45285"/>
                  <a:pt x="18923" y="48026"/>
                </a:cubicBezTo>
                <a:cubicBezTo>
                  <a:pt x="21403" y="50766"/>
                  <a:pt x="24926" y="52463"/>
                  <a:pt x="29625" y="53116"/>
                </a:cubicBezTo>
                <a:lnTo>
                  <a:pt x="29625" y="2349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E10CC1-FB60-46AE-838E-E774C08797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7652" y="239570"/>
            <a:ext cx="3160597" cy="1317184"/>
          </a:xfrm>
          <a:custGeom xmlns:a="http://schemas.openxmlformats.org/drawingml/2006/main">
            <a:pathLst>
              <a:path w="3160597" h="1317184" fill="none">
                <a:moveTo>
                  <a:pt x="0" y="1317184"/>
                </a:moveTo>
                <a:lnTo>
                  <a:pt x="1053532" y="480926"/>
                </a:lnTo>
                <a:lnTo>
                  <a:pt x="2107065" y="520747"/>
                </a:lnTo>
                <a:lnTo>
                  <a:pt x="3160597" y="0"/>
                </a:lnTo>
              </a:path>
            </a:pathLst>
          </a:custGeom>
          <a:noFill xmlns:a="http://schemas.openxmlformats.org/drawingml/2006/main"/>
          <a:ln xmlns:a="http://schemas.openxmlformats.org/drawingml/2006/main" w="53018" cap="rnd">
            <a:solidFill>
              <a:srgbClr val="1F77B4"/>
            </a:solidFill>
            <a:round/>
          </a:ln>
        </p:spPr>
      </p:sp>
      <p:sp>
        <p:nvSpPr>
          <p:cNvPr id="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6390E5-F70F-428C-990E-0294008C27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0555" y="1499658"/>
            <a:ext cx="114192" cy="114192"/>
          </a:xfrm>
          <a:custGeom xmlns:a="http://schemas.openxmlformats.org/drawingml/2006/main">
            <a:pathLst>
              <a:path w="114192" h="114192">
                <a:moveTo>
                  <a:pt x="57096" y="114192"/>
                </a:moveTo>
                <a:cubicBezTo>
                  <a:pt x="72238" y="114192"/>
                  <a:pt x="86762" y="108176"/>
                  <a:pt x="97469" y="97469"/>
                </a:cubicBezTo>
                <a:cubicBezTo>
                  <a:pt x="108176" y="86762"/>
                  <a:pt x="114192" y="72238"/>
                  <a:pt x="114192" y="57096"/>
                </a:cubicBezTo>
                <a:cubicBezTo>
                  <a:pt x="114192" y="41954"/>
                  <a:pt x="108176" y="27430"/>
                  <a:pt x="97469" y="16723"/>
                </a:cubicBezTo>
                <a:cubicBezTo>
                  <a:pt x="86762" y="6016"/>
                  <a:pt x="72238" y="0"/>
                  <a:pt x="57096" y="0"/>
                </a:cubicBezTo>
                <a:cubicBezTo>
                  <a:pt x="41954" y="0"/>
                  <a:pt x="27430" y="6016"/>
                  <a:pt x="16723" y="16723"/>
                </a:cubicBezTo>
                <a:cubicBezTo>
                  <a:pt x="6016" y="27430"/>
                  <a:pt x="0" y="41954"/>
                  <a:pt x="0" y="57096"/>
                </a:cubicBezTo>
                <a:cubicBezTo>
                  <a:pt x="0" y="72238"/>
                  <a:pt x="6016" y="86762"/>
                  <a:pt x="16723" y="97469"/>
                </a:cubicBezTo>
                <a:cubicBezTo>
                  <a:pt x="27430" y="108176"/>
                  <a:pt x="41954" y="114192"/>
                  <a:pt x="57096" y="114192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7584B2-90D7-4828-927D-F3855900B3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0555" y="1499658"/>
            <a:ext cx="114192" cy="114192"/>
          </a:xfrm>
          <a:custGeom xmlns:a="http://schemas.openxmlformats.org/drawingml/2006/main">
            <a:pathLst>
              <a:path w="114192" h="114192" fill="none">
                <a:moveTo>
                  <a:pt x="57096" y="114192"/>
                </a:moveTo>
                <a:cubicBezTo>
                  <a:pt x="72238" y="114192"/>
                  <a:pt x="86762" y="108176"/>
                  <a:pt x="97469" y="97469"/>
                </a:cubicBezTo>
                <a:cubicBezTo>
                  <a:pt x="108176" y="86762"/>
                  <a:pt x="114192" y="72238"/>
                  <a:pt x="114192" y="57096"/>
                </a:cubicBezTo>
                <a:cubicBezTo>
                  <a:pt x="114192" y="41954"/>
                  <a:pt x="108176" y="27430"/>
                  <a:pt x="97469" y="16723"/>
                </a:cubicBezTo>
                <a:cubicBezTo>
                  <a:pt x="86762" y="6016"/>
                  <a:pt x="72238" y="0"/>
                  <a:pt x="57096" y="0"/>
                </a:cubicBezTo>
                <a:cubicBezTo>
                  <a:pt x="41954" y="0"/>
                  <a:pt x="27430" y="6016"/>
                  <a:pt x="16723" y="16723"/>
                </a:cubicBezTo>
                <a:cubicBezTo>
                  <a:pt x="6016" y="27430"/>
                  <a:pt x="0" y="41954"/>
                  <a:pt x="0" y="57096"/>
                </a:cubicBezTo>
                <a:cubicBezTo>
                  <a:pt x="0" y="72238"/>
                  <a:pt x="6016" y="86762"/>
                  <a:pt x="16723" y="97469"/>
                </a:cubicBezTo>
                <a:cubicBezTo>
                  <a:pt x="27430" y="108176"/>
                  <a:pt x="41954" y="114192"/>
                  <a:pt x="57096" y="114192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round/>
          </a:ln>
        </p:spPr>
      </p:sp>
      <p:sp>
        <p:nvSpPr>
          <p:cNvPr id="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CEE6BB-7B3C-4690-B1F8-B01053BED6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44088" y="663400"/>
            <a:ext cx="114192" cy="114192"/>
          </a:xfrm>
          <a:custGeom xmlns:a="http://schemas.openxmlformats.org/drawingml/2006/main">
            <a:pathLst>
              <a:path w="114192" h="114192">
                <a:moveTo>
                  <a:pt x="57096" y="114192"/>
                </a:moveTo>
                <a:cubicBezTo>
                  <a:pt x="72238" y="114192"/>
                  <a:pt x="86762" y="108176"/>
                  <a:pt x="97469" y="97469"/>
                </a:cubicBezTo>
                <a:cubicBezTo>
                  <a:pt x="108176" y="86762"/>
                  <a:pt x="114192" y="72238"/>
                  <a:pt x="114192" y="57096"/>
                </a:cubicBezTo>
                <a:cubicBezTo>
                  <a:pt x="114192" y="41954"/>
                  <a:pt x="108176" y="27430"/>
                  <a:pt x="97469" y="16723"/>
                </a:cubicBezTo>
                <a:cubicBezTo>
                  <a:pt x="86762" y="6016"/>
                  <a:pt x="72238" y="0"/>
                  <a:pt x="57096" y="0"/>
                </a:cubicBezTo>
                <a:cubicBezTo>
                  <a:pt x="41954" y="0"/>
                  <a:pt x="27430" y="6016"/>
                  <a:pt x="16723" y="16723"/>
                </a:cubicBezTo>
                <a:cubicBezTo>
                  <a:pt x="6016" y="27430"/>
                  <a:pt x="0" y="41954"/>
                  <a:pt x="0" y="57096"/>
                </a:cubicBezTo>
                <a:cubicBezTo>
                  <a:pt x="0" y="72238"/>
                  <a:pt x="6016" y="86762"/>
                  <a:pt x="16723" y="97469"/>
                </a:cubicBezTo>
                <a:cubicBezTo>
                  <a:pt x="27430" y="108176"/>
                  <a:pt x="41954" y="114192"/>
                  <a:pt x="57096" y="114192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C5A1C5-33BF-4967-8BB3-E90C2964D8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44088" y="663400"/>
            <a:ext cx="114192" cy="114192"/>
          </a:xfrm>
          <a:custGeom xmlns:a="http://schemas.openxmlformats.org/drawingml/2006/main">
            <a:pathLst>
              <a:path w="114192" h="114192" fill="none">
                <a:moveTo>
                  <a:pt x="57096" y="114192"/>
                </a:moveTo>
                <a:cubicBezTo>
                  <a:pt x="72238" y="114192"/>
                  <a:pt x="86762" y="108176"/>
                  <a:pt x="97469" y="97469"/>
                </a:cubicBezTo>
                <a:cubicBezTo>
                  <a:pt x="108176" y="86762"/>
                  <a:pt x="114192" y="72238"/>
                  <a:pt x="114192" y="57096"/>
                </a:cubicBezTo>
                <a:cubicBezTo>
                  <a:pt x="114192" y="41954"/>
                  <a:pt x="108176" y="27430"/>
                  <a:pt x="97469" y="16723"/>
                </a:cubicBezTo>
                <a:cubicBezTo>
                  <a:pt x="86762" y="6016"/>
                  <a:pt x="72238" y="0"/>
                  <a:pt x="57096" y="0"/>
                </a:cubicBezTo>
                <a:cubicBezTo>
                  <a:pt x="41954" y="0"/>
                  <a:pt x="27430" y="6016"/>
                  <a:pt x="16723" y="16723"/>
                </a:cubicBezTo>
                <a:cubicBezTo>
                  <a:pt x="6016" y="27430"/>
                  <a:pt x="0" y="41954"/>
                  <a:pt x="0" y="57096"/>
                </a:cubicBezTo>
                <a:cubicBezTo>
                  <a:pt x="0" y="72238"/>
                  <a:pt x="6016" y="86762"/>
                  <a:pt x="16723" y="97469"/>
                </a:cubicBezTo>
                <a:cubicBezTo>
                  <a:pt x="27430" y="108176"/>
                  <a:pt x="41954" y="114192"/>
                  <a:pt x="57096" y="114192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round/>
          </a:ln>
        </p:spPr>
      </p:sp>
      <p:sp>
        <p:nvSpPr>
          <p:cNvPr id="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26BDF3-8639-41C8-B5E3-DE03D5A040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7620" y="703222"/>
            <a:ext cx="114192" cy="114192"/>
          </a:xfrm>
          <a:custGeom xmlns:a="http://schemas.openxmlformats.org/drawingml/2006/main">
            <a:pathLst>
              <a:path w="114192" h="114192">
                <a:moveTo>
                  <a:pt x="57096" y="114192"/>
                </a:moveTo>
                <a:cubicBezTo>
                  <a:pt x="72238" y="114192"/>
                  <a:pt x="86762" y="108176"/>
                  <a:pt x="97469" y="97469"/>
                </a:cubicBezTo>
                <a:cubicBezTo>
                  <a:pt x="108176" y="86762"/>
                  <a:pt x="114192" y="72238"/>
                  <a:pt x="114192" y="57096"/>
                </a:cubicBezTo>
                <a:cubicBezTo>
                  <a:pt x="114192" y="41954"/>
                  <a:pt x="108176" y="27430"/>
                  <a:pt x="97469" y="16723"/>
                </a:cubicBezTo>
                <a:cubicBezTo>
                  <a:pt x="86762" y="6016"/>
                  <a:pt x="72238" y="0"/>
                  <a:pt x="57096" y="0"/>
                </a:cubicBezTo>
                <a:cubicBezTo>
                  <a:pt x="41954" y="0"/>
                  <a:pt x="27430" y="6016"/>
                  <a:pt x="16723" y="16723"/>
                </a:cubicBezTo>
                <a:cubicBezTo>
                  <a:pt x="6016" y="27430"/>
                  <a:pt x="0" y="41954"/>
                  <a:pt x="0" y="57096"/>
                </a:cubicBezTo>
                <a:cubicBezTo>
                  <a:pt x="0" y="72238"/>
                  <a:pt x="6016" y="86762"/>
                  <a:pt x="16723" y="97469"/>
                </a:cubicBezTo>
                <a:cubicBezTo>
                  <a:pt x="27430" y="108176"/>
                  <a:pt x="41954" y="114192"/>
                  <a:pt x="57096" y="114192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6BAB14-6ED2-4E5B-9D16-7E17402F7F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7620" y="703222"/>
            <a:ext cx="114192" cy="114192"/>
          </a:xfrm>
          <a:custGeom xmlns:a="http://schemas.openxmlformats.org/drawingml/2006/main">
            <a:pathLst>
              <a:path w="114192" h="114192" fill="none">
                <a:moveTo>
                  <a:pt x="57096" y="114192"/>
                </a:moveTo>
                <a:cubicBezTo>
                  <a:pt x="72238" y="114192"/>
                  <a:pt x="86762" y="108176"/>
                  <a:pt x="97469" y="97469"/>
                </a:cubicBezTo>
                <a:cubicBezTo>
                  <a:pt x="108176" y="86762"/>
                  <a:pt x="114192" y="72238"/>
                  <a:pt x="114192" y="57096"/>
                </a:cubicBezTo>
                <a:cubicBezTo>
                  <a:pt x="114192" y="41954"/>
                  <a:pt x="108176" y="27430"/>
                  <a:pt x="97469" y="16723"/>
                </a:cubicBezTo>
                <a:cubicBezTo>
                  <a:pt x="86762" y="6016"/>
                  <a:pt x="72238" y="0"/>
                  <a:pt x="57096" y="0"/>
                </a:cubicBezTo>
                <a:cubicBezTo>
                  <a:pt x="41954" y="0"/>
                  <a:pt x="27430" y="6016"/>
                  <a:pt x="16723" y="16723"/>
                </a:cubicBezTo>
                <a:cubicBezTo>
                  <a:pt x="6016" y="27430"/>
                  <a:pt x="0" y="41954"/>
                  <a:pt x="0" y="57096"/>
                </a:cubicBezTo>
                <a:cubicBezTo>
                  <a:pt x="0" y="72238"/>
                  <a:pt x="6016" y="86762"/>
                  <a:pt x="16723" y="97469"/>
                </a:cubicBezTo>
                <a:cubicBezTo>
                  <a:pt x="27430" y="108176"/>
                  <a:pt x="41954" y="114192"/>
                  <a:pt x="57096" y="114192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round/>
          </a:ln>
        </p:spPr>
      </p:sp>
      <p:sp>
        <p:nvSpPr>
          <p:cNvPr id="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7FA8B3-BEC9-4D9C-8CCD-D9104E37CC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51152" y="182474"/>
            <a:ext cx="114192" cy="114192"/>
          </a:xfrm>
          <a:custGeom xmlns:a="http://schemas.openxmlformats.org/drawingml/2006/main">
            <a:pathLst>
              <a:path w="114192" h="114192">
                <a:moveTo>
                  <a:pt x="57096" y="114192"/>
                </a:moveTo>
                <a:cubicBezTo>
                  <a:pt x="72238" y="114192"/>
                  <a:pt x="86762" y="108176"/>
                  <a:pt x="97469" y="97469"/>
                </a:cubicBezTo>
                <a:cubicBezTo>
                  <a:pt x="108176" y="86762"/>
                  <a:pt x="114192" y="72238"/>
                  <a:pt x="114192" y="57096"/>
                </a:cubicBezTo>
                <a:cubicBezTo>
                  <a:pt x="114192" y="41954"/>
                  <a:pt x="108176" y="27430"/>
                  <a:pt x="97469" y="16723"/>
                </a:cubicBezTo>
                <a:cubicBezTo>
                  <a:pt x="86762" y="6016"/>
                  <a:pt x="72238" y="0"/>
                  <a:pt x="57096" y="0"/>
                </a:cubicBezTo>
                <a:cubicBezTo>
                  <a:pt x="41954" y="0"/>
                  <a:pt x="27430" y="6016"/>
                  <a:pt x="16723" y="16723"/>
                </a:cubicBezTo>
                <a:cubicBezTo>
                  <a:pt x="6016" y="27430"/>
                  <a:pt x="0" y="41954"/>
                  <a:pt x="0" y="57096"/>
                </a:cubicBezTo>
                <a:cubicBezTo>
                  <a:pt x="0" y="72238"/>
                  <a:pt x="6016" y="86762"/>
                  <a:pt x="16723" y="97469"/>
                </a:cubicBezTo>
                <a:cubicBezTo>
                  <a:pt x="27430" y="108176"/>
                  <a:pt x="41954" y="114192"/>
                  <a:pt x="57096" y="114192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198FA4-D490-4A23-A369-A7ED082980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51152" y="182474"/>
            <a:ext cx="114192" cy="114192"/>
          </a:xfrm>
          <a:custGeom xmlns:a="http://schemas.openxmlformats.org/drawingml/2006/main">
            <a:pathLst>
              <a:path w="114192" h="114192" fill="none">
                <a:moveTo>
                  <a:pt x="57096" y="114192"/>
                </a:moveTo>
                <a:cubicBezTo>
                  <a:pt x="72238" y="114192"/>
                  <a:pt x="86762" y="108176"/>
                  <a:pt x="97469" y="97469"/>
                </a:cubicBezTo>
                <a:cubicBezTo>
                  <a:pt x="108176" y="86762"/>
                  <a:pt x="114192" y="72238"/>
                  <a:pt x="114192" y="57096"/>
                </a:cubicBezTo>
                <a:cubicBezTo>
                  <a:pt x="114192" y="41954"/>
                  <a:pt x="108176" y="27430"/>
                  <a:pt x="97469" y="16723"/>
                </a:cubicBezTo>
                <a:cubicBezTo>
                  <a:pt x="86762" y="6016"/>
                  <a:pt x="72238" y="0"/>
                  <a:pt x="57096" y="0"/>
                </a:cubicBezTo>
                <a:cubicBezTo>
                  <a:pt x="41954" y="0"/>
                  <a:pt x="27430" y="6016"/>
                  <a:pt x="16723" y="16723"/>
                </a:cubicBezTo>
                <a:cubicBezTo>
                  <a:pt x="6016" y="27430"/>
                  <a:pt x="0" y="41954"/>
                  <a:pt x="0" y="57096"/>
                </a:cubicBezTo>
                <a:cubicBezTo>
                  <a:pt x="0" y="72238"/>
                  <a:pt x="6016" y="86762"/>
                  <a:pt x="16723" y="97469"/>
                </a:cubicBezTo>
                <a:cubicBezTo>
                  <a:pt x="27430" y="108176"/>
                  <a:pt x="41954" y="114192"/>
                  <a:pt x="57096" y="114192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round/>
          </a:ln>
        </p:spPr>
      </p:sp>
      <p:sp>
        <p:nvSpPr>
          <p:cNvPr id="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3DA61D-835E-4FEC-B0D7-98652FCD41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7652" y="1651714"/>
            <a:ext cx="3160597" cy="585075"/>
          </a:xfrm>
          <a:custGeom xmlns:a="http://schemas.openxmlformats.org/drawingml/2006/main">
            <a:pathLst>
              <a:path w="3160597" h="585075" fill="none">
                <a:moveTo>
                  <a:pt x="0" y="585075"/>
                </a:moveTo>
                <a:lnTo>
                  <a:pt x="1053532" y="431914"/>
                </a:lnTo>
                <a:lnTo>
                  <a:pt x="2107065" y="39822"/>
                </a:lnTo>
                <a:lnTo>
                  <a:pt x="3160597" y="0"/>
                </a:lnTo>
              </a:path>
            </a:pathLst>
          </a:custGeom>
          <a:noFill xmlns:a="http://schemas.openxmlformats.org/drawingml/2006/main"/>
          <a:ln xmlns:a="http://schemas.openxmlformats.org/drawingml/2006/main" w="53018" cap="rnd">
            <a:solidFill>
              <a:srgbClr val="FF7F0E"/>
            </a:solidFill>
            <a:round/>
          </a:ln>
        </p:spPr>
      </p:sp>
      <p:sp>
        <p:nvSpPr>
          <p:cNvPr id="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529556-679F-4DAE-AF85-895BE12B14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0555" y="2179693"/>
            <a:ext cx="114192" cy="114192"/>
          </a:xfrm>
          <a:custGeom xmlns:a="http://schemas.openxmlformats.org/drawingml/2006/main">
            <a:pathLst>
              <a:path w="114192" h="114192">
                <a:moveTo>
                  <a:pt x="0" y="114192"/>
                </a:moveTo>
                <a:lnTo>
                  <a:pt x="114192" y="114192"/>
                </a:lnTo>
                <a:lnTo>
                  <a:pt x="114192" y="0"/>
                </a:lnTo>
                <a:lnTo>
                  <a:pt x="0" y="0"/>
                </a:lnTo>
                <a:lnTo>
                  <a:pt x="0" y="114192"/>
                </a:lnTo>
                <a:close/>
              </a:path>
            </a:pathLst>
          </a:custGeom>
          <a:solidFill xmlns:a="http://schemas.openxmlformats.org/drawingml/2006/main">
            <a:srgbClr val="FF7F0E"/>
          </a:solidFill>
          <a:ln xmlns:a="http://schemas.openxmlformats.org/drawingml/2006/main" w="0" cap="flat">
            <a:noFill/>
            <a:miter/>
          </a:ln>
        </p:spPr>
      </p:sp>
      <p:sp>
        <p:nvSpPr>
          <p:cNvPr id="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8153B6-C7C0-4FF6-AC13-FFD8B2BC6D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0555" y="2179693"/>
            <a:ext cx="114192" cy="114192"/>
          </a:xfrm>
          <a:custGeom xmlns:a="http://schemas.openxmlformats.org/drawingml/2006/main">
            <a:pathLst>
              <a:path w="114192" h="114192" fill="none">
                <a:moveTo>
                  <a:pt x="0" y="114192"/>
                </a:moveTo>
                <a:lnTo>
                  <a:pt x="114192" y="114192"/>
                </a:lnTo>
                <a:lnTo>
                  <a:pt x="114192" y="0"/>
                </a:lnTo>
                <a:lnTo>
                  <a:pt x="0" y="0"/>
                </a:lnTo>
                <a:lnTo>
                  <a:pt x="0" y="114192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miter/>
          </a:ln>
        </p:spPr>
      </p:sp>
      <p:sp>
        <p:nvSpPr>
          <p:cNvPr id="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182C0E-9AB3-4FE7-B46F-C24CF82E14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44088" y="2026532"/>
            <a:ext cx="114192" cy="114192"/>
          </a:xfrm>
          <a:custGeom xmlns:a="http://schemas.openxmlformats.org/drawingml/2006/main">
            <a:pathLst>
              <a:path w="114192" h="114192">
                <a:moveTo>
                  <a:pt x="0" y="114192"/>
                </a:moveTo>
                <a:lnTo>
                  <a:pt x="114192" y="114192"/>
                </a:lnTo>
                <a:lnTo>
                  <a:pt x="114192" y="0"/>
                </a:lnTo>
                <a:lnTo>
                  <a:pt x="0" y="0"/>
                </a:lnTo>
                <a:lnTo>
                  <a:pt x="0" y="114192"/>
                </a:lnTo>
                <a:close/>
              </a:path>
            </a:pathLst>
          </a:custGeom>
          <a:solidFill xmlns:a="http://schemas.openxmlformats.org/drawingml/2006/main">
            <a:srgbClr val="FF7F0E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0E921A-03F0-4BB0-966A-4634FB1D98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44088" y="2026532"/>
            <a:ext cx="114192" cy="114192"/>
          </a:xfrm>
          <a:custGeom xmlns:a="http://schemas.openxmlformats.org/drawingml/2006/main">
            <a:pathLst>
              <a:path w="114192" h="114192" fill="none">
                <a:moveTo>
                  <a:pt x="0" y="114192"/>
                </a:moveTo>
                <a:lnTo>
                  <a:pt x="114192" y="114192"/>
                </a:lnTo>
                <a:lnTo>
                  <a:pt x="114192" y="0"/>
                </a:lnTo>
                <a:lnTo>
                  <a:pt x="0" y="0"/>
                </a:lnTo>
                <a:lnTo>
                  <a:pt x="0" y="114192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miter/>
          </a:ln>
        </p:spPr>
      </p:sp>
      <p:sp>
        <p:nvSpPr>
          <p:cNvPr id="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867F6F-E9AC-4A0C-A4C7-40FEAB6625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7620" y="1634440"/>
            <a:ext cx="114192" cy="114192"/>
          </a:xfrm>
          <a:custGeom xmlns:a="http://schemas.openxmlformats.org/drawingml/2006/main">
            <a:pathLst>
              <a:path w="114192" h="114192">
                <a:moveTo>
                  <a:pt x="0" y="114192"/>
                </a:moveTo>
                <a:lnTo>
                  <a:pt x="114192" y="114192"/>
                </a:lnTo>
                <a:lnTo>
                  <a:pt x="114192" y="0"/>
                </a:lnTo>
                <a:lnTo>
                  <a:pt x="0" y="0"/>
                </a:lnTo>
                <a:lnTo>
                  <a:pt x="0" y="114192"/>
                </a:lnTo>
                <a:close/>
              </a:path>
            </a:pathLst>
          </a:custGeom>
          <a:solidFill xmlns:a="http://schemas.openxmlformats.org/drawingml/2006/main">
            <a:srgbClr val="FF7F0E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EB3615-AF00-414F-A8D2-5643329EFA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7620" y="1634440"/>
            <a:ext cx="114192" cy="114192"/>
          </a:xfrm>
          <a:custGeom xmlns:a="http://schemas.openxmlformats.org/drawingml/2006/main">
            <a:pathLst>
              <a:path w="114192" h="114192" fill="none">
                <a:moveTo>
                  <a:pt x="0" y="114192"/>
                </a:moveTo>
                <a:lnTo>
                  <a:pt x="114192" y="114192"/>
                </a:lnTo>
                <a:lnTo>
                  <a:pt x="114192" y="0"/>
                </a:lnTo>
                <a:lnTo>
                  <a:pt x="0" y="0"/>
                </a:lnTo>
                <a:lnTo>
                  <a:pt x="0" y="114192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miter/>
          </a:ln>
        </p:spPr>
      </p:sp>
      <p:sp>
        <p:nvSpPr>
          <p:cNvPr id="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0F701F-87E8-49C7-8070-0C165067F9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51152" y="1594618"/>
            <a:ext cx="114192" cy="114192"/>
          </a:xfrm>
          <a:custGeom xmlns:a="http://schemas.openxmlformats.org/drawingml/2006/main">
            <a:pathLst>
              <a:path w="114192" h="114192">
                <a:moveTo>
                  <a:pt x="0" y="114192"/>
                </a:moveTo>
                <a:lnTo>
                  <a:pt x="114192" y="114192"/>
                </a:lnTo>
                <a:lnTo>
                  <a:pt x="114192" y="0"/>
                </a:lnTo>
                <a:lnTo>
                  <a:pt x="0" y="0"/>
                </a:lnTo>
                <a:lnTo>
                  <a:pt x="0" y="114192"/>
                </a:lnTo>
                <a:close/>
              </a:path>
            </a:pathLst>
          </a:custGeom>
          <a:solidFill xmlns:a="http://schemas.openxmlformats.org/drawingml/2006/main">
            <a:srgbClr val="FF7F0E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AE165F-6FFA-4BEB-9F75-B582FA16A6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51152" y="1594618"/>
            <a:ext cx="114192" cy="114192"/>
          </a:xfrm>
          <a:custGeom xmlns:a="http://schemas.openxmlformats.org/drawingml/2006/main">
            <a:pathLst>
              <a:path w="114192" h="114192" fill="none">
                <a:moveTo>
                  <a:pt x="0" y="114192"/>
                </a:moveTo>
                <a:lnTo>
                  <a:pt x="114192" y="114192"/>
                </a:lnTo>
                <a:lnTo>
                  <a:pt x="114192" y="0"/>
                </a:lnTo>
                <a:lnTo>
                  <a:pt x="0" y="0"/>
                </a:lnTo>
                <a:lnTo>
                  <a:pt x="0" y="114192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miter/>
          </a:ln>
        </p:spPr>
      </p:sp>
      <p:sp>
        <p:nvSpPr>
          <p:cNvPr id="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7B938B-D162-4669-865F-BA0963BEC2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7652" y="686800"/>
            <a:ext cx="3160597" cy="1651075"/>
          </a:xfrm>
          <a:custGeom xmlns:a="http://schemas.openxmlformats.org/drawingml/2006/main">
            <a:pathLst>
              <a:path w="3160597" h="1651075" fill="none">
                <a:moveTo>
                  <a:pt x="0" y="1651075"/>
                </a:moveTo>
                <a:lnTo>
                  <a:pt x="1053532" y="915902"/>
                </a:lnTo>
                <a:lnTo>
                  <a:pt x="2107065" y="480925"/>
                </a:lnTo>
                <a:lnTo>
                  <a:pt x="3160597" y="0"/>
                </a:lnTo>
              </a:path>
            </a:pathLst>
          </a:custGeom>
          <a:noFill xmlns:a="http://schemas.openxmlformats.org/drawingml/2006/main"/>
          <a:ln xmlns:a="http://schemas.openxmlformats.org/drawingml/2006/main" w="53018" cap="rnd">
            <a:solidFill>
              <a:srgbClr val="2CA02C"/>
            </a:solidFill>
            <a:round/>
          </a:ln>
        </p:spPr>
      </p:sp>
      <p:sp>
        <p:nvSpPr>
          <p:cNvPr id="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DB9AA7-0636-42B0-A859-916714DD73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66906" y="2257129"/>
            <a:ext cx="161492" cy="161492"/>
          </a:xfrm>
          <a:custGeom xmlns:a="http://schemas.openxmlformats.org/drawingml/2006/main">
            <a:pathLst>
              <a:path w="161492" h="161492">
                <a:moveTo>
                  <a:pt x="80746" y="161492"/>
                </a:moveTo>
                <a:lnTo>
                  <a:pt x="161492" y="80746"/>
                </a:lnTo>
                <a:lnTo>
                  <a:pt x="80746" y="0"/>
                </a:lnTo>
                <a:lnTo>
                  <a:pt x="0" y="80746"/>
                </a:lnTo>
                <a:lnTo>
                  <a:pt x="80746" y="161492"/>
                </a:lnTo>
                <a:close/>
              </a:path>
            </a:pathLst>
          </a:custGeom>
          <a:solidFill xmlns:a="http://schemas.openxmlformats.org/drawingml/2006/main">
            <a:srgbClr val="2CA02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D203B0-4024-4D1A-A267-D02205AE11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66906" y="2257129"/>
            <a:ext cx="161492" cy="161492"/>
          </a:xfrm>
          <a:custGeom xmlns:a="http://schemas.openxmlformats.org/drawingml/2006/main">
            <a:pathLst>
              <a:path w="161492" h="161492" fill="none">
                <a:moveTo>
                  <a:pt x="80746" y="161492"/>
                </a:moveTo>
                <a:lnTo>
                  <a:pt x="161492" y="80746"/>
                </a:lnTo>
                <a:lnTo>
                  <a:pt x="80746" y="0"/>
                </a:lnTo>
                <a:lnTo>
                  <a:pt x="0" y="80746"/>
                </a:lnTo>
                <a:lnTo>
                  <a:pt x="80746" y="161492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miter/>
          </a:ln>
        </p:spPr>
      </p:sp>
      <p:sp>
        <p:nvSpPr>
          <p:cNvPr id="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3093B3-EB7F-40AA-B2AA-45355B9D2C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20438" y="1521957"/>
            <a:ext cx="161492" cy="161492"/>
          </a:xfrm>
          <a:custGeom xmlns:a="http://schemas.openxmlformats.org/drawingml/2006/main">
            <a:pathLst>
              <a:path w="161492" h="161492">
                <a:moveTo>
                  <a:pt x="80746" y="161492"/>
                </a:moveTo>
                <a:lnTo>
                  <a:pt x="161492" y="80746"/>
                </a:lnTo>
                <a:lnTo>
                  <a:pt x="80746" y="0"/>
                </a:lnTo>
                <a:lnTo>
                  <a:pt x="0" y="80746"/>
                </a:lnTo>
                <a:lnTo>
                  <a:pt x="80746" y="161492"/>
                </a:lnTo>
                <a:close/>
              </a:path>
            </a:pathLst>
          </a:custGeom>
          <a:solidFill xmlns:a="http://schemas.openxmlformats.org/drawingml/2006/main">
            <a:srgbClr val="2CA02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3A25C8-6BA9-474D-B097-65BF2EB05B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20438" y="1521957"/>
            <a:ext cx="161492" cy="161492"/>
          </a:xfrm>
          <a:custGeom xmlns:a="http://schemas.openxmlformats.org/drawingml/2006/main">
            <a:pathLst>
              <a:path w="161492" h="161492" fill="none">
                <a:moveTo>
                  <a:pt x="80746" y="161492"/>
                </a:moveTo>
                <a:lnTo>
                  <a:pt x="161492" y="80746"/>
                </a:lnTo>
                <a:lnTo>
                  <a:pt x="80746" y="0"/>
                </a:lnTo>
                <a:lnTo>
                  <a:pt x="0" y="80746"/>
                </a:lnTo>
                <a:lnTo>
                  <a:pt x="80746" y="161492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miter/>
          </a:ln>
        </p:spPr>
      </p:sp>
      <p:sp>
        <p:nvSpPr>
          <p:cNvPr id="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94B3C1-7461-41AB-8AB7-237E63A286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73970" y="1086980"/>
            <a:ext cx="161492" cy="161492"/>
          </a:xfrm>
          <a:custGeom xmlns:a="http://schemas.openxmlformats.org/drawingml/2006/main">
            <a:pathLst>
              <a:path w="161492" h="161492">
                <a:moveTo>
                  <a:pt x="80746" y="161492"/>
                </a:moveTo>
                <a:lnTo>
                  <a:pt x="161492" y="80746"/>
                </a:lnTo>
                <a:lnTo>
                  <a:pt x="80746" y="0"/>
                </a:lnTo>
                <a:lnTo>
                  <a:pt x="0" y="80746"/>
                </a:lnTo>
                <a:lnTo>
                  <a:pt x="80746" y="161492"/>
                </a:lnTo>
                <a:close/>
              </a:path>
            </a:pathLst>
          </a:custGeom>
          <a:solidFill xmlns:a="http://schemas.openxmlformats.org/drawingml/2006/main">
            <a:srgbClr val="2CA02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9826A9-9C02-4B80-8E22-4C58445366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73970" y="1086980"/>
            <a:ext cx="161492" cy="161492"/>
          </a:xfrm>
          <a:custGeom xmlns:a="http://schemas.openxmlformats.org/drawingml/2006/main">
            <a:pathLst>
              <a:path w="161492" h="161492" fill="none">
                <a:moveTo>
                  <a:pt x="80746" y="161492"/>
                </a:moveTo>
                <a:lnTo>
                  <a:pt x="161492" y="80746"/>
                </a:lnTo>
                <a:lnTo>
                  <a:pt x="80746" y="0"/>
                </a:lnTo>
                <a:lnTo>
                  <a:pt x="0" y="80746"/>
                </a:lnTo>
                <a:lnTo>
                  <a:pt x="80746" y="161492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miter/>
          </a:ln>
        </p:spPr>
      </p:sp>
      <p:sp>
        <p:nvSpPr>
          <p:cNvPr id="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570793-E4E1-4EDA-829B-0B1CEF7C84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27503" y="606054"/>
            <a:ext cx="161492" cy="161492"/>
          </a:xfrm>
          <a:custGeom xmlns:a="http://schemas.openxmlformats.org/drawingml/2006/main">
            <a:pathLst>
              <a:path w="161492" h="161492">
                <a:moveTo>
                  <a:pt x="80746" y="161492"/>
                </a:moveTo>
                <a:lnTo>
                  <a:pt x="161492" y="80746"/>
                </a:lnTo>
                <a:lnTo>
                  <a:pt x="80746" y="0"/>
                </a:lnTo>
                <a:lnTo>
                  <a:pt x="0" y="80746"/>
                </a:lnTo>
                <a:lnTo>
                  <a:pt x="80746" y="161492"/>
                </a:lnTo>
                <a:close/>
              </a:path>
            </a:pathLst>
          </a:custGeom>
          <a:solidFill xmlns:a="http://schemas.openxmlformats.org/drawingml/2006/main">
            <a:srgbClr val="2CA02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4F0333-AFB9-4CEE-ABD0-0466EE0238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27503" y="606054"/>
            <a:ext cx="161492" cy="161492"/>
          </a:xfrm>
          <a:custGeom xmlns:a="http://schemas.openxmlformats.org/drawingml/2006/main">
            <a:pathLst>
              <a:path w="161492" h="161492" fill="none">
                <a:moveTo>
                  <a:pt x="80746" y="161492"/>
                </a:moveTo>
                <a:lnTo>
                  <a:pt x="161492" y="80746"/>
                </a:lnTo>
                <a:lnTo>
                  <a:pt x="80746" y="0"/>
                </a:lnTo>
                <a:lnTo>
                  <a:pt x="0" y="80746"/>
                </a:lnTo>
                <a:lnTo>
                  <a:pt x="80746" y="161492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miter/>
          </a:ln>
        </p:spPr>
      </p:sp>
      <p:sp>
        <p:nvSpPr>
          <p:cNvPr id="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575282-12EF-485C-848F-CEA2D22797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7652" y="316151"/>
            <a:ext cx="3160597" cy="1032305"/>
          </a:xfrm>
          <a:custGeom xmlns:a="http://schemas.openxmlformats.org/drawingml/2006/main">
            <a:pathLst>
              <a:path w="3160597" h="1032305" fill="none">
                <a:moveTo>
                  <a:pt x="0" y="1032305"/>
                </a:moveTo>
                <a:lnTo>
                  <a:pt x="1053532" y="385965"/>
                </a:lnTo>
                <a:lnTo>
                  <a:pt x="2107065" y="830132"/>
                </a:lnTo>
                <a:lnTo>
                  <a:pt x="3160597" y="0"/>
                </a:lnTo>
              </a:path>
            </a:pathLst>
          </a:custGeom>
          <a:noFill xmlns:a="http://schemas.openxmlformats.org/drawingml/2006/main"/>
          <a:ln xmlns:a="http://schemas.openxmlformats.org/drawingml/2006/main" w="53018" cap="rnd">
            <a:solidFill>
              <a:srgbClr val="D62728"/>
            </a:solidFill>
            <a:round/>
          </a:ln>
        </p:spPr>
      </p:sp>
      <p:sp>
        <p:nvSpPr>
          <p:cNvPr id="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7252CA-F365-4840-88BC-82816493B6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0555" y="1291359"/>
            <a:ext cx="114192" cy="114192"/>
          </a:xfrm>
          <a:custGeom xmlns:a="http://schemas.openxmlformats.org/drawingml/2006/main">
            <a:pathLst>
              <a:path w="114192" h="114192">
                <a:moveTo>
                  <a:pt x="57096" y="0"/>
                </a:moveTo>
                <a:lnTo>
                  <a:pt x="0" y="114192"/>
                </a:lnTo>
                <a:lnTo>
                  <a:pt x="114192" y="114192"/>
                </a:lnTo>
                <a:lnTo>
                  <a:pt x="57096" y="0"/>
                </a:lnTo>
                <a:close/>
              </a:path>
            </a:pathLst>
          </a:custGeom>
          <a:solidFill xmlns:a="http://schemas.openxmlformats.org/drawingml/2006/main">
            <a:srgbClr val="D62728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83C1B1-454E-4603-AA98-467330DE5E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0555" y="1291359"/>
            <a:ext cx="114192" cy="114192"/>
          </a:xfrm>
          <a:custGeom xmlns:a="http://schemas.openxmlformats.org/drawingml/2006/main">
            <a:pathLst>
              <a:path w="114192" h="114192" fill="none">
                <a:moveTo>
                  <a:pt x="57096" y="0"/>
                </a:moveTo>
                <a:lnTo>
                  <a:pt x="0" y="114192"/>
                </a:lnTo>
                <a:lnTo>
                  <a:pt x="114192" y="114192"/>
                </a:lnTo>
                <a:lnTo>
                  <a:pt x="5709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miter/>
          </a:ln>
        </p:spPr>
      </p:sp>
      <p:sp>
        <p:nvSpPr>
          <p:cNvPr id="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B1351A-82C6-4D8A-A615-971BC33C6F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44088" y="645020"/>
            <a:ext cx="114192" cy="114192"/>
          </a:xfrm>
          <a:custGeom xmlns:a="http://schemas.openxmlformats.org/drawingml/2006/main">
            <a:pathLst>
              <a:path w="114192" h="114192">
                <a:moveTo>
                  <a:pt x="57096" y="0"/>
                </a:moveTo>
                <a:lnTo>
                  <a:pt x="0" y="114192"/>
                </a:lnTo>
                <a:lnTo>
                  <a:pt x="114192" y="114192"/>
                </a:lnTo>
                <a:lnTo>
                  <a:pt x="57096" y="0"/>
                </a:lnTo>
                <a:close/>
              </a:path>
            </a:pathLst>
          </a:custGeom>
          <a:solidFill xmlns:a="http://schemas.openxmlformats.org/drawingml/2006/main">
            <a:srgbClr val="D62728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FDBD91-42B9-4D20-81FE-13A6977E5A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44088" y="645020"/>
            <a:ext cx="114192" cy="114192"/>
          </a:xfrm>
          <a:custGeom xmlns:a="http://schemas.openxmlformats.org/drawingml/2006/main">
            <a:pathLst>
              <a:path w="114192" h="114192" fill="none">
                <a:moveTo>
                  <a:pt x="57096" y="0"/>
                </a:moveTo>
                <a:lnTo>
                  <a:pt x="0" y="114192"/>
                </a:lnTo>
                <a:lnTo>
                  <a:pt x="114192" y="114192"/>
                </a:lnTo>
                <a:lnTo>
                  <a:pt x="5709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miter/>
          </a:ln>
        </p:spPr>
      </p:sp>
      <p:sp>
        <p:nvSpPr>
          <p:cNvPr id="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32F94C-E25E-4EA5-82DE-0E42F9C8F7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7620" y="1089187"/>
            <a:ext cx="114192" cy="114192"/>
          </a:xfrm>
          <a:custGeom xmlns:a="http://schemas.openxmlformats.org/drawingml/2006/main">
            <a:pathLst>
              <a:path w="114192" h="114192">
                <a:moveTo>
                  <a:pt x="57096" y="0"/>
                </a:moveTo>
                <a:lnTo>
                  <a:pt x="0" y="114192"/>
                </a:lnTo>
                <a:lnTo>
                  <a:pt x="114192" y="114192"/>
                </a:lnTo>
                <a:lnTo>
                  <a:pt x="57096" y="0"/>
                </a:lnTo>
                <a:close/>
              </a:path>
            </a:pathLst>
          </a:custGeom>
          <a:solidFill xmlns:a="http://schemas.openxmlformats.org/drawingml/2006/main">
            <a:srgbClr val="D62728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E2B9E8-CC05-4435-ADCA-626AB6743F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7620" y="1089187"/>
            <a:ext cx="114192" cy="114192"/>
          </a:xfrm>
          <a:custGeom xmlns:a="http://schemas.openxmlformats.org/drawingml/2006/main">
            <a:pathLst>
              <a:path w="114192" h="114192" fill="none">
                <a:moveTo>
                  <a:pt x="57096" y="0"/>
                </a:moveTo>
                <a:lnTo>
                  <a:pt x="0" y="114192"/>
                </a:lnTo>
                <a:lnTo>
                  <a:pt x="114192" y="114192"/>
                </a:lnTo>
                <a:lnTo>
                  <a:pt x="5709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miter/>
          </a:ln>
        </p:spPr>
      </p:sp>
      <p:sp>
        <p:nvSpPr>
          <p:cNvPr id="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856E36-1B5A-4FAF-804C-E0A6142050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51152" y="259055"/>
            <a:ext cx="114192" cy="114192"/>
          </a:xfrm>
          <a:custGeom xmlns:a="http://schemas.openxmlformats.org/drawingml/2006/main">
            <a:pathLst>
              <a:path w="114192" h="114192">
                <a:moveTo>
                  <a:pt x="57096" y="0"/>
                </a:moveTo>
                <a:lnTo>
                  <a:pt x="0" y="114192"/>
                </a:lnTo>
                <a:lnTo>
                  <a:pt x="114192" y="114192"/>
                </a:lnTo>
                <a:lnTo>
                  <a:pt x="57096" y="0"/>
                </a:lnTo>
                <a:close/>
              </a:path>
            </a:pathLst>
          </a:custGeom>
          <a:solidFill xmlns:a="http://schemas.openxmlformats.org/drawingml/2006/main">
            <a:srgbClr val="D62728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ABF6AE-D057-40F0-AB13-02A220C0AF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51152" y="259055"/>
            <a:ext cx="114192" cy="114192"/>
          </a:xfrm>
          <a:custGeom xmlns:a="http://schemas.openxmlformats.org/drawingml/2006/main">
            <a:pathLst>
              <a:path w="114192" h="114192" fill="none">
                <a:moveTo>
                  <a:pt x="57096" y="0"/>
                </a:moveTo>
                <a:lnTo>
                  <a:pt x="0" y="114192"/>
                </a:lnTo>
                <a:lnTo>
                  <a:pt x="114192" y="114192"/>
                </a:lnTo>
                <a:lnTo>
                  <a:pt x="5709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miter/>
          </a:ln>
        </p:spPr>
      </p:sp>
      <p:sp>
        <p:nvSpPr>
          <p:cNvPr id="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B92E75-CEEE-4D00-8E25-E8E7438A42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7652" y="1222863"/>
            <a:ext cx="3160597" cy="937345"/>
          </a:xfrm>
          <a:custGeom xmlns:a="http://schemas.openxmlformats.org/drawingml/2006/main">
            <a:pathLst>
              <a:path w="3160597" h="937345" fill="none">
                <a:moveTo>
                  <a:pt x="0" y="937345"/>
                </a:moveTo>
                <a:lnTo>
                  <a:pt x="1053532" y="398219"/>
                </a:lnTo>
                <a:lnTo>
                  <a:pt x="2107065" y="511558"/>
                </a:lnTo>
                <a:lnTo>
                  <a:pt x="3160597" y="0"/>
                </a:lnTo>
              </a:path>
            </a:pathLst>
          </a:custGeom>
          <a:noFill xmlns:a="http://schemas.openxmlformats.org/drawingml/2006/main"/>
          <a:ln xmlns:a="http://schemas.openxmlformats.org/drawingml/2006/main" w="53018" cap="rnd">
            <a:solidFill>
              <a:srgbClr val="9467BD"/>
            </a:solidFill>
            <a:round/>
          </a:ln>
        </p:spPr>
      </p:sp>
      <p:sp>
        <p:nvSpPr>
          <p:cNvPr id="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029F98-016B-49C2-B9F5-4713B0DD68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0555" y="2103112"/>
            <a:ext cx="114192" cy="114192"/>
          </a:xfrm>
          <a:custGeom xmlns:a="http://schemas.openxmlformats.org/drawingml/2006/main">
            <a:pathLst>
              <a:path w="114192" h="114192">
                <a:moveTo>
                  <a:pt x="57096" y="114192"/>
                </a:moveTo>
                <a:lnTo>
                  <a:pt x="114192" y="0"/>
                </a:lnTo>
                <a:lnTo>
                  <a:pt x="0" y="0"/>
                </a:lnTo>
                <a:lnTo>
                  <a:pt x="57096" y="114192"/>
                </a:lnTo>
                <a:close/>
              </a:path>
            </a:pathLst>
          </a:custGeom>
          <a:solidFill xmlns:a="http://schemas.openxmlformats.org/drawingml/2006/main">
            <a:srgbClr val="9467BD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1A6889-16D5-4205-80CA-7405D59E3F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0555" y="2103112"/>
            <a:ext cx="114192" cy="114192"/>
          </a:xfrm>
          <a:custGeom xmlns:a="http://schemas.openxmlformats.org/drawingml/2006/main">
            <a:pathLst>
              <a:path w="114192" h="114192" fill="none">
                <a:moveTo>
                  <a:pt x="57096" y="114192"/>
                </a:moveTo>
                <a:lnTo>
                  <a:pt x="114192" y="0"/>
                </a:lnTo>
                <a:lnTo>
                  <a:pt x="0" y="0"/>
                </a:lnTo>
                <a:lnTo>
                  <a:pt x="57096" y="114192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miter/>
          </a:ln>
        </p:spPr>
      </p:sp>
      <p:sp>
        <p:nvSpPr>
          <p:cNvPr id="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8D475D-C737-481E-9FD9-10CBD89616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44088" y="1563986"/>
            <a:ext cx="114192" cy="114192"/>
          </a:xfrm>
          <a:custGeom xmlns:a="http://schemas.openxmlformats.org/drawingml/2006/main">
            <a:pathLst>
              <a:path w="114192" h="114192">
                <a:moveTo>
                  <a:pt x="57096" y="114192"/>
                </a:moveTo>
                <a:lnTo>
                  <a:pt x="114192" y="0"/>
                </a:lnTo>
                <a:lnTo>
                  <a:pt x="0" y="0"/>
                </a:lnTo>
                <a:lnTo>
                  <a:pt x="57096" y="114192"/>
                </a:lnTo>
                <a:close/>
              </a:path>
            </a:pathLst>
          </a:custGeom>
          <a:solidFill xmlns:a="http://schemas.openxmlformats.org/drawingml/2006/main">
            <a:srgbClr val="9467BD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64003A-B5A8-49DE-B33E-4B906D2BEC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44088" y="1563986"/>
            <a:ext cx="114192" cy="114192"/>
          </a:xfrm>
          <a:custGeom xmlns:a="http://schemas.openxmlformats.org/drawingml/2006/main">
            <a:pathLst>
              <a:path w="114192" h="114192" fill="none">
                <a:moveTo>
                  <a:pt x="57096" y="114192"/>
                </a:moveTo>
                <a:lnTo>
                  <a:pt x="114192" y="0"/>
                </a:lnTo>
                <a:lnTo>
                  <a:pt x="0" y="0"/>
                </a:lnTo>
                <a:lnTo>
                  <a:pt x="57096" y="114192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miter/>
          </a:ln>
        </p:spPr>
      </p:sp>
      <p:sp>
        <p:nvSpPr>
          <p:cNvPr id="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9971DA-A5A4-4D34-AC95-205C7B1CBA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7620" y="1677325"/>
            <a:ext cx="114192" cy="114192"/>
          </a:xfrm>
          <a:custGeom xmlns:a="http://schemas.openxmlformats.org/drawingml/2006/main">
            <a:pathLst>
              <a:path w="114192" h="114192">
                <a:moveTo>
                  <a:pt x="57096" y="114192"/>
                </a:moveTo>
                <a:lnTo>
                  <a:pt x="114192" y="0"/>
                </a:lnTo>
                <a:lnTo>
                  <a:pt x="0" y="0"/>
                </a:lnTo>
                <a:lnTo>
                  <a:pt x="57096" y="114192"/>
                </a:lnTo>
                <a:close/>
              </a:path>
            </a:pathLst>
          </a:custGeom>
          <a:solidFill xmlns:a="http://schemas.openxmlformats.org/drawingml/2006/main">
            <a:srgbClr val="9467BD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F8C3CA-A9F8-4136-A0C1-D96A001444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7620" y="1677325"/>
            <a:ext cx="114192" cy="114192"/>
          </a:xfrm>
          <a:custGeom xmlns:a="http://schemas.openxmlformats.org/drawingml/2006/main">
            <a:pathLst>
              <a:path w="114192" h="114192" fill="none">
                <a:moveTo>
                  <a:pt x="57096" y="114192"/>
                </a:moveTo>
                <a:lnTo>
                  <a:pt x="114192" y="0"/>
                </a:lnTo>
                <a:lnTo>
                  <a:pt x="0" y="0"/>
                </a:lnTo>
                <a:lnTo>
                  <a:pt x="57096" y="114192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miter/>
          </a:ln>
        </p:spPr>
      </p:sp>
      <p:sp>
        <p:nvSpPr>
          <p:cNvPr id="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CE4629-AC02-4225-988D-4E97F27155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51152" y="1165768"/>
            <a:ext cx="114192" cy="114192"/>
          </a:xfrm>
          <a:custGeom xmlns:a="http://schemas.openxmlformats.org/drawingml/2006/main">
            <a:pathLst>
              <a:path w="114192" h="114192">
                <a:moveTo>
                  <a:pt x="57096" y="114192"/>
                </a:moveTo>
                <a:lnTo>
                  <a:pt x="114192" y="0"/>
                </a:lnTo>
                <a:lnTo>
                  <a:pt x="0" y="0"/>
                </a:lnTo>
                <a:lnTo>
                  <a:pt x="57096" y="114192"/>
                </a:lnTo>
                <a:close/>
              </a:path>
            </a:pathLst>
          </a:custGeom>
          <a:solidFill xmlns:a="http://schemas.openxmlformats.org/drawingml/2006/main">
            <a:srgbClr val="9467BD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632F7E-4E4A-4CF1-849F-1DE299F359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51152" y="1165768"/>
            <a:ext cx="114192" cy="114192"/>
          </a:xfrm>
          <a:custGeom xmlns:a="http://schemas.openxmlformats.org/drawingml/2006/main">
            <a:pathLst>
              <a:path w="114192" h="114192" fill="none">
                <a:moveTo>
                  <a:pt x="57096" y="114192"/>
                </a:moveTo>
                <a:lnTo>
                  <a:pt x="114192" y="0"/>
                </a:lnTo>
                <a:lnTo>
                  <a:pt x="0" y="0"/>
                </a:lnTo>
                <a:lnTo>
                  <a:pt x="57096" y="114192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miter/>
          </a:ln>
        </p:spPr>
      </p:sp>
      <p:sp>
        <p:nvSpPr>
          <p:cNvPr id="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E034BF-B2CE-435E-A0B3-1A5AB74453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7652" y="1029880"/>
            <a:ext cx="3160597" cy="1562241"/>
          </a:xfrm>
          <a:custGeom xmlns:a="http://schemas.openxmlformats.org/drawingml/2006/main">
            <a:pathLst>
              <a:path w="3160597" h="1562241" fill="none">
                <a:moveTo>
                  <a:pt x="0" y="1562241"/>
                </a:moveTo>
                <a:lnTo>
                  <a:pt x="1053532" y="569759"/>
                </a:lnTo>
                <a:lnTo>
                  <a:pt x="2107065" y="140908"/>
                </a:lnTo>
                <a:lnTo>
                  <a:pt x="3160597" y="0"/>
                </a:lnTo>
              </a:path>
            </a:pathLst>
          </a:custGeom>
          <a:noFill xmlns:a="http://schemas.openxmlformats.org/drawingml/2006/main"/>
          <a:ln xmlns:a="http://schemas.openxmlformats.org/drawingml/2006/main" w="53018" cap="rnd">
            <a:solidFill>
              <a:srgbClr val="8C564B"/>
            </a:solidFill>
            <a:round/>
          </a:ln>
        </p:spPr>
      </p:sp>
      <p:sp>
        <p:nvSpPr>
          <p:cNvPr id="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F11FC1-AD5B-48DF-9512-1A5B00DA93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0555" y="2535026"/>
            <a:ext cx="114192" cy="114192"/>
          </a:xfrm>
          <a:custGeom xmlns:a="http://schemas.openxmlformats.org/drawingml/2006/main">
            <a:pathLst>
              <a:path w="114192" h="114192">
                <a:moveTo>
                  <a:pt x="38064" y="114192"/>
                </a:moveTo>
                <a:lnTo>
                  <a:pt x="76128" y="114192"/>
                </a:lnTo>
                <a:lnTo>
                  <a:pt x="76128" y="76128"/>
                </a:lnTo>
                <a:lnTo>
                  <a:pt x="114192" y="76128"/>
                </a:lnTo>
                <a:lnTo>
                  <a:pt x="114192" y="38064"/>
                </a:lnTo>
                <a:lnTo>
                  <a:pt x="76128" y="38064"/>
                </a:lnTo>
                <a:lnTo>
                  <a:pt x="76128" y="0"/>
                </a:lnTo>
                <a:lnTo>
                  <a:pt x="38064" y="0"/>
                </a:lnTo>
                <a:lnTo>
                  <a:pt x="38064" y="38064"/>
                </a:lnTo>
                <a:lnTo>
                  <a:pt x="0" y="38064"/>
                </a:lnTo>
                <a:lnTo>
                  <a:pt x="0" y="76128"/>
                </a:lnTo>
                <a:lnTo>
                  <a:pt x="38064" y="76128"/>
                </a:lnTo>
                <a:lnTo>
                  <a:pt x="38064" y="114192"/>
                </a:lnTo>
                <a:close/>
              </a:path>
            </a:pathLst>
          </a:custGeom>
          <a:solidFill xmlns:a="http://schemas.openxmlformats.org/drawingml/2006/main">
            <a:srgbClr val="8C564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4A737E-86B0-4D25-B553-3DA89AF381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90555" y="2535026"/>
            <a:ext cx="114192" cy="114192"/>
          </a:xfrm>
          <a:custGeom xmlns:a="http://schemas.openxmlformats.org/drawingml/2006/main">
            <a:pathLst>
              <a:path w="114192" h="114192" fill="none">
                <a:moveTo>
                  <a:pt x="38064" y="114192"/>
                </a:moveTo>
                <a:lnTo>
                  <a:pt x="76128" y="114192"/>
                </a:lnTo>
                <a:lnTo>
                  <a:pt x="76128" y="76128"/>
                </a:lnTo>
                <a:lnTo>
                  <a:pt x="114192" y="76128"/>
                </a:lnTo>
                <a:lnTo>
                  <a:pt x="114192" y="38064"/>
                </a:lnTo>
                <a:lnTo>
                  <a:pt x="76128" y="38064"/>
                </a:lnTo>
                <a:lnTo>
                  <a:pt x="76128" y="0"/>
                </a:lnTo>
                <a:lnTo>
                  <a:pt x="38064" y="0"/>
                </a:lnTo>
                <a:lnTo>
                  <a:pt x="38064" y="38064"/>
                </a:lnTo>
                <a:lnTo>
                  <a:pt x="0" y="38064"/>
                </a:lnTo>
                <a:lnTo>
                  <a:pt x="0" y="76128"/>
                </a:lnTo>
                <a:lnTo>
                  <a:pt x="38064" y="76128"/>
                </a:lnTo>
                <a:lnTo>
                  <a:pt x="38064" y="114192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miter/>
          </a:ln>
        </p:spPr>
      </p:sp>
      <p:sp>
        <p:nvSpPr>
          <p:cNvPr id="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42E15D-AEAA-411A-80A9-F142880DC9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44088" y="1542543"/>
            <a:ext cx="114192" cy="114192"/>
          </a:xfrm>
          <a:custGeom xmlns:a="http://schemas.openxmlformats.org/drawingml/2006/main">
            <a:pathLst>
              <a:path w="114192" h="114192">
                <a:moveTo>
                  <a:pt x="38064" y="114192"/>
                </a:moveTo>
                <a:lnTo>
                  <a:pt x="76128" y="114192"/>
                </a:lnTo>
                <a:lnTo>
                  <a:pt x="76128" y="76128"/>
                </a:lnTo>
                <a:lnTo>
                  <a:pt x="114192" y="76128"/>
                </a:lnTo>
                <a:lnTo>
                  <a:pt x="114192" y="38064"/>
                </a:lnTo>
                <a:lnTo>
                  <a:pt x="76128" y="38064"/>
                </a:lnTo>
                <a:lnTo>
                  <a:pt x="76128" y="0"/>
                </a:lnTo>
                <a:lnTo>
                  <a:pt x="38064" y="0"/>
                </a:lnTo>
                <a:lnTo>
                  <a:pt x="38064" y="38064"/>
                </a:lnTo>
                <a:lnTo>
                  <a:pt x="0" y="38064"/>
                </a:lnTo>
                <a:lnTo>
                  <a:pt x="0" y="76128"/>
                </a:lnTo>
                <a:lnTo>
                  <a:pt x="38064" y="76128"/>
                </a:lnTo>
                <a:lnTo>
                  <a:pt x="38064" y="114192"/>
                </a:lnTo>
                <a:close/>
              </a:path>
            </a:pathLst>
          </a:custGeom>
          <a:solidFill xmlns:a="http://schemas.openxmlformats.org/drawingml/2006/main">
            <a:srgbClr val="8C564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9E9F01-FD89-4A83-A237-8D080B88B2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44088" y="1542543"/>
            <a:ext cx="114192" cy="114192"/>
          </a:xfrm>
          <a:custGeom xmlns:a="http://schemas.openxmlformats.org/drawingml/2006/main">
            <a:pathLst>
              <a:path w="114192" h="114192" fill="none">
                <a:moveTo>
                  <a:pt x="38064" y="114192"/>
                </a:moveTo>
                <a:lnTo>
                  <a:pt x="76128" y="114192"/>
                </a:lnTo>
                <a:lnTo>
                  <a:pt x="76128" y="76128"/>
                </a:lnTo>
                <a:lnTo>
                  <a:pt x="114192" y="76128"/>
                </a:lnTo>
                <a:lnTo>
                  <a:pt x="114192" y="38064"/>
                </a:lnTo>
                <a:lnTo>
                  <a:pt x="76128" y="38064"/>
                </a:lnTo>
                <a:lnTo>
                  <a:pt x="76128" y="0"/>
                </a:lnTo>
                <a:lnTo>
                  <a:pt x="38064" y="0"/>
                </a:lnTo>
                <a:lnTo>
                  <a:pt x="38064" y="38064"/>
                </a:lnTo>
                <a:lnTo>
                  <a:pt x="0" y="38064"/>
                </a:lnTo>
                <a:lnTo>
                  <a:pt x="0" y="76128"/>
                </a:lnTo>
                <a:lnTo>
                  <a:pt x="38064" y="76128"/>
                </a:lnTo>
                <a:lnTo>
                  <a:pt x="38064" y="114192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miter/>
          </a:ln>
        </p:spPr>
      </p:sp>
      <p:sp>
        <p:nvSpPr>
          <p:cNvPr id="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282A56-6CF5-4865-9B89-34EDEAF039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7620" y="1113693"/>
            <a:ext cx="114192" cy="114192"/>
          </a:xfrm>
          <a:custGeom xmlns:a="http://schemas.openxmlformats.org/drawingml/2006/main">
            <a:pathLst>
              <a:path w="114192" h="114192">
                <a:moveTo>
                  <a:pt x="38064" y="114192"/>
                </a:moveTo>
                <a:lnTo>
                  <a:pt x="76128" y="114192"/>
                </a:lnTo>
                <a:lnTo>
                  <a:pt x="76128" y="76128"/>
                </a:lnTo>
                <a:lnTo>
                  <a:pt x="114192" y="76128"/>
                </a:lnTo>
                <a:lnTo>
                  <a:pt x="114192" y="38064"/>
                </a:lnTo>
                <a:lnTo>
                  <a:pt x="76128" y="38064"/>
                </a:lnTo>
                <a:lnTo>
                  <a:pt x="76128" y="0"/>
                </a:lnTo>
                <a:lnTo>
                  <a:pt x="38064" y="0"/>
                </a:lnTo>
                <a:lnTo>
                  <a:pt x="38064" y="38064"/>
                </a:lnTo>
                <a:lnTo>
                  <a:pt x="0" y="38064"/>
                </a:lnTo>
                <a:lnTo>
                  <a:pt x="0" y="76128"/>
                </a:lnTo>
                <a:lnTo>
                  <a:pt x="38064" y="76128"/>
                </a:lnTo>
                <a:lnTo>
                  <a:pt x="38064" y="114192"/>
                </a:lnTo>
                <a:close/>
              </a:path>
            </a:pathLst>
          </a:custGeom>
          <a:solidFill xmlns:a="http://schemas.openxmlformats.org/drawingml/2006/main">
            <a:srgbClr val="8C564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96E22E-3FAD-451F-8C47-C204173954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7620" y="1113693"/>
            <a:ext cx="114192" cy="114192"/>
          </a:xfrm>
          <a:custGeom xmlns:a="http://schemas.openxmlformats.org/drawingml/2006/main">
            <a:pathLst>
              <a:path w="114192" h="114192" fill="none">
                <a:moveTo>
                  <a:pt x="38064" y="114192"/>
                </a:moveTo>
                <a:lnTo>
                  <a:pt x="76128" y="114192"/>
                </a:lnTo>
                <a:lnTo>
                  <a:pt x="76128" y="76128"/>
                </a:lnTo>
                <a:lnTo>
                  <a:pt x="114192" y="76128"/>
                </a:lnTo>
                <a:lnTo>
                  <a:pt x="114192" y="38064"/>
                </a:lnTo>
                <a:lnTo>
                  <a:pt x="76128" y="38064"/>
                </a:lnTo>
                <a:lnTo>
                  <a:pt x="76128" y="0"/>
                </a:lnTo>
                <a:lnTo>
                  <a:pt x="38064" y="0"/>
                </a:lnTo>
                <a:lnTo>
                  <a:pt x="38064" y="38064"/>
                </a:lnTo>
                <a:lnTo>
                  <a:pt x="0" y="38064"/>
                </a:lnTo>
                <a:lnTo>
                  <a:pt x="0" y="76128"/>
                </a:lnTo>
                <a:lnTo>
                  <a:pt x="38064" y="76128"/>
                </a:lnTo>
                <a:lnTo>
                  <a:pt x="38064" y="114192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miter/>
          </a:ln>
        </p:spPr>
      </p:sp>
      <p:sp>
        <p:nvSpPr>
          <p:cNvPr id="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5ECFC3-16FB-4234-8E7F-4206161EAC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51152" y="972785"/>
            <a:ext cx="114192" cy="114192"/>
          </a:xfrm>
          <a:custGeom xmlns:a="http://schemas.openxmlformats.org/drawingml/2006/main">
            <a:pathLst>
              <a:path w="114192" h="114192">
                <a:moveTo>
                  <a:pt x="38064" y="114192"/>
                </a:moveTo>
                <a:lnTo>
                  <a:pt x="76128" y="114192"/>
                </a:lnTo>
                <a:lnTo>
                  <a:pt x="76128" y="76128"/>
                </a:lnTo>
                <a:lnTo>
                  <a:pt x="114192" y="76128"/>
                </a:lnTo>
                <a:lnTo>
                  <a:pt x="114192" y="38064"/>
                </a:lnTo>
                <a:lnTo>
                  <a:pt x="76128" y="38064"/>
                </a:lnTo>
                <a:lnTo>
                  <a:pt x="76128" y="0"/>
                </a:lnTo>
                <a:lnTo>
                  <a:pt x="38064" y="0"/>
                </a:lnTo>
                <a:lnTo>
                  <a:pt x="38064" y="38064"/>
                </a:lnTo>
                <a:lnTo>
                  <a:pt x="0" y="38064"/>
                </a:lnTo>
                <a:lnTo>
                  <a:pt x="0" y="76128"/>
                </a:lnTo>
                <a:lnTo>
                  <a:pt x="38064" y="76128"/>
                </a:lnTo>
                <a:lnTo>
                  <a:pt x="38064" y="114192"/>
                </a:lnTo>
                <a:close/>
              </a:path>
            </a:pathLst>
          </a:custGeom>
          <a:solidFill xmlns:a="http://schemas.openxmlformats.org/drawingml/2006/main">
            <a:srgbClr val="8C564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44C1E5-FDD8-4F48-9481-29FA6056A1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51152" y="972785"/>
            <a:ext cx="114192" cy="114192"/>
          </a:xfrm>
          <a:custGeom xmlns:a="http://schemas.openxmlformats.org/drawingml/2006/main">
            <a:pathLst>
              <a:path w="114192" h="114192" fill="none">
                <a:moveTo>
                  <a:pt x="38064" y="114192"/>
                </a:moveTo>
                <a:lnTo>
                  <a:pt x="76128" y="114192"/>
                </a:lnTo>
                <a:lnTo>
                  <a:pt x="76128" y="76128"/>
                </a:lnTo>
                <a:lnTo>
                  <a:pt x="114192" y="76128"/>
                </a:lnTo>
                <a:lnTo>
                  <a:pt x="114192" y="38064"/>
                </a:lnTo>
                <a:lnTo>
                  <a:pt x="76128" y="38064"/>
                </a:lnTo>
                <a:lnTo>
                  <a:pt x="76128" y="0"/>
                </a:lnTo>
                <a:lnTo>
                  <a:pt x="38064" y="0"/>
                </a:lnTo>
                <a:lnTo>
                  <a:pt x="38064" y="38064"/>
                </a:lnTo>
                <a:lnTo>
                  <a:pt x="0" y="38064"/>
                </a:lnTo>
                <a:lnTo>
                  <a:pt x="0" y="76128"/>
                </a:lnTo>
                <a:lnTo>
                  <a:pt x="38064" y="76128"/>
                </a:lnTo>
                <a:lnTo>
                  <a:pt x="38064" y="114192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miter/>
          </a:ln>
        </p:spPr>
      </p:sp>
      <p:sp>
        <p:nvSpPr>
          <p:cNvPr id="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A6572F-847D-4CC1-A039-34A6F5F454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89622" y="161152"/>
            <a:ext cx="10" cy="2495911"/>
          </a:xfrm>
          <a:custGeom xmlns:a="http://schemas.openxmlformats.org/drawingml/2006/main">
            <a:pathLst>
              <a:path w="1" h="2495911" fill="none">
                <a:moveTo>
                  <a:pt x="0" y="2495911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0196" cap="sq">
            <a:solidFill>
              <a:srgbClr val="CCCCCC"/>
            </a:solidFill>
            <a:miter/>
          </a:ln>
        </p:spPr>
      </p:sp>
      <p:sp>
        <p:nvSpPr>
          <p:cNvPr id="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69D280-7226-421C-B54F-E8CD829366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66278" y="161152"/>
            <a:ext cx="10" cy="2495911"/>
          </a:xfrm>
          <a:custGeom xmlns:a="http://schemas.openxmlformats.org/drawingml/2006/main">
            <a:pathLst>
              <a:path w="1" h="2495911" fill="none">
                <a:moveTo>
                  <a:pt x="0" y="2495911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0196" cap="sq">
            <a:solidFill>
              <a:srgbClr val="CCCCCC"/>
            </a:solidFill>
            <a:miter/>
          </a:ln>
        </p:spPr>
      </p:sp>
      <p:sp>
        <p:nvSpPr>
          <p:cNvPr id="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CC1C7F-ED64-40D2-A650-B88E906652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89622" y="2657062"/>
            <a:ext cx="3476657" cy="10"/>
          </a:xfrm>
          <a:custGeom xmlns:a="http://schemas.openxmlformats.org/drawingml/2006/main">
            <a:pathLst>
              <a:path w="3476657" h="1" fill="none">
                <a:moveTo>
                  <a:pt x="0" y="0"/>
                </a:moveTo>
                <a:lnTo>
                  <a:pt x="3476657" y="0"/>
                </a:lnTo>
              </a:path>
            </a:pathLst>
          </a:custGeom>
          <a:noFill xmlns:a="http://schemas.openxmlformats.org/drawingml/2006/main"/>
          <a:ln xmlns:a="http://schemas.openxmlformats.org/drawingml/2006/main" w="10196" cap="sq">
            <a:solidFill>
              <a:srgbClr val="CCCCCC"/>
            </a:solidFill>
            <a:miter/>
          </a:ln>
        </p:spPr>
      </p:sp>
      <p:sp>
        <p:nvSpPr>
          <p:cNvPr id="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E6121F-5B62-4D83-BCD6-9C5C6D43E4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89622" y="161152"/>
            <a:ext cx="3476657" cy="10"/>
          </a:xfrm>
          <a:custGeom xmlns:a="http://schemas.openxmlformats.org/drawingml/2006/main">
            <a:pathLst>
              <a:path w="3476657" h="1" fill="none">
                <a:moveTo>
                  <a:pt x="0" y="0"/>
                </a:moveTo>
                <a:lnTo>
                  <a:pt x="3476657" y="0"/>
                </a:lnTo>
              </a:path>
            </a:pathLst>
          </a:custGeom>
          <a:noFill xmlns:a="http://schemas.openxmlformats.org/drawingml/2006/main"/>
          <a:ln xmlns:a="http://schemas.openxmlformats.org/drawingml/2006/main" w="10196" cap="sq">
            <a:solidFill>
              <a:srgbClr val="CCCCCC"/>
            </a:solidFill>
            <a:miter/>
          </a:ln>
        </p:spPr>
      </p:sp>
      <p:sp>
        <p:nvSpPr>
          <p:cNvPr id="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E683BD-C284-4B61-933F-AD94EEF842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11194" y="1895340"/>
            <a:ext cx="1797989" cy="704626"/>
          </a:xfrm>
          <a:custGeom xmlns:a="http://schemas.openxmlformats.org/drawingml/2006/main">
            <a:pathLst>
              <a:path w="1797989" h="704626">
                <a:moveTo>
                  <a:pt x="22838" y="704626"/>
                </a:moveTo>
                <a:lnTo>
                  <a:pt x="1775150" y="704626"/>
                </a:lnTo>
                <a:cubicBezTo>
                  <a:pt x="1790376" y="704626"/>
                  <a:pt x="1797989" y="697013"/>
                  <a:pt x="1797989" y="681787"/>
                </a:cubicBezTo>
                <a:lnTo>
                  <a:pt x="1797989" y="22838"/>
                </a:lnTo>
                <a:cubicBezTo>
                  <a:pt x="1797989" y="7613"/>
                  <a:pt x="1790376" y="0"/>
                  <a:pt x="1775150" y="0"/>
                </a:cubicBezTo>
                <a:lnTo>
                  <a:pt x="22838" y="0"/>
                </a:lnTo>
                <a:cubicBezTo>
                  <a:pt x="7613" y="0"/>
                  <a:pt x="0" y="7613"/>
                  <a:pt x="0" y="22838"/>
                </a:cubicBezTo>
                <a:lnTo>
                  <a:pt x="0" y="681787"/>
                </a:lnTo>
                <a:cubicBezTo>
                  <a:pt x="0" y="697013"/>
                  <a:pt x="7613" y="704626"/>
                  <a:pt x="22838" y="704626"/>
                </a:cubicBezTo>
                <a:close/>
              </a:path>
            </a:pathLst>
          </a:custGeom>
          <a:solidFill xmlns:a="http://schemas.openxmlformats.org/drawingml/2006/main">
            <a:srgbClr val="FFFFFF">
              <a:alpha val="8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3B7A13-2548-42FD-90D3-E096A38505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11194" y="1895340"/>
            <a:ext cx="1797989" cy="704626"/>
          </a:xfrm>
          <a:custGeom xmlns:a="http://schemas.openxmlformats.org/drawingml/2006/main">
            <a:pathLst>
              <a:path w="1797989" h="704626" fill="none">
                <a:moveTo>
                  <a:pt x="22838" y="704626"/>
                </a:moveTo>
                <a:lnTo>
                  <a:pt x="1775150" y="704626"/>
                </a:lnTo>
                <a:cubicBezTo>
                  <a:pt x="1790376" y="704626"/>
                  <a:pt x="1797989" y="697013"/>
                  <a:pt x="1797989" y="681787"/>
                </a:cubicBezTo>
                <a:lnTo>
                  <a:pt x="1797989" y="22838"/>
                </a:lnTo>
                <a:cubicBezTo>
                  <a:pt x="1797989" y="7613"/>
                  <a:pt x="1790376" y="0"/>
                  <a:pt x="1775150" y="0"/>
                </a:cubicBezTo>
                <a:lnTo>
                  <a:pt x="22838" y="0"/>
                </a:lnTo>
                <a:cubicBezTo>
                  <a:pt x="7613" y="0"/>
                  <a:pt x="0" y="7613"/>
                  <a:pt x="0" y="22838"/>
                </a:cubicBezTo>
                <a:lnTo>
                  <a:pt x="0" y="681787"/>
                </a:lnTo>
                <a:cubicBezTo>
                  <a:pt x="0" y="697013"/>
                  <a:pt x="7613" y="704626"/>
                  <a:pt x="22838" y="704626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8157" cap="flat">
            <a:solidFill>
              <a:srgbClr val="CCCCCC">
                <a:alpha val="80000"/>
              </a:srgbClr>
            </a:solidFill>
            <a:miter/>
          </a:ln>
        </p:spPr>
      </p:sp>
      <p:sp>
        <p:nvSpPr>
          <p:cNvPr id="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2E52AE-E332-4D9C-A51B-E11CCB2EF3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39595" y="1944563"/>
            <a:ext cx="51843" cy="83246"/>
          </a:xfrm>
          <a:custGeom xmlns:a="http://schemas.openxmlformats.org/drawingml/2006/main">
            <a:pathLst>
              <a:path w="51843" h="83246">
                <a:moveTo>
                  <a:pt x="0" y="0"/>
                </a:moveTo>
                <a:lnTo>
                  <a:pt x="11305" y="0"/>
                </a:lnTo>
                <a:lnTo>
                  <a:pt x="11305" y="73768"/>
                </a:lnTo>
                <a:lnTo>
                  <a:pt x="51843" y="73768"/>
                </a:lnTo>
                <a:lnTo>
                  <a:pt x="51843" y="83246"/>
                </a:lnTo>
                <a:lnTo>
                  <a:pt x="0" y="83246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63E8F5-2154-4C58-B1BE-FBDD04762E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98860" y="1963861"/>
            <a:ext cx="52757" cy="65432"/>
          </a:xfrm>
          <a:custGeom xmlns:a="http://schemas.openxmlformats.org/drawingml/2006/main">
            <a:pathLst>
              <a:path w="52757" h="65432">
                <a:moveTo>
                  <a:pt x="32316" y="32545"/>
                </a:moveTo>
                <a:cubicBezTo>
                  <a:pt x="23980" y="32545"/>
                  <a:pt x="18271" y="33572"/>
                  <a:pt x="15073" y="35400"/>
                </a:cubicBezTo>
                <a:cubicBezTo>
                  <a:pt x="11876" y="37341"/>
                  <a:pt x="10277" y="40538"/>
                  <a:pt x="10277" y="45106"/>
                </a:cubicBezTo>
                <a:cubicBezTo>
                  <a:pt x="10277" y="48760"/>
                  <a:pt x="11419" y="51729"/>
                  <a:pt x="13817" y="53784"/>
                </a:cubicBezTo>
                <a:cubicBezTo>
                  <a:pt x="16215" y="55954"/>
                  <a:pt x="19527" y="56982"/>
                  <a:pt x="23638" y="56982"/>
                </a:cubicBezTo>
                <a:cubicBezTo>
                  <a:pt x="29347" y="56982"/>
                  <a:pt x="33915" y="55041"/>
                  <a:pt x="37341" y="50930"/>
                </a:cubicBezTo>
                <a:cubicBezTo>
                  <a:pt x="40767" y="46933"/>
                  <a:pt x="42479" y="41566"/>
                  <a:pt x="42479" y="34829"/>
                </a:cubicBezTo>
                <a:lnTo>
                  <a:pt x="42479" y="32545"/>
                </a:lnTo>
                <a:lnTo>
                  <a:pt x="32316" y="32545"/>
                </a:lnTo>
                <a:close/>
                <a:moveTo>
                  <a:pt x="52757" y="28320"/>
                </a:moveTo>
                <a:lnTo>
                  <a:pt x="52757" y="63948"/>
                </a:lnTo>
                <a:lnTo>
                  <a:pt x="42479" y="63948"/>
                </a:lnTo>
                <a:lnTo>
                  <a:pt x="42479" y="54470"/>
                </a:lnTo>
                <a:cubicBezTo>
                  <a:pt x="40081" y="58352"/>
                  <a:pt x="37112" y="61093"/>
                  <a:pt x="33687" y="62806"/>
                </a:cubicBezTo>
                <a:cubicBezTo>
                  <a:pt x="30261" y="64518"/>
                  <a:pt x="25922" y="65432"/>
                  <a:pt x="20897" y="65432"/>
                </a:cubicBezTo>
                <a:cubicBezTo>
                  <a:pt x="14502" y="65432"/>
                  <a:pt x="9364" y="63719"/>
                  <a:pt x="5595" y="60179"/>
                </a:cubicBezTo>
                <a:cubicBezTo>
                  <a:pt x="1827" y="56639"/>
                  <a:pt x="0" y="51843"/>
                  <a:pt x="0" y="45791"/>
                </a:cubicBezTo>
                <a:cubicBezTo>
                  <a:pt x="0" y="38825"/>
                  <a:pt x="2284" y="33572"/>
                  <a:pt x="7080" y="29918"/>
                </a:cubicBezTo>
                <a:cubicBezTo>
                  <a:pt x="11762" y="26378"/>
                  <a:pt x="18727" y="24551"/>
                  <a:pt x="28091" y="24551"/>
                </a:cubicBezTo>
                <a:lnTo>
                  <a:pt x="42479" y="24551"/>
                </a:lnTo>
                <a:lnTo>
                  <a:pt x="42479" y="23524"/>
                </a:lnTo>
                <a:cubicBezTo>
                  <a:pt x="42479" y="18842"/>
                  <a:pt x="40881" y="15188"/>
                  <a:pt x="37798" y="12561"/>
                </a:cubicBezTo>
                <a:cubicBezTo>
                  <a:pt x="34714" y="10049"/>
                  <a:pt x="30375" y="8679"/>
                  <a:pt x="24780" y="8679"/>
                </a:cubicBezTo>
                <a:cubicBezTo>
                  <a:pt x="21126" y="8679"/>
                  <a:pt x="17700" y="9135"/>
                  <a:pt x="14274" y="10049"/>
                </a:cubicBezTo>
                <a:cubicBezTo>
                  <a:pt x="10848" y="10962"/>
                  <a:pt x="7651" y="12219"/>
                  <a:pt x="4568" y="13817"/>
                </a:cubicBezTo>
                <a:lnTo>
                  <a:pt x="4568" y="4339"/>
                </a:lnTo>
                <a:cubicBezTo>
                  <a:pt x="8222" y="2969"/>
                  <a:pt x="11876" y="1827"/>
                  <a:pt x="15416" y="1142"/>
                </a:cubicBezTo>
                <a:cubicBezTo>
                  <a:pt x="18956" y="457"/>
                  <a:pt x="22382" y="0"/>
                  <a:pt x="25807" y="0"/>
                </a:cubicBezTo>
                <a:cubicBezTo>
                  <a:pt x="34829" y="0"/>
                  <a:pt x="41566" y="2398"/>
                  <a:pt x="46019" y="7080"/>
                </a:cubicBezTo>
                <a:cubicBezTo>
                  <a:pt x="50473" y="11762"/>
                  <a:pt x="52757" y="18842"/>
                  <a:pt x="52757" y="2832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67B9CF-21A5-4B5B-857F-25BB5A7D3E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72400" y="1963861"/>
            <a:ext cx="52300" cy="63948"/>
          </a:xfrm>
          <a:custGeom xmlns:a="http://schemas.openxmlformats.org/drawingml/2006/main">
            <a:pathLst>
              <a:path w="52300" h="63948">
                <a:moveTo>
                  <a:pt x="52300" y="26264"/>
                </a:moveTo>
                <a:lnTo>
                  <a:pt x="52300" y="63948"/>
                </a:lnTo>
                <a:lnTo>
                  <a:pt x="42023" y="63948"/>
                </a:lnTo>
                <a:lnTo>
                  <a:pt x="42023" y="26607"/>
                </a:lnTo>
                <a:cubicBezTo>
                  <a:pt x="42023" y="20669"/>
                  <a:pt x="40767" y="16329"/>
                  <a:pt x="38483" y="13360"/>
                </a:cubicBezTo>
                <a:cubicBezTo>
                  <a:pt x="36199" y="10391"/>
                  <a:pt x="32773" y="8907"/>
                  <a:pt x="28205" y="8907"/>
                </a:cubicBezTo>
                <a:cubicBezTo>
                  <a:pt x="22610" y="8907"/>
                  <a:pt x="18271" y="10734"/>
                  <a:pt x="15073" y="14274"/>
                </a:cubicBezTo>
                <a:cubicBezTo>
                  <a:pt x="11876" y="17814"/>
                  <a:pt x="10277" y="22610"/>
                  <a:pt x="10277" y="28662"/>
                </a:cubicBezTo>
                <a:lnTo>
                  <a:pt x="10277" y="63948"/>
                </a:lnTo>
                <a:lnTo>
                  <a:pt x="0" y="63948"/>
                </a:lnTo>
                <a:lnTo>
                  <a:pt x="0" y="1484"/>
                </a:lnTo>
                <a:lnTo>
                  <a:pt x="10277" y="1484"/>
                </a:lnTo>
                <a:lnTo>
                  <a:pt x="10277" y="11191"/>
                </a:lnTo>
                <a:cubicBezTo>
                  <a:pt x="12675" y="7537"/>
                  <a:pt x="15530" y="4682"/>
                  <a:pt x="18956" y="2855"/>
                </a:cubicBezTo>
                <a:cubicBezTo>
                  <a:pt x="22267" y="1028"/>
                  <a:pt x="26150" y="0"/>
                  <a:pt x="30489" y="0"/>
                </a:cubicBezTo>
                <a:cubicBezTo>
                  <a:pt x="37569" y="0"/>
                  <a:pt x="43050" y="2284"/>
                  <a:pt x="46705" y="6737"/>
                </a:cubicBezTo>
                <a:cubicBezTo>
                  <a:pt x="50359" y="11191"/>
                  <a:pt x="52300" y="17700"/>
                  <a:pt x="52300" y="2626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48538F-EE4F-4B4C-9596-402AB19721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40687" y="1963861"/>
            <a:ext cx="55840" cy="87585"/>
          </a:xfrm>
          <a:custGeom xmlns:a="http://schemas.openxmlformats.org/drawingml/2006/main">
            <a:pathLst>
              <a:path w="55840" h="87585">
                <a:moveTo>
                  <a:pt x="45563" y="31974"/>
                </a:moveTo>
                <a:cubicBezTo>
                  <a:pt x="45563" y="24665"/>
                  <a:pt x="43964" y="18842"/>
                  <a:pt x="40995" y="14731"/>
                </a:cubicBezTo>
                <a:cubicBezTo>
                  <a:pt x="37912" y="10620"/>
                  <a:pt x="33572" y="8564"/>
                  <a:pt x="28091" y="8564"/>
                </a:cubicBezTo>
                <a:cubicBezTo>
                  <a:pt x="22610" y="8564"/>
                  <a:pt x="18271" y="10620"/>
                  <a:pt x="15188" y="14731"/>
                </a:cubicBezTo>
                <a:cubicBezTo>
                  <a:pt x="12104" y="18842"/>
                  <a:pt x="10620" y="24665"/>
                  <a:pt x="10620" y="31974"/>
                </a:cubicBezTo>
                <a:cubicBezTo>
                  <a:pt x="10620" y="39396"/>
                  <a:pt x="12104" y="45106"/>
                  <a:pt x="15188" y="49217"/>
                </a:cubicBezTo>
                <a:cubicBezTo>
                  <a:pt x="18271" y="53328"/>
                  <a:pt x="22610" y="55383"/>
                  <a:pt x="28091" y="55383"/>
                </a:cubicBezTo>
                <a:cubicBezTo>
                  <a:pt x="33572" y="55383"/>
                  <a:pt x="37912" y="53328"/>
                  <a:pt x="40995" y="49217"/>
                </a:cubicBezTo>
                <a:cubicBezTo>
                  <a:pt x="43964" y="45106"/>
                  <a:pt x="45563" y="39396"/>
                  <a:pt x="45563" y="31974"/>
                </a:cubicBezTo>
                <a:close/>
                <a:moveTo>
                  <a:pt x="55840" y="56182"/>
                </a:moveTo>
                <a:cubicBezTo>
                  <a:pt x="55840" y="66688"/>
                  <a:pt x="53442" y="74567"/>
                  <a:pt x="48760" y="79820"/>
                </a:cubicBezTo>
                <a:cubicBezTo>
                  <a:pt x="43964" y="84959"/>
                  <a:pt x="36770" y="87585"/>
                  <a:pt x="27063" y="87585"/>
                </a:cubicBezTo>
                <a:cubicBezTo>
                  <a:pt x="23409" y="87585"/>
                  <a:pt x="20098" y="87243"/>
                  <a:pt x="16900" y="86786"/>
                </a:cubicBezTo>
                <a:cubicBezTo>
                  <a:pt x="13703" y="86215"/>
                  <a:pt x="10506" y="85416"/>
                  <a:pt x="7537" y="84274"/>
                </a:cubicBezTo>
                <a:lnTo>
                  <a:pt x="7537" y="74339"/>
                </a:lnTo>
                <a:cubicBezTo>
                  <a:pt x="10506" y="75938"/>
                  <a:pt x="13475" y="77080"/>
                  <a:pt x="16444" y="77879"/>
                </a:cubicBezTo>
                <a:cubicBezTo>
                  <a:pt x="19413" y="78678"/>
                  <a:pt x="22382" y="79135"/>
                  <a:pt x="25465" y="79135"/>
                </a:cubicBezTo>
                <a:cubicBezTo>
                  <a:pt x="32088" y="79135"/>
                  <a:pt x="37112" y="77308"/>
                  <a:pt x="40538" y="73882"/>
                </a:cubicBezTo>
                <a:cubicBezTo>
                  <a:pt x="43850" y="70342"/>
                  <a:pt x="45563" y="65089"/>
                  <a:pt x="45563" y="58010"/>
                </a:cubicBezTo>
                <a:lnTo>
                  <a:pt x="45563" y="52985"/>
                </a:lnTo>
                <a:cubicBezTo>
                  <a:pt x="43393" y="56639"/>
                  <a:pt x="40652" y="59380"/>
                  <a:pt x="37341" y="61207"/>
                </a:cubicBezTo>
                <a:cubicBezTo>
                  <a:pt x="34029" y="63034"/>
                  <a:pt x="30147" y="63948"/>
                  <a:pt x="25579" y="63948"/>
                </a:cubicBezTo>
                <a:cubicBezTo>
                  <a:pt x="17814" y="63948"/>
                  <a:pt x="11648" y="61093"/>
                  <a:pt x="6966" y="55269"/>
                </a:cubicBezTo>
                <a:cubicBezTo>
                  <a:pt x="2284" y="49445"/>
                  <a:pt x="0" y="41680"/>
                  <a:pt x="0" y="31974"/>
                </a:cubicBezTo>
                <a:cubicBezTo>
                  <a:pt x="0" y="22382"/>
                  <a:pt x="2284" y="14617"/>
                  <a:pt x="6966" y="8793"/>
                </a:cubicBezTo>
                <a:cubicBezTo>
                  <a:pt x="11648" y="2969"/>
                  <a:pt x="17814" y="0"/>
                  <a:pt x="25579" y="0"/>
                </a:cubicBezTo>
                <a:cubicBezTo>
                  <a:pt x="30147" y="0"/>
                  <a:pt x="34029" y="914"/>
                  <a:pt x="37341" y="2741"/>
                </a:cubicBezTo>
                <a:cubicBezTo>
                  <a:pt x="40652" y="4568"/>
                  <a:pt x="43393" y="7308"/>
                  <a:pt x="45563" y="10962"/>
                </a:cubicBezTo>
                <a:lnTo>
                  <a:pt x="45563" y="1484"/>
                </a:lnTo>
                <a:lnTo>
                  <a:pt x="55840" y="1484"/>
                </a:lnTo>
                <a:lnTo>
                  <a:pt x="55840" y="56182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B9292E-CB6B-4043-9333-A75209874D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16624" y="1963861"/>
            <a:ext cx="52300" cy="65432"/>
          </a:xfrm>
          <a:custGeom xmlns:a="http://schemas.openxmlformats.org/drawingml/2006/main">
            <a:pathLst>
              <a:path w="52300" h="65432">
                <a:moveTo>
                  <a:pt x="0" y="39282"/>
                </a:moveTo>
                <a:lnTo>
                  <a:pt x="0" y="1484"/>
                </a:lnTo>
                <a:lnTo>
                  <a:pt x="10277" y="1484"/>
                </a:lnTo>
                <a:lnTo>
                  <a:pt x="10277" y="38939"/>
                </a:lnTo>
                <a:cubicBezTo>
                  <a:pt x="10277" y="44877"/>
                  <a:pt x="11419" y="49217"/>
                  <a:pt x="13703" y="52186"/>
                </a:cubicBezTo>
                <a:cubicBezTo>
                  <a:pt x="15987" y="55155"/>
                  <a:pt x="19413" y="56639"/>
                  <a:pt x="24095" y="56639"/>
                </a:cubicBezTo>
                <a:cubicBezTo>
                  <a:pt x="29576" y="56639"/>
                  <a:pt x="34029" y="54926"/>
                  <a:pt x="37227" y="51386"/>
                </a:cubicBezTo>
                <a:cubicBezTo>
                  <a:pt x="40424" y="47846"/>
                  <a:pt x="42023" y="43050"/>
                  <a:pt x="42023" y="36884"/>
                </a:cubicBezTo>
                <a:lnTo>
                  <a:pt x="42023" y="1484"/>
                </a:lnTo>
                <a:lnTo>
                  <a:pt x="52300" y="1484"/>
                </a:lnTo>
                <a:lnTo>
                  <a:pt x="52300" y="63948"/>
                </a:lnTo>
                <a:lnTo>
                  <a:pt x="42023" y="63948"/>
                </a:lnTo>
                <a:lnTo>
                  <a:pt x="42023" y="54355"/>
                </a:lnTo>
                <a:cubicBezTo>
                  <a:pt x="39510" y="58238"/>
                  <a:pt x="36541" y="60979"/>
                  <a:pt x="33344" y="62806"/>
                </a:cubicBezTo>
                <a:cubicBezTo>
                  <a:pt x="30032" y="64518"/>
                  <a:pt x="26264" y="65432"/>
                  <a:pt x="21925" y="65432"/>
                </a:cubicBezTo>
                <a:cubicBezTo>
                  <a:pt x="14731" y="65432"/>
                  <a:pt x="9250" y="63262"/>
                  <a:pt x="5595" y="58809"/>
                </a:cubicBezTo>
                <a:cubicBezTo>
                  <a:pt x="1827" y="54470"/>
                  <a:pt x="0" y="47961"/>
                  <a:pt x="0" y="39282"/>
                </a:cubicBezTo>
                <a:close/>
                <a:moveTo>
                  <a:pt x="25807" y="0"/>
                </a:moveTo>
                <a:lnTo>
                  <a:pt x="25807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34FA9B-52C5-42EB-A7D3-0AAD89FCA2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86168" y="1963861"/>
            <a:ext cx="52757" cy="65432"/>
          </a:xfrm>
          <a:custGeom xmlns:a="http://schemas.openxmlformats.org/drawingml/2006/main">
            <a:pathLst>
              <a:path w="52757" h="65432">
                <a:moveTo>
                  <a:pt x="32316" y="32545"/>
                </a:moveTo>
                <a:cubicBezTo>
                  <a:pt x="23980" y="32545"/>
                  <a:pt x="18271" y="33572"/>
                  <a:pt x="15073" y="35400"/>
                </a:cubicBezTo>
                <a:cubicBezTo>
                  <a:pt x="11876" y="37341"/>
                  <a:pt x="10277" y="40538"/>
                  <a:pt x="10277" y="45106"/>
                </a:cubicBezTo>
                <a:cubicBezTo>
                  <a:pt x="10277" y="48760"/>
                  <a:pt x="11419" y="51729"/>
                  <a:pt x="13817" y="53784"/>
                </a:cubicBezTo>
                <a:cubicBezTo>
                  <a:pt x="16215" y="55954"/>
                  <a:pt x="19527" y="56982"/>
                  <a:pt x="23638" y="56982"/>
                </a:cubicBezTo>
                <a:cubicBezTo>
                  <a:pt x="29347" y="56982"/>
                  <a:pt x="33915" y="55041"/>
                  <a:pt x="37341" y="50930"/>
                </a:cubicBezTo>
                <a:cubicBezTo>
                  <a:pt x="40767" y="46933"/>
                  <a:pt x="42479" y="41566"/>
                  <a:pt x="42479" y="34829"/>
                </a:cubicBezTo>
                <a:lnTo>
                  <a:pt x="42479" y="32545"/>
                </a:lnTo>
                <a:lnTo>
                  <a:pt x="32316" y="32545"/>
                </a:lnTo>
                <a:close/>
                <a:moveTo>
                  <a:pt x="52757" y="28320"/>
                </a:moveTo>
                <a:lnTo>
                  <a:pt x="52757" y="63948"/>
                </a:lnTo>
                <a:lnTo>
                  <a:pt x="42479" y="63948"/>
                </a:lnTo>
                <a:lnTo>
                  <a:pt x="42479" y="54470"/>
                </a:lnTo>
                <a:cubicBezTo>
                  <a:pt x="40081" y="58352"/>
                  <a:pt x="37112" y="61093"/>
                  <a:pt x="33687" y="62806"/>
                </a:cubicBezTo>
                <a:cubicBezTo>
                  <a:pt x="30261" y="64518"/>
                  <a:pt x="25922" y="65432"/>
                  <a:pt x="20897" y="65432"/>
                </a:cubicBezTo>
                <a:cubicBezTo>
                  <a:pt x="14502" y="65432"/>
                  <a:pt x="9364" y="63719"/>
                  <a:pt x="5595" y="60179"/>
                </a:cubicBezTo>
                <a:cubicBezTo>
                  <a:pt x="1827" y="56639"/>
                  <a:pt x="0" y="51843"/>
                  <a:pt x="0" y="45791"/>
                </a:cubicBezTo>
                <a:cubicBezTo>
                  <a:pt x="0" y="38825"/>
                  <a:pt x="2284" y="33572"/>
                  <a:pt x="7080" y="29918"/>
                </a:cubicBezTo>
                <a:cubicBezTo>
                  <a:pt x="11762" y="26378"/>
                  <a:pt x="18727" y="24551"/>
                  <a:pt x="28091" y="24551"/>
                </a:cubicBezTo>
                <a:lnTo>
                  <a:pt x="42479" y="24551"/>
                </a:lnTo>
                <a:lnTo>
                  <a:pt x="42479" y="23524"/>
                </a:lnTo>
                <a:cubicBezTo>
                  <a:pt x="42479" y="18842"/>
                  <a:pt x="40881" y="15188"/>
                  <a:pt x="37798" y="12561"/>
                </a:cubicBezTo>
                <a:cubicBezTo>
                  <a:pt x="34714" y="10049"/>
                  <a:pt x="30375" y="8679"/>
                  <a:pt x="24780" y="8679"/>
                </a:cubicBezTo>
                <a:cubicBezTo>
                  <a:pt x="21126" y="8679"/>
                  <a:pt x="17700" y="9135"/>
                  <a:pt x="14274" y="10049"/>
                </a:cubicBezTo>
                <a:cubicBezTo>
                  <a:pt x="10848" y="10962"/>
                  <a:pt x="7651" y="12219"/>
                  <a:pt x="4568" y="13817"/>
                </a:cubicBezTo>
                <a:lnTo>
                  <a:pt x="4568" y="4339"/>
                </a:lnTo>
                <a:cubicBezTo>
                  <a:pt x="8222" y="2969"/>
                  <a:pt x="11876" y="1827"/>
                  <a:pt x="15416" y="1142"/>
                </a:cubicBezTo>
                <a:cubicBezTo>
                  <a:pt x="18956" y="457"/>
                  <a:pt x="22382" y="0"/>
                  <a:pt x="25807" y="0"/>
                </a:cubicBezTo>
                <a:cubicBezTo>
                  <a:pt x="34829" y="0"/>
                  <a:pt x="41566" y="2398"/>
                  <a:pt x="46019" y="7080"/>
                </a:cubicBezTo>
                <a:cubicBezTo>
                  <a:pt x="50473" y="11762"/>
                  <a:pt x="52757" y="18842"/>
                  <a:pt x="52757" y="2832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C314D8-C2B7-42B3-B30C-CD5797E122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55596" y="1963861"/>
            <a:ext cx="55840" cy="87585"/>
          </a:xfrm>
          <a:custGeom xmlns:a="http://schemas.openxmlformats.org/drawingml/2006/main">
            <a:pathLst>
              <a:path w="55840" h="87585">
                <a:moveTo>
                  <a:pt x="45563" y="31974"/>
                </a:moveTo>
                <a:cubicBezTo>
                  <a:pt x="45563" y="24665"/>
                  <a:pt x="43964" y="18842"/>
                  <a:pt x="40995" y="14731"/>
                </a:cubicBezTo>
                <a:cubicBezTo>
                  <a:pt x="37912" y="10620"/>
                  <a:pt x="33572" y="8564"/>
                  <a:pt x="28091" y="8564"/>
                </a:cubicBezTo>
                <a:cubicBezTo>
                  <a:pt x="22610" y="8564"/>
                  <a:pt x="18271" y="10620"/>
                  <a:pt x="15188" y="14731"/>
                </a:cubicBezTo>
                <a:cubicBezTo>
                  <a:pt x="12104" y="18842"/>
                  <a:pt x="10620" y="24665"/>
                  <a:pt x="10620" y="31974"/>
                </a:cubicBezTo>
                <a:cubicBezTo>
                  <a:pt x="10620" y="39396"/>
                  <a:pt x="12104" y="45106"/>
                  <a:pt x="15188" y="49217"/>
                </a:cubicBezTo>
                <a:cubicBezTo>
                  <a:pt x="18271" y="53328"/>
                  <a:pt x="22610" y="55383"/>
                  <a:pt x="28091" y="55383"/>
                </a:cubicBezTo>
                <a:cubicBezTo>
                  <a:pt x="33572" y="55383"/>
                  <a:pt x="37912" y="53328"/>
                  <a:pt x="40995" y="49217"/>
                </a:cubicBezTo>
                <a:cubicBezTo>
                  <a:pt x="43964" y="45106"/>
                  <a:pt x="45563" y="39396"/>
                  <a:pt x="45563" y="31974"/>
                </a:cubicBezTo>
                <a:close/>
                <a:moveTo>
                  <a:pt x="55840" y="56182"/>
                </a:moveTo>
                <a:cubicBezTo>
                  <a:pt x="55840" y="66688"/>
                  <a:pt x="53442" y="74567"/>
                  <a:pt x="48760" y="79820"/>
                </a:cubicBezTo>
                <a:cubicBezTo>
                  <a:pt x="43964" y="84959"/>
                  <a:pt x="36770" y="87585"/>
                  <a:pt x="27063" y="87585"/>
                </a:cubicBezTo>
                <a:cubicBezTo>
                  <a:pt x="23409" y="87585"/>
                  <a:pt x="20098" y="87243"/>
                  <a:pt x="16900" y="86786"/>
                </a:cubicBezTo>
                <a:cubicBezTo>
                  <a:pt x="13703" y="86215"/>
                  <a:pt x="10506" y="85416"/>
                  <a:pt x="7537" y="84274"/>
                </a:cubicBezTo>
                <a:lnTo>
                  <a:pt x="7537" y="74339"/>
                </a:lnTo>
                <a:cubicBezTo>
                  <a:pt x="10506" y="75938"/>
                  <a:pt x="13475" y="77080"/>
                  <a:pt x="16444" y="77879"/>
                </a:cubicBezTo>
                <a:cubicBezTo>
                  <a:pt x="19413" y="78678"/>
                  <a:pt x="22382" y="79135"/>
                  <a:pt x="25465" y="79135"/>
                </a:cubicBezTo>
                <a:cubicBezTo>
                  <a:pt x="32088" y="79135"/>
                  <a:pt x="37112" y="77308"/>
                  <a:pt x="40538" y="73882"/>
                </a:cubicBezTo>
                <a:cubicBezTo>
                  <a:pt x="43850" y="70342"/>
                  <a:pt x="45563" y="65089"/>
                  <a:pt x="45563" y="58010"/>
                </a:cubicBezTo>
                <a:lnTo>
                  <a:pt x="45563" y="52985"/>
                </a:lnTo>
                <a:cubicBezTo>
                  <a:pt x="43393" y="56639"/>
                  <a:pt x="40652" y="59380"/>
                  <a:pt x="37341" y="61207"/>
                </a:cubicBezTo>
                <a:cubicBezTo>
                  <a:pt x="34029" y="63034"/>
                  <a:pt x="30147" y="63948"/>
                  <a:pt x="25579" y="63948"/>
                </a:cubicBezTo>
                <a:cubicBezTo>
                  <a:pt x="17814" y="63948"/>
                  <a:pt x="11648" y="61093"/>
                  <a:pt x="6966" y="55269"/>
                </a:cubicBezTo>
                <a:cubicBezTo>
                  <a:pt x="2284" y="49445"/>
                  <a:pt x="0" y="41680"/>
                  <a:pt x="0" y="31974"/>
                </a:cubicBezTo>
                <a:cubicBezTo>
                  <a:pt x="0" y="22382"/>
                  <a:pt x="2284" y="14617"/>
                  <a:pt x="6966" y="8793"/>
                </a:cubicBezTo>
                <a:cubicBezTo>
                  <a:pt x="11648" y="2969"/>
                  <a:pt x="17814" y="0"/>
                  <a:pt x="25579" y="0"/>
                </a:cubicBezTo>
                <a:cubicBezTo>
                  <a:pt x="30147" y="0"/>
                  <a:pt x="34029" y="914"/>
                  <a:pt x="37341" y="2741"/>
                </a:cubicBezTo>
                <a:cubicBezTo>
                  <a:pt x="40652" y="4568"/>
                  <a:pt x="43393" y="7308"/>
                  <a:pt x="45563" y="10962"/>
                </a:cubicBezTo>
                <a:lnTo>
                  <a:pt x="45563" y="1484"/>
                </a:lnTo>
                <a:lnTo>
                  <a:pt x="55840" y="1484"/>
                </a:lnTo>
                <a:lnTo>
                  <a:pt x="55840" y="56182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39C39A-A386-41FD-B9E9-98C51C9147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28108" y="1963861"/>
            <a:ext cx="57895" cy="65432"/>
          </a:xfrm>
          <a:custGeom xmlns:a="http://schemas.openxmlformats.org/drawingml/2006/main">
            <a:pathLst>
              <a:path w="57895" h="65432">
                <a:moveTo>
                  <a:pt x="57895" y="30147"/>
                </a:moveTo>
                <a:lnTo>
                  <a:pt x="57895" y="35171"/>
                </a:lnTo>
                <a:lnTo>
                  <a:pt x="10734" y="35171"/>
                </a:lnTo>
                <a:cubicBezTo>
                  <a:pt x="11191" y="42251"/>
                  <a:pt x="13246" y="47732"/>
                  <a:pt x="17129" y="51386"/>
                </a:cubicBezTo>
                <a:cubicBezTo>
                  <a:pt x="20897" y="55041"/>
                  <a:pt x="26150" y="56868"/>
                  <a:pt x="33001" y="56868"/>
                </a:cubicBezTo>
                <a:cubicBezTo>
                  <a:pt x="36884" y="56868"/>
                  <a:pt x="40767" y="56411"/>
                  <a:pt x="44421" y="55497"/>
                </a:cubicBezTo>
                <a:cubicBezTo>
                  <a:pt x="48075" y="54584"/>
                  <a:pt x="51843" y="53099"/>
                  <a:pt x="55497" y="51044"/>
                </a:cubicBezTo>
                <a:lnTo>
                  <a:pt x="55497" y="60750"/>
                </a:lnTo>
                <a:cubicBezTo>
                  <a:pt x="51843" y="62349"/>
                  <a:pt x="48075" y="63605"/>
                  <a:pt x="44192" y="64290"/>
                </a:cubicBezTo>
                <a:cubicBezTo>
                  <a:pt x="40310" y="64975"/>
                  <a:pt x="36313" y="65432"/>
                  <a:pt x="32431" y="65432"/>
                </a:cubicBezTo>
                <a:cubicBezTo>
                  <a:pt x="22382" y="65432"/>
                  <a:pt x="14502" y="62577"/>
                  <a:pt x="8679" y="56868"/>
                </a:cubicBezTo>
                <a:cubicBezTo>
                  <a:pt x="2855" y="51158"/>
                  <a:pt x="0" y="43279"/>
                  <a:pt x="0" y="33344"/>
                </a:cubicBezTo>
                <a:cubicBezTo>
                  <a:pt x="0" y="23181"/>
                  <a:pt x="2741" y="15073"/>
                  <a:pt x="8222" y="9021"/>
                </a:cubicBezTo>
                <a:cubicBezTo>
                  <a:pt x="13703" y="3083"/>
                  <a:pt x="21240" y="0"/>
                  <a:pt x="30603" y="0"/>
                </a:cubicBezTo>
                <a:cubicBezTo>
                  <a:pt x="39054" y="0"/>
                  <a:pt x="45677" y="2741"/>
                  <a:pt x="50587" y="8108"/>
                </a:cubicBezTo>
                <a:cubicBezTo>
                  <a:pt x="55383" y="13589"/>
                  <a:pt x="57895" y="20897"/>
                  <a:pt x="57895" y="30147"/>
                </a:cubicBezTo>
                <a:close/>
                <a:moveTo>
                  <a:pt x="47618" y="27178"/>
                </a:moveTo>
                <a:cubicBezTo>
                  <a:pt x="47504" y="21582"/>
                  <a:pt x="45905" y="17129"/>
                  <a:pt x="42936" y="13703"/>
                </a:cubicBezTo>
                <a:cubicBezTo>
                  <a:pt x="39853" y="10391"/>
                  <a:pt x="35742" y="8679"/>
                  <a:pt x="30718" y="8679"/>
                </a:cubicBezTo>
                <a:cubicBezTo>
                  <a:pt x="25008" y="8679"/>
                  <a:pt x="20440" y="10391"/>
                  <a:pt x="17015" y="13589"/>
                </a:cubicBezTo>
                <a:cubicBezTo>
                  <a:pt x="13589" y="16786"/>
                  <a:pt x="11533" y="21354"/>
                  <a:pt x="11077" y="27178"/>
                </a:cubicBezTo>
                <a:lnTo>
                  <a:pt x="47618" y="27178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ED8F17-9F0A-48DC-A419-6805ADEBA5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56871" y="2155433"/>
            <a:ext cx="228384" cy="10"/>
          </a:xfrm>
          <a:custGeom xmlns:a="http://schemas.openxmlformats.org/drawingml/2006/main">
            <a:pathLst>
              <a:path w="228384" h="1" fill="none">
                <a:moveTo>
                  <a:pt x="0" y="0"/>
                </a:moveTo>
                <a:lnTo>
                  <a:pt x="114192" y="0"/>
                </a:lnTo>
                <a:lnTo>
                  <a:pt x="228384" y="0"/>
                </a:lnTo>
              </a:path>
            </a:pathLst>
          </a:custGeom>
          <a:noFill xmlns:a="http://schemas.openxmlformats.org/drawingml/2006/main"/>
          <a:ln xmlns:a="http://schemas.openxmlformats.org/drawingml/2006/main" w="53018" cap="rnd">
            <a:solidFill>
              <a:srgbClr val="1F77B4"/>
            </a:solidFill>
            <a:round/>
          </a:ln>
        </p:spPr>
      </p:sp>
      <p:sp>
        <p:nvSpPr>
          <p:cNvPr id="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25D149-5FF9-40CA-8F2E-7740D86745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13967" y="2098337"/>
            <a:ext cx="114192" cy="114192"/>
          </a:xfrm>
          <a:custGeom xmlns:a="http://schemas.openxmlformats.org/drawingml/2006/main">
            <a:pathLst>
              <a:path w="114192" h="114192">
                <a:moveTo>
                  <a:pt x="57096" y="114192"/>
                </a:moveTo>
                <a:cubicBezTo>
                  <a:pt x="72238" y="114192"/>
                  <a:pt x="86762" y="108176"/>
                  <a:pt x="97469" y="97469"/>
                </a:cubicBezTo>
                <a:cubicBezTo>
                  <a:pt x="108176" y="86762"/>
                  <a:pt x="114192" y="72238"/>
                  <a:pt x="114192" y="57096"/>
                </a:cubicBezTo>
                <a:cubicBezTo>
                  <a:pt x="114192" y="41954"/>
                  <a:pt x="108176" y="27430"/>
                  <a:pt x="97469" y="16723"/>
                </a:cubicBezTo>
                <a:cubicBezTo>
                  <a:pt x="86762" y="6016"/>
                  <a:pt x="72238" y="0"/>
                  <a:pt x="57096" y="0"/>
                </a:cubicBezTo>
                <a:cubicBezTo>
                  <a:pt x="41954" y="0"/>
                  <a:pt x="27430" y="6016"/>
                  <a:pt x="16723" y="16723"/>
                </a:cubicBezTo>
                <a:cubicBezTo>
                  <a:pt x="6016" y="27430"/>
                  <a:pt x="0" y="41954"/>
                  <a:pt x="0" y="57096"/>
                </a:cubicBezTo>
                <a:cubicBezTo>
                  <a:pt x="0" y="72238"/>
                  <a:pt x="6016" y="86762"/>
                  <a:pt x="16723" y="97469"/>
                </a:cubicBezTo>
                <a:cubicBezTo>
                  <a:pt x="27430" y="108176"/>
                  <a:pt x="41954" y="114192"/>
                  <a:pt x="57096" y="114192"/>
                </a:cubicBezTo>
                <a:close/>
              </a:path>
            </a:pathLst>
          </a:custGeom>
          <a:solidFill xmlns:a="http://schemas.openxmlformats.org/drawingml/2006/main">
            <a:srgbClr val="1F77B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753A8B-134F-4CA3-AC47-742D240304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13967" y="2098337"/>
            <a:ext cx="114192" cy="114192"/>
          </a:xfrm>
          <a:custGeom xmlns:a="http://schemas.openxmlformats.org/drawingml/2006/main">
            <a:pathLst>
              <a:path w="114192" h="114192" fill="none">
                <a:moveTo>
                  <a:pt x="57096" y="114192"/>
                </a:moveTo>
                <a:cubicBezTo>
                  <a:pt x="72238" y="114192"/>
                  <a:pt x="86762" y="108176"/>
                  <a:pt x="97469" y="97469"/>
                </a:cubicBezTo>
                <a:cubicBezTo>
                  <a:pt x="108176" y="86762"/>
                  <a:pt x="114192" y="72238"/>
                  <a:pt x="114192" y="57096"/>
                </a:cubicBezTo>
                <a:cubicBezTo>
                  <a:pt x="114192" y="41954"/>
                  <a:pt x="108176" y="27430"/>
                  <a:pt x="97469" y="16723"/>
                </a:cubicBezTo>
                <a:cubicBezTo>
                  <a:pt x="86762" y="6016"/>
                  <a:pt x="72238" y="0"/>
                  <a:pt x="57096" y="0"/>
                </a:cubicBezTo>
                <a:cubicBezTo>
                  <a:pt x="41954" y="0"/>
                  <a:pt x="27430" y="6016"/>
                  <a:pt x="16723" y="16723"/>
                </a:cubicBezTo>
                <a:cubicBezTo>
                  <a:pt x="6016" y="27430"/>
                  <a:pt x="0" y="41954"/>
                  <a:pt x="0" y="57096"/>
                </a:cubicBezTo>
                <a:cubicBezTo>
                  <a:pt x="0" y="72238"/>
                  <a:pt x="6016" y="86762"/>
                  <a:pt x="16723" y="97469"/>
                </a:cubicBezTo>
                <a:cubicBezTo>
                  <a:pt x="27430" y="108176"/>
                  <a:pt x="41954" y="114192"/>
                  <a:pt x="57096" y="114192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round/>
          </a:ln>
        </p:spPr>
      </p:sp>
      <p:sp>
        <p:nvSpPr>
          <p:cNvPr id="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A3AF69-B2F6-47AB-9041-8CA13494C1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43264" y="2112154"/>
            <a:ext cx="76280" cy="83246"/>
          </a:xfrm>
          <a:custGeom xmlns:a="http://schemas.openxmlformats.org/drawingml/2006/main">
            <a:pathLst>
              <a:path w="76280" h="83246">
                <a:moveTo>
                  <a:pt x="38140" y="11077"/>
                </a:moveTo>
                <a:lnTo>
                  <a:pt x="22838" y="52528"/>
                </a:lnTo>
                <a:lnTo>
                  <a:pt x="53442" y="52528"/>
                </a:lnTo>
                <a:lnTo>
                  <a:pt x="38140" y="11077"/>
                </a:lnTo>
                <a:close/>
                <a:moveTo>
                  <a:pt x="31745" y="0"/>
                </a:moveTo>
                <a:lnTo>
                  <a:pt x="44535" y="0"/>
                </a:lnTo>
                <a:lnTo>
                  <a:pt x="76280" y="83246"/>
                </a:lnTo>
                <a:lnTo>
                  <a:pt x="64518" y="83246"/>
                </a:lnTo>
                <a:lnTo>
                  <a:pt x="56982" y="61892"/>
                </a:lnTo>
                <a:lnTo>
                  <a:pt x="19413" y="61892"/>
                </a:lnTo>
                <a:lnTo>
                  <a:pt x="11876" y="83246"/>
                </a:lnTo>
                <a:lnTo>
                  <a:pt x="0" y="83246"/>
                </a:lnTo>
                <a:lnTo>
                  <a:pt x="31745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52FF2A-FFBC-424C-8787-35896835E5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0849" y="2131453"/>
            <a:ext cx="36541" cy="63948"/>
          </a:xfrm>
          <a:custGeom xmlns:a="http://schemas.openxmlformats.org/drawingml/2006/main">
            <a:pathLst>
              <a:path w="36541" h="63948">
                <a:moveTo>
                  <a:pt x="36541" y="11077"/>
                </a:moveTo>
                <a:cubicBezTo>
                  <a:pt x="35400" y="10391"/>
                  <a:pt x="34143" y="9935"/>
                  <a:pt x="32773" y="9592"/>
                </a:cubicBezTo>
                <a:cubicBezTo>
                  <a:pt x="31403" y="9364"/>
                  <a:pt x="29918" y="9135"/>
                  <a:pt x="28320" y="9135"/>
                </a:cubicBezTo>
                <a:cubicBezTo>
                  <a:pt x="22496" y="9135"/>
                  <a:pt x="18042" y="11077"/>
                  <a:pt x="14959" y="14845"/>
                </a:cubicBezTo>
                <a:cubicBezTo>
                  <a:pt x="11762" y="18613"/>
                  <a:pt x="10277" y="23980"/>
                  <a:pt x="10277" y="31060"/>
                </a:cubicBezTo>
                <a:lnTo>
                  <a:pt x="10277" y="63948"/>
                </a:lnTo>
                <a:lnTo>
                  <a:pt x="0" y="63948"/>
                </a:lnTo>
                <a:lnTo>
                  <a:pt x="0" y="1484"/>
                </a:lnTo>
                <a:lnTo>
                  <a:pt x="10277" y="1484"/>
                </a:lnTo>
                <a:lnTo>
                  <a:pt x="10277" y="11191"/>
                </a:lnTo>
                <a:cubicBezTo>
                  <a:pt x="12333" y="7422"/>
                  <a:pt x="15188" y="4568"/>
                  <a:pt x="18613" y="2741"/>
                </a:cubicBezTo>
                <a:cubicBezTo>
                  <a:pt x="22039" y="914"/>
                  <a:pt x="26264" y="0"/>
                  <a:pt x="31289" y="0"/>
                </a:cubicBezTo>
                <a:cubicBezTo>
                  <a:pt x="31974" y="0"/>
                  <a:pt x="32773" y="114"/>
                  <a:pt x="33687" y="114"/>
                </a:cubicBezTo>
                <a:cubicBezTo>
                  <a:pt x="34486" y="228"/>
                  <a:pt x="35400" y="343"/>
                  <a:pt x="36541" y="571"/>
                </a:cubicBezTo>
                <a:lnTo>
                  <a:pt x="36541" y="11077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6BB331-1AB7-4FE4-8815-A3FB100083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74242" y="2131453"/>
            <a:ext cx="52757" cy="65432"/>
          </a:xfrm>
          <a:custGeom xmlns:a="http://schemas.openxmlformats.org/drawingml/2006/main">
            <a:pathLst>
              <a:path w="52757" h="65432">
                <a:moveTo>
                  <a:pt x="32316" y="32545"/>
                </a:moveTo>
                <a:cubicBezTo>
                  <a:pt x="23980" y="32545"/>
                  <a:pt x="18271" y="33572"/>
                  <a:pt x="15073" y="35400"/>
                </a:cubicBezTo>
                <a:cubicBezTo>
                  <a:pt x="11876" y="37341"/>
                  <a:pt x="10277" y="40538"/>
                  <a:pt x="10277" y="45106"/>
                </a:cubicBezTo>
                <a:cubicBezTo>
                  <a:pt x="10277" y="48760"/>
                  <a:pt x="11419" y="51729"/>
                  <a:pt x="13817" y="53784"/>
                </a:cubicBezTo>
                <a:cubicBezTo>
                  <a:pt x="16215" y="55954"/>
                  <a:pt x="19527" y="56982"/>
                  <a:pt x="23638" y="56982"/>
                </a:cubicBezTo>
                <a:cubicBezTo>
                  <a:pt x="29347" y="56982"/>
                  <a:pt x="33915" y="55041"/>
                  <a:pt x="37341" y="50930"/>
                </a:cubicBezTo>
                <a:cubicBezTo>
                  <a:pt x="40767" y="46933"/>
                  <a:pt x="42479" y="41566"/>
                  <a:pt x="42479" y="34829"/>
                </a:cubicBezTo>
                <a:lnTo>
                  <a:pt x="42479" y="32545"/>
                </a:lnTo>
                <a:lnTo>
                  <a:pt x="32316" y="32545"/>
                </a:lnTo>
                <a:close/>
                <a:moveTo>
                  <a:pt x="52757" y="28320"/>
                </a:moveTo>
                <a:lnTo>
                  <a:pt x="52757" y="63948"/>
                </a:lnTo>
                <a:lnTo>
                  <a:pt x="42479" y="63948"/>
                </a:lnTo>
                <a:lnTo>
                  <a:pt x="42479" y="54470"/>
                </a:lnTo>
                <a:cubicBezTo>
                  <a:pt x="40081" y="58352"/>
                  <a:pt x="37112" y="61093"/>
                  <a:pt x="33687" y="62806"/>
                </a:cubicBezTo>
                <a:cubicBezTo>
                  <a:pt x="30261" y="64518"/>
                  <a:pt x="25922" y="65432"/>
                  <a:pt x="20897" y="65432"/>
                </a:cubicBezTo>
                <a:cubicBezTo>
                  <a:pt x="14502" y="65432"/>
                  <a:pt x="9364" y="63719"/>
                  <a:pt x="5595" y="60179"/>
                </a:cubicBezTo>
                <a:cubicBezTo>
                  <a:pt x="1827" y="56639"/>
                  <a:pt x="0" y="51843"/>
                  <a:pt x="0" y="45791"/>
                </a:cubicBezTo>
                <a:cubicBezTo>
                  <a:pt x="0" y="38825"/>
                  <a:pt x="2284" y="33572"/>
                  <a:pt x="7080" y="29918"/>
                </a:cubicBezTo>
                <a:cubicBezTo>
                  <a:pt x="11762" y="26378"/>
                  <a:pt x="18727" y="24551"/>
                  <a:pt x="28091" y="24551"/>
                </a:cubicBezTo>
                <a:lnTo>
                  <a:pt x="42479" y="24551"/>
                </a:lnTo>
                <a:lnTo>
                  <a:pt x="42479" y="23524"/>
                </a:lnTo>
                <a:cubicBezTo>
                  <a:pt x="42479" y="18842"/>
                  <a:pt x="40881" y="15188"/>
                  <a:pt x="37798" y="12561"/>
                </a:cubicBezTo>
                <a:cubicBezTo>
                  <a:pt x="34714" y="10049"/>
                  <a:pt x="30375" y="8679"/>
                  <a:pt x="24780" y="8679"/>
                </a:cubicBezTo>
                <a:cubicBezTo>
                  <a:pt x="21126" y="8679"/>
                  <a:pt x="17700" y="9135"/>
                  <a:pt x="14274" y="10049"/>
                </a:cubicBezTo>
                <a:cubicBezTo>
                  <a:pt x="10848" y="10962"/>
                  <a:pt x="7651" y="12219"/>
                  <a:pt x="4568" y="13817"/>
                </a:cubicBezTo>
                <a:lnTo>
                  <a:pt x="4568" y="4339"/>
                </a:lnTo>
                <a:cubicBezTo>
                  <a:pt x="8222" y="2969"/>
                  <a:pt x="11876" y="1827"/>
                  <a:pt x="15416" y="1142"/>
                </a:cubicBezTo>
                <a:cubicBezTo>
                  <a:pt x="18956" y="457"/>
                  <a:pt x="22382" y="0"/>
                  <a:pt x="25807" y="0"/>
                </a:cubicBezTo>
                <a:cubicBezTo>
                  <a:pt x="34829" y="0"/>
                  <a:pt x="41566" y="2398"/>
                  <a:pt x="46019" y="7080"/>
                </a:cubicBezTo>
                <a:cubicBezTo>
                  <a:pt x="50473" y="11762"/>
                  <a:pt x="52757" y="18842"/>
                  <a:pt x="52757" y="2832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C25B47-7413-48EA-BC55-A406A3C2E8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7782" y="2108614"/>
            <a:ext cx="55840" cy="88270"/>
          </a:xfrm>
          <a:custGeom xmlns:a="http://schemas.openxmlformats.org/drawingml/2006/main">
            <a:pathLst>
              <a:path w="55840" h="88270">
                <a:moveTo>
                  <a:pt x="45220" y="55611"/>
                </a:moveTo>
                <a:cubicBezTo>
                  <a:pt x="45220" y="48075"/>
                  <a:pt x="43621" y="42251"/>
                  <a:pt x="40538" y="37912"/>
                </a:cubicBezTo>
                <a:cubicBezTo>
                  <a:pt x="37341" y="33572"/>
                  <a:pt x="33116" y="31403"/>
                  <a:pt x="27749" y="31403"/>
                </a:cubicBezTo>
                <a:cubicBezTo>
                  <a:pt x="22267" y="31403"/>
                  <a:pt x="18042" y="33572"/>
                  <a:pt x="14959" y="37912"/>
                </a:cubicBezTo>
                <a:cubicBezTo>
                  <a:pt x="11762" y="42251"/>
                  <a:pt x="10277" y="48075"/>
                  <a:pt x="10277" y="55611"/>
                </a:cubicBezTo>
                <a:cubicBezTo>
                  <a:pt x="10277" y="63148"/>
                  <a:pt x="11762" y="69086"/>
                  <a:pt x="14959" y="73425"/>
                </a:cubicBezTo>
                <a:cubicBezTo>
                  <a:pt x="18042" y="77765"/>
                  <a:pt x="22267" y="79820"/>
                  <a:pt x="27749" y="79820"/>
                </a:cubicBezTo>
                <a:cubicBezTo>
                  <a:pt x="33116" y="79820"/>
                  <a:pt x="37341" y="77765"/>
                  <a:pt x="40538" y="73425"/>
                </a:cubicBezTo>
                <a:cubicBezTo>
                  <a:pt x="43621" y="69086"/>
                  <a:pt x="45220" y="63148"/>
                  <a:pt x="45220" y="55611"/>
                </a:cubicBezTo>
                <a:close/>
                <a:moveTo>
                  <a:pt x="10277" y="33801"/>
                </a:moveTo>
                <a:cubicBezTo>
                  <a:pt x="12333" y="30147"/>
                  <a:pt x="15073" y="27406"/>
                  <a:pt x="18385" y="25579"/>
                </a:cubicBezTo>
                <a:cubicBezTo>
                  <a:pt x="21696" y="23752"/>
                  <a:pt x="25693" y="22838"/>
                  <a:pt x="30261" y="22838"/>
                </a:cubicBezTo>
                <a:cubicBezTo>
                  <a:pt x="37798" y="22838"/>
                  <a:pt x="43964" y="25922"/>
                  <a:pt x="48760" y="31860"/>
                </a:cubicBezTo>
                <a:cubicBezTo>
                  <a:pt x="53442" y="37912"/>
                  <a:pt x="55840" y="45791"/>
                  <a:pt x="55840" y="55611"/>
                </a:cubicBezTo>
                <a:cubicBezTo>
                  <a:pt x="55840" y="65432"/>
                  <a:pt x="53442" y="73425"/>
                  <a:pt x="48760" y="79363"/>
                </a:cubicBezTo>
                <a:cubicBezTo>
                  <a:pt x="43964" y="85301"/>
                  <a:pt x="37798" y="88270"/>
                  <a:pt x="30261" y="88270"/>
                </a:cubicBezTo>
                <a:cubicBezTo>
                  <a:pt x="25693" y="88270"/>
                  <a:pt x="21696" y="87357"/>
                  <a:pt x="18385" y="85644"/>
                </a:cubicBezTo>
                <a:cubicBezTo>
                  <a:pt x="15073" y="83931"/>
                  <a:pt x="12333" y="81190"/>
                  <a:pt x="10277" y="77422"/>
                </a:cubicBezTo>
                <a:lnTo>
                  <a:pt x="10277" y="86786"/>
                </a:lnTo>
                <a:lnTo>
                  <a:pt x="0" y="86786"/>
                </a:lnTo>
                <a:lnTo>
                  <a:pt x="0" y="0"/>
                </a:lnTo>
                <a:lnTo>
                  <a:pt x="10277" y="0"/>
                </a:lnTo>
                <a:lnTo>
                  <a:pt x="10277" y="3380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E5BB58-E13D-4E72-88E5-F347DDF8D8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20636" y="2108614"/>
            <a:ext cx="10277" cy="86786"/>
          </a:xfrm>
          <a:custGeom xmlns:a="http://schemas.openxmlformats.org/drawingml/2006/main">
            <a:pathLst>
              <a:path w="10277" h="86786">
                <a:moveTo>
                  <a:pt x="0" y="24323"/>
                </a:moveTo>
                <a:lnTo>
                  <a:pt x="10277" y="24323"/>
                </a:lnTo>
                <a:lnTo>
                  <a:pt x="10277" y="86786"/>
                </a:lnTo>
                <a:lnTo>
                  <a:pt x="0" y="86786"/>
                </a:lnTo>
                <a:lnTo>
                  <a:pt x="0" y="24323"/>
                </a:lnTo>
                <a:close/>
                <a:moveTo>
                  <a:pt x="0" y="0"/>
                </a:moveTo>
                <a:lnTo>
                  <a:pt x="10277" y="0"/>
                </a:lnTo>
                <a:lnTo>
                  <a:pt x="10277" y="13018"/>
                </a:lnTo>
                <a:lnTo>
                  <a:pt x="0" y="1301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6A531A-06E2-465E-9D3E-979F97889A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47928" y="2131453"/>
            <a:ext cx="49445" cy="65432"/>
          </a:xfrm>
          <a:custGeom xmlns:a="http://schemas.openxmlformats.org/drawingml/2006/main">
            <a:pathLst>
              <a:path w="49445" h="65432">
                <a:moveTo>
                  <a:pt x="49445" y="3883"/>
                </a:moveTo>
                <a:lnTo>
                  <a:pt x="49445" y="13475"/>
                </a:lnTo>
                <a:cubicBezTo>
                  <a:pt x="46476" y="11876"/>
                  <a:pt x="43621" y="10734"/>
                  <a:pt x="40652" y="9935"/>
                </a:cubicBezTo>
                <a:cubicBezTo>
                  <a:pt x="37683" y="9135"/>
                  <a:pt x="34829" y="8679"/>
                  <a:pt x="31860" y="8679"/>
                </a:cubicBezTo>
                <a:cubicBezTo>
                  <a:pt x="25236" y="8679"/>
                  <a:pt x="19984" y="10848"/>
                  <a:pt x="16329" y="15073"/>
                </a:cubicBezTo>
                <a:cubicBezTo>
                  <a:pt x="12675" y="19298"/>
                  <a:pt x="10848" y="25236"/>
                  <a:pt x="10848" y="32773"/>
                </a:cubicBezTo>
                <a:cubicBezTo>
                  <a:pt x="10848" y="40424"/>
                  <a:pt x="12675" y="46362"/>
                  <a:pt x="16329" y="50587"/>
                </a:cubicBezTo>
                <a:cubicBezTo>
                  <a:pt x="19984" y="54812"/>
                  <a:pt x="25236" y="56868"/>
                  <a:pt x="31860" y="56868"/>
                </a:cubicBezTo>
                <a:cubicBezTo>
                  <a:pt x="34829" y="56868"/>
                  <a:pt x="37683" y="56525"/>
                  <a:pt x="40652" y="55726"/>
                </a:cubicBezTo>
                <a:cubicBezTo>
                  <a:pt x="43621" y="54926"/>
                  <a:pt x="46476" y="53670"/>
                  <a:pt x="49445" y="52072"/>
                </a:cubicBezTo>
                <a:lnTo>
                  <a:pt x="49445" y="61549"/>
                </a:lnTo>
                <a:cubicBezTo>
                  <a:pt x="46476" y="62920"/>
                  <a:pt x="43507" y="63948"/>
                  <a:pt x="40538" y="64518"/>
                </a:cubicBezTo>
                <a:cubicBezTo>
                  <a:pt x="37455" y="65089"/>
                  <a:pt x="34143" y="65432"/>
                  <a:pt x="30718" y="65432"/>
                </a:cubicBezTo>
                <a:cubicBezTo>
                  <a:pt x="21354" y="65432"/>
                  <a:pt x="13817" y="62577"/>
                  <a:pt x="8336" y="56639"/>
                </a:cubicBezTo>
                <a:cubicBezTo>
                  <a:pt x="2741" y="50815"/>
                  <a:pt x="0" y="42822"/>
                  <a:pt x="0" y="32773"/>
                </a:cubicBezTo>
                <a:cubicBezTo>
                  <a:pt x="0" y="22610"/>
                  <a:pt x="2741" y="14617"/>
                  <a:pt x="8336" y="8793"/>
                </a:cubicBezTo>
                <a:cubicBezTo>
                  <a:pt x="13931" y="2969"/>
                  <a:pt x="21582" y="0"/>
                  <a:pt x="31403" y="0"/>
                </a:cubicBezTo>
                <a:cubicBezTo>
                  <a:pt x="34600" y="0"/>
                  <a:pt x="37683" y="343"/>
                  <a:pt x="40652" y="1028"/>
                </a:cubicBezTo>
                <a:cubicBezTo>
                  <a:pt x="43621" y="1713"/>
                  <a:pt x="46590" y="2626"/>
                  <a:pt x="49445" y="388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F80BBE-AE1A-4FD8-9232-13387FD1E3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56871" y="2323025"/>
            <a:ext cx="228384" cy="10"/>
          </a:xfrm>
          <a:custGeom xmlns:a="http://schemas.openxmlformats.org/drawingml/2006/main">
            <a:pathLst>
              <a:path w="228384" h="1" fill="none">
                <a:moveTo>
                  <a:pt x="0" y="0"/>
                </a:moveTo>
                <a:lnTo>
                  <a:pt x="114192" y="0"/>
                </a:lnTo>
                <a:lnTo>
                  <a:pt x="228384" y="0"/>
                </a:lnTo>
              </a:path>
            </a:pathLst>
          </a:custGeom>
          <a:noFill xmlns:a="http://schemas.openxmlformats.org/drawingml/2006/main"/>
          <a:ln xmlns:a="http://schemas.openxmlformats.org/drawingml/2006/main" w="53018" cap="rnd">
            <a:solidFill>
              <a:srgbClr val="FF7F0E"/>
            </a:solidFill>
            <a:round/>
          </a:ln>
        </p:spPr>
      </p:sp>
      <p:sp>
        <p:nvSpPr>
          <p:cNvPr id="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B76BF2-4BAC-4064-AA72-9877857A20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13967" y="2265929"/>
            <a:ext cx="114192" cy="114192"/>
          </a:xfrm>
          <a:custGeom xmlns:a="http://schemas.openxmlformats.org/drawingml/2006/main">
            <a:pathLst>
              <a:path w="114192" h="114192">
                <a:moveTo>
                  <a:pt x="0" y="114192"/>
                </a:moveTo>
                <a:lnTo>
                  <a:pt x="114192" y="114192"/>
                </a:lnTo>
                <a:lnTo>
                  <a:pt x="114192" y="0"/>
                </a:lnTo>
                <a:lnTo>
                  <a:pt x="0" y="0"/>
                </a:lnTo>
                <a:lnTo>
                  <a:pt x="0" y="114192"/>
                </a:lnTo>
                <a:close/>
              </a:path>
            </a:pathLst>
          </a:custGeom>
          <a:solidFill xmlns:a="http://schemas.openxmlformats.org/drawingml/2006/main">
            <a:srgbClr val="FF7F0E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7123BF-7DA1-498B-9B35-8A137C7C72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13967" y="2265929"/>
            <a:ext cx="114192" cy="114192"/>
          </a:xfrm>
          <a:custGeom xmlns:a="http://schemas.openxmlformats.org/drawingml/2006/main">
            <a:pathLst>
              <a:path w="114192" h="114192" fill="none">
                <a:moveTo>
                  <a:pt x="0" y="114192"/>
                </a:moveTo>
                <a:lnTo>
                  <a:pt x="114192" y="114192"/>
                </a:lnTo>
                <a:lnTo>
                  <a:pt x="114192" y="0"/>
                </a:lnTo>
                <a:lnTo>
                  <a:pt x="0" y="0"/>
                </a:lnTo>
                <a:lnTo>
                  <a:pt x="0" y="114192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miter/>
          </a:ln>
        </p:spPr>
      </p:sp>
      <p:sp>
        <p:nvSpPr>
          <p:cNvPr id="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CD429E-995E-4EFD-B8BB-00C21BADC0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48745" y="2278262"/>
            <a:ext cx="67145" cy="86215"/>
          </a:xfrm>
          <a:custGeom xmlns:a="http://schemas.openxmlformats.org/drawingml/2006/main">
            <a:pathLst>
              <a:path w="67145" h="86215">
                <a:moveTo>
                  <a:pt x="67145" y="7879"/>
                </a:moveTo>
                <a:lnTo>
                  <a:pt x="67145" y="19755"/>
                </a:lnTo>
                <a:cubicBezTo>
                  <a:pt x="63262" y="16329"/>
                  <a:pt x="59266" y="13703"/>
                  <a:pt x="54926" y="11876"/>
                </a:cubicBezTo>
                <a:cubicBezTo>
                  <a:pt x="50587" y="10163"/>
                  <a:pt x="46134" y="9250"/>
                  <a:pt x="41337" y="9250"/>
                </a:cubicBezTo>
                <a:cubicBezTo>
                  <a:pt x="31745" y="9250"/>
                  <a:pt x="24437" y="12219"/>
                  <a:pt x="19413" y="18042"/>
                </a:cubicBezTo>
                <a:cubicBezTo>
                  <a:pt x="14388" y="23866"/>
                  <a:pt x="11876" y="32202"/>
                  <a:pt x="11876" y="43165"/>
                </a:cubicBezTo>
                <a:cubicBezTo>
                  <a:pt x="11876" y="54127"/>
                  <a:pt x="14388" y="62577"/>
                  <a:pt x="19413" y="68401"/>
                </a:cubicBezTo>
                <a:cubicBezTo>
                  <a:pt x="24437" y="74225"/>
                  <a:pt x="31745" y="77080"/>
                  <a:pt x="41337" y="77080"/>
                </a:cubicBezTo>
                <a:cubicBezTo>
                  <a:pt x="46134" y="77080"/>
                  <a:pt x="50587" y="76280"/>
                  <a:pt x="54926" y="74453"/>
                </a:cubicBezTo>
                <a:cubicBezTo>
                  <a:pt x="59266" y="72740"/>
                  <a:pt x="63262" y="70114"/>
                  <a:pt x="67145" y="66574"/>
                </a:cubicBezTo>
                <a:lnTo>
                  <a:pt x="67145" y="78336"/>
                </a:lnTo>
                <a:cubicBezTo>
                  <a:pt x="63148" y="81076"/>
                  <a:pt x="58923" y="83018"/>
                  <a:pt x="54584" y="84274"/>
                </a:cubicBezTo>
                <a:cubicBezTo>
                  <a:pt x="50244" y="85530"/>
                  <a:pt x="45563" y="86215"/>
                  <a:pt x="40652" y="86215"/>
                </a:cubicBezTo>
                <a:cubicBezTo>
                  <a:pt x="28091" y="86215"/>
                  <a:pt x="18157" y="82447"/>
                  <a:pt x="10848" y="74796"/>
                </a:cubicBezTo>
                <a:cubicBezTo>
                  <a:pt x="3540" y="67145"/>
                  <a:pt x="0" y="56639"/>
                  <a:pt x="0" y="43165"/>
                </a:cubicBezTo>
                <a:cubicBezTo>
                  <a:pt x="0" y="29804"/>
                  <a:pt x="3540" y="19298"/>
                  <a:pt x="10848" y="11533"/>
                </a:cubicBezTo>
                <a:cubicBezTo>
                  <a:pt x="18157" y="3883"/>
                  <a:pt x="28091" y="0"/>
                  <a:pt x="40652" y="0"/>
                </a:cubicBezTo>
                <a:cubicBezTo>
                  <a:pt x="45677" y="0"/>
                  <a:pt x="50359" y="685"/>
                  <a:pt x="54698" y="1941"/>
                </a:cubicBezTo>
                <a:cubicBezTo>
                  <a:pt x="59037" y="3312"/>
                  <a:pt x="63262" y="5253"/>
                  <a:pt x="67145" y="787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498875-9753-4F21-9B67-717024E905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32448" y="2276207"/>
            <a:ext cx="52300" cy="86786"/>
          </a:xfrm>
          <a:custGeom xmlns:a="http://schemas.openxmlformats.org/drawingml/2006/main">
            <a:pathLst>
              <a:path w="52300" h="86786">
                <a:moveTo>
                  <a:pt x="52300" y="49103"/>
                </a:moveTo>
                <a:lnTo>
                  <a:pt x="52300" y="86786"/>
                </a:lnTo>
                <a:lnTo>
                  <a:pt x="42023" y="86786"/>
                </a:lnTo>
                <a:lnTo>
                  <a:pt x="42023" y="49445"/>
                </a:lnTo>
                <a:cubicBezTo>
                  <a:pt x="42023" y="43507"/>
                  <a:pt x="40767" y="39168"/>
                  <a:pt x="38483" y="36199"/>
                </a:cubicBezTo>
                <a:cubicBezTo>
                  <a:pt x="36199" y="33230"/>
                  <a:pt x="32773" y="31745"/>
                  <a:pt x="28205" y="31745"/>
                </a:cubicBezTo>
                <a:cubicBezTo>
                  <a:pt x="22610" y="31745"/>
                  <a:pt x="18271" y="33572"/>
                  <a:pt x="15073" y="37112"/>
                </a:cubicBezTo>
                <a:cubicBezTo>
                  <a:pt x="11876" y="40652"/>
                  <a:pt x="10277" y="45448"/>
                  <a:pt x="10277" y="51501"/>
                </a:cubicBezTo>
                <a:lnTo>
                  <a:pt x="10277" y="86786"/>
                </a:lnTo>
                <a:lnTo>
                  <a:pt x="0" y="86786"/>
                </a:lnTo>
                <a:lnTo>
                  <a:pt x="0" y="0"/>
                </a:lnTo>
                <a:lnTo>
                  <a:pt x="10277" y="0"/>
                </a:lnTo>
                <a:lnTo>
                  <a:pt x="10277" y="34029"/>
                </a:lnTo>
                <a:cubicBezTo>
                  <a:pt x="12675" y="30375"/>
                  <a:pt x="15530" y="27520"/>
                  <a:pt x="18956" y="25693"/>
                </a:cubicBezTo>
                <a:cubicBezTo>
                  <a:pt x="22267" y="23866"/>
                  <a:pt x="26150" y="22838"/>
                  <a:pt x="30489" y="22838"/>
                </a:cubicBezTo>
                <a:cubicBezTo>
                  <a:pt x="37569" y="22838"/>
                  <a:pt x="43050" y="25122"/>
                  <a:pt x="46705" y="29576"/>
                </a:cubicBezTo>
                <a:cubicBezTo>
                  <a:pt x="50359" y="34029"/>
                  <a:pt x="52300" y="40538"/>
                  <a:pt x="52300" y="4910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95BD84-353C-4B39-A205-5FA81CD7CD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05188" y="2276207"/>
            <a:ext cx="10277" cy="86786"/>
          </a:xfrm>
          <a:custGeom xmlns:a="http://schemas.openxmlformats.org/drawingml/2006/main">
            <a:pathLst>
              <a:path w="10277" h="86786">
                <a:moveTo>
                  <a:pt x="0" y="24323"/>
                </a:moveTo>
                <a:lnTo>
                  <a:pt x="10277" y="24323"/>
                </a:lnTo>
                <a:lnTo>
                  <a:pt x="10277" y="86786"/>
                </a:lnTo>
                <a:lnTo>
                  <a:pt x="0" y="86786"/>
                </a:lnTo>
                <a:lnTo>
                  <a:pt x="0" y="24323"/>
                </a:lnTo>
                <a:close/>
                <a:moveTo>
                  <a:pt x="0" y="0"/>
                </a:moveTo>
                <a:lnTo>
                  <a:pt x="10277" y="0"/>
                </a:lnTo>
                <a:lnTo>
                  <a:pt x="10277" y="13018"/>
                </a:lnTo>
                <a:lnTo>
                  <a:pt x="0" y="1301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1D72A8-97EC-418D-A3D3-227E04AF32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36591" y="2299045"/>
            <a:ext cx="52300" cy="63948"/>
          </a:xfrm>
          <a:custGeom xmlns:a="http://schemas.openxmlformats.org/drawingml/2006/main">
            <a:pathLst>
              <a:path w="52300" h="63948">
                <a:moveTo>
                  <a:pt x="52300" y="26264"/>
                </a:moveTo>
                <a:lnTo>
                  <a:pt x="52300" y="63948"/>
                </a:lnTo>
                <a:lnTo>
                  <a:pt x="42023" y="63948"/>
                </a:lnTo>
                <a:lnTo>
                  <a:pt x="42023" y="26607"/>
                </a:lnTo>
                <a:cubicBezTo>
                  <a:pt x="42023" y="20669"/>
                  <a:pt x="40767" y="16329"/>
                  <a:pt x="38483" y="13360"/>
                </a:cubicBezTo>
                <a:cubicBezTo>
                  <a:pt x="36199" y="10391"/>
                  <a:pt x="32773" y="8907"/>
                  <a:pt x="28205" y="8907"/>
                </a:cubicBezTo>
                <a:cubicBezTo>
                  <a:pt x="22610" y="8907"/>
                  <a:pt x="18271" y="10734"/>
                  <a:pt x="15073" y="14274"/>
                </a:cubicBezTo>
                <a:cubicBezTo>
                  <a:pt x="11876" y="17814"/>
                  <a:pt x="10277" y="22610"/>
                  <a:pt x="10277" y="28662"/>
                </a:cubicBezTo>
                <a:lnTo>
                  <a:pt x="10277" y="63948"/>
                </a:lnTo>
                <a:lnTo>
                  <a:pt x="0" y="63948"/>
                </a:lnTo>
                <a:lnTo>
                  <a:pt x="0" y="1484"/>
                </a:lnTo>
                <a:lnTo>
                  <a:pt x="10277" y="1484"/>
                </a:lnTo>
                <a:lnTo>
                  <a:pt x="10277" y="11191"/>
                </a:lnTo>
                <a:cubicBezTo>
                  <a:pt x="12675" y="7537"/>
                  <a:pt x="15530" y="4682"/>
                  <a:pt x="18956" y="2855"/>
                </a:cubicBezTo>
                <a:cubicBezTo>
                  <a:pt x="22267" y="1028"/>
                  <a:pt x="26150" y="0"/>
                  <a:pt x="30489" y="0"/>
                </a:cubicBezTo>
                <a:cubicBezTo>
                  <a:pt x="37569" y="0"/>
                  <a:pt x="43050" y="2284"/>
                  <a:pt x="46705" y="6737"/>
                </a:cubicBezTo>
                <a:cubicBezTo>
                  <a:pt x="50359" y="11191"/>
                  <a:pt x="52300" y="17700"/>
                  <a:pt x="52300" y="2626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898905-B34E-49EA-B6FD-7E251F11D9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04878" y="2299045"/>
            <a:ext cx="57895" cy="65432"/>
          </a:xfrm>
          <a:custGeom xmlns:a="http://schemas.openxmlformats.org/drawingml/2006/main">
            <a:pathLst>
              <a:path w="57895" h="65432">
                <a:moveTo>
                  <a:pt x="57895" y="30147"/>
                </a:moveTo>
                <a:lnTo>
                  <a:pt x="57895" y="35171"/>
                </a:lnTo>
                <a:lnTo>
                  <a:pt x="10734" y="35171"/>
                </a:lnTo>
                <a:cubicBezTo>
                  <a:pt x="11191" y="42251"/>
                  <a:pt x="13246" y="47732"/>
                  <a:pt x="17129" y="51386"/>
                </a:cubicBezTo>
                <a:cubicBezTo>
                  <a:pt x="20897" y="55041"/>
                  <a:pt x="26150" y="56868"/>
                  <a:pt x="33001" y="56868"/>
                </a:cubicBezTo>
                <a:cubicBezTo>
                  <a:pt x="36884" y="56868"/>
                  <a:pt x="40767" y="56411"/>
                  <a:pt x="44421" y="55497"/>
                </a:cubicBezTo>
                <a:cubicBezTo>
                  <a:pt x="48075" y="54584"/>
                  <a:pt x="51843" y="53099"/>
                  <a:pt x="55497" y="51044"/>
                </a:cubicBezTo>
                <a:lnTo>
                  <a:pt x="55497" y="60750"/>
                </a:lnTo>
                <a:cubicBezTo>
                  <a:pt x="51843" y="62349"/>
                  <a:pt x="48075" y="63605"/>
                  <a:pt x="44192" y="64290"/>
                </a:cubicBezTo>
                <a:cubicBezTo>
                  <a:pt x="40310" y="64975"/>
                  <a:pt x="36313" y="65432"/>
                  <a:pt x="32431" y="65432"/>
                </a:cubicBezTo>
                <a:cubicBezTo>
                  <a:pt x="22382" y="65432"/>
                  <a:pt x="14502" y="62577"/>
                  <a:pt x="8679" y="56868"/>
                </a:cubicBezTo>
                <a:cubicBezTo>
                  <a:pt x="2855" y="51158"/>
                  <a:pt x="0" y="43279"/>
                  <a:pt x="0" y="33344"/>
                </a:cubicBezTo>
                <a:cubicBezTo>
                  <a:pt x="0" y="23181"/>
                  <a:pt x="2741" y="15073"/>
                  <a:pt x="8222" y="9021"/>
                </a:cubicBezTo>
                <a:cubicBezTo>
                  <a:pt x="13703" y="3083"/>
                  <a:pt x="21240" y="0"/>
                  <a:pt x="30603" y="0"/>
                </a:cubicBezTo>
                <a:cubicBezTo>
                  <a:pt x="39054" y="0"/>
                  <a:pt x="45677" y="2741"/>
                  <a:pt x="50587" y="8108"/>
                </a:cubicBezTo>
                <a:cubicBezTo>
                  <a:pt x="55383" y="13589"/>
                  <a:pt x="57895" y="20897"/>
                  <a:pt x="57895" y="30147"/>
                </a:cubicBezTo>
                <a:close/>
                <a:moveTo>
                  <a:pt x="47618" y="27178"/>
                </a:moveTo>
                <a:cubicBezTo>
                  <a:pt x="47504" y="21582"/>
                  <a:pt x="45905" y="17129"/>
                  <a:pt x="42936" y="13703"/>
                </a:cubicBezTo>
                <a:cubicBezTo>
                  <a:pt x="39853" y="10391"/>
                  <a:pt x="35742" y="8679"/>
                  <a:pt x="30718" y="8679"/>
                </a:cubicBezTo>
                <a:cubicBezTo>
                  <a:pt x="25008" y="8679"/>
                  <a:pt x="20440" y="10391"/>
                  <a:pt x="17015" y="13589"/>
                </a:cubicBezTo>
                <a:cubicBezTo>
                  <a:pt x="13589" y="16786"/>
                  <a:pt x="11533" y="21354"/>
                  <a:pt x="11077" y="27178"/>
                </a:cubicBezTo>
                <a:lnTo>
                  <a:pt x="47618" y="27178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021AAC-752E-4550-864B-E93470351E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74992" y="2299045"/>
            <a:ext cx="47732" cy="65432"/>
          </a:xfrm>
          <a:custGeom xmlns:a="http://schemas.openxmlformats.org/drawingml/2006/main">
            <a:pathLst>
              <a:path w="47732" h="65432">
                <a:moveTo>
                  <a:pt x="44421" y="3312"/>
                </a:moveTo>
                <a:lnTo>
                  <a:pt x="44421" y="13018"/>
                </a:lnTo>
                <a:cubicBezTo>
                  <a:pt x="41452" y="11648"/>
                  <a:pt x="38483" y="10506"/>
                  <a:pt x="35400" y="9706"/>
                </a:cubicBezTo>
                <a:cubicBezTo>
                  <a:pt x="32202" y="9021"/>
                  <a:pt x="29005" y="8564"/>
                  <a:pt x="25693" y="8564"/>
                </a:cubicBezTo>
                <a:cubicBezTo>
                  <a:pt x="20555" y="8564"/>
                  <a:pt x="16672" y="9364"/>
                  <a:pt x="14160" y="10962"/>
                </a:cubicBezTo>
                <a:cubicBezTo>
                  <a:pt x="11648" y="12561"/>
                  <a:pt x="10391" y="14845"/>
                  <a:pt x="10391" y="17928"/>
                </a:cubicBezTo>
                <a:cubicBezTo>
                  <a:pt x="10391" y="20326"/>
                  <a:pt x="11305" y="22153"/>
                  <a:pt x="13132" y="23524"/>
                </a:cubicBezTo>
                <a:cubicBezTo>
                  <a:pt x="14959" y="24894"/>
                  <a:pt x="18613" y="26264"/>
                  <a:pt x="24095" y="27406"/>
                </a:cubicBezTo>
                <a:lnTo>
                  <a:pt x="27634" y="28205"/>
                </a:lnTo>
                <a:cubicBezTo>
                  <a:pt x="34943" y="29804"/>
                  <a:pt x="40081" y="32088"/>
                  <a:pt x="43165" y="34829"/>
                </a:cubicBezTo>
                <a:cubicBezTo>
                  <a:pt x="46134" y="37683"/>
                  <a:pt x="47732" y="41680"/>
                  <a:pt x="47732" y="46705"/>
                </a:cubicBezTo>
                <a:cubicBezTo>
                  <a:pt x="47732" y="52528"/>
                  <a:pt x="45448" y="57096"/>
                  <a:pt x="40881" y="60408"/>
                </a:cubicBezTo>
                <a:cubicBezTo>
                  <a:pt x="36313" y="63833"/>
                  <a:pt x="29918" y="65432"/>
                  <a:pt x="21925" y="65432"/>
                </a:cubicBezTo>
                <a:cubicBezTo>
                  <a:pt x="18499" y="65432"/>
                  <a:pt x="15073" y="65089"/>
                  <a:pt x="11419" y="64518"/>
                </a:cubicBezTo>
                <a:cubicBezTo>
                  <a:pt x="7765" y="63948"/>
                  <a:pt x="3997" y="63034"/>
                  <a:pt x="0" y="61664"/>
                </a:cubicBezTo>
                <a:lnTo>
                  <a:pt x="0" y="51044"/>
                </a:lnTo>
                <a:cubicBezTo>
                  <a:pt x="3768" y="53099"/>
                  <a:pt x="7537" y="54584"/>
                  <a:pt x="11191" y="55497"/>
                </a:cubicBezTo>
                <a:cubicBezTo>
                  <a:pt x="14845" y="56525"/>
                  <a:pt x="18499" y="56982"/>
                  <a:pt x="22153" y="56982"/>
                </a:cubicBezTo>
                <a:cubicBezTo>
                  <a:pt x="26949" y="56982"/>
                  <a:pt x="30718" y="56182"/>
                  <a:pt x="33344" y="54584"/>
                </a:cubicBezTo>
                <a:cubicBezTo>
                  <a:pt x="35856" y="52985"/>
                  <a:pt x="37227" y="50587"/>
                  <a:pt x="37227" y="47504"/>
                </a:cubicBezTo>
                <a:cubicBezTo>
                  <a:pt x="37227" y="44763"/>
                  <a:pt x="36199" y="42594"/>
                  <a:pt x="34372" y="41109"/>
                </a:cubicBezTo>
                <a:cubicBezTo>
                  <a:pt x="32545" y="39625"/>
                  <a:pt x="28434" y="38140"/>
                  <a:pt x="22039" y="36770"/>
                </a:cubicBezTo>
                <a:lnTo>
                  <a:pt x="18499" y="35970"/>
                </a:lnTo>
                <a:cubicBezTo>
                  <a:pt x="12104" y="34600"/>
                  <a:pt x="7422" y="32545"/>
                  <a:pt x="4682" y="29804"/>
                </a:cubicBezTo>
                <a:cubicBezTo>
                  <a:pt x="1827" y="27063"/>
                  <a:pt x="457" y="23295"/>
                  <a:pt x="457" y="18385"/>
                </a:cubicBezTo>
                <a:cubicBezTo>
                  <a:pt x="457" y="12561"/>
                  <a:pt x="2512" y="7993"/>
                  <a:pt x="6623" y="4796"/>
                </a:cubicBezTo>
                <a:cubicBezTo>
                  <a:pt x="10734" y="1599"/>
                  <a:pt x="16672" y="0"/>
                  <a:pt x="24437" y="0"/>
                </a:cubicBezTo>
                <a:cubicBezTo>
                  <a:pt x="28205" y="0"/>
                  <a:pt x="31745" y="343"/>
                  <a:pt x="35171" y="914"/>
                </a:cubicBezTo>
                <a:cubicBezTo>
                  <a:pt x="38483" y="1484"/>
                  <a:pt x="41566" y="2284"/>
                  <a:pt x="44421" y="331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61F500-5103-4C4E-89F1-C282418E1B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34600" y="2299045"/>
            <a:ext cx="57895" cy="65432"/>
          </a:xfrm>
          <a:custGeom xmlns:a="http://schemas.openxmlformats.org/drawingml/2006/main">
            <a:pathLst>
              <a:path w="57895" h="65432">
                <a:moveTo>
                  <a:pt x="57895" y="30147"/>
                </a:moveTo>
                <a:lnTo>
                  <a:pt x="57895" y="35171"/>
                </a:lnTo>
                <a:lnTo>
                  <a:pt x="10734" y="35171"/>
                </a:lnTo>
                <a:cubicBezTo>
                  <a:pt x="11191" y="42251"/>
                  <a:pt x="13246" y="47732"/>
                  <a:pt x="17129" y="51386"/>
                </a:cubicBezTo>
                <a:cubicBezTo>
                  <a:pt x="20897" y="55041"/>
                  <a:pt x="26150" y="56868"/>
                  <a:pt x="33001" y="56868"/>
                </a:cubicBezTo>
                <a:cubicBezTo>
                  <a:pt x="36884" y="56868"/>
                  <a:pt x="40767" y="56411"/>
                  <a:pt x="44421" y="55497"/>
                </a:cubicBezTo>
                <a:cubicBezTo>
                  <a:pt x="48075" y="54584"/>
                  <a:pt x="51843" y="53099"/>
                  <a:pt x="55497" y="51044"/>
                </a:cubicBezTo>
                <a:lnTo>
                  <a:pt x="55497" y="60750"/>
                </a:lnTo>
                <a:cubicBezTo>
                  <a:pt x="51843" y="62349"/>
                  <a:pt x="48075" y="63605"/>
                  <a:pt x="44192" y="64290"/>
                </a:cubicBezTo>
                <a:cubicBezTo>
                  <a:pt x="40310" y="64975"/>
                  <a:pt x="36313" y="65432"/>
                  <a:pt x="32431" y="65432"/>
                </a:cubicBezTo>
                <a:cubicBezTo>
                  <a:pt x="22382" y="65432"/>
                  <a:pt x="14502" y="62577"/>
                  <a:pt x="8679" y="56868"/>
                </a:cubicBezTo>
                <a:cubicBezTo>
                  <a:pt x="2855" y="51158"/>
                  <a:pt x="0" y="43279"/>
                  <a:pt x="0" y="33344"/>
                </a:cubicBezTo>
                <a:cubicBezTo>
                  <a:pt x="0" y="23181"/>
                  <a:pt x="2741" y="15073"/>
                  <a:pt x="8222" y="9021"/>
                </a:cubicBezTo>
                <a:cubicBezTo>
                  <a:pt x="13703" y="3083"/>
                  <a:pt x="21240" y="0"/>
                  <a:pt x="30603" y="0"/>
                </a:cubicBezTo>
                <a:cubicBezTo>
                  <a:pt x="39054" y="0"/>
                  <a:pt x="45677" y="2741"/>
                  <a:pt x="50587" y="8108"/>
                </a:cubicBezTo>
                <a:cubicBezTo>
                  <a:pt x="55383" y="13589"/>
                  <a:pt x="57895" y="20897"/>
                  <a:pt x="57895" y="30147"/>
                </a:cubicBezTo>
                <a:close/>
                <a:moveTo>
                  <a:pt x="47618" y="27178"/>
                </a:moveTo>
                <a:cubicBezTo>
                  <a:pt x="47504" y="21582"/>
                  <a:pt x="45905" y="17129"/>
                  <a:pt x="42936" y="13703"/>
                </a:cubicBezTo>
                <a:cubicBezTo>
                  <a:pt x="39853" y="10391"/>
                  <a:pt x="35742" y="8679"/>
                  <a:pt x="30718" y="8679"/>
                </a:cubicBezTo>
                <a:cubicBezTo>
                  <a:pt x="25008" y="8679"/>
                  <a:pt x="20440" y="10391"/>
                  <a:pt x="17015" y="13589"/>
                </a:cubicBezTo>
                <a:cubicBezTo>
                  <a:pt x="13589" y="16786"/>
                  <a:pt x="11533" y="21354"/>
                  <a:pt x="11077" y="27178"/>
                </a:cubicBezTo>
                <a:lnTo>
                  <a:pt x="47618" y="27178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01BA33-3E62-488B-BB98-9153F7D8EB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56871" y="2490617"/>
            <a:ext cx="228384" cy="10"/>
          </a:xfrm>
          <a:custGeom xmlns:a="http://schemas.openxmlformats.org/drawingml/2006/main">
            <a:pathLst>
              <a:path w="228384" h="1" fill="none">
                <a:moveTo>
                  <a:pt x="0" y="0"/>
                </a:moveTo>
                <a:lnTo>
                  <a:pt x="114192" y="0"/>
                </a:lnTo>
                <a:lnTo>
                  <a:pt x="228384" y="0"/>
                </a:lnTo>
              </a:path>
            </a:pathLst>
          </a:custGeom>
          <a:noFill xmlns:a="http://schemas.openxmlformats.org/drawingml/2006/main"/>
          <a:ln xmlns:a="http://schemas.openxmlformats.org/drawingml/2006/main" w="53018" cap="rnd">
            <a:solidFill>
              <a:srgbClr val="2CA02C"/>
            </a:solidFill>
            <a:round/>
          </a:ln>
        </p:spPr>
      </p:sp>
      <p:sp>
        <p:nvSpPr>
          <p:cNvPr id="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E6F669-48DE-48F7-8926-11E0A69A6E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90317" y="2409871"/>
            <a:ext cx="161492" cy="161492"/>
          </a:xfrm>
          <a:custGeom xmlns:a="http://schemas.openxmlformats.org/drawingml/2006/main">
            <a:pathLst>
              <a:path w="161492" h="161492">
                <a:moveTo>
                  <a:pt x="80746" y="161492"/>
                </a:moveTo>
                <a:lnTo>
                  <a:pt x="161492" y="80746"/>
                </a:lnTo>
                <a:lnTo>
                  <a:pt x="80746" y="0"/>
                </a:lnTo>
                <a:lnTo>
                  <a:pt x="0" y="80746"/>
                </a:lnTo>
                <a:lnTo>
                  <a:pt x="80746" y="161492"/>
                </a:lnTo>
                <a:close/>
              </a:path>
            </a:pathLst>
          </a:custGeom>
          <a:solidFill xmlns:a="http://schemas.openxmlformats.org/drawingml/2006/main">
            <a:srgbClr val="2CA02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056F12-185B-4218-AC31-8040F4495F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90317" y="2409871"/>
            <a:ext cx="161492" cy="161492"/>
          </a:xfrm>
          <a:custGeom xmlns:a="http://schemas.openxmlformats.org/drawingml/2006/main">
            <a:pathLst>
              <a:path w="161492" h="161492" fill="none">
                <a:moveTo>
                  <a:pt x="80746" y="161492"/>
                </a:moveTo>
                <a:lnTo>
                  <a:pt x="161492" y="80746"/>
                </a:lnTo>
                <a:lnTo>
                  <a:pt x="80746" y="0"/>
                </a:lnTo>
                <a:lnTo>
                  <a:pt x="0" y="80746"/>
                </a:lnTo>
                <a:lnTo>
                  <a:pt x="80746" y="161492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miter/>
          </a:ln>
        </p:spPr>
      </p:sp>
      <p:sp>
        <p:nvSpPr>
          <p:cNvPr id="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513C2E-51CF-4247-B491-48DA853A80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3541" y="2447339"/>
            <a:ext cx="53670" cy="83246"/>
          </a:xfrm>
          <a:custGeom xmlns:a="http://schemas.openxmlformats.org/drawingml/2006/main">
            <a:pathLst>
              <a:path w="53670" h="83246">
                <a:moveTo>
                  <a:pt x="0" y="0"/>
                </a:moveTo>
                <a:lnTo>
                  <a:pt x="52643" y="0"/>
                </a:lnTo>
                <a:lnTo>
                  <a:pt x="52643" y="9478"/>
                </a:lnTo>
                <a:lnTo>
                  <a:pt x="11305" y="9478"/>
                </a:lnTo>
                <a:lnTo>
                  <a:pt x="11305" y="34143"/>
                </a:lnTo>
                <a:lnTo>
                  <a:pt x="50930" y="34143"/>
                </a:lnTo>
                <a:lnTo>
                  <a:pt x="50930" y="43621"/>
                </a:lnTo>
                <a:lnTo>
                  <a:pt x="11305" y="43621"/>
                </a:lnTo>
                <a:lnTo>
                  <a:pt x="11305" y="73768"/>
                </a:lnTo>
                <a:lnTo>
                  <a:pt x="53670" y="73768"/>
                </a:lnTo>
                <a:lnTo>
                  <a:pt x="53670" y="83246"/>
                </a:lnTo>
                <a:lnTo>
                  <a:pt x="0" y="83246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073FE5-E560-48F6-A7BB-0712E9E9F7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24911" y="2466637"/>
            <a:ext cx="52300" cy="63948"/>
          </a:xfrm>
          <a:custGeom xmlns:a="http://schemas.openxmlformats.org/drawingml/2006/main">
            <a:pathLst>
              <a:path w="52300" h="63948">
                <a:moveTo>
                  <a:pt x="52300" y="26264"/>
                </a:moveTo>
                <a:lnTo>
                  <a:pt x="52300" y="63948"/>
                </a:lnTo>
                <a:lnTo>
                  <a:pt x="42023" y="63948"/>
                </a:lnTo>
                <a:lnTo>
                  <a:pt x="42023" y="26607"/>
                </a:lnTo>
                <a:cubicBezTo>
                  <a:pt x="42023" y="20669"/>
                  <a:pt x="40767" y="16329"/>
                  <a:pt x="38483" y="13360"/>
                </a:cubicBezTo>
                <a:cubicBezTo>
                  <a:pt x="36199" y="10391"/>
                  <a:pt x="32773" y="8907"/>
                  <a:pt x="28205" y="8907"/>
                </a:cubicBezTo>
                <a:cubicBezTo>
                  <a:pt x="22610" y="8907"/>
                  <a:pt x="18271" y="10734"/>
                  <a:pt x="15073" y="14274"/>
                </a:cubicBezTo>
                <a:cubicBezTo>
                  <a:pt x="11876" y="17814"/>
                  <a:pt x="10277" y="22610"/>
                  <a:pt x="10277" y="28662"/>
                </a:cubicBezTo>
                <a:lnTo>
                  <a:pt x="10277" y="63948"/>
                </a:lnTo>
                <a:lnTo>
                  <a:pt x="0" y="63948"/>
                </a:lnTo>
                <a:lnTo>
                  <a:pt x="0" y="1484"/>
                </a:lnTo>
                <a:lnTo>
                  <a:pt x="10277" y="1484"/>
                </a:lnTo>
                <a:lnTo>
                  <a:pt x="10277" y="11191"/>
                </a:lnTo>
                <a:cubicBezTo>
                  <a:pt x="12675" y="7537"/>
                  <a:pt x="15530" y="4682"/>
                  <a:pt x="18956" y="2855"/>
                </a:cubicBezTo>
                <a:cubicBezTo>
                  <a:pt x="22267" y="1028"/>
                  <a:pt x="26150" y="0"/>
                  <a:pt x="30489" y="0"/>
                </a:cubicBezTo>
                <a:cubicBezTo>
                  <a:pt x="37569" y="0"/>
                  <a:pt x="43050" y="2284"/>
                  <a:pt x="46705" y="6737"/>
                </a:cubicBezTo>
                <a:cubicBezTo>
                  <a:pt x="50359" y="11191"/>
                  <a:pt x="52300" y="17700"/>
                  <a:pt x="52300" y="2626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8A698F-3502-491F-901E-FB78229892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93198" y="2466637"/>
            <a:ext cx="55840" cy="87585"/>
          </a:xfrm>
          <a:custGeom xmlns:a="http://schemas.openxmlformats.org/drawingml/2006/main">
            <a:pathLst>
              <a:path w="55840" h="87585">
                <a:moveTo>
                  <a:pt x="45563" y="31974"/>
                </a:moveTo>
                <a:cubicBezTo>
                  <a:pt x="45563" y="24665"/>
                  <a:pt x="43964" y="18842"/>
                  <a:pt x="40995" y="14731"/>
                </a:cubicBezTo>
                <a:cubicBezTo>
                  <a:pt x="37912" y="10620"/>
                  <a:pt x="33572" y="8564"/>
                  <a:pt x="28091" y="8564"/>
                </a:cubicBezTo>
                <a:cubicBezTo>
                  <a:pt x="22610" y="8564"/>
                  <a:pt x="18271" y="10620"/>
                  <a:pt x="15188" y="14731"/>
                </a:cubicBezTo>
                <a:cubicBezTo>
                  <a:pt x="12104" y="18842"/>
                  <a:pt x="10620" y="24665"/>
                  <a:pt x="10620" y="31974"/>
                </a:cubicBezTo>
                <a:cubicBezTo>
                  <a:pt x="10620" y="39396"/>
                  <a:pt x="12104" y="45106"/>
                  <a:pt x="15188" y="49217"/>
                </a:cubicBezTo>
                <a:cubicBezTo>
                  <a:pt x="18271" y="53328"/>
                  <a:pt x="22610" y="55383"/>
                  <a:pt x="28091" y="55383"/>
                </a:cubicBezTo>
                <a:cubicBezTo>
                  <a:pt x="33572" y="55383"/>
                  <a:pt x="37912" y="53328"/>
                  <a:pt x="40995" y="49217"/>
                </a:cubicBezTo>
                <a:cubicBezTo>
                  <a:pt x="43964" y="45106"/>
                  <a:pt x="45563" y="39396"/>
                  <a:pt x="45563" y="31974"/>
                </a:cubicBezTo>
                <a:close/>
                <a:moveTo>
                  <a:pt x="55840" y="56182"/>
                </a:moveTo>
                <a:cubicBezTo>
                  <a:pt x="55840" y="66688"/>
                  <a:pt x="53442" y="74567"/>
                  <a:pt x="48760" y="79820"/>
                </a:cubicBezTo>
                <a:cubicBezTo>
                  <a:pt x="43964" y="84959"/>
                  <a:pt x="36770" y="87585"/>
                  <a:pt x="27063" y="87585"/>
                </a:cubicBezTo>
                <a:cubicBezTo>
                  <a:pt x="23409" y="87585"/>
                  <a:pt x="20098" y="87243"/>
                  <a:pt x="16900" y="86786"/>
                </a:cubicBezTo>
                <a:cubicBezTo>
                  <a:pt x="13703" y="86215"/>
                  <a:pt x="10506" y="85416"/>
                  <a:pt x="7537" y="84274"/>
                </a:cubicBezTo>
                <a:lnTo>
                  <a:pt x="7537" y="74339"/>
                </a:lnTo>
                <a:cubicBezTo>
                  <a:pt x="10506" y="75938"/>
                  <a:pt x="13475" y="77080"/>
                  <a:pt x="16444" y="77879"/>
                </a:cubicBezTo>
                <a:cubicBezTo>
                  <a:pt x="19413" y="78678"/>
                  <a:pt x="22382" y="79135"/>
                  <a:pt x="25465" y="79135"/>
                </a:cubicBezTo>
                <a:cubicBezTo>
                  <a:pt x="32088" y="79135"/>
                  <a:pt x="37112" y="77308"/>
                  <a:pt x="40538" y="73882"/>
                </a:cubicBezTo>
                <a:cubicBezTo>
                  <a:pt x="43850" y="70342"/>
                  <a:pt x="45563" y="65089"/>
                  <a:pt x="45563" y="58010"/>
                </a:cubicBezTo>
                <a:lnTo>
                  <a:pt x="45563" y="52985"/>
                </a:lnTo>
                <a:cubicBezTo>
                  <a:pt x="43393" y="56639"/>
                  <a:pt x="40652" y="59380"/>
                  <a:pt x="37341" y="61207"/>
                </a:cubicBezTo>
                <a:cubicBezTo>
                  <a:pt x="34029" y="63034"/>
                  <a:pt x="30147" y="63948"/>
                  <a:pt x="25579" y="63948"/>
                </a:cubicBezTo>
                <a:cubicBezTo>
                  <a:pt x="17814" y="63948"/>
                  <a:pt x="11648" y="61093"/>
                  <a:pt x="6966" y="55269"/>
                </a:cubicBezTo>
                <a:cubicBezTo>
                  <a:pt x="2284" y="49445"/>
                  <a:pt x="0" y="41680"/>
                  <a:pt x="0" y="31974"/>
                </a:cubicBezTo>
                <a:cubicBezTo>
                  <a:pt x="0" y="22382"/>
                  <a:pt x="2284" y="14617"/>
                  <a:pt x="6966" y="8793"/>
                </a:cubicBezTo>
                <a:cubicBezTo>
                  <a:pt x="11648" y="2969"/>
                  <a:pt x="17814" y="0"/>
                  <a:pt x="25579" y="0"/>
                </a:cubicBezTo>
                <a:cubicBezTo>
                  <a:pt x="30147" y="0"/>
                  <a:pt x="34029" y="914"/>
                  <a:pt x="37341" y="2741"/>
                </a:cubicBezTo>
                <a:cubicBezTo>
                  <a:pt x="40652" y="4568"/>
                  <a:pt x="43393" y="7308"/>
                  <a:pt x="45563" y="10962"/>
                </a:cubicBezTo>
                <a:lnTo>
                  <a:pt x="45563" y="1484"/>
                </a:lnTo>
                <a:lnTo>
                  <a:pt x="55840" y="1484"/>
                </a:lnTo>
                <a:lnTo>
                  <a:pt x="55840" y="56182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AF39CC-87BB-4A9B-B18F-BCAB0B064C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70164" y="2443799"/>
            <a:ext cx="10277" cy="86786"/>
          </a:xfrm>
          <a:custGeom xmlns:a="http://schemas.openxmlformats.org/drawingml/2006/main">
            <a:pathLst>
              <a:path w="10277" h="86786">
                <a:moveTo>
                  <a:pt x="0" y="0"/>
                </a:moveTo>
                <a:lnTo>
                  <a:pt x="10277" y="0"/>
                </a:lnTo>
                <a:lnTo>
                  <a:pt x="10277" y="86786"/>
                </a:lnTo>
                <a:lnTo>
                  <a:pt x="0" y="86786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F5B811-E8BD-4032-8728-BE7D71CFE3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01909" y="2443799"/>
            <a:ext cx="10277" cy="86786"/>
          </a:xfrm>
          <a:custGeom xmlns:a="http://schemas.openxmlformats.org/drawingml/2006/main">
            <a:pathLst>
              <a:path w="10277" h="86786">
                <a:moveTo>
                  <a:pt x="0" y="24323"/>
                </a:moveTo>
                <a:lnTo>
                  <a:pt x="10277" y="24323"/>
                </a:lnTo>
                <a:lnTo>
                  <a:pt x="10277" y="86786"/>
                </a:lnTo>
                <a:lnTo>
                  <a:pt x="0" y="86786"/>
                </a:lnTo>
                <a:lnTo>
                  <a:pt x="0" y="24323"/>
                </a:lnTo>
                <a:close/>
                <a:moveTo>
                  <a:pt x="0" y="0"/>
                </a:moveTo>
                <a:lnTo>
                  <a:pt x="10277" y="0"/>
                </a:lnTo>
                <a:lnTo>
                  <a:pt x="10277" y="13018"/>
                </a:lnTo>
                <a:lnTo>
                  <a:pt x="0" y="1301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34F61B-5743-4F00-8C41-74BC6FEC2D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29086" y="2466637"/>
            <a:ext cx="47732" cy="65432"/>
          </a:xfrm>
          <a:custGeom xmlns:a="http://schemas.openxmlformats.org/drawingml/2006/main">
            <a:pathLst>
              <a:path w="47732" h="65432">
                <a:moveTo>
                  <a:pt x="44421" y="3312"/>
                </a:moveTo>
                <a:lnTo>
                  <a:pt x="44421" y="13018"/>
                </a:lnTo>
                <a:cubicBezTo>
                  <a:pt x="41452" y="11648"/>
                  <a:pt x="38483" y="10506"/>
                  <a:pt x="35400" y="9706"/>
                </a:cubicBezTo>
                <a:cubicBezTo>
                  <a:pt x="32202" y="9021"/>
                  <a:pt x="29005" y="8564"/>
                  <a:pt x="25693" y="8564"/>
                </a:cubicBezTo>
                <a:cubicBezTo>
                  <a:pt x="20555" y="8564"/>
                  <a:pt x="16672" y="9364"/>
                  <a:pt x="14160" y="10962"/>
                </a:cubicBezTo>
                <a:cubicBezTo>
                  <a:pt x="11648" y="12561"/>
                  <a:pt x="10391" y="14845"/>
                  <a:pt x="10391" y="17928"/>
                </a:cubicBezTo>
                <a:cubicBezTo>
                  <a:pt x="10391" y="20326"/>
                  <a:pt x="11305" y="22153"/>
                  <a:pt x="13132" y="23524"/>
                </a:cubicBezTo>
                <a:cubicBezTo>
                  <a:pt x="14959" y="24894"/>
                  <a:pt x="18613" y="26264"/>
                  <a:pt x="24095" y="27406"/>
                </a:cubicBezTo>
                <a:lnTo>
                  <a:pt x="27634" y="28205"/>
                </a:lnTo>
                <a:cubicBezTo>
                  <a:pt x="34943" y="29804"/>
                  <a:pt x="40081" y="32088"/>
                  <a:pt x="43165" y="34829"/>
                </a:cubicBezTo>
                <a:cubicBezTo>
                  <a:pt x="46134" y="37683"/>
                  <a:pt x="47732" y="41680"/>
                  <a:pt x="47732" y="46705"/>
                </a:cubicBezTo>
                <a:cubicBezTo>
                  <a:pt x="47732" y="52528"/>
                  <a:pt x="45448" y="57096"/>
                  <a:pt x="40881" y="60408"/>
                </a:cubicBezTo>
                <a:cubicBezTo>
                  <a:pt x="36313" y="63833"/>
                  <a:pt x="29918" y="65432"/>
                  <a:pt x="21925" y="65432"/>
                </a:cubicBezTo>
                <a:cubicBezTo>
                  <a:pt x="18499" y="65432"/>
                  <a:pt x="15073" y="65089"/>
                  <a:pt x="11419" y="64518"/>
                </a:cubicBezTo>
                <a:cubicBezTo>
                  <a:pt x="7765" y="63948"/>
                  <a:pt x="3997" y="63034"/>
                  <a:pt x="0" y="61664"/>
                </a:cubicBezTo>
                <a:lnTo>
                  <a:pt x="0" y="51044"/>
                </a:lnTo>
                <a:cubicBezTo>
                  <a:pt x="3768" y="53099"/>
                  <a:pt x="7537" y="54584"/>
                  <a:pt x="11191" y="55497"/>
                </a:cubicBezTo>
                <a:cubicBezTo>
                  <a:pt x="14845" y="56525"/>
                  <a:pt x="18499" y="56982"/>
                  <a:pt x="22153" y="56982"/>
                </a:cubicBezTo>
                <a:cubicBezTo>
                  <a:pt x="26949" y="56982"/>
                  <a:pt x="30718" y="56182"/>
                  <a:pt x="33344" y="54584"/>
                </a:cubicBezTo>
                <a:cubicBezTo>
                  <a:pt x="35856" y="52985"/>
                  <a:pt x="37227" y="50587"/>
                  <a:pt x="37227" y="47504"/>
                </a:cubicBezTo>
                <a:cubicBezTo>
                  <a:pt x="37227" y="44763"/>
                  <a:pt x="36199" y="42594"/>
                  <a:pt x="34372" y="41109"/>
                </a:cubicBezTo>
                <a:cubicBezTo>
                  <a:pt x="32545" y="39625"/>
                  <a:pt x="28434" y="38140"/>
                  <a:pt x="22039" y="36770"/>
                </a:cubicBezTo>
                <a:lnTo>
                  <a:pt x="18499" y="35970"/>
                </a:lnTo>
                <a:cubicBezTo>
                  <a:pt x="12104" y="34600"/>
                  <a:pt x="7422" y="32545"/>
                  <a:pt x="4682" y="29804"/>
                </a:cubicBezTo>
                <a:cubicBezTo>
                  <a:pt x="1827" y="27063"/>
                  <a:pt x="457" y="23295"/>
                  <a:pt x="457" y="18385"/>
                </a:cubicBezTo>
                <a:cubicBezTo>
                  <a:pt x="457" y="12561"/>
                  <a:pt x="2512" y="7993"/>
                  <a:pt x="6623" y="4796"/>
                </a:cubicBezTo>
                <a:cubicBezTo>
                  <a:pt x="10734" y="1599"/>
                  <a:pt x="16672" y="0"/>
                  <a:pt x="24437" y="0"/>
                </a:cubicBezTo>
                <a:cubicBezTo>
                  <a:pt x="28205" y="0"/>
                  <a:pt x="31745" y="343"/>
                  <a:pt x="35171" y="914"/>
                </a:cubicBezTo>
                <a:cubicBezTo>
                  <a:pt x="38483" y="1484"/>
                  <a:pt x="41566" y="2284"/>
                  <a:pt x="44421" y="331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436711-03C3-4E12-99F5-108BF935B0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92806" y="2443799"/>
            <a:ext cx="52300" cy="86786"/>
          </a:xfrm>
          <a:custGeom xmlns:a="http://schemas.openxmlformats.org/drawingml/2006/main">
            <a:pathLst>
              <a:path w="52300" h="86786">
                <a:moveTo>
                  <a:pt x="52300" y="49103"/>
                </a:moveTo>
                <a:lnTo>
                  <a:pt x="52300" y="86786"/>
                </a:lnTo>
                <a:lnTo>
                  <a:pt x="42023" y="86786"/>
                </a:lnTo>
                <a:lnTo>
                  <a:pt x="42023" y="49445"/>
                </a:lnTo>
                <a:cubicBezTo>
                  <a:pt x="42023" y="43507"/>
                  <a:pt x="40767" y="39168"/>
                  <a:pt x="38483" y="36199"/>
                </a:cubicBezTo>
                <a:cubicBezTo>
                  <a:pt x="36199" y="33230"/>
                  <a:pt x="32773" y="31745"/>
                  <a:pt x="28205" y="31745"/>
                </a:cubicBezTo>
                <a:cubicBezTo>
                  <a:pt x="22610" y="31745"/>
                  <a:pt x="18271" y="33572"/>
                  <a:pt x="15073" y="37112"/>
                </a:cubicBezTo>
                <a:cubicBezTo>
                  <a:pt x="11876" y="40652"/>
                  <a:pt x="10277" y="45448"/>
                  <a:pt x="10277" y="51501"/>
                </a:cubicBezTo>
                <a:lnTo>
                  <a:pt x="10277" y="86786"/>
                </a:lnTo>
                <a:lnTo>
                  <a:pt x="0" y="86786"/>
                </a:lnTo>
                <a:lnTo>
                  <a:pt x="0" y="0"/>
                </a:lnTo>
                <a:lnTo>
                  <a:pt x="10277" y="0"/>
                </a:lnTo>
                <a:lnTo>
                  <a:pt x="10277" y="34029"/>
                </a:lnTo>
                <a:cubicBezTo>
                  <a:pt x="12675" y="30375"/>
                  <a:pt x="15530" y="27520"/>
                  <a:pt x="18956" y="25693"/>
                </a:cubicBezTo>
                <a:cubicBezTo>
                  <a:pt x="22267" y="23866"/>
                  <a:pt x="26150" y="22838"/>
                  <a:pt x="30489" y="22838"/>
                </a:cubicBezTo>
                <a:cubicBezTo>
                  <a:pt x="37569" y="22838"/>
                  <a:pt x="43050" y="25122"/>
                  <a:pt x="46705" y="29576"/>
                </a:cubicBezTo>
                <a:cubicBezTo>
                  <a:pt x="50359" y="34029"/>
                  <a:pt x="52300" y="40538"/>
                  <a:pt x="52300" y="4910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8B7177-EA4B-47C3-9709-DAA64CBA1F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26993" y="2155433"/>
            <a:ext cx="228384" cy="10"/>
          </a:xfrm>
          <a:custGeom xmlns:a="http://schemas.openxmlformats.org/drawingml/2006/main">
            <a:pathLst>
              <a:path w="228384" h="1" fill="none">
                <a:moveTo>
                  <a:pt x="0" y="0"/>
                </a:moveTo>
                <a:lnTo>
                  <a:pt x="114192" y="0"/>
                </a:lnTo>
                <a:lnTo>
                  <a:pt x="228384" y="0"/>
                </a:lnTo>
              </a:path>
            </a:pathLst>
          </a:custGeom>
          <a:noFill xmlns:a="http://schemas.openxmlformats.org/drawingml/2006/main"/>
          <a:ln xmlns:a="http://schemas.openxmlformats.org/drawingml/2006/main" w="53018" cap="rnd">
            <a:solidFill>
              <a:srgbClr val="D62728"/>
            </a:solidFill>
            <a:round/>
          </a:ln>
        </p:spPr>
      </p:sp>
      <p:sp>
        <p:nvSpPr>
          <p:cNvPr id="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8EE7A4-73C5-4127-B9E6-E27271A7B6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84089" y="2098337"/>
            <a:ext cx="114192" cy="114192"/>
          </a:xfrm>
          <a:custGeom xmlns:a="http://schemas.openxmlformats.org/drawingml/2006/main">
            <a:pathLst>
              <a:path w="114192" h="114192">
                <a:moveTo>
                  <a:pt x="57096" y="0"/>
                </a:moveTo>
                <a:lnTo>
                  <a:pt x="0" y="114192"/>
                </a:lnTo>
                <a:lnTo>
                  <a:pt x="114192" y="114192"/>
                </a:lnTo>
                <a:lnTo>
                  <a:pt x="57096" y="0"/>
                </a:lnTo>
                <a:close/>
              </a:path>
            </a:pathLst>
          </a:custGeom>
          <a:solidFill xmlns:a="http://schemas.openxmlformats.org/drawingml/2006/main">
            <a:srgbClr val="D62728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521BAB-D548-4940-852B-169D5A91A9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84089" y="2098337"/>
            <a:ext cx="114192" cy="114192"/>
          </a:xfrm>
          <a:custGeom xmlns:a="http://schemas.openxmlformats.org/drawingml/2006/main">
            <a:pathLst>
              <a:path w="114192" h="114192" fill="none">
                <a:moveTo>
                  <a:pt x="57096" y="0"/>
                </a:moveTo>
                <a:lnTo>
                  <a:pt x="0" y="114192"/>
                </a:lnTo>
                <a:lnTo>
                  <a:pt x="114192" y="114192"/>
                </a:lnTo>
                <a:lnTo>
                  <a:pt x="57096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miter/>
          </a:ln>
        </p:spPr>
      </p:sp>
      <p:sp>
        <p:nvSpPr>
          <p:cNvPr id="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EB10FD-0643-4331-8522-067C33F5F8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23663" y="2112154"/>
            <a:ext cx="63491" cy="83246"/>
          </a:xfrm>
          <a:custGeom xmlns:a="http://schemas.openxmlformats.org/drawingml/2006/main">
            <a:pathLst>
              <a:path w="63491" h="83246">
                <a:moveTo>
                  <a:pt x="0" y="0"/>
                </a:moveTo>
                <a:lnTo>
                  <a:pt x="11305" y="0"/>
                </a:lnTo>
                <a:lnTo>
                  <a:pt x="11305" y="34143"/>
                </a:lnTo>
                <a:lnTo>
                  <a:pt x="52186" y="34143"/>
                </a:lnTo>
                <a:lnTo>
                  <a:pt x="52186" y="0"/>
                </a:lnTo>
                <a:lnTo>
                  <a:pt x="63491" y="0"/>
                </a:lnTo>
                <a:lnTo>
                  <a:pt x="63491" y="83246"/>
                </a:lnTo>
                <a:lnTo>
                  <a:pt x="52186" y="83246"/>
                </a:lnTo>
                <a:lnTo>
                  <a:pt x="52186" y="43621"/>
                </a:lnTo>
                <a:lnTo>
                  <a:pt x="11305" y="43621"/>
                </a:lnTo>
                <a:lnTo>
                  <a:pt x="11305" y="83246"/>
                </a:lnTo>
                <a:lnTo>
                  <a:pt x="0" y="83246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78F3E3-1886-4EED-8304-923A6285EA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9078" y="2108614"/>
            <a:ext cx="10277" cy="86786"/>
          </a:xfrm>
          <a:custGeom xmlns:a="http://schemas.openxmlformats.org/drawingml/2006/main">
            <a:pathLst>
              <a:path w="10277" h="86786">
                <a:moveTo>
                  <a:pt x="0" y="24323"/>
                </a:moveTo>
                <a:lnTo>
                  <a:pt x="10277" y="24323"/>
                </a:lnTo>
                <a:lnTo>
                  <a:pt x="10277" y="86786"/>
                </a:lnTo>
                <a:lnTo>
                  <a:pt x="0" y="86786"/>
                </a:lnTo>
                <a:lnTo>
                  <a:pt x="0" y="24323"/>
                </a:lnTo>
                <a:close/>
                <a:moveTo>
                  <a:pt x="0" y="0"/>
                </a:moveTo>
                <a:lnTo>
                  <a:pt x="10277" y="0"/>
                </a:lnTo>
                <a:lnTo>
                  <a:pt x="10277" y="13018"/>
                </a:lnTo>
                <a:lnTo>
                  <a:pt x="0" y="1301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32B0FC-92BF-4C4B-AF38-DB8C2567E5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40482" y="2131453"/>
            <a:ext cx="52300" cy="63948"/>
          </a:xfrm>
          <a:custGeom xmlns:a="http://schemas.openxmlformats.org/drawingml/2006/main">
            <a:pathLst>
              <a:path w="52300" h="63948">
                <a:moveTo>
                  <a:pt x="52300" y="26264"/>
                </a:moveTo>
                <a:lnTo>
                  <a:pt x="52300" y="63948"/>
                </a:lnTo>
                <a:lnTo>
                  <a:pt x="42023" y="63948"/>
                </a:lnTo>
                <a:lnTo>
                  <a:pt x="42023" y="26607"/>
                </a:lnTo>
                <a:cubicBezTo>
                  <a:pt x="42023" y="20669"/>
                  <a:pt x="40767" y="16329"/>
                  <a:pt x="38483" y="13360"/>
                </a:cubicBezTo>
                <a:cubicBezTo>
                  <a:pt x="36199" y="10391"/>
                  <a:pt x="32773" y="8907"/>
                  <a:pt x="28205" y="8907"/>
                </a:cubicBezTo>
                <a:cubicBezTo>
                  <a:pt x="22610" y="8907"/>
                  <a:pt x="18271" y="10734"/>
                  <a:pt x="15073" y="14274"/>
                </a:cubicBezTo>
                <a:cubicBezTo>
                  <a:pt x="11876" y="17814"/>
                  <a:pt x="10277" y="22610"/>
                  <a:pt x="10277" y="28662"/>
                </a:cubicBezTo>
                <a:lnTo>
                  <a:pt x="10277" y="63948"/>
                </a:lnTo>
                <a:lnTo>
                  <a:pt x="0" y="63948"/>
                </a:lnTo>
                <a:lnTo>
                  <a:pt x="0" y="1484"/>
                </a:lnTo>
                <a:lnTo>
                  <a:pt x="10277" y="1484"/>
                </a:lnTo>
                <a:lnTo>
                  <a:pt x="10277" y="11191"/>
                </a:lnTo>
                <a:cubicBezTo>
                  <a:pt x="12675" y="7537"/>
                  <a:pt x="15530" y="4682"/>
                  <a:pt x="18956" y="2855"/>
                </a:cubicBezTo>
                <a:cubicBezTo>
                  <a:pt x="22267" y="1028"/>
                  <a:pt x="26150" y="0"/>
                  <a:pt x="30489" y="0"/>
                </a:cubicBezTo>
                <a:cubicBezTo>
                  <a:pt x="37569" y="0"/>
                  <a:pt x="43050" y="2284"/>
                  <a:pt x="46705" y="6737"/>
                </a:cubicBezTo>
                <a:cubicBezTo>
                  <a:pt x="50359" y="11191"/>
                  <a:pt x="52300" y="17700"/>
                  <a:pt x="52300" y="2626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FA955C-B686-420E-8CC0-833FA1C467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8768" y="2108614"/>
            <a:ext cx="55840" cy="88270"/>
          </a:xfrm>
          <a:custGeom xmlns:a="http://schemas.openxmlformats.org/drawingml/2006/main">
            <a:pathLst>
              <a:path w="55840" h="88270">
                <a:moveTo>
                  <a:pt x="45563" y="33801"/>
                </a:moveTo>
                <a:lnTo>
                  <a:pt x="45563" y="0"/>
                </a:lnTo>
                <a:lnTo>
                  <a:pt x="55840" y="0"/>
                </a:lnTo>
                <a:lnTo>
                  <a:pt x="55840" y="86786"/>
                </a:lnTo>
                <a:lnTo>
                  <a:pt x="45563" y="86786"/>
                </a:lnTo>
                <a:lnTo>
                  <a:pt x="45563" y="77422"/>
                </a:lnTo>
                <a:cubicBezTo>
                  <a:pt x="43393" y="81190"/>
                  <a:pt x="40652" y="83931"/>
                  <a:pt x="37341" y="85644"/>
                </a:cubicBezTo>
                <a:cubicBezTo>
                  <a:pt x="34029" y="87357"/>
                  <a:pt x="30147" y="88270"/>
                  <a:pt x="25579" y="88270"/>
                </a:cubicBezTo>
                <a:cubicBezTo>
                  <a:pt x="18042" y="88270"/>
                  <a:pt x="11876" y="85301"/>
                  <a:pt x="7080" y="79363"/>
                </a:cubicBezTo>
                <a:cubicBezTo>
                  <a:pt x="2284" y="73425"/>
                  <a:pt x="0" y="65432"/>
                  <a:pt x="0" y="55611"/>
                </a:cubicBezTo>
                <a:cubicBezTo>
                  <a:pt x="0" y="45791"/>
                  <a:pt x="2284" y="37912"/>
                  <a:pt x="7080" y="31860"/>
                </a:cubicBezTo>
                <a:cubicBezTo>
                  <a:pt x="11876" y="25922"/>
                  <a:pt x="18042" y="22838"/>
                  <a:pt x="25579" y="22838"/>
                </a:cubicBezTo>
                <a:cubicBezTo>
                  <a:pt x="30147" y="22838"/>
                  <a:pt x="34029" y="23752"/>
                  <a:pt x="37341" y="25579"/>
                </a:cubicBezTo>
                <a:cubicBezTo>
                  <a:pt x="40652" y="27406"/>
                  <a:pt x="43393" y="30147"/>
                  <a:pt x="45563" y="33801"/>
                </a:cubicBezTo>
                <a:close/>
                <a:moveTo>
                  <a:pt x="10620" y="55611"/>
                </a:moveTo>
                <a:cubicBezTo>
                  <a:pt x="10620" y="63148"/>
                  <a:pt x="12104" y="69086"/>
                  <a:pt x="15188" y="73425"/>
                </a:cubicBezTo>
                <a:cubicBezTo>
                  <a:pt x="18271" y="77765"/>
                  <a:pt x="22496" y="79820"/>
                  <a:pt x="27977" y="79820"/>
                </a:cubicBezTo>
                <a:cubicBezTo>
                  <a:pt x="33458" y="79820"/>
                  <a:pt x="37683" y="77765"/>
                  <a:pt x="40881" y="73425"/>
                </a:cubicBezTo>
                <a:cubicBezTo>
                  <a:pt x="43964" y="69086"/>
                  <a:pt x="45563" y="63148"/>
                  <a:pt x="45563" y="55611"/>
                </a:cubicBezTo>
                <a:cubicBezTo>
                  <a:pt x="45563" y="48075"/>
                  <a:pt x="43964" y="42251"/>
                  <a:pt x="40881" y="37912"/>
                </a:cubicBezTo>
                <a:cubicBezTo>
                  <a:pt x="37683" y="33572"/>
                  <a:pt x="33458" y="31403"/>
                  <a:pt x="27977" y="31403"/>
                </a:cubicBezTo>
                <a:cubicBezTo>
                  <a:pt x="22496" y="31403"/>
                  <a:pt x="18271" y="33572"/>
                  <a:pt x="15188" y="37912"/>
                </a:cubicBezTo>
                <a:cubicBezTo>
                  <a:pt x="12104" y="42251"/>
                  <a:pt x="10620" y="48075"/>
                  <a:pt x="10620" y="55611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5CDF3B-3661-4062-BCF0-7A3870A388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85734" y="2108614"/>
            <a:ext cx="10277" cy="86786"/>
          </a:xfrm>
          <a:custGeom xmlns:a="http://schemas.openxmlformats.org/drawingml/2006/main">
            <a:pathLst>
              <a:path w="10277" h="86786">
                <a:moveTo>
                  <a:pt x="0" y="24323"/>
                </a:moveTo>
                <a:lnTo>
                  <a:pt x="10277" y="24323"/>
                </a:lnTo>
                <a:lnTo>
                  <a:pt x="10277" y="86786"/>
                </a:lnTo>
                <a:lnTo>
                  <a:pt x="0" y="86786"/>
                </a:lnTo>
                <a:lnTo>
                  <a:pt x="0" y="24323"/>
                </a:lnTo>
                <a:close/>
                <a:moveTo>
                  <a:pt x="0" y="0"/>
                </a:moveTo>
                <a:lnTo>
                  <a:pt x="10277" y="0"/>
                </a:lnTo>
                <a:lnTo>
                  <a:pt x="10277" y="13018"/>
                </a:lnTo>
                <a:lnTo>
                  <a:pt x="0" y="1301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767A54-FC05-4D3C-BCE4-6179BC2D67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26993" y="2323025"/>
            <a:ext cx="228384" cy="10"/>
          </a:xfrm>
          <a:custGeom xmlns:a="http://schemas.openxmlformats.org/drawingml/2006/main">
            <a:pathLst>
              <a:path w="228384" h="1" fill="none">
                <a:moveTo>
                  <a:pt x="0" y="0"/>
                </a:moveTo>
                <a:lnTo>
                  <a:pt x="114192" y="0"/>
                </a:lnTo>
                <a:lnTo>
                  <a:pt x="228384" y="0"/>
                </a:lnTo>
              </a:path>
            </a:pathLst>
          </a:custGeom>
          <a:noFill xmlns:a="http://schemas.openxmlformats.org/drawingml/2006/main"/>
          <a:ln xmlns:a="http://schemas.openxmlformats.org/drawingml/2006/main" w="53018" cap="rnd">
            <a:solidFill>
              <a:srgbClr val="9467BD"/>
            </a:solidFill>
            <a:round/>
          </a:ln>
        </p:spPr>
      </p:sp>
      <p:sp>
        <p:nvSpPr>
          <p:cNvPr id="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841710-1CC0-4F61-A86E-89FA453460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84089" y="2265929"/>
            <a:ext cx="114192" cy="114192"/>
          </a:xfrm>
          <a:custGeom xmlns:a="http://schemas.openxmlformats.org/drawingml/2006/main">
            <a:pathLst>
              <a:path w="114192" h="114192">
                <a:moveTo>
                  <a:pt x="57096" y="114192"/>
                </a:moveTo>
                <a:lnTo>
                  <a:pt x="114192" y="0"/>
                </a:lnTo>
                <a:lnTo>
                  <a:pt x="0" y="0"/>
                </a:lnTo>
                <a:lnTo>
                  <a:pt x="57096" y="114192"/>
                </a:lnTo>
                <a:close/>
              </a:path>
            </a:pathLst>
          </a:custGeom>
          <a:solidFill xmlns:a="http://schemas.openxmlformats.org/drawingml/2006/main">
            <a:srgbClr val="9467BD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C9D0CE-C679-407A-83D6-030F886792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84089" y="2265929"/>
            <a:ext cx="114192" cy="114192"/>
          </a:xfrm>
          <a:custGeom xmlns:a="http://schemas.openxmlformats.org/drawingml/2006/main">
            <a:pathLst>
              <a:path w="114192" h="114192" fill="none">
                <a:moveTo>
                  <a:pt x="57096" y="114192"/>
                </a:moveTo>
                <a:lnTo>
                  <a:pt x="114192" y="0"/>
                </a:lnTo>
                <a:lnTo>
                  <a:pt x="0" y="0"/>
                </a:lnTo>
                <a:lnTo>
                  <a:pt x="57096" y="114192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miter/>
          </a:ln>
        </p:spPr>
      </p:sp>
      <p:sp>
        <p:nvSpPr>
          <p:cNvPr id="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D4C440-AFBF-4148-8FF2-68F6CF577E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23663" y="2279747"/>
            <a:ext cx="64861" cy="83246"/>
          </a:xfrm>
          <a:custGeom xmlns:a="http://schemas.openxmlformats.org/drawingml/2006/main">
            <a:pathLst>
              <a:path w="64861" h="83246">
                <a:moveTo>
                  <a:pt x="39510" y="44192"/>
                </a:moveTo>
                <a:cubicBezTo>
                  <a:pt x="41908" y="45106"/>
                  <a:pt x="44306" y="46819"/>
                  <a:pt x="46590" y="49445"/>
                </a:cubicBezTo>
                <a:cubicBezTo>
                  <a:pt x="48874" y="52186"/>
                  <a:pt x="51158" y="55840"/>
                  <a:pt x="53442" y="60522"/>
                </a:cubicBezTo>
                <a:lnTo>
                  <a:pt x="64861" y="83246"/>
                </a:lnTo>
                <a:lnTo>
                  <a:pt x="52757" y="83246"/>
                </a:lnTo>
                <a:lnTo>
                  <a:pt x="42137" y="61892"/>
                </a:lnTo>
                <a:cubicBezTo>
                  <a:pt x="39396" y="56411"/>
                  <a:pt x="36656" y="52643"/>
                  <a:pt x="34143" y="50815"/>
                </a:cubicBezTo>
                <a:cubicBezTo>
                  <a:pt x="31517" y="48988"/>
                  <a:pt x="27977" y="48075"/>
                  <a:pt x="23524" y="48075"/>
                </a:cubicBezTo>
                <a:lnTo>
                  <a:pt x="11305" y="48075"/>
                </a:lnTo>
                <a:lnTo>
                  <a:pt x="11305" y="83246"/>
                </a:lnTo>
                <a:lnTo>
                  <a:pt x="0" y="83246"/>
                </a:lnTo>
                <a:lnTo>
                  <a:pt x="0" y="0"/>
                </a:lnTo>
                <a:lnTo>
                  <a:pt x="25465" y="0"/>
                </a:lnTo>
                <a:cubicBezTo>
                  <a:pt x="34943" y="0"/>
                  <a:pt x="42023" y="2055"/>
                  <a:pt x="46705" y="5938"/>
                </a:cubicBezTo>
                <a:cubicBezTo>
                  <a:pt x="51386" y="9935"/>
                  <a:pt x="53784" y="15987"/>
                  <a:pt x="53784" y="23980"/>
                </a:cubicBezTo>
                <a:cubicBezTo>
                  <a:pt x="53784" y="29233"/>
                  <a:pt x="52528" y="33687"/>
                  <a:pt x="50130" y="37112"/>
                </a:cubicBezTo>
                <a:cubicBezTo>
                  <a:pt x="47618" y="40538"/>
                  <a:pt x="44078" y="42936"/>
                  <a:pt x="39510" y="44192"/>
                </a:cubicBezTo>
                <a:close/>
                <a:moveTo>
                  <a:pt x="11305" y="9250"/>
                </a:moveTo>
                <a:lnTo>
                  <a:pt x="11305" y="38825"/>
                </a:lnTo>
                <a:lnTo>
                  <a:pt x="25465" y="38825"/>
                </a:lnTo>
                <a:cubicBezTo>
                  <a:pt x="30832" y="38825"/>
                  <a:pt x="34943" y="37569"/>
                  <a:pt x="37683" y="35057"/>
                </a:cubicBezTo>
                <a:cubicBezTo>
                  <a:pt x="40424" y="32545"/>
                  <a:pt x="41908" y="28891"/>
                  <a:pt x="41908" y="23980"/>
                </a:cubicBezTo>
                <a:cubicBezTo>
                  <a:pt x="41908" y="19184"/>
                  <a:pt x="40424" y="15530"/>
                  <a:pt x="37683" y="13018"/>
                </a:cubicBezTo>
                <a:cubicBezTo>
                  <a:pt x="34943" y="10506"/>
                  <a:pt x="30832" y="9250"/>
                  <a:pt x="25465" y="9250"/>
                </a:cubicBezTo>
                <a:lnTo>
                  <a:pt x="11305" y="925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7D5C57-3614-4AF8-814F-F4DD644E81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6443" y="2299045"/>
            <a:ext cx="52300" cy="65432"/>
          </a:xfrm>
          <a:custGeom xmlns:a="http://schemas.openxmlformats.org/drawingml/2006/main">
            <a:pathLst>
              <a:path w="52300" h="65432">
                <a:moveTo>
                  <a:pt x="0" y="39282"/>
                </a:moveTo>
                <a:lnTo>
                  <a:pt x="0" y="1484"/>
                </a:lnTo>
                <a:lnTo>
                  <a:pt x="10277" y="1484"/>
                </a:lnTo>
                <a:lnTo>
                  <a:pt x="10277" y="38939"/>
                </a:lnTo>
                <a:cubicBezTo>
                  <a:pt x="10277" y="44877"/>
                  <a:pt x="11419" y="49217"/>
                  <a:pt x="13703" y="52186"/>
                </a:cubicBezTo>
                <a:cubicBezTo>
                  <a:pt x="15987" y="55155"/>
                  <a:pt x="19413" y="56639"/>
                  <a:pt x="24095" y="56639"/>
                </a:cubicBezTo>
                <a:cubicBezTo>
                  <a:pt x="29576" y="56639"/>
                  <a:pt x="34029" y="54926"/>
                  <a:pt x="37227" y="51386"/>
                </a:cubicBezTo>
                <a:cubicBezTo>
                  <a:pt x="40424" y="47846"/>
                  <a:pt x="42023" y="43050"/>
                  <a:pt x="42023" y="36884"/>
                </a:cubicBezTo>
                <a:lnTo>
                  <a:pt x="42023" y="1484"/>
                </a:lnTo>
                <a:lnTo>
                  <a:pt x="52300" y="1484"/>
                </a:lnTo>
                <a:lnTo>
                  <a:pt x="52300" y="63948"/>
                </a:lnTo>
                <a:lnTo>
                  <a:pt x="42023" y="63948"/>
                </a:lnTo>
                <a:lnTo>
                  <a:pt x="42023" y="54355"/>
                </a:lnTo>
                <a:cubicBezTo>
                  <a:pt x="39510" y="58238"/>
                  <a:pt x="36541" y="60979"/>
                  <a:pt x="33344" y="62806"/>
                </a:cubicBezTo>
                <a:cubicBezTo>
                  <a:pt x="30032" y="64518"/>
                  <a:pt x="26264" y="65432"/>
                  <a:pt x="21925" y="65432"/>
                </a:cubicBezTo>
                <a:cubicBezTo>
                  <a:pt x="14731" y="65432"/>
                  <a:pt x="9250" y="63262"/>
                  <a:pt x="5595" y="58809"/>
                </a:cubicBezTo>
                <a:cubicBezTo>
                  <a:pt x="1827" y="54470"/>
                  <a:pt x="0" y="47961"/>
                  <a:pt x="0" y="39282"/>
                </a:cubicBezTo>
                <a:close/>
                <a:moveTo>
                  <a:pt x="25807" y="0"/>
                </a:moveTo>
                <a:lnTo>
                  <a:pt x="25807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CAE778-1684-4888-AF3A-3546F78B6B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65301" y="2299045"/>
            <a:ext cx="47732" cy="65432"/>
          </a:xfrm>
          <a:custGeom xmlns:a="http://schemas.openxmlformats.org/drawingml/2006/main">
            <a:pathLst>
              <a:path w="47732" h="65432">
                <a:moveTo>
                  <a:pt x="44421" y="3312"/>
                </a:moveTo>
                <a:lnTo>
                  <a:pt x="44421" y="13018"/>
                </a:lnTo>
                <a:cubicBezTo>
                  <a:pt x="41452" y="11648"/>
                  <a:pt x="38483" y="10506"/>
                  <a:pt x="35400" y="9706"/>
                </a:cubicBezTo>
                <a:cubicBezTo>
                  <a:pt x="32202" y="9021"/>
                  <a:pt x="29005" y="8564"/>
                  <a:pt x="25693" y="8564"/>
                </a:cubicBezTo>
                <a:cubicBezTo>
                  <a:pt x="20555" y="8564"/>
                  <a:pt x="16672" y="9364"/>
                  <a:pt x="14160" y="10962"/>
                </a:cubicBezTo>
                <a:cubicBezTo>
                  <a:pt x="11648" y="12561"/>
                  <a:pt x="10391" y="14845"/>
                  <a:pt x="10391" y="17928"/>
                </a:cubicBezTo>
                <a:cubicBezTo>
                  <a:pt x="10391" y="20326"/>
                  <a:pt x="11305" y="22153"/>
                  <a:pt x="13132" y="23524"/>
                </a:cubicBezTo>
                <a:cubicBezTo>
                  <a:pt x="14959" y="24894"/>
                  <a:pt x="18613" y="26264"/>
                  <a:pt x="24095" y="27406"/>
                </a:cubicBezTo>
                <a:lnTo>
                  <a:pt x="27634" y="28205"/>
                </a:lnTo>
                <a:cubicBezTo>
                  <a:pt x="34943" y="29804"/>
                  <a:pt x="40081" y="32088"/>
                  <a:pt x="43165" y="34829"/>
                </a:cubicBezTo>
                <a:cubicBezTo>
                  <a:pt x="46134" y="37683"/>
                  <a:pt x="47732" y="41680"/>
                  <a:pt x="47732" y="46705"/>
                </a:cubicBezTo>
                <a:cubicBezTo>
                  <a:pt x="47732" y="52528"/>
                  <a:pt x="45448" y="57096"/>
                  <a:pt x="40881" y="60408"/>
                </a:cubicBezTo>
                <a:cubicBezTo>
                  <a:pt x="36313" y="63833"/>
                  <a:pt x="29918" y="65432"/>
                  <a:pt x="21925" y="65432"/>
                </a:cubicBezTo>
                <a:cubicBezTo>
                  <a:pt x="18499" y="65432"/>
                  <a:pt x="15073" y="65089"/>
                  <a:pt x="11419" y="64518"/>
                </a:cubicBezTo>
                <a:cubicBezTo>
                  <a:pt x="7765" y="63948"/>
                  <a:pt x="3997" y="63034"/>
                  <a:pt x="0" y="61664"/>
                </a:cubicBezTo>
                <a:lnTo>
                  <a:pt x="0" y="51044"/>
                </a:lnTo>
                <a:cubicBezTo>
                  <a:pt x="3768" y="53099"/>
                  <a:pt x="7537" y="54584"/>
                  <a:pt x="11191" y="55497"/>
                </a:cubicBezTo>
                <a:cubicBezTo>
                  <a:pt x="14845" y="56525"/>
                  <a:pt x="18499" y="56982"/>
                  <a:pt x="22153" y="56982"/>
                </a:cubicBezTo>
                <a:cubicBezTo>
                  <a:pt x="26949" y="56982"/>
                  <a:pt x="30718" y="56182"/>
                  <a:pt x="33344" y="54584"/>
                </a:cubicBezTo>
                <a:cubicBezTo>
                  <a:pt x="35856" y="52985"/>
                  <a:pt x="37227" y="50587"/>
                  <a:pt x="37227" y="47504"/>
                </a:cubicBezTo>
                <a:cubicBezTo>
                  <a:pt x="37227" y="44763"/>
                  <a:pt x="36199" y="42594"/>
                  <a:pt x="34372" y="41109"/>
                </a:cubicBezTo>
                <a:cubicBezTo>
                  <a:pt x="32545" y="39625"/>
                  <a:pt x="28434" y="38140"/>
                  <a:pt x="22039" y="36770"/>
                </a:cubicBezTo>
                <a:lnTo>
                  <a:pt x="18499" y="35970"/>
                </a:lnTo>
                <a:cubicBezTo>
                  <a:pt x="12104" y="34600"/>
                  <a:pt x="7422" y="32545"/>
                  <a:pt x="4682" y="29804"/>
                </a:cubicBezTo>
                <a:cubicBezTo>
                  <a:pt x="1827" y="27063"/>
                  <a:pt x="457" y="23295"/>
                  <a:pt x="457" y="18385"/>
                </a:cubicBezTo>
                <a:cubicBezTo>
                  <a:pt x="457" y="12561"/>
                  <a:pt x="2512" y="7993"/>
                  <a:pt x="6623" y="4796"/>
                </a:cubicBezTo>
                <a:cubicBezTo>
                  <a:pt x="10734" y="1599"/>
                  <a:pt x="16672" y="0"/>
                  <a:pt x="24437" y="0"/>
                </a:cubicBezTo>
                <a:cubicBezTo>
                  <a:pt x="28205" y="0"/>
                  <a:pt x="31745" y="343"/>
                  <a:pt x="35171" y="914"/>
                </a:cubicBezTo>
                <a:cubicBezTo>
                  <a:pt x="38483" y="1484"/>
                  <a:pt x="41566" y="2284"/>
                  <a:pt x="44421" y="331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72D3A4-AC36-4377-888B-00C8DF9028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24796" y="2299045"/>
            <a:ext cx="47732" cy="65432"/>
          </a:xfrm>
          <a:custGeom xmlns:a="http://schemas.openxmlformats.org/drawingml/2006/main">
            <a:pathLst>
              <a:path w="47732" h="65432">
                <a:moveTo>
                  <a:pt x="44421" y="3312"/>
                </a:moveTo>
                <a:lnTo>
                  <a:pt x="44421" y="13018"/>
                </a:lnTo>
                <a:cubicBezTo>
                  <a:pt x="41452" y="11648"/>
                  <a:pt x="38483" y="10506"/>
                  <a:pt x="35400" y="9706"/>
                </a:cubicBezTo>
                <a:cubicBezTo>
                  <a:pt x="32202" y="9021"/>
                  <a:pt x="29005" y="8564"/>
                  <a:pt x="25693" y="8564"/>
                </a:cubicBezTo>
                <a:cubicBezTo>
                  <a:pt x="20555" y="8564"/>
                  <a:pt x="16672" y="9364"/>
                  <a:pt x="14160" y="10962"/>
                </a:cubicBezTo>
                <a:cubicBezTo>
                  <a:pt x="11648" y="12561"/>
                  <a:pt x="10391" y="14845"/>
                  <a:pt x="10391" y="17928"/>
                </a:cubicBezTo>
                <a:cubicBezTo>
                  <a:pt x="10391" y="20326"/>
                  <a:pt x="11305" y="22153"/>
                  <a:pt x="13132" y="23524"/>
                </a:cubicBezTo>
                <a:cubicBezTo>
                  <a:pt x="14959" y="24894"/>
                  <a:pt x="18613" y="26264"/>
                  <a:pt x="24095" y="27406"/>
                </a:cubicBezTo>
                <a:lnTo>
                  <a:pt x="27634" y="28205"/>
                </a:lnTo>
                <a:cubicBezTo>
                  <a:pt x="34943" y="29804"/>
                  <a:pt x="40081" y="32088"/>
                  <a:pt x="43165" y="34829"/>
                </a:cubicBezTo>
                <a:cubicBezTo>
                  <a:pt x="46134" y="37683"/>
                  <a:pt x="47732" y="41680"/>
                  <a:pt x="47732" y="46705"/>
                </a:cubicBezTo>
                <a:cubicBezTo>
                  <a:pt x="47732" y="52528"/>
                  <a:pt x="45448" y="57096"/>
                  <a:pt x="40881" y="60408"/>
                </a:cubicBezTo>
                <a:cubicBezTo>
                  <a:pt x="36313" y="63833"/>
                  <a:pt x="29918" y="65432"/>
                  <a:pt x="21925" y="65432"/>
                </a:cubicBezTo>
                <a:cubicBezTo>
                  <a:pt x="18499" y="65432"/>
                  <a:pt x="15073" y="65089"/>
                  <a:pt x="11419" y="64518"/>
                </a:cubicBezTo>
                <a:cubicBezTo>
                  <a:pt x="7765" y="63948"/>
                  <a:pt x="3997" y="63034"/>
                  <a:pt x="0" y="61664"/>
                </a:cubicBezTo>
                <a:lnTo>
                  <a:pt x="0" y="51044"/>
                </a:lnTo>
                <a:cubicBezTo>
                  <a:pt x="3768" y="53099"/>
                  <a:pt x="7537" y="54584"/>
                  <a:pt x="11191" y="55497"/>
                </a:cubicBezTo>
                <a:cubicBezTo>
                  <a:pt x="14845" y="56525"/>
                  <a:pt x="18499" y="56982"/>
                  <a:pt x="22153" y="56982"/>
                </a:cubicBezTo>
                <a:cubicBezTo>
                  <a:pt x="26949" y="56982"/>
                  <a:pt x="30718" y="56182"/>
                  <a:pt x="33344" y="54584"/>
                </a:cubicBezTo>
                <a:cubicBezTo>
                  <a:pt x="35856" y="52985"/>
                  <a:pt x="37227" y="50587"/>
                  <a:pt x="37227" y="47504"/>
                </a:cubicBezTo>
                <a:cubicBezTo>
                  <a:pt x="37227" y="44763"/>
                  <a:pt x="36199" y="42594"/>
                  <a:pt x="34372" y="41109"/>
                </a:cubicBezTo>
                <a:cubicBezTo>
                  <a:pt x="32545" y="39625"/>
                  <a:pt x="28434" y="38140"/>
                  <a:pt x="22039" y="36770"/>
                </a:cubicBezTo>
                <a:lnTo>
                  <a:pt x="18499" y="35970"/>
                </a:lnTo>
                <a:cubicBezTo>
                  <a:pt x="12104" y="34600"/>
                  <a:pt x="7422" y="32545"/>
                  <a:pt x="4682" y="29804"/>
                </a:cubicBezTo>
                <a:cubicBezTo>
                  <a:pt x="1827" y="27063"/>
                  <a:pt x="457" y="23295"/>
                  <a:pt x="457" y="18385"/>
                </a:cubicBezTo>
                <a:cubicBezTo>
                  <a:pt x="457" y="12561"/>
                  <a:pt x="2512" y="7993"/>
                  <a:pt x="6623" y="4796"/>
                </a:cubicBezTo>
                <a:cubicBezTo>
                  <a:pt x="10734" y="1599"/>
                  <a:pt x="16672" y="0"/>
                  <a:pt x="24437" y="0"/>
                </a:cubicBezTo>
                <a:cubicBezTo>
                  <a:pt x="28205" y="0"/>
                  <a:pt x="31745" y="343"/>
                  <a:pt x="35171" y="914"/>
                </a:cubicBezTo>
                <a:cubicBezTo>
                  <a:pt x="38483" y="1484"/>
                  <a:pt x="41566" y="2284"/>
                  <a:pt x="44421" y="331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549E1F-EEB2-41F1-936A-DFB972BCCD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88857" y="2276207"/>
            <a:ext cx="10277" cy="86786"/>
          </a:xfrm>
          <a:custGeom xmlns:a="http://schemas.openxmlformats.org/drawingml/2006/main">
            <a:pathLst>
              <a:path w="10277" h="86786">
                <a:moveTo>
                  <a:pt x="0" y="24323"/>
                </a:moveTo>
                <a:lnTo>
                  <a:pt x="10277" y="24323"/>
                </a:lnTo>
                <a:lnTo>
                  <a:pt x="10277" y="86786"/>
                </a:lnTo>
                <a:lnTo>
                  <a:pt x="0" y="86786"/>
                </a:lnTo>
                <a:lnTo>
                  <a:pt x="0" y="24323"/>
                </a:lnTo>
                <a:close/>
                <a:moveTo>
                  <a:pt x="0" y="0"/>
                </a:moveTo>
                <a:lnTo>
                  <a:pt x="10277" y="0"/>
                </a:lnTo>
                <a:lnTo>
                  <a:pt x="10277" y="13018"/>
                </a:lnTo>
                <a:lnTo>
                  <a:pt x="0" y="1301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C1A6BC-8700-43C3-9B9B-2E1CFEE4D3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6721" y="2299045"/>
            <a:ext cx="52757" cy="65432"/>
          </a:xfrm>
          <a:custGeom xmlns:a="http://schemas.openxmlformats.org/drawingml/2006/main">
            <a:pathLst>
              <a:path w="52757" h="65432">
                <a:moveTo>
                  <a:pt x="32316" y="32545"/>
                </a:moveTo>
                <a:cubicBezTo>
                  <a:pt x="23980" y="32545"/>
                  <a:pt x="18271" y="33572"/>
                  <a:pt x="15073" y="35400"/>
                </a:cubicBezTo>
                <a:cubicBezTo>
                  <a:pt x="11876" y="37341"/>
                  <a:pt x="10277" y="40538"/>
                  <a:pt x="10277" y="45106"/>
                </a:cubicBezTo>
                <a:cubicBezTo>
                  <a:pt x="10277" y="48760"/>
                  <a:pt x="11419" y="51729"/>
                  <a:pt x="13817" y="53784"/>
                </a:cubicBezTo>
                <a:cubicBezTo>
                  <a:pt x="16215" y="55954"/>
                  <a:pt x="19527" y="56982"/>
                  <a:pt x="23638" y="56982"/>
                </a:cubicBezTo>
                <a:cubicBezTo>
                  <a:pt x="29347" y="56982"/>
                  <a:pt x="33915" y="55041"/>
                  <a:pt x="37341" y="50930"/>
                </a:cubicBezTo>
                <a:cubicBezTo>
                  <a:pt x="40767" y="46933"/>
                  <a:pt x="42479" y="41566"/>
                  <a:pt x="42479" y="34829"/>
                </a:cubicBezTo>
                <a:lnTo>
                  <a:pt x="42479" y="32545"/>
                </a:lnTo>
                <a:lnTo>
                  <a:pt x="32316" y="32545"/>
                </a:lnTo>
                <a:close/>
                <a:moveTo>
                  <a:pt x="52757" y="28320"/>
                </a:moveTo>
                <a:lnTo>
                  <a:pt x="52757" y="63948"/>
                </a:lnTo>
                <a:lnTo>
                  <a:pt x="42479" y="63948"/>
                </a:lnTo>
                <a:lnTo>
                  <a:pt x="42479" y="54470"/>
                </a:lnTo>
                <a:cubicBezTo>
                  <a:pt x="40081" y="58352"/>
                  <a:pt x="37112" y="61093"/>
                  <a:pt x="33687" y="62806"/>
                </a:cubicBezTo>
                <a:cubicBezTo>
                  <a:pt x="30261" y="64518"/>
                  <a:pt x="25922" y="65432"/>
                  <a:pt x="20897" y="65432"/>
                </a:cubicBezTo>
                <a:cubicBezTo>
                  <a:pt x="14502" y="65432"/>
                  <a:pt x="9364" y="63719"/>
                  <a:pt x="5595" y="60179"/>
                </a:cubicBezTo>
                <a:cubicBezTo>
                  <a:pt x="1827" y="56639"/>
                  <a:pt x="0" y="51843"/>
                  <a:pt x="0" y="45791"/>
                </a:cubicBezTo>
                <a:cubicBezTo>
                  <a:pt x="0" y="38825"/>
                  <a:pt x="2284" y="33572"/>
                  <a:pt x="7080" y="29918"/>
                </a:cubicBezTo>
                <a:cubicBezTo>
                  <a:pt x="11762" y="26378"/>
                  <a:pt x="18727" y="24551"/>
                  <a:pt x="28091" y="24551"/>
                </a:cubicBezTo>
                <a:lnTo>
                  <a:pt x="42479" y="24551"/>
                </a:lnTo>
                <a:lnTo>
                  <a:pt x="42479" y="23524"/>
                </a:lnTo>
                <a:cubicBezTo>
                  <a:pt x="42479" y="18842"/>
                  <a:pt x="40881" y="15188"/>
                  <a:pt x="37798" y="12561"/>
                </a:cubicBezTo>
                <a:cubicBezTo>
                  <a:pt x="34714" y="10049"/>
                  <a:pt x="30375" y="8679"/>
                  <a:pt x="24780" y="8679"/>
                </a:cubicBezTo>
                <a:cubicBezTo>
                  <a:pt x="21126" y="8679"/>
                  <a:pt x="17700" y="9135"/>
                  <a:pt x="14274" y="10049"/>
                </a:cubicBezTo>
                <a:cubicBezTo>
                  <a:pt x="10848" y="10962"/>
                  <a:pt x="7651" y="12219"/>
                  <a:pt x="4568" y="13817"/>
                </a:cubicBezTo>
                <a:lnTo>
                  <a:pt x="4568" y="4339"/>
                </a:lnTo>
                <a:cubicBezTo>
                  <a:pt x="8222" y="2969"/>
                  <a:pt x="11876" y="1827"/>
                  <a:pt x="15416" y="1142"/>
                </a:cubicBezTo>
                <a:cubicBezTo>
                  <a:pt x="18956" y="457"/>
                  <a:pt x="22382" y="0"/>
                  <a:pt x="25807" y="0"/>
                </a:cubicBezTo>
                <a:cubicBezTo>
                  <a:pt x="34829" y="0"/>
                  <a:pt x="41566" y="2398"/>
                  <a:pt x="46019" y="7080"/>
                </a:cubicBezTo>
                <a:cubicBezTo>
                  <a:pt x="50473" y="11762"/>
                  <a:pt x="52757" y="18842"/>
                  <a:pt x="52757" y="2832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9026B9-D144-4816-9081-285083B80D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90260" y="2299045"/>
            <a:ext cx="52300" cy="63948"/>
          </a:xfrm>
          <a:custGeom xmlns:a="http://schemas.openxmlformats.org/drawingml/2006/main">
            <a:pathLst>
              <a:path w="52300" h="63948">
                <a:moveTo>
                  <a:pt x="52300" y="26264"/>
                </a:moveTo>
                <a:lnTo>
                  <a:pt x="52300" y="63948"/>
                </a:lnTo>
                <a:lnTo>
                  <a:pt x="42023" y="63948"/>
                </a:lnTo>
                <a:lnTo>
                  <a:pt x="42023" y="26607"/>
                </a:lnTo>
                <a:cubicBezTo>
                  <a:pt x="42023" y="20669"/>
                  <a:pt x="40767" y="16329"/>
                  <a:pt x="38483" y="13360"/>
                </a:cubicBezTo>
                <a:cubicBezTo>
                  <a:pt x="36199" y="10391"/>
                  <a:pt x="32773" y="8907"/>
                  <a:pt x="28205" y="8907"/>
                </a:cubicBezTo>
                <a:cubicBezTo>
                  <a:pt x="22610" y="8907"/>
                  <a:pt x="18271" y="10734"/>
                  <a:pt x="15073" y="14274"/>
                </a:cubicBezTo>
                <a:cubicBezTo>
                  <a:pt x="11876" y="17814"/>
                  <a:pt x="10277" y="22610"/>
                  <a:pt x="10277" y="28662"/>
                </a:cubicBezTo>
                <a:lnTo>
                  <a:pt x="10277" y="63948"/>
                </a:lnTo>
                <a:lnTo>
                  <a:pt x="0" y="63948"/>
                </a:lnTo>
                <a:lnTo>
                  <a:pt x="0" y="1484"/>
                </a:lnTo>
                <a:lnTo>
                  <a:pt x="10277" y="1484"/>
                </a:lnTo>
                <a:lnTo>
                  <a:pt x="10277" y="11191"/>
                </a:lnTo>
                <a:cubicBezTo>
                  <a:pt x="12675" y="7537"/>
                  <a:pt x="15530" y="4682"/>
                  <a:pt x="18956" y="2855"/>
                </a:cubicBezTo>
                <a:cubicBezTo>
                  <a:pt x="22267" y="1028"/>
                  <a:pt x="26150" y="0"/>
                  <a:pt x="30489" y="0"/>
                </a:cubicBezTo>
                <a:cubicBezTo>
                  <a:pt x="37569" y="0"/>
                  <a:pt x="43050" y="2284"/>
                  <a:pt x="46705" y="6737"/>
                </a:cubicBezTo>
                <a:cubicBezTo>
                  <a:pt x="50359" y="11191"/>
                  <a:pt x="52300" y="17700"/>
                  <a:pt x="52300" y="2626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58812A-71EE-46DD-A106-09F9999097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26993" y="2490617"/>
            <a:ext cx="228384" cy="10"/>
          </a:xfrm>
          <a:custGeom xmlns:a="http://schemas.openxmlformats.org/drawingml/2006/main">
            <a:pathLst>
              <a:path w="228384" h="1" fill="none">
                <a:moveTo>
                  <a:pt x="0" y="0"/>
                </a:moveTo>
                <a:lnTo>
                  <a:pt x="114192" y="0"/>
                </a:lnTo>
                <a:lnTo>
                  <a:pt x="228384" y="0"/>
                </a:lnTo>
              </a:path>
            </a:pathLst>
          </a:custGeom>
          <a:noFill xmlns:a="http://schemas.openxmlformats.org/drawingml/2006/main"/>
          <a:ln xmlns:a="http://schemas.openxmlformats.org/drawingml/2006/main" w="53018" cap="rnd">
            <a:solidFill>
              <a:srgbClr val="8C564B"/>
            </a:solidFill>
            <a:round/>
          </a:ln>
        </p:spPr>
      </p:sp>
      <p:sp>
        <p:nvSpPr>
          <p:cNvPr id="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375BFC-678A-487F-8A15-3AF5F83AB3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84089" y="2433521"/>
            <a:ext cx="114192" cy="114192"/>
          </a:xfrm>
          <a:custGeom xmlns:a="http://schemas.openxmlformats.org/drawingml/2006/main">
            <a:pathLst>
              <a:path w="114192" h="114192">
                <a:moveTo>
                  <a:pt x="38064" y="114192"/>
                </a:moveTo>
                <a:lnTo>
                  <a:pt x="76128" y="114192"/>
                </a:lnTo>
                <a:lnTo>
                  <a:pt x="76128" y="76128"/>
                </a:lnTo>
                <a:lnTo>
                  <a:pt x="114192" y="76128"/>
                </a:lnTo>
                <a:lnTo>
                  <a:pt x="114192" y="38064"/>
                </a:lnTo>
                <a:lnTo>
                  <a:pt x="76128" y="38064"/>
                </a:lnTo>
                <a:lnTo>
                  <a:pt x="76128" y="0"/>
                </a:lnTo>
                <a:lnTo>
                  <a:pt x="38064" y="0"/>
                </a:lnTo>
                <a:lnTo>
                  <a:pt x="38064" y="38064"/>
                </a:lnTo>
                <a:lnTo>
                  <a:pt x="0" y="38064"/>
                </a:lnTo>
                <a:lnTo>
                  <a:pt x="0" y="76128"/>
                </a:lnTo>
                <a:lnTo>
                  <a:pt x="38064" y="76128"/>
                </a:lnTo>
                <a:lnTo>
                  <a:pt x="38064" y="114192"/>
                </a:lnTo>
                <a:close/>
              </a:path>
            </a:pathLst>
          </a:custGeom>
          <a:solidFill xmlns:a="http://schemas.openxmlformats.org/drawingml/2006/main">
            <a:srgbClr val="8C564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080A95-1E49-4B0B-8A76-462A7C2DE4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84089" y="2433521"/>
            <a:ext cx="114192" cy="114192"/>
          </a:xfrm>
          <a:custGeom xmlns:a="http://schemas.openxmlformats.org/drawingml/2006/main">
            <a:pathLst>
              <a:path w="114192" h="114192" fill="none">
                <a:moveTo>
                  <a:pt x="38064" y="114192"/>
                </a:moveTo>
                <a:lnTo>
                  <a:pt x="76128" y="114192"/>
                </a:lnTo>
                <a:lnTo>
                  <a:pt x="76128" y="76128"/>
                </a:lnTo>
                <a:lnTo>
                  <a:pt x="114192" y="76128"/>
                </a:lnTo>
                <a:lnTo>
                  <a:pt x="114192" y="38064"/>
                </a:lnTo>
                <a:lnTo>
                  <a:pt x="76128" y="38064"/>
                </a:lnTo>
                <a:lnTo>
                  <a:pt x="76128" y="0"/>
                </a:lnTo>
                <a:lnTo>
                  <a:pt x="38064" y="0"/>
                </a:lnTo>
                <a:lnTo>
                  <a:pt x="38064" y="38064"/>
                </a:lnTo>
                <a:lnTo>
                  <a:pt x="0" y="38064"/>
                </a:lnTo>
                <a:lnTo>
                  <a:pt x="0" y="76128"/>
                </a:lnTo>
                <a:lnTo>
                  <a:pt x="38064" y="76128"/>
                </a:lnTo>
                <a:lnTo>
                  <a:pt x="38064" y="114192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6117" cap="flat">
            <a:solidFill>
              <a:srgbClr val="FFFFFF"/>
            </a:solidFill>
            <a:miter/>
          </a:ln>
        </p:spPr>
      </p:sp>
      <p:sp>
        <p:nvSpPr>
          <p:cNvPr id="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CF2384-8C16-4BF6-918E-F8F9261864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20009" y="2445854"/>
            <a:ext cx="58580" cy="86215"/>
          </a:xfrm>
          <a:custGeom xmlns:a="http://schemas.openxmlformats.org/drawingml/2006/main">
            <a:pathLst>
              <a:path w="58580" h="86215">
                <a:moveTo>
                  <a:pt x="53556" y="4225"/>
                </a:moveTo>
                <a:lnTo>
                  <a:pt x="53556" y="15188"/>
                </a:lnTo>
                <a:cubicBezTo>
                  <a:pt x="49217" y="13132"/>
                  <a:pt x="45220" y="11648"/>
                  <a:pt x="41452" y="10620"/>
                </a:cubicBezTo>
                <a:cubicBezTo>
                  <a:pt x="37569" y="9706"/>
                  <a:pt x="33915" y="9135"/>
                  <a:pt x="30489" y="9135"/>
                </a:cubicBezTo>
                <a:cubicBezTo>
                  <a:pt x="24323" y="9135"/>
                  <a:pt x="19527" y="10391"/>
                  <a:pt x="16215" y="12675"/>
                </a:cubicBezTo>
                <a:cubicBezTo>
                  <a:pt x="12904" y="15073"/>
                  <a:pt x="11305" y="18499"/>
                  <a:pt x="11305" y="22838"/>
                </a:cubicBezTo>
                <a:cubicBezTo>
                  <a:pt x="11305" y="26493"/>
                  <a:pt x="12333" y="29347"/>
                  <a:pt x="14617" y="31174"/>
                </a:cubicBezTo>
                <a:cubicBezTo>
                  <a:pt x="16786" y="33116"/>
                  <a:pt x="21011" y="34600"/>
                  <a:pt x="27178" y="35742"/>
                </a:cubicBezTo>
                <a:lnTo>
                  <a:pt x="34029" y="37112"/>
                </a:lnTo>
                <a:cubicBezTo>
                  <a:pt x="42365" y="38711"/>
                  <a:pt x="48532" y="41566"/>
                  <a:pt x="52528" y="45563"/>
                </a:cubicBezTo>
                <a:cubicBezTo>
                  <a:pt x="56525" y="49674"/>
                  <a:pt x="58580" y="55041"/>
                  <a:pt x="58580" y="61778"/>
                </a:cubicBezTo>
                <a:cubicBezTo>
                  <a:pt x="58580" y="69885"/>
                  <a:pt x="55840" y="75938"/>
                  <a:pt x="50473" y="80049"/>
                </a:cubicBezTo>
                <a:cubicBezTo>
                  <a:pt x="44992" y="84159"/>
                  <a:pt x="37112" y="86215"/>
                  <a:pt x="26721" y="86215"/>
                </a:cubicBezTo>
                <a:cubicBezTo>
                  <a:pt x="22724" y="86215"/>
                  <a:pt x="18499" y="85758"/>
                  <a:pt x="14046" y="84959"/>
                </a:cubicBezTo>
                <a:cubicBezTo>
                  <a:pt x="9592" y="84159"/>
                  <a:pt x="5024" y="82903"/>
                  <a:pt x="343" y="81076"/>
                </a:cubicBezTo>
                <a:lnTo>
                  <a:pt x="343" y="69429"/>
                </a:lnTo>
                <a:cubicBezTo>
                  <a:pt x="4910" y="72055"/>
                  <a:pt x="9364" y="73996"/>
                  <a:pt x="13703" y="75253"/>
                </a:cubicBezTo>
                <a:cubicBezTo>
                  <a:pt x="18042" y="76623"/>
                  <a:pt x="22382" y="77194"/>
                  <a:pt x="26721" y="77194"/>
                </a:cubicBezTo>
                <a:cubicBezTo>
                  <a:pt x="33116" y="77194"/>
                  <a:pt x="38026" y="75938"/>
                  <a:pt x="41566" y="73425"/>
                </a:cubicBezTo>
                <a:cubicBezTo>
                  <a:pt x="44992" y="70913"/>
                  <a:pt x="46819" y="67373"/>
                  <a:pt x="46819" y="62577"/>
                </a:cubicBezTo>
                <a:cubicBezTo>
                  <a:pt x="46819" y="58466"/>
                  <a:pt x="45563" y="55269"/>
                  <a:pt x="43050" y="52985"/>
                </a:cubicBezTo>
                <a:cubicBezTo>
                  <a:pt x="40538" y="50701"/>
                  <a:pt x="36427" y="48988"/>
                  <a:pt x="30718" y="47846"/>
                </a:cubicBezTo>
                <a:lnTo>
                  <a:pt x="23866" y="46476"/>
                </a:lnTo>
                <a:cubicBezTo>
                  <a:pt x="15416" y="44877"/>
                  <a:pt x="9364" y="42251"/>
                  <a:pt x="5595" y="38597"/>
                </a:cubicBezTo>
                <a:cubicBezTo>
                  <a:pt x="1827" y="35057"/>
                  <a:pt x="0" y="30147"/>
                  <a:pt x="0" y="23752"/>
                </a:cubicBezTo>
                <a:cubicBezTo>
                  <a:pt x="0" y="16444"/>
                  <a:pt x="2512" y="10620"/>
                  <a:pt x="7765" y="6395"/>
                </a:cubicBezTo>
                <a:cubicBezTo>
                  <a:pt x="12904" y="2170"/>
                  <a:pt x="20098" y="0"/>
                  <a:pt x="29233" y="0"/>
                </a:cubicBezTo>
                <a:cubicBezTo>
                  <a:pt x="33116" y="0"/>
                  <a:pt x="36998" y="343"/>
                  <a:pt x="41109" y="1028"/>
                </a:cubicBezTo>
                <a:cubicBezTo>
                  <a:pt x="45106" y="1713"/>
                  <a:pt x="49217" y="2855"/>
                  <a:pt x="53556" y="422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9FFFF6-4E1E-4C8D-B447-EAA9E711DE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95376" y="2466637"/>
            <a:ext cx="55840" cy="87585"/>
          </a:xfrm>
          <a:custGeom xmlns:a="http://schemas.openxmlformats.org/drawingml/2006/main">
            <a:pathLst>
              <a:path w="55840" h="87585">
                <a:moveTo>
                  <a:pt x="10277" y="54584"/>
                </a:moveTo>
                <a:lnTo>
                  <a:pt x="10277" y="87585"/>
                </a:lnTo>
                <a:lnTo>
                  <a:pt x="0" y="87585"/>
                </a:lnTo>
                <a:lnTo>
                  <a:pt x="0" y="1484"/>
                </a:lnTo>
                <a:lnTo>
                  <a:pt x="10277" y="1484"/>
                </a:lnTo>
                <a:lnTo>
                  <a:pt x="10277" y="10962"/>
                </a:lnTo>
                <a:cubicBezTo>
                  <a:pt x="12333" y="7308"/>
                  <a:pt x="15073" y="4568"/>
                  <a:pt x="18385" y="2741"/>
                </a:cubicBezTo>
                <a:cubicBezTo>
                  <a:pt x="21696" y="914"/>
                  <a:pt x="25693" y="0"/>
                  <a:pt x="30261" y="0"/>
                </a:cubicBezTo>
                <a:cubicBezTo>
                  <a:pt x="37798" y="0"/>
                  <a:pt x="43964" y="3083"/>
                  <a:pt x="48760" y="9021"/>
                </a:cubicBezTo>
                <a:cubicBezTo>
                  <a:pt x="53442" y="15073"/>
                  <a:pt x="55840" y="22953"/>
                  <a:pt x="55840" y="32773"/>
                </a:cubicBezTo>
                <a:cubicBezTo>
                  <a:pt x="55840" y="42594"/>
                  <a:pt x="53442" y="50587"/>
                  <a:pt x="48760" y="56525"/>
                </a:cubicBezTo>
                <a:cubicBezTo>
                  <a:pt x="43964" y="62463"/>
                  <a:pt x="37798" y="65432"/>
                  <a:pt x="30261" y="65432"/>
                </a:cubicBezTo>
                <a:cubicBezTo>
                  <a:pt x="25693" y="65432"/>
                  <a:pt x="21696" y="64518"/>
                  <a:pt x="18385" y="62806"/>
                </a:cubicBezTo>
                <a:cubicBezTo>
                  <a:pt x="15073" y="61093"/>
                  <a:pt x="12333" y="58352"/>
                  <a:pt x="10277" y="54584"/>
                </a:cubicBezTo>
                <a:close/>
                <a:moveTo>
                  <a:pt x="45220" y="32773"/>
                </a:moveTo>
                <a:cubicBezTo>
                  <a:pt x="45220" y="25236"/>
                  <a:pt x="43621" y="19413"/>
                  <a:pt x="40538" y="15073"/>
                </a:cubicBezTo>
                <a:cubicBezTo>
                  <a:pt x="37341" y="10734"/>
                  <a:pt x="33116" y="8564"/>
                  <a:pt x="27749" y="8564"/>
                </a:cubicBezTo>
                <a:cubicBezTo>
                  <a:pt x="22267" y="8564"/>
                  <a:pt x="18042" y="10734"/>
                  <a:pt x="14959" y="15073"/>
                </a:cubicBezTo>
                <a:cubicBezTo>
                  <a:pt x="11762" y="19413"/>
                  <a:pt x="10277" y="25236"/>
                  <a:pt x="10277" y="32773"/>
                </a:cubicBezTo>
                <a:cubicBezTo>
                  <a:pt x="10277" y="40310"/>
                  <a:pt x="11762" y="46248"/>
                  <a:pt x="14959" y="50587"/>
                </a:cubicBezTo>
                <a:cubicBezTo>
                  <a:pt x="18042" y="54926"/>
                  <a:pt x="22267" y="56982"/>
                  <a:pt x="27749" y="56982"/>
                </a:cubicBezTo>
                <a:cubicBezTo>
                  <a:pt x="33116" y="56982"/>
                  <a:pt x="37341" y="54926"/>
                  <a:pt x="40538" y="50587"/>
                </a:cubicBezTo>
                <a:cubicBezTo>
                  <a:pt x="43621" y="46248"/>
                  <a:pt x="45220" y="40310"/>
                  <a:pt x="45220" y="3277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877ED3-AA43-4EA8-995B-088194704A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64348" y="2466637"/>
            <a:ext cx="52757" cy="65432"/>
          </a:xfrm>
          <a:custGeom xmlns:a="http://schemas.openxmlformats.org/drawingml/2006/main">
            <a:pathLst>
              <a:path w="52757" h="65432">
                <a:moveTo>
                  <a:pt x="32316" y="32545"/>
                </a:moveTo>
                <a:cubicBezTo>
                  <a:pt x="23980" y="32545"/>
                  <a:pt x="18271" y="33572"/>
                  <a:pt x="15073" y="35400"/>
                </a:cubicBezTo>
                <a:cubicBezTo>
                  <a:pt x="11876" y="37341"/>
                  <a:pt x="10277" y="40538"/>
                  <a:pt x="10277" y="45106"/>
                </a:cubicBezTo>
                <a:cubicBezTo>
                  <a:pt x="10277" y="48760"/>
                  <a:pt x="11419" y="51729"/>
                  <a:pt x="13817" y="53784"/>
                </a:cubicBezTo>
                <a:cubicBezTo>
                  <a:pt x="16215" y="55954"/>
                  <a:pt x="19527" y="56982"/>
                  <a:pt x="23638" y="56982"/>
                </a:cubicBezTo>
                <a:cubicBezTo>
                  <a:pt x="29347" y="56982"/>
                  <a:pt x="33915" y="55041"/>
                  <a:pt x="37341" y="50930"/>
                </a:cubicBezTo>
                <a:cubicBezTo>
                  <a:pt x="40767" y="46933"/>
                  <a:pt x="42479" y="41566"/>
                  <a:pt x="42479" y="34829"/>
                </a:cubicBezTo>
                <a:lnTo>
                  <a:pt x="42479" y="32545"/>
                </a:lnTo>
                <a:lnTo>
                  <a:pt x="32316" y="32545"/>
                </a:lnTo>
                <a:close/>
                <a:moveTo>
                  <a:pt x="52757" y="28320"/>
                </a:moveTo>
                <a:lnTo>
                  <a:pt x="52757" y="63948"/>
                </a:lnTo>
                <a:lnTo>
                  <a:pt x="42479" y="63948"/>
                </a:lnTo>
                <a:lnTo>
                  <a:pt x="42479" y="54470"/>
                </a:lnTo>
                <a:cubicBezTo>
                  <a:pt x="40081" y="58352"/>
                  <a:pt x="37112" y="61093"/>
                  <a:pt x="33687" y="62806"/>
                </a:cubicBezTo>
                <a:cubicBezTo>
                  <a:pt x="30261" y="64518"/>
                  <a:pt x="25922" y="65432"/>
                  <a:pt x="20897" y="65432"/>
                </a:cubicBezTo>
                <a:cubicBezTo>
                  <a:pt x="14502" y="65432"/>
                  <a:pt x="9364" y="63719"/>
                  <a:pt x="5595" y="60179"/>
                </a:cubicBezTo>
                <a:cubicBezTo>
                  <a:pt x="1827" y="56639"/>
                  <a:pt x="0" y="51843"/>
                  <a:pt x="0" y="45791"/>
                </a:cubicBezTo>
                <a:cubicBezTo>
                  <a:pt x="0" y="38825"/>
                  <a:pt x="2284" y="33572"/>
                  <a:pt x="7080" y="29918"/>
                </a:cubicBezTo>
                <a:cubicBezTo>
                  <a:pt x="11762" y="26378"/>
                  <a:pt x="18727" y="24551"/>
                  <a:pt x="28091" y="24551"/>
                </a:cubicBezTo>
                <a:lnTo>
                  <a:pt x="42479" y="24551"/>
                </a:lnTo>
                <a:lnTo>
                  <a:pt x="42479" y="23524"/>
                </a:lnTo>
                <a:cubicBezTo>
                  <a:pt x="42479" y="18842"/>
                  <a:pt x="40881" y="15188"/>
                  <a:pt x="37798" y="12561"/>
                </a:cubicBezTo>
                <a:cubicBezTo>
                  <a:pt x="34714" y="10049"/>
                  <a:pt x="30375" y="8679"/>
                  <a:pt x="24780" y="8679"/>
                </a:cubicBezTo>
                <a:cubicBezTo>
                  <a:pt x="21126" y="8679"/>
                  <a:pt x="17700" y="9135"/>
                  <a:pt x="14274" y="10049"/>
                </a:cubicBezTo>
                <a:cubicBezTo>
                  <a:pt x="10848" y="10962"/>
                  <a:pt x="7651" y="12219"/>
                  <a:pt x="4568" y="13817"/>
                </a:cubicBezTo>
                <a:lnTo>
                  <a:pt x="4568" y="4339"/>
                </a:lnTo>
                <a:cubicBezTo>
                  <a:pt x="8222" y="2969"/>
                  <a:pt x="11876" y="1827"/>
                  <a:pt x="15416" y="1142"/>
                </a:cubicBezTo>
                <a:cubicBezTo>
                  <a:pt x="18956" y="457"/>
                  <a:pt x="22382" y="0"/>
                  <a:pt x="25807" y="0"/>
                </a:cubicBezTo>
                <a:cubicBezTo>
                  <a:pt x="34829" y="0"/>
                  <a:pt x="41566" y="2398"/>
                  <a:pt x="46019" y="7080"/>
                </a:cubicBezTo>
                <a:cubicBezTo>
                  <a:pt x="50473" y="11762"/>
                  <a:pt x="52757" y="18842"/>
                  <a:pt x="52757" y="2832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F66AD0-845F-46B1-AA51-4AA38E38BA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37887" y="2466637"/>
            <a:ext cx="52300" cy="63948"/>
          </a:xfrm>
          <a:custGeom xmlns:a="http://schemas.openxmlformats.org/drawingml/2006/main">
            <a:pathLst>
              <a:path w="52300" h="63948">
                <a:moveTo>
                  <a:pt x="52300" y="26264"/>
                </a:moveTo>
                <a:lnTo>
                  <a:pt x="52300" y="63948"/>
                </a:lnTo>
                <a:lnTo>
                  <a:pt x="42023" y="63948"/>
                </a:lnTo>
                <a:lnTo>
                  <a:pt x="42023" y="26607"/>
                </a:lnTo>
                <a:cubicBezTo>
                  <a:pt x="42023" y="20669"/>
                  <a:pt x="40767" y="16329"/>
                  <a:pt x="38483" y="13360"/>
                </a:cubicBezTo>
                <a:cubicBezTo>
                  <a:pt x="36199" y="10391"/>
                  <a:pt x="32773" y="8907"/>
                  <a:pt x="28205" y="8907"/>
                </a:cubicBezTo>
                <a:cubicBezTo>
                  <a:pt x="22610" y="8907"/>
                  <a:pt x="18271" y="10734"/>
                  <a:pt x="15073" y="14274"/>
                </a:cubicBezTo>
                <a:cubicBezTo>
                  <a:pt x="11876" y="17814"/>
                  <a:pt x="10277" y="22610"/>
                  <a:pt x="10277" y="28662"/>
                </a:cubicBezTo>
                <a:lnTo>
                  <a:pt x="10277" y="63948"/>
                </a:lnTo>
                <a:lnTo>
                  <a:pt x="0" y="63948"/>
                </a:lnTo>
                <a:lnTo>
                  <a:pt x="0" y="1484"/>
                </a:lnTo>
                <a:lnTo>
                  <a:pt x="10277" y="1484"/>
                </a:lnTo>
                <a:lnTo>
                  <a:pt x="10277" y="11191"/>
                </a:lnTo>
                <a:cubicBezTo>
                  <a:pt x="12675" y="7537"/>
                  <a:pt x="15530" y="4682"/>
                  <a:pt x="18956" y="2855"/>
                </a:cubicBezTo>
                <a:cubicBezTo>
                  <a:pt x="22267" y="1028"/>
                  <a:pt x="26150" y="0"/>
                  <a:pt x="30489" y="0"/>
                </a:cubicBezTo>
                <a:cubicBezTo>
                  <a:pt x="37569" y="0"/>
                  <a:pt x="43050" y="2284"/>
                  <a:pt x="46705" y="6737"/>
                </a:cubicBezTo>
                <a:cubicBezTo>
                  <a:pt x="50359" y="11191"/>
                  <a:pt x="52300" y="17700"/>
                  <a:pt x="52300" y="2626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C5C4B8-BAB8-4864-B9B1-24E9A8C864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10627" y="2443799"/>
            <a:ext cx="10277" cy="86786"/>
          </a:xfrm>
          <a:custGeom xmlns:a="http://schemas.openxmlformats.org/drawingml/2006/main">
            <a:pathLst>
              <a:path w="10277" h="86786">
                <a:moveTo>
                  <a:pt x="0" y="24323"/>
                </a:moveTo>
                <a:lnTo>
                  <a:pt x="10277" y="24323"/>
                </a:lnTo>
                <a:lnTo>
                  <a:pt x="10277" y="86786"/>
                </a:lnTo>
                <a:lnTo>
                  <a:pt x="0" y="86786"/>
                </a:lnTo>
                <a:lnTo>
                  <a:pt x="0" y="24323"/>
                </a:lnTo>
                <a:close/>
                <a:moveTo>
                  <a:pt x="0" y="0"/>
                </a:moveTo>
                <a:lnTo>
                  <a:pt x="10277" y="0"/>
                </a:lnTo>
                <a:lnTo>
                  <a:pt x="10277" y="13018"/>
                </a:lnTo>
                <a:lnTo>
                  <a:pt x="0" y="1301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33787F-44E6-4D03-9637-79EFA389BD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37805" y="2466637"/>
            <a:ext cx="47732" cy="65432"/>
          </a:xfrm>
          <a:custGeom xmlns:a="http://schemas.openxmlformats.org/drawingml/2006/main">
            <a:pathLst>
              <a:path w="47732" h="65432">
                <a:moveTo>
                  <a:pt x="44421" y="3312"/>
                </a:moveTo>
                <a:lnTo>
                  <a:pt x="44421" y="13018"/>
                </a:lnTo>
                <a:cubicBezTo>
                  <a:pt x="41452" y="11648"/>
                  <a:pt x="38483" y="10506"/>
                  <a:pt x="35400" y="9706"/>
                </a:cubicBezTo>
                <a:cubicBezTo>
                  <a:pt x="32202" y="9021"/>
                  <a:pt x="29005" y="8564"/>
                  <a:pt x="25693" y="8564"/>
                </a:cubicBezTo>
                <a:cubicBezTo>
                  <a:pt x="20555" y="8564"/>
                  <a:pt x="16672" y="9364"/>
                  <a:pt x="14160" y="10962"/>
                </a:cubicBezTo>
                <a:cubicBezTo>
                  <a:pt x="11648" y="12561"/>
                  <a:pt x="10391" y="14845"/>
                  <a:pt x="10391" y="17928"/>
                </a:cubicBezTo>
                <a:cubicBezTo>
                  <a:pt x="10391" y="20326"/>
                  <a:pt x="11305" y="22153"/>
                  <a:pt x="13132" y="23524"/>
                </a:cubicBezTo>
                <a:cubicBezTo>
                  <a:pt x="14959" y="24894"/>
                  <a:pt x="18613" y="26264"/>
                  <a:pt x="24095" y="27406"/>
                </a:cubicBezTo>
                <a:lnTo>
                  <a:pt x="27634" y="28205"/>
                </a:lnTo>
                <a:cubicBezTo>
                  <a:pt x="34943" y="29804"/>
                  <a:pt x="40081" y="32088"/>
                  <a:pt x="43165" y="34829"/>
                </a:cubicBezTo>
                <a:cubicBezTo>
                  <a:pt x="46134" y="37683"/>
                  <a:pt x="47732" y="41680"/>
                  <a:pt x="47732" y="46705"/>
                </a:cubicBezTo>
                <a:cubicBezTo>
                  <a:pt x="47732" y="52528"/>
                  <a:pt x="45448" y="57096"/>
                  <a:pt x="40881" y="60408"/>
                </a:cubicBezTo>
                <a:cubicBezTo>
                  <a:pt x="36313" y="63833"/>
                  <a:pt x="29918" y="65432"/>
                  <a:pt x="21925" y="65432"/>
                </a:cubicBezTo>
                <a:cubicBezTo>
                  <a:pt x="18499" y="65432"/>
                  <a:pt x="15073" y="65089"/>
                  <a:pt x="11419" y="64518"/>
                </a:cubicBezTo>
                <a:cubicBezTo>
                  <a:pt x="7765" y="63948"/>
                  <a:pt x="3997" y="63034"/>
                  <a:pt x="0" y="61664"/>
                </a:cubicBezTo>
                <a:lnTo>
                  <a:pt x="0" y="51044"/>
                </a:lnTo>
                <a:cubicBezTo>
                  <a:pt x="3768" y="53099"/>
                  <a:pt x="7537" y="54584"/>
                  <a:pt x="11191" y="55497"/>
                </a:cubicBezTo>
                <a:cubicBezTo>
                  <a:pt x="14845" y="56525"/>
                  <a:pt x="18499" y="56982"/>
                  <a:pt x="22153" y="56982"/>
                </a:cubicBezTo>
                <a:cubicBezTo>
                  <a:pt x="26949" y="56982"/>
                  <a:pt x="30718" y="56182"/>
                  <a:pt x="33344" y="54584"/>
                </a:cubicBezTo>
                <a:cubicBezTo>
                  <a:pt x="35856" y="52985"/>
                  <a:pt x="37227" y="50587"/>
                  <a:pt x="37227" y="47504"/>
                </a:cubicBezTo>
                <a:cubicBezTo>
                  <a:pt x="37227" y="44763"/>
                  <a:pt x="36199" y="42594"/>
                  <a:pt x="34372" y="41109"/>
                </a:cubicBezTo>
                <a:cubicBezTo>
                  <a:pt x="32545" y="39625"/>
                  <a:pt x="28434" y="38140"/>
                  <a:pt x="22039" y="36770"/>
                </a:cubicBezTo>
                <a:lnTo>
                  <a:pt x="18499" y="35970"/>
                </a:lnTo>
                <a:cubicBezTo>
                  <a:pt x="12104" y="34600"/>
                  <a:pt x="7422" y="32545"/>
                  <a:pt x="4682" y="29804"/>
                </a:cubicBezTo>
                <a:cubicBezTo>
                  <a:pt x="1827" y="27063"/>
                  <a:pt x="457" y="23295"/>
                  <a:pt x="457" y="18385"/>
                </a:cubicBezTo>
                <a:cubicBezTo>
                  <a:pt x="457" y="12561"/>
                  <a:pt x="2512" y="7993"/>
                  <a:pt x="6623" y="4796"/>
                </a:cubicBezTo>
                <a:cubicBezTo>
                  <a:pt x="10734" y="1599"/>
                  <a:pt x="16672" y="0"/>
                  <a:pt x="24437" y="0"/>
                </a:cubicBezTo>
                <a:cubicBezTo>
                  <a:pt x="28205" y="0"/>
                  <a:pt x="31745" y="343"/>
                  <a:pt x="35171" y="914"/>
                </a:cubicBezTo>
                <a:cubicBezTo>
                  <a:pt x="38483" y="1484"/>
                  <a:pt x="41566" y="2284"/>
                  <a:pt x="44421" y="331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ACE587-A32D-47D3-8B51-D88B002C80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01524" y="2443799"/>
            <a:ext cx="52300" cy="86786"/>
          </a:xfrm>
          <a:custGeom xmlns:a="http://schemas.openxmlformats.org/drawingml/2006/main">
            <a:pathLst>
              <a:path w="52300" h="86786">
                <a:moveTo>
                  <a:pt x="52300" y="49103"/>
                </a:moveTo>
                <a:lnTo>
                  <a:pt x="52300" y="86786"/>
                </a:lnTo>
                <a:lnTo>
                  <a:pt x="42023" y="86786"/>
                </a:lnTo>
                <a:lnTo>
                  <a:pt x="42023" y="49445"/>
                </a:lnTo>
                <a:cubicBezTo>
                  <a:pt x="42023" y="43507"/>
                  <a:pt x="40767" y="39168"/>
                  <a:pt x="38483" y="36199"/>
                </a:cubicBezTo>
                <a:cubicBezTo>
                  <a:pt x="36199" y="33230"/>
                  <a:pt x="32773" y="31745"/>
                  <a:pt x="28205" y="31745"/>
                </a:cubicBezTo>
                <a:cubicBezTo>
                  <a:pt x="22610" y="31745"/>
                  <a:pt x="18271" y="33572"/>
                  <a:pt x="15073" y="37112"/>
                </a:cubicBezTo>
                <a:cubicBezTo>
                  <a:pt x="11876" y="40652"/>
                  <a:pt x="10277" y="45448"/>
                  <a:pt x="10277" y="51501"/>
                </a:cubicBezTo>
                <a:lnTo>
                  <a:pt x="10277" y="86786"/>
                </a:lnTo>
                <a:lnTo>
                  <a:pt x="0" y="86786"/>
                </a:lnTo>
                <a:lnTo>
                  <a:pt x="0" y="0"/>
                </a:lnTo>
                <a:lnTo>
                  <a:pt x="10277" y="0"/>
                </a:lnTo>
                <a:lnTo>
                  <a:pt x="10277" y="34029"/>
                </a:lnTo>
                <a:cubicBezTo>
                  <a:pt x="12675" y="30375"/>
                  <a:pt x="15530" y="27520"/>
                  <a:pt x="18956" y="25693"/>
                </a:cubicBezTo>
                <a:cubicBezTo>
                  <a:pt x="22267" y="23866"/>
                  <a:pt x="26150" y="22838"/>
                  <a:pt x="30489" y="22838"/>
                </a:cubicBezTo>
                <a:cubicBezTo>
                  <a:pt x="37569" y="22838"/>
                  <a:pt x="43050" y="25122"/>
                  <a:pt x="46705" y="29576"/>
                </a:cubicBezTo>
                <a:cubicBezTo>
                  <a:pt x="50359" y="34029"/>
                  <a:pt x="52300" y="40538"/>
                  <a:pt x="52300" y="4910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3" name="Text (b)Ethicalpref">
            <a:extLst xmlns:a="http://schemas.openxmlformats.org/drawingml/2006/main">
              <a:ext uri="{FF2B5EF4-FFF2-40B4-BE49-F238E27FC236}">
                <a16:creationId xmlns:a16="http://schemas.microsoft.com/office/drawing/2014/main" id="{52D019D5-CF27-425D-B783-A5F8D0B1C6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96057" y="3099754"/>
            <a:ext cx="1579397" cy="230553"/>
          </a:xfrm>
          <a:custGeom xmlns:a="http://schemas.openxmlformats.org/drawingml/2006/main">
            <a:pathLst>
              <a:path w="1579397" h="230553">
                <a:moveTo>
                  <a:pt x="63924" y="1849"/>
                </a:moveTo>
                <a:cubicBezTo>
                  <a:pt x="44772" y="14149"/>
                  <a:pt x="37008" y="20811"/>
                  <a:pt x="27432" y="32599"/>
                </a:cubicBezTo>
                <a:cubicBezTo>
                  <a:pt x="9059" y="54889"/>
                  <a:pt x="0" y="80513"/>
                  <a:pt x="0" y="110493"/>
                </a:cubicBezTo>
                <a:cubicBezTo>
                  <a:pt x="0" y="143033"/>
                  <a:pt x="9576" y="168142"/>
                  <a:pt x="32349" y="194278"/>
                </a:cubicBezTo>
                <a:cubicBezTo>
                  <a:pt x="42959" y="206578"/>
                  <a:pt x="49688" y="212216"/>
                  <a:pt x="63146" y="220415"/>
                </a:cubicBezTo>
                <a:lnTo>
                  <a:pt x="66249" y="216313"/>
                </a:lnTo>
                <a:cubicBezTo>
                  <a:pt x="45550" y="200170"/>
                  <a:pt x="38304" y="191205"/>
                  <a:pt x="31314" y="171985"/>
                </a:cubicBezTo>
                <a:cubicBezTo>
                  <a:pt x="25103" y="154821"/>
                  <a:pt x="22256" y="135347"/>
                  <a:pt x="22256" y="109723"/>
                </a:cubicBezTo>
                <a:cubicBezTo>
                  <a:pt x="22256" y="82820"/>
                  <a:pt x="25620" y="61809"/>
                  <a:pt x="32609" y="45924"/>
                </a:cubicBezTo>
                <a:cubicBezTo>
                  <a:pt x="39855" y="30035"/>
                  <a:pt x="47619" y="20811"/>
                  <a:pt x="66249" y="5951"/>
                </a:cubicBezTo>
                <a:lnTo>
                  <a:pt x="63924" y="1849"/>
                </a:lnTo>
                <a:close/>
                <a:moveTo>
                  <a:pt x="113353" y="524"/>
                </a:moveTo>
                <a:lnTo>
                  <a:pt x="112058" y="12"/>
                </a:lnTo>
                <a:cubicBezTo>
                  <a:pt x="101187" y="3855"/>
                  <a:pt x="94201" y="5904"/>
                  <a:pt x="82039" y="9235"/>
                </a:cubicBezTo>
                <a:lnTo>
                  <a:pt x="74532" y="11287"/>
                </a:lnTo>
                <a:lnTo>
                  <a:pt x="74532" y="15385"/>
                </a:lnTo>
                <a:cubicBezTo>
                  <a:pt x="76084" y="15131"/>
                  <a:pt x="77118" y="15131"/>
                  <a:pt x="78931" y="15131"/>
                </a:cubicBezTo>
                <a:cubicBezTo>
                  <a:pt x="89285" y="15131"/>
                  <a:pt x="91611" y="17433"/>
                  <a:pt x="91611" y="28197"/>
                </a:cubicBezTo>
                <a:lnTo>
                  <a:pt x="91611" y="161116"/>
                </a:lnTo>
                <a:cubicBezTo>
                  <a:pt x="91611" y="169053"/>
                  <a:pt x="113610" y="177505"/>
                  <a:pt x="134313" y="177505"/>
                </a:cubicBezTo>
                <a:cubicBezTo>
                  <a:pt x="168474" y="177505"/>
                  <a:pt x="194868" y="149336"/>
                  <a:pt x="194868" y="112721"/>
                </a:cubicBezTo>
                <a:cubicBezTo>
                  <a:pt x="194868" y="81228"/>
                  <a:pt x="175203" y="57148"/>
                  <a:pt x="149323" y="57148"/>
                </a:cubicBezTo>
                <a:cubicBezTo>
                  <a:pt x="133535" y="57148"/>
                  <a:pt x="118526" y="66375"/>
                  <a:pt x="113353" y="78926"/>
                </a:cubicBezTo>
                <a:lnTo>
                  <a:pt x="113353" y="524"/>
                </a:lnTo>
                <a:moveTo>
                  <a:pt x="113353" y="92496"/>
                </a:moveTo>
                <a:cubicBezTo>
                  <a:pt x="113353" y="82511"/>
                  <a:pt x="125515" y="73292"/>
                  <a:pt x="138973" y="73292"/>
                </a:cubicBezTo>
                <a:cubicBezTo>
                  <a:pt x="159155" y="73292"/>
                  <a:pt x="172096" y="93263"/>
                  <a:pt x="172096" y="124501"/>
                </a:cubicBezTo>
                <a:cubicBezTo>
                  <a:pt x="172096" y="152921"/>
                  <a:pt x="159673" y="169307"/>
                  <a:pt x="138456" y="169307"/>
                </a:cubicBezTo>
                <a:cubicBezTo>
                  <a:pt x="124998" y="169307"/>
                  <a:pt x="113353" y="163419"/>
                  <a:pt x="113353" y="157018"/>
                </a:cubicBezTo>
                <a:lnTo>
                  <a:pt x="113353" y="92496"/>
                </a:lnTo>
                <a:close/>
                <a:moveTo>
                  <a:pt x="212986" y="220415"/>
                </a:moveTo>
                <a:cubicBezTo>
                  <a:pt x="232137" y="208115"/>
                  <a:pt x="239901" y="201452"/>
                  <a:pt x="249473" y="189665"/>
                </a:cubicBezTo>
                <a:cubicBezTo>
                  <a:pt x="267851" y="167375"/>
                  <a:pt x="276905" y="141751"/>
                  <a:pt x="276905" y="111775"/>
                </a:cubicBezTo>
                <a:cubicBezTo>
                  <a:pt x="276905" y="78976"/>
                  <a:pt x="267329" y="54122"/>
                  <a:pt x="244556" y="27986"/>
                </a:cubicBezTo>
                <a:cubicBezTo>
                  <a:pt x="233946" y="15686"/>
                  <a:pt x="227217" y="10052"/>
                  <a:pt x="213760" y="1849"/>
                </a:cubicBezTo>
                <a:lnTo>
                  <a:pt x="210656" y="5951"/>
                </a:lnTo>
                <a:cubicBezTo>
                  <a:pt x="231359" y="22094"/>
                  <a:pt x="238345" y="31063"/>
                  <a:pt x="245591" y="50279"/>
                </a:cubicBezTo>
                <a:cubicBezTo>
                  <a:pt x="251803" y="67447"/>
                  <a:pt x="254650" y="86917"/>
                  <a:pt x="254650" y="112541"/>
                </a:cubicBezTo>
                <a:cubicBezTo>
                  <a:pt x="254650" y="139190"/>
                  <a:pt x="251285" y="160455"/>
                  <a:pt x="244300" y="176086"/>
                </a:cubicBezTo>
                <a:cubicBezTo>
                  <a:pt x="237054" y="192229"/>
                  <a:pt x="229290" y="201452"/>
                  <a:pt x="210656" y="216313"/>
                </a:cubicBezTo>
                <a:lnTo>
                  <a:pt x="212986" y="220415"/>
                </a:lnTo>
                <a:close/>
                <a:moveTo>
                  <a:pt x="507490" y="131687"/>
                </a:moveTo>
                <a:lnTo>
                  <a:pt x="500244" y="131687"/>
                </a:lnTo>
                <a:cubicBezTo>
                  <a:pt x="487304" y="159372"/>
                  <a:pt x="476176" y="165526"/>
                  <a:pt x="439168" y="165526"/>
                </a:cubicBezTo>
                <a:lnTo>
                  <a:pt x="432182" y="165526"/>
                </a:lnTo>
                <a:cubicBezTo>
                  <a:pt x="419499" y="165526"/>
                  <a:pt x="408632" y="164244"/>
                  <a:pt x="406819" y="162449"/>
                </a:cubicBezTo>
                <a:cubicBezTo>
                  <a:pt x="405524" y="161679"/>
                  <a:pt x="405007" y="158860"/>
                  <a:pt x="405007" y="154501"/>
                </a:cubicBezTo>
                <a:lnTo>
                  <a:pt x="405007" y="91179"/>
                </a:lnTo>
                <a:lnTo>
                  <a:pt x="444862" y="91179"/>
                </a:lnTo>
                <a:cubicBezTo>
                  <a:pt x="466083" y="91179"/>
                  <a:pt x="469965" y="94514"/>
                  <a:pt x="473329" y="115790"/>
                </a:cubicBezTo>
                <a:lnTo>
                  <a:pt x="479280" y="115790"/>
                </a:lnTo>
                <a:lnTo>
                  <a:pt x="479280" y="56339"/>
                </a:lnTo>
                <a:lnTo>
                  <a:pt x="473329" y="56339"/>
                </a:lnTo>
                <a:cubicBezTo>
                  <a:pt x="471516" y="66841"/>
                  <a:pt x="470482" y="70684"/>
                  <a:pt x="467635" y="74269"/>
                </a:cubicBezTo>
                <a:cubicBezTo>
                  <a:pt x="464270" y="78625"/>
                  <a:pt x="457024" y="80677"/>
                  <a:pt x="444862" y="80677"/>
                </a:cubicBezTo>
                <a:lnTo>
                  <a:pt x="405007" y="80677"/>
                </a:lnTo>
                <a:lnTo>
                  <a:pt x="405007" y="23802"/>
                </a:lnTo>
                <a:cubicBezTo>
                  <a:pt x="405007" y="16628"/>
                  <a:pt x="406558" y="15092"/>
                  <a:pt x="413548" y="15092"/>
                </a:cubicBezTo>
                <a:lnTo>
                  <a:pt x="448483" y="15092"/>
                </a:lnTo>
                <a:cubicBezTo>
                  <a:pt x="477728" y="15092"/>
                  <a:pt x="483422" y="18935"/>
                  <a:pt x="487821" y="41990"/>
                </a:cubicBezTo>
                <a:lnTo>
                  <a:pt x="494289" y="41990"/>
                </a:lnTo>
                <a:lnTo>
                  <a:pt x="493515" y="5352"/>
                </a:lnTo>
                <a:lnTo>
                  <a:pt x="356096" y="5352"/>
                </a:lnTo>
                <a:lnTo>
                  <a:pt x="356096" y="10224"/>
                </a:lnTo>
                <a:cubicBezTo>
                  <a:pt x="375248" y="11760"/>
                  <a:pt x="378613" y="15346"/>
                  <a:pt x="378613" y="33287"/>
                </a:cubicBezTo>
                <a:lnTo>
                  <a:pt x="378613" y="147072"/>
                </a:lnTo>
                <a:cubicBezTo>
                  <a:pt x="378613" y="165010"/>
                  <a:pt x="374988" y="168857"/>
                  <a:pt x="356096" y="170136"/>
                </a:cubicBezTo>
                <a:lnTo>
                  <a:pt x="356096" y="175003"/>
                </a:lnTo>
                <a:lnTo>
                  <a:pt x="495841" y="175003"/>
                </a:lnTo>
                <a:lnTo>
                  <a:pt x="507490" y="131687"/>
                </a:lnTo>
                <a:close/>
                <a:moveTo>
                  <a:pt x="577102" y="59651"/>
                </a:moveTo>
                <a:lnTo>
                  <a:pt x="550964" y="59651"/>
                </a:lnTo>
                <a:lnTo>
                  <a:pt x="550964" y="29929"/>
                </a:lnTo>
                <a:cubicBezTo>
                  <a:pt x="550964" y="27368"/>
                  <a:pt x="550708" y="26598"/>
                  <a:pt x="549152" y="26598"/>
                </a:cubicBezTo>
                <a:cubicBezTo>
                  <a:pt x="547343" y="28905"/>
                  <a:pt x="545788" y="31211"/>
                  <a:pt x="543979" y="33772"/>
                </a:cubicBezTo>
                <a:cubicBezTo>
                  <a:pt x="534142" y="47867"/>
                  <a:pt x="523015" y="60167"/>
                  <a:pt x="518876" y="61191"/>
                </a:cubicBezTo>
                <a:cubicBezTo>
                  <a:pt x="516029" y="62982"/>
                  <a:pt x="514473" y="64776"/>
                  <a:pt x="514473" y="66059"/>
                </a:cubicBezTo>
                <a:cubicBezTo>
                  <a:pt x="514473" y="66829"/>
                  <a:pt x="514734" y="67341"/>
                  <a:pt x="515512" y="67853"/>
                </a:cubicBezTo>
                <a:lnTo>
                  <a:pt x="529226" y="67853"/>
                </a:lnTo>
                <a:lnTo>
                  <a:pt x="529226" y="144969"/>
                </a:lnTo>
                <a:cubicBezTo>
                  <a:pt x="529226" y="166488"/>
                  <a:pt x="536990" y="177505"/>
                  <a:pt x="552260" y="177505"/>
                </a:cubicBezTo>
                <a:cubicBezTo>
                  <a:pt x="564939" y="177505"/>
                  <a:pt x="574772" y="171359"/>
                  <a:pt x="583313" y="158035"/>
                </a:cubicBezTo>
                <a:lnTo>
                  <a:pt x="579949" y="155216"/>
                </a:lnTo>
                <a:cubicBezTo>
                  <a:pt x="574515" y="161620"/>
                  <a:pt x="570116" y="164185"/>
                  <a:pt x="564422" y="164185"/>
                </a:cubicBezTo>
                <a:cubicBezTo>
                  <a:pt x="554846" y="164185"/>
                  <a:pt x="550964" y="157265"/>
                  <a:pt x="550964" y="141125"/>
                </a:cubicBezTo>
                <a:lnTo>
                  <a:pt x="550964" y="67853"/>
                </a:lnTo>
                <a:lnTo>
                  <a:pt x="577102" y="67853"/>
                </a:lnTo>
                <a:lnTo>
                  <a:pt x="577102" y="59651"/>
                </a:lnTo>
                <a:close/>
                <a:moveTo>
                  <a:pt x="623687" y="87128"/>
                </a:moveTo>
                <a:cubicBezTo>
                  <a:pt x="634554" y="75344"/>
                  <a:pt x="642317" y="70985"/>
                  <a:pt x="652411" y="70985"/>
                </a:cubicBezTo>
                <a:cubicBezTo>
                  <a:pt x="665351" y="70985"/>
                  <a:pt x="671819" y="80212"/>
                  <a:pt x="671819" y="98146"/>
                </a:cubicBezTo>
                <a:lnTo>
                  <a:pt x="671819" y="148871"/>
                </a:lnTo>
                <a:cubicBezTo>
                  <a:pt x="671819" y="166292"/>
                  <a:pt x="669233" y="169623"/>
                  <a:pt x="654223" y="171160"/>
                </a:cubicBezTo>
                <a:lnTo>
                  <a:pt x="654223" y="175003"/>
                </a:lnTo>
                <a:lnTo>
                  <a:pt x="709088" y="175003"/>
                </a:lnTo>
                <a:lnTo>
                  <a:pt x="709088" y="171160"/>
                </a:lnTo>
                <a:cubicBezTo>
                  <a:pt x="695113" y="168599"/>
                  <a:pt x="693557" y="166550"/>
                  <a:pt x="693557" y="148871"/>
                </a:cubicBezTo>
                <a:lnTo>
                  <a:pt x="693557" y="97888"/>
                </a:lnTo>
                <a:cubicBezTo>
                  <a:pt x="693557" y="70985"/>
                  <a:pt x="682690" y="57148"/>
                  <a:pt x="661726" y="57148"/>
                </a:cubicBezTo>
                <a:cubicBezTo>
                  <a:pt x="646460" y="57148"/>
                  <a:pt x="635589" y="63298"/>
                  <a:pt x="623687" y="78671"/>
                </a:cubicBezTo>
                <a:lnTo>
                  <a:pt x="623687" y="782"/>
                </a:lnTo>
                <a:lnTo>
                  <a:pt x="622392" y="12"/>
                </a:lnTo>
                <a:cubicBezTo>
                  <a:pt x="613594" y="3085"/>
                  <a:pt x="607121" y="5137"/>
                  <a:pt x="592629" y="9235"/>
                </a:cubicBezTo>
                <a:lnTo>
                  <a:pt x="585644" y="11287"/>
                </a:lnTo>
                <a:lnTo>
                  <a:pt x="585644" y="15385"/>
                </a:lnTo>
                <a:cubicBezTo>
                  <a:pt x="586678" y="15131"/>
                  <a:pt x="587456" y="15131"/>
                  <a:pt x="588748" y="15131"/>
                </a:cubicBezTo>
                <a:cubicBezTo>
                  <a:pt x="599875" y="15131"/>
                  <a:pt x="601949" y="17179"/>
                  <a:pt x="601949" y="28197"/>
                </a:cubicBezTo>
                <a:lnTo>
                  <a:pt x="601949" y="148871"/>
                </a:lnTo>
                <a:cubicBezTo>
                  <a:pt x="601949" y="166804"/>
                  <a:pt x="600393" y="169111"/>
                  <a:pt x="585383" y="171160"/>
                </a:cubicBezTo>
                <a:lnTo>
                  <a:pt x="585383" y="175003"/>
                </a:lnTo>
                <a:lnTo>
                  <a:pt x="641283" y="175003"/>
                </a:lnTo>
                <a:lnTo>
                  <a:pt x="641283" y="171160"/>
                </a:lnTo>
                <a:cubicBezTo>
                  <a:pt x="626273" y="169623"/>
                  <a:pt x="623687" y="166550"/>
                  <a:pt x="623687" y="148871"/>
                </a:cubicBezTo>
                <a:lnTo>
                  <a:pt x="623687" y="87128"/>
                </a:lnTo>
                <a:close/>
                <a:moveTo>
                  <a:pt x="757737" y="57148"/>
                </a:moveTo>
                <a:lnTo>
                  <a:pt x="717625" y="71161"/>
                </a:lnTo>
                <a:lnTo>
                  <a:pt x="717625" y="75008"/>
                </a:lnTo>
                <a:lnTo>
                  <a:pt x="719698" y="74750"/>
                </a:lnTo>
                <a:cubicBezTo>
                  <a:pt x="722802" y="74238"/>
                  <a:pt x="726166" y="73980"/>
                  <a:pt x="728496" y="73980"/>
                </a:cubicBezTo>
                <a:cubicBezTo>
                  <a:pt x="734707" y="73980"/>
                  <a:pt x="737033" y="78081"/>
                  <a:pt x="737033" y="89365"/>
                </a:cubicBezTo>
                <a:lnTo>
                  <a:pt x="737033" y="148855"/>
                </a:lnTo>
                <a:cubicBezTo>
                  <a:pt x="737033" y="167317"/>
                  <a:pt x="734447" y="170136"/>
                  <a:pt x="716590" y="171160"/>
                </a:cubicBezTo>
                <a:lnTo>
                  <a:pt x="716590" y="175003"/>
                </a:lnTo>
                <a:lnTo>
                  <a:pt x="777923" y="175003"/>
                </a:lnTo>
                <a:lnTo>
                  <a:pt x="777923" y="171160"/>
                </a:lnTo>
                <a:cubicBezTo>
                  <a:pt x="760845" y="169881"/>
                  <a:pt x="758772" y="167317"/>
                  <a:pt x="758772" y="148855"/>
                </a:cubicBezTo>
                <a:lnTo>
                  <a:pt x="758772" y="57919"/>
                </a:lnTo>
                <a:lnTo>
                  <a:pt x="757737" y="57148"/>
                </a:lnTo>
                <a:moveTo>
                  <a:pt x="745575" y="98"/>
                </a:moveTo>
                <a:cubicBezTo>
                  <a:pt x="738589" y="98"/>
                  <a:pt x="732634" y="5994"/>
                  <a:pt x="732634" y="13168"/>
                </a:cubicBezTo>
                <a:cubicBezTo>
                  <a:pt x="732634" y="20342"/>
                  <a:pt x="738328" y="26234"/>
                  <a:pt x="745575" y="26234"/>
                </a:cubicBezTo>
                <a:cubicBezTo>
                  <a:pt x="753081" y="26234"/>
                  <a:pt x="759032" y="20596"/>
                  <a:pt x="759032" y="13168"/>
                </a:cubicBezTo>
                <a:cubicBezTo>
                  <a:pt x="759032" y="5994"/>
                  <a:pt x="753081" y="98"/>
                  <a:pt x="745575" y="98"/>
                </a:cubicBezTo>
                <a:close/>
                <a:moveTo>
                  <a:pt x="887393" y="134991"/>
                </a:moveTo>
                <a:cubicBezTo>
                  <a:pt x="874970" y="152913"/>
                  <a:pt x="865655" y="159059"/>
                  <a:pt x="850902" y="159059"/>
                </a:cubicBezTo>
                <a:cubicBezTo>
                  <a:pt x="827351" y="159059"/>
                  <a:pt x="810790" y="138576"/>
                  <a:pt x="810790" y="109132"/>
                </a:cubicBezTo>
                <a:cubicBezTo>
                  <a:pt x="810790" y="82761"/>
                  <a:pt x="825025" y="64581"/>
                  <a:pt x="845986" y="64581"/>
                </a:cubicBezTo>
                <a:cubicBezTo>
                  <a:pt x="855301" y="64581"/>
                  <a:pt x="858665" y="67396"/>
                  <a:pt x="861256" y="76869"/>
                </a:cubicBezTo>
                <a:lnTo>
                  <a:pt x="862808" y="82503"/>
                </a:lnTo>
                <a:cubicBezTo>
                  <a:pt x="864877" y="89673"/>
                  <a:pt x="869537" y="94283"/>
                  <a:pt x="874970" y="94283"/>
                </a:cubicBezTo>
                <a:cubicBezTo>
                  <a:pt x="881699" y="94283"/>
                  <a:pt x="887393" y="89415"/>
                  <a:pt x="887393" y="83527"/>
                </a:cubicBezTo>
                <a:cubicBezTo>
                  <a:pt x="887393" y="69190"/>
                  <a:pt x="869276" y="57148"/>
                  <a:pt x="847538" y="57148"/>
                </a:cubicBezTo>
                <a:cubicBezTo>
                  <a:pt x="834858" y="57148"/>
                  <a:pt x="821661" y="62274"/>
                  <a:pt x="811051" y="71493"/>
                </a:cubicBezTo>
                <a:cubicBezTo>
                  <a:pt x="798110" y="82761"/>
                  <a:pt x="790864" y="100171"/>
                  <a:pt x="790864" y="120396"/>
                </a:cubicBezTo>
                <a:cubicBezTo>
                  <a:pt x="790864" y="153683"/>
                  <a:pt x="811307" y="177505"/>
                  <a:pt x="840035" y="177505"/>
                </a:cubicBezTo>
                <a:cubicBezTo>
                  <a:pt x="851680" y="177505"/>
                  <a:pt x="862030" y="173408"/>
                  <a:pt x="871349" y="165463"/>
                </a:cubicBezTo>
                <a:cubicBezTo>
                  <a:pt x="878334" y="159313"/>
                  <a:pt x="883251" y="152401"/>
                  <a:pt x="891014" y="137294"/>
                </a:cubicBezTo>
                <a:lnTo>
                  <a:pt x="887393" y="134991"/>
                </a:lnTo>
                <a:close/>
                <a:moveTo>
                  <a:pt x="1013680" y="158039"/>
                </a:moveTo>
                <a:cubicBezTo>
                  <a:pt x="1009281" y="161620"/>
                  <a:pt x="1006177" y="162903"/>
                  <a:pt x="1002296" y="162903"/>
                </a:cubicBezTo>
                <a:cubicBezTo>
                  <a:pt x="996345" y="162903"/>
                  <a:pt x="994532" y="159317"/>
                  <a:pt x="994532" y="148053"/>
                </a:cubicBezTo>
                <a:lnTo>
                  <a:pt x="994532" y="98122"/>
                </a:lnTo>
                <a:cubicBezTo>
                  <a:pt x="994532" y="84806"/>
                  <a:pt x="993237" y="77381"/>
                  <a:pt x="989355" y="71235"/>
                </a:cubicBezTo>
                <a:cubicBezTo>
                  <a:pt x="983661" y="62020"/>
                  <a:pt x="972533" y="57148"/>
                  <a:pt x="957267" y="57148"/>
                </a:cubicBezTo>
                <a:cubicBezTo>
                  <a:pt x="932939" y="57148"/>
                  <a:pt x="913791" y="69699"/>
                  <a:pt x="913791" y="85830"/>
                </a:cubicBezTo>
                <a:cubicBezTo>
                  <a:pt x="913791" y="91722"/>
                  <a:pt x="918964" y="96840"/>
                  <a:pt x="924919" y="96840"/>
                </a:cubicBezTo>
                <a:cubicBezTo>
                  <a:pt x="931126" y="96840"/>
                  <a:pt x="936564" y="91722"/>
                  <a:pt x="936564" y="86088"/>
                </a:cubicBezTo>
                <a:cubicBezTo>
                  <a:pt x="936564" y="85064"/>
                  <a:pt x="936303" y="83781"/>
                  <a:pt x="936046" y="81991"/>
                </a:cubicBezTo>
                <a:cubicBezTo>
                  <a:pt x="935529" y="79688"/>
                  <a:pt x="935268" y="77639"/>
                  <a:pt x="935268" y="75845"/>
                </a:cubicBezTo>
                <a:cubicBezTo>
                  <a:pt x="935268" y="68932"/>
                  <a:pt x="943549" y="63298"/>
                  <a:pt x="953903" y="63298"/>
                </a:cubicBezTo>
                <a:cubicBezTo>
                  <a:pt x="966583" y="63298"/>
                  <a:pt x="973568" y="70723"/>
                  <a:pt x="973568" y="84552"/>
                </a:cubicBezTo>
                <a:lnTo>
                  <a:pt x="973568" y="100171"/>
                </a:lnTo>
                <a:cubicBezTo>
                  <a:pt x="933717" y="116045"/>
                  <a:pt x="929318" y="118093"/>
                  <a:pt x="918190" y="127825"/>
                </a:cubicBezTo>
                <a:cubicBezTo>
                  <a:pt x="912496" y="132946"/>
                  <a:pt x="908871" y="141649"/>
                  <a:pt x="908871" y="150098"/>
                </a:cubicBezTo>
                <a:cubicBezTo>
                  <a:pt x="908871" y="166234"/>
                  <a:pt x="920259" y="177505"/>
                  <a:pt x="936046" y="177505"/>
                </a:cubicBezTo>
                <a:cubicBezTo>
                  <a:pt x="947431" y="177505"/>
                  <a:pt x="958041" y="172126"/>
                  <a:pt x="973829" y="158801"/>
                </a:cubicBezTo>
                <a:cubicBezTo>
                  <a:pt x="975124" y="172126"/>
                  <a:pt x="979780" y="177505"/>
                  <a:pt x="990390" y="177505"/>
                </a:cubicBezTo>
                <a:cubicBezTo>
                  <a:pt x="999188" y="177505"/>
                  <a:pt x="1004626" y="174432"/>
                  <a:pt x="1013680" y="164697"/>
                </a:cubicBezTo>
                <a:lnTo>
                  <a:pt x="1013680" y="158039"/>
                </a:lnTo>
                <a:moveTo>
                  <a:pt x="973568" y="143428"/>
                </a:moveTo>
                <a:cubicBezTo>
                  <a:pt x="973568" y="151373"/>
                  <a:pt x="972277" y="153680"/>
                  <a:pt x="966839" y="156753"/>
                </a:cubicBezTo>
                <a:cubicBezTo>
                  <a:pt x="960632" y="160342"/>
                  <a:pt x="953386" y="162645"/>
                  <a:pt x="947948" y="162645"/>
                </a:cubicBezTo>
                <a:cubicBezTo>
                  <a:pt x="938893" y="162645"/>
                  <a:pt x="931647" y="153934"/>
                  <a:pt x="931647" y="142916"/>
                </a:cubicBezTo>
                <a:lnTo>
                  <a:pt x="931647" y="141892"/>
                </a:lnTo>
                <a:cubicBezTo>
                  <a:pt x="931647" y="126773"/>
                  <a:pt x="942254" y="117550"/>
                  <a:pt x="973568" y="106274"/>
                </a:cubicBezTo>
                <a:lnTo>
                  <a:pt x="973568" y="143428"/>
                </a:lnTo>
                <a:close/>
                <a:moveTo>
                  <a:pt x="1019117" y="15373"/>
                </a:moveTo>
                <a:lnTo>
                  <a:pt x="1020669" y="15373"/>
                </a:lnTo>
                <a:cubicBezTo>
                  <a:pt x="1023516" y="15119"/>
                  <a:pt x="1026620" y="14861"/>
                  <a:pt x="1028693" y="14861"/>
                </a:cubicBezTo>
                <a:cubicBezTo>
                  <a:pt x="1036974" y="14861"/>
                  <a:pt x="1039560" y="18450"/>
                  <a:pt x="1039560" y="30492"/>
                </a:cubicBezTo>
                <a:lnTo>
                  <a:pt x="1039560" y="152714"/>
                </a:lnTo>
                <a:cubicBezTo>
                  <a:pt x="1039560" y="166550"/>
                  <a:pt x="1035939" y="169881"/>
                  <a:pt x="1019634" y="171160"/>
                </a:cubicBezTo>
                <a:lnTo>
                  <a:pt x="1019634" y="175003"/>
                </a:lnTo>
                <a:lnTo>
                  <a:pt x="1080707" y="175003"/>
                </a:lnTo>
                <a:lnTo>
                  <a:pt x="1080707" y="171160"/>
                </a:lnTo>
                <a:cubicBezTo>
                  <a:pt x="1064406" y="170136"/>
                  <a:pt x="1061298" y="167575"/>
                  <a:pt x="1061298" y="153480"/>
                </a:cubicBezTo>
                <a:lnTo>
                  <a:pt x="1061298" y="512"/>
                </a:lnTo>
                <a:lnTo>
                  <a:pt x="1060264" y="0"/>
                </a:lnTo>
                <a:cubicBezTo>
                  <a:pt x="1046806" y="4355"/>
                  <a:pt x="1036974" y="6920"/>
                  <a:pt x="1019117" y="11276"/>
                </a:cubicBezTo>
                <a:lnTo>
                  <a:pt x="1019117" y="15373"/>
                </a:lnTo>
                <a:close/>
                <a:moveTo>
                  <a:pt x="1152132" y="74253"/>
                </a:moveTo>
                <a:cubicBezTo>
                  <a:pt x="1154462" y="73999"/>
                  <a:pt x="1156275" y="73999"/>
                  <a:pt x="1158604" y="73999"/>
                </a:cubicBezTo>
                <a:cubicBezTo>
                  <a:pt x="1167402" y="73999"/>
                  <a:pt x="1169215" y="76560"/>
                  <a:pt x="1169215" y="88602"/>
                </a:cubicBezTo>
                <a:lnTo>
                  <a:pt x="1169215" y="208517"/>
                </a:lnTo>
                <a:cubicBezTo>
                  <a:pt x="1169215" y="221842"/>
                  <a:pt x="1166368" y="224661"/>
                  <a:pt x="1151098" y="226197"/>
                </a:cubicBezTo>
                <a:lnTo>
                  <a:pt x="1151098" y="230553"/>
                </a:lnTo>
                <a:lnTo>
                  <a:pt x="1213726" y="230553"/>
                </a:lnTo>
                <a:lnTo>
                  <a:pt x="1213726" y="225943"/>
                </a:lnTo>
                <a:cubicBezTo>
                  <a:pt x="1194318" y="225685"/>
                  <a:pt x="1190953" y="222866"/>
                  <a:pt x="1190953" y="206723"/>
                </a:cubicBezTo>
                <a:lnTo>
                  <a:pt x="1190953" y="166492"/>
                </a:lnTo>
                <a:cubicBezTo>
                  <a:pt x="1200012" y="174945"/>
                  <a:pt x="1206219" y="177505"/>
                  <a:pt x="1217090" y="177505"/>
                </a:cubicBezTo>
                <a:cubicBezTo>
                  <a:pt x="1247627" y="177505"/>
                  <a:pt x="1271434" y="148824"/>
                  <a:pt x="1271434" y="111697"/>
                </a:cubicBezTo>
                <a:cubicBezTo>
                  <a:pt x="1271434" y="79950"/>
                  <a:pt x="1253321" y="57148"/>
                  <a:pt x="1228218" y="57148"/>
                </a:cubicBezTo>
                <a:cubicBezTo>
                  <a:pt x="1213726" y="57148"/>
                  <a:pt x="1202338" y="63556"/>
                  <a:pt x="1190953" y="77389"/>
                </a:cubicBezTo>
                <a:lnTo>
                  <a:pt x="1190953" y="57665"/>
                </a:lnTo>
                <a:lnTo>
                  <a:pt x="1189401" y="57148"/>
                </a:lnTo>
                <a:cubicBezTo>
                  <a:pt x="1175426" y="62532"/>
                  <a:pt x="1166368" y="65863"/>
                  <a:pt x="1152132" y="70219"/>
                </a:cubicBezTo>
                <a:lnTo>
                  <a:pt x="1152132" y="74253"/>
                </a:lnTo>
                <a:moveTo>
                  <a:pt x="1190953" y="89423"/>
                </a:moveTo>
                <a:cubicBezTo>
                  <a:pt x="1190953" y="81741"/>
                  <a:pt x="1205445" y="72525"/>
                  <a:pt x="1217347" y="72525"/>
                </a:cubicBezTo>
                <a:cubicBezTo>
                  <a:pt x="1236499" y="72525"/>
                  <a:pt x="1249179" y="91984"/>
                  <a:pt x="1249179" y="121686"/>
                </a:cubicBezTo>
                <a:cubicBezTo>
                  <a:pt x="1249179" y="150106"/>
                  <a:pt x="1236499" y="169307"/>
                  <a:pt x="1217868" y="169307"/>
                </a:cubicBezTo>
                <a:cubicBezTo>
                  <a:pt x="1205702" y="169307"/>
                  <a:pt x="1190953" y="160091"/>
                  <a:pt x="1190953" y="152409"/>
                </a:cubicBezTo>
                <a:lnTo>
                  <a:pt x="1190953" y="89423"/>
                </a:lnTo>
                <a:close/>
                <a:moveTo>
                  <a:pt x="1281011" y="75086"/>
                </a:moveTo>
                <a:cubicBezTo>
                  <a:pt x="1284636" y="74316"/>
                  <a:pt x="1286966" y="74058"/>
                  <a:pt x="1290070" y="74058"/>
                </a:cubicBezTo>
                <a:cubicBezTo>
                  <a:pt x="1296538" y="74058"/>
                  <a:pt x="1298868" y="78159"/>
                  <a:pt x="1298868" y="89431"/>
                </a:cubicBezTo>
                <a:lnTo>
                  <a:pt x="1298868" y="153484"/>
                </a:lnTo>
                <a:cubicBezTo>
                  <a:pt x="1298868" y="166292"/>
                  <a:pt x="1297055" y="168087"/>
                  <a:pt x="1280494" y="171160"/>
                </a:cubicBezTo>
                <a:lnTo>
                  <a:pt x="1280494" y="175003"/>
                </a:lnTo>
                <a:lnTo>
                  <a:pt x="1342605" y="175003"/>
                </a:lnTo>
                <a:lnTo>
                  <a:pt x="1342605" y="171160"/>
                </a:lnTo>
                <a:cubicBezTo>
                  <a:pt x="1325005" y="170394"/>
                  <a:pt x="1320606" y="166550"/>
                  <a:pt x="1320606" y="151948"/>
                </a:cubicBezTo>
                <a:lnTo>
                  <a:pt x="1320606" y="94299"/>
                </a:lnTo>
                <a:cubicBezTo>
                  <a:pt x="1320606" y="86100"/>
                  <a:pt x="1331734" y="73292"/>
                  <a:pt x="1338723" y="73292"/>
                </a:cubicBezTo>
                <a:cubicBezTo>
                  <a:pt x="1340275" y="73292"/>
                  <a:pt x="1342605" y="74574"/>
                  <a:pt x="1345452" y="77135"/>
                </a:cubicBezTo>
                <a:cubicBezTo>
                  <a:pt x="1349590" y="80720"/>
                  <a:pt x="1352437" y="82257"/>
                  <a:pt x="1355802" y="82257"/>
                </a:cubicBezTo>
                <a:cubicBezTo>
                  <a:pt x="1362013" y="82257"/>
                  <a:pt x="1365895" y="77901"/>
                  <a:pt x="1365895" y="70731"/>
                </a:cubicBezTo>
                <a:cubicBezTo>
                  <a:pt x="1365895" y="62274"/>
                  <a:pt x="1360461" y="57148"/>
                  <a:pt x="1351663" y="57148"/>
                </a:cubicBezTo>
                <a:cubicBezTo>
                  <a:pt x="1340792" y="57148"/>
                  <a:pt x="1333289" y="63044"/>
                  <a:pt x="1320606" y="81232"/>
                </a:cubicBezTo>
                <a:lnTo>
                  <a:pt x="1320606" y="57665"/>
                </a:lnTo>
                <a:lnTo>
                  <a:pt x="1319315" y="57148"/>
                </a:lnTo>
                <a:cubicBezTo>
                  <a:pt x="1305596" y="62786"/>
                  <a:pt x="1296281" y="66117"/>
                  <a:pt x="1281011" y="70985"/>
                </a:cubicBezTo>
                <a:lnTo>
                  <a:pt x="1281011" y="75086"/>
                </a:lnTo>
                <a:close/>
                <a:moveTo>
                  <a:pt x="1470962" y="132911"/>
                </a:moveTo>
                <a:cubicBezTo>
                  <a:pt x="1458543" y="152393"/>
                  <a:pt x="1447412" y="159830"/>
                  <a:pt x="1430850" y="159830"/>
                </a:cubicBezTo>
                <a:cubicBezTo>
                  <a:pt x="1416101" y="159830"/>
                  <a:pt x="1404974" y="152393"/>
                  <a:pt x="1397467" y="137783"/>
                </a:cubicBezTo>
                <a:cubicBezTo>
                  <a:pt x="1392807" y="128040"/>
                  <a:pt x="1390999" y="119579"/>
                  <a:pt x="1390482" y="103940"/>
                </a:cubicBezTo>
                <a:lnTo>
                  <a:pt x="1470188" y="103940"/>
                </a:lnTo>
                <a:cubicBezTo>
                  <a:pt x="1468115" y="87316"/>
                  <a:pt x="1465529" y="79911"/>
                  <a:pt x="1459061" y="71740"/>
                </a:cubicBezTo>
                <a:cubicBezTo>
                  <a:pt x="1451293" y="62532"/>
                  <a:pt x="1439392" y="57148"/>
                  <a:pt x="1425934" y="57148"/>
                </a:cubicBezTo>
                <a:cubicBezTo>
                  <a:pt x="1412994" y="57148"/>
                  <a:pt x="1400831" y="61762"/>
                  <a:pt x="1390999" y="70461"/>
                </a:cubicBezTo>
                <a:cubicBezTo>
                  <a:pt x="1378833" y="80931"/>
                  <a:pt x="1371847" y="99072"/>
                  <a:pt x="1371847" y="120091"/>
                </a:cubicBezTo>
                <a:cubicBezTo>
                  <a:pt x="1371847" y="155470"/>
                  <a:pt x="1390482" y="177505"/>
                  <a:pt x="1420240" y="177505"/>
                </a:cubicBezTo>
                <a:cubicBezTo>
                  <a:pt x="1444825" y="177505"/>
                  <a:pt x="1464234" y="162390"/>
                  <a:pt x="1475105" y="134706"/>
                </a:cubicBezTo>
                <a:lnTo>
                  <a:pt x="1470962" y="132911"/>
                </a:lnTo>
                <a:moveTo>
                  <a:pt x="1390999" y="95741"/>
                </a:moveTo>
                <a:cubicBezTo>
                  <a:pt x="1393842" y="75825"/>
                  <a:pt x="1402644" y="66375"/>
                  <a:pt x="1418427" y="66375"/>
                </a:cubicBezTo>
                <a:cubicBezTo>
                  <a:pt x="1434215" y="66375"/>
                  <a:pt x="1440426" y="73526"/>
                  <a:pt x="1443791" y="95741"/>
                </a:cubicBezTo>
                <a:lnTo>
                  <a:pt x="1390999" y="95741"/>
                </a:lnTo>
                <a:close/>
                <a:moveTo>
                  <a:pt x="1560245" y="59651"/>
                </a:moveTo>
                <a:lnTo>
                  <a:pt x="1528414" y="59651"/>
                </a:lnTo>
                <a:lnTo>
                  <a:pt x="1528414" y="30015"/>
                </a:lnTo>
                <a:cubicBezTo>
                  <a:pt x="1528414" y="15193"/>
                  <a:pt x="1533330" y="7276"/>
                  <a:pt x="1543167" y="7276"/>
                </a:cubicBezTo>
                <a:cubicBezTo>
                  <a:pt x="1548600" y="7276"/>
                  <a:pt x="1552225" y="9829"/>
                  <a:pt x="1556881" y="17238"/>
                </a:cubicBezTo>
                <a:cubicBezTo>
                  <a:pt x="1561023" y="23881"/>
                  <a:pt x="1564127" y="26438"/>
                  <a:pt x="1568526" y="26438"/>
                </a:cubicBezTo>
                <a:cubicBezTo>
                  <a:pt x="1574481" y="26438"/>
                  <a:pt x="1579397" y="21836"/>
                  <a:pt x="1579397" y="15959"/>
                </a:cubicBezTo>
                <a:cubicBezTo>
                  <a:pt x="1579397" y="6760"/>
                  <a:pt x="1568009" y="98"/>
                  <a:pt x="1552482" y="98"/>
                </a:cubicBezTo>
                <a:cubicBezTo>
                  <a:pt x="1536438" y="98"/>
                  <a:pt x="1522720" y="7018"/>
                  <a:pt x="1515991" y="18771"/>
                </a:cubicBezTo>
                <a:cubicBezTo>
                  <a:pt x="1509266" y="30015"/>
                  <a:pt x="1507193" y="39211"/>
                  <a:pt x="1506936" y="59651"/>
                </a:cubicBezTo>
                <a:lnTo>
                  <a:pt x="1485715" y="59651"/>
                </a:lnTo>
                <a:lnTo>
                  <a:pt x="1485715" y="67853"/>
                </a:lnTo>
                <a:lnTo>
                  <a:pt x="1506936" y="67853"/>
                </a:lnTo>
                <a:lnTo>
                  <a:pt x="1506936" y="148347"/>
                </a:lnTo>
                <a:cubicBezTo>
                  <a:pt x="1506936" y="167059"/>
                  <a:pt x="1504089" y="170136"/>
                  <a:pt x="1485454" y="171160"/>
                </a:cubicBezTo>
                <a:lnTo>
                  <a:pt x="1485454" y="175003"/>
                </a:lnTo>
                <a:lnTo>
                  <a:pt x="1552742" y="175003"/>
                </a:lnTo>
                <a:lnTo>
                  <a:pt x="1552742" y="171160"/>
                </a:lnTo>
                <a:cubicBezTo>
                  <a:pt x="1531521" y="170394"/>
                  <a:pt x="1528674" y="167575"/>
                  <a:pt x="1528674" y="148347"/>
                </a:cubicBezTo>
                <a:lnTo>
                  <a:pt x="1528674" y="67853"/>
                </a:lnTo>
                <a:lnTo>
                  <a:pt x="1560245" y="67853"/>
                </a:lnTo>
                <a:lnTo>
                  <a:pt x="1560245" y="5965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4" name="Text erencesinactionchoices">
            <a:extLst xmlns:a="http://schemas.openxmlformats.org/drawingml/2006/main">
              <a:ext uri="{FF2B5EF4-FFF2-40B4-BE49-F238E27FC236}">
                <a16:creationId xmlns:a16="http://schemas.microsoft.com/office/drawing/2014/main" id="{10F97AD8-6949-4578-B851-FBC45B914F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8984" y="3099766"/>
            <a:ext cx="2559953" cy="177494"/>
          </a:xfrm>
          <a:custGeom xmlns:a="http://schemas.openxmlformats.org/drawingml/2006/main">
            <a:pathLst>
              <a:path w="2559953" h="177494">
                <a:moveTo>
                  <a:pt x="99115" y="132899"/>
                </a:moveTo>
                <a:cubicBezTo>
                  <a:pt x="86696" y="152382"/>
                  <a:pt x="75565" y="159818"/>
                  <a:pt x="59003" y="159818"/>
                </a:cubicBezTo>
                <a:cubicBezTo>
                  <a:pt x="44254" y="159818"/>
                  <a:pt x="33127" y="152382"/>
                  <a:pt x="25620" y="137771"/>
                </a:cubicBezTo>
                <a:cubicBezTo>
                  <a:pt x="20960" y="128028"/>
                  <a:pt x="19152" y="119567"/>
                  <a:pt x="18634" y="103928"/>
                </a:cubicBezTo>
                <a:lnTo>
                  <a:pt x="98341" y="103928"/>
                </a:lnTo>
                <a:cubicBezTo>
                  <a:pt x="96268" y="87304"/>
                  <a:pt x="93682" y="79899"/>
                  <a:pt x="87214" y="71728"/>
                </a:cubicBezTo>
                <a:cubicBezTo>
                  <a:pt x="79446" y="62520"/>
                  <a:pt x="67545" y="57137"/>
                  <a:pt x="54087" y="57137"/>
                </a:cubicBezTo>
                <a:cubicBezTo>
                  <a:pt x="41147" y="57137"/>
                  <a:pt x="28984" y="61750"/>
                  <a:pt x="19152" y="70449"/>
                </a:cubicBezTo>
                <a:cubicBezTo>
                  <a:pt x="6985" y="80920"/>
                  <a:pt x="0" y="99061"/>
                  <a:pt x="0" y="120079"/>
                </a:cubicBezTo>
                <a:cubicBezTo>
                  <a:pt x="0" y="155458"/>
                  <a:pt x="18634" y="177494"/>
                  <a:pt x="48393" y="177494"/>
                </a:cubicBezTo>
                <a:cubicBezTo>
                  <a:pt x="72978" y="177494"/>
                  <a:pt x="92387" y="162379"/>
                  <a:pt x="103258" y="134694"/>
                </a:cubicBezTo>
                <a:lnTo>
                  <a:pt x="99115" y="132899"/>
                </a:lnTo>
                <a:moveTo>
                  <a:pt x="19152" y="95730"/>
                </a:moveTo>
                <a:cubicBezTo>
                  <a:pt x="21995" y="75813"/>
                  <a:pt x="30797" y="66364"/>
                  <a:pt x="46580" y="66364"/>
                </a:cubicBezTo>
                <a:cubicBezTo>
                  <a:pt x="62368" y="66364"/>
                  <a:pt x="68579" y="73515"/>
                  <a:pt x="71944" y="95730"/>
                </a:cubicBezTo>
                <a:lnTo>
                  <a:pt x="19152" y="95730"/>
                </a:lnTo>
                <a:close/>
                <a:moveTo>
                  <a:pt x="110244" y="75075"/>
                </a:moveTo>
                <a:cubicBezTo>
                  <a:pt x="113869" y="74304"/>
                  <a:pt x="116199" y="74046"/>
                  <a:pt x="119302" y="74046"/>
                </a:cubicBezTo>
                <a:cubicBezTo>
                  <a:pt x="125771" y="74046"/>
                  <a:pt x="128100" y="78148"/>
                  <a:pt x="128100" y="89419"/>
                </a:cubicBezTo>
                <a:lnTo>
                  <a:pt x="128100" y="153472"/>
                </a:lnTo>
                <a:cubicBezTo>
                  <a:pt x="128100" y="166281"/>
                  <a:pt x="126288" y="168075"/>
                  <a:pt x="109727" y="171148"/>
                </a:cubicBezTo>
                <a:lnTo>
                  <a:pt x="109727" y="174991"/>
                </a:lnTo>
                <a:lnTo>
                  <a:pt x="171838" y="174991"/>
                </a:lnTo>
                <a:lnTo>
                  <a:pt x="171838" y="171148"/>
                </a:lnTo>
                <a:cubicBezTo>
                  <a:pt x="154238" y="170382"/>
                  <a:pt x="149839" y="166539"/>
                  <a:pt x="149839" y="151936"/>
                </a:cubicBezTo>
                <a:lnTo>
                  <a:pt x="149839" y="94287"/>
                </a:lnTo>
                <a:cubicBezTo>
                  <a:pt x="149839" y="86088"/>
                  <a:pt x="160967" y="73280"/>
                  <a:pt x="167956" y="73280"/>
                </a:cubicBezTo>
                <a:cubicBezTo>
                  <a:pt x="169508" y="73280"/>
                  <a:pt x="171838" y="74562"/>
                  <a:pt x="174685" y="77123"/>
                </a:cubicBezTo>
                <a:cubicBezTo>
                  <a:pt x="178823" y="80708"/>
                  <a:pt x="181670" y="82245"/>
                  <a:pt x="185035" y="82245"/>
                </a:cubicBezTo>
                <a:cubicBezTo>
                  <a:pt x="191246" y="82245"/>
                  <a:pt x="195128" y="77890"/>
                  <a:pt x="195128" y="70719"/>
                </a:cubicBezTo>
                <a:cubicBezTo>
                  <a:pt x="195128" y="62262"/>
                  <a:pt x="189694" y="57137"/>
                  <a:pt x="180896" y="57137"/>
                </a:cubicBezTo>
                <a:cubicBezTo>
                  <a:pt x="170025" y="57137"/>
                  <a:pt x="162522" y="63033"/>
                  <a:pt x="149839" y="81221"/>
                </a:cubicBezTo>
                <a:lnTo>
                  <a:pt x="149839" y="57653"/>
                </a:lnTo>
                <a:lnTo>
                  <a:pt x="148547" y="57137"/>
                </a:lnTo>
                <a:cubicBezTo>
                  <a:pt x="134829" y="62775"/>
                  <a:pt x="125514" y="66106"/>
                  <a:pt x="110244" y="70973"/>
                </a:cubicBezTo>
                <a:lnTo>
                  <a:pt x="110244" y="75075"/>
                </a:lnTo>
                <a:close/>
                <a:moveTo>
                  <a:pt x="300196" y="132899"/>
                </a:moveTo>
                <a:cubicBezTo>
                  <a:pt x="287777" y="152382"/>
                  <a:pt x="276645" y="159818"/>
                  <a:pt x="260084" y="159818"/>
                </a:cubicBezTo>
                <a:cubicBezTo>
                  <a:pt x="245335" y="159818"/>
                  <a:pt x="234207" y="152382"/>
                  <a:pt x="226700" y="137771"/>
                </a:cubicBezTo>
                <a:cubicBezTo>
                  <a:pt x="222041" y="128028"/>
                  <a:pt x="220232" y="119567"/>
                  <a:pt x="219715" y="103928"/>
                </a:cubicBezTo>
                <a:lnTo>
                  <a:pt x="299422" y="103928"/>
                </a:lnTo>
                <a:cubicBezTo>
                  <a:pt x="297349" y="87304"/>
                  <a:pt x="294762" y="79899"/>
                  <a:pt x="288294" y="71728"/>
                </a:cubicBezTo>
                <a:cubicBezTo>
                  <a:pt x="280527" y="62520"/>
                  <a:pt x="268625" y="57137"/>
                  <a:pt x="255167" y="57137"/>
                </a:cubicBezTo>
                <a:cubicBezTo>
                  <a:pt x="242227" y="57137"/>
                  <a:pt x="230065" y="61750"/>
                  <a:pt x="220232" y="70449"/>
                </a:cubicBezTo>
                <a:cubicBezTo>
                  <a:pt x="208066" y="80920"/>
                  <a:pt x="201080" y="99061"/>
                  <a:pt x="201080" y="120079"/>
                </a:cubicBezTo>
                <a:cubicBezTo>
                  <a:pt x="201080" y="155458"/>
                  <a:pt x="219715" y="177494"/>
                  <a:pt x="249473" y="177494"/>
                </a:cubicBezTo>
                <a:cubicBezTo>
                  <a:pt x="274058" y="177494"/>
                  <a:pt x="293467" y="162379"/>
                  <a:pt x="304338" y="134694"/>
                </a:cubicBezTo>
                <a:lnTo>
                  <a:pt x="300196" y="132899"/>
                </a:lnTo>
                <a:moveTo>
                  <a:pt x="220232" y="95730"/>
                </a:moveTo>
                <a:cubicBezTo>
                  <a:pt x="223075" y="75813"/>
                  <a:pt x="231877" y="66364"/>
                  <a:pt x="247661" y="66364"/>
                </a:cubicBezTo>
                <a:cubicBezTo>
                  <a:pt x="263448" y="66364"/>
                  <a:pt x="269659" y="73515"/>
                  <a:pt x="273024" y="95730"/>
                </a:cubicBezTo>
                <a:lnTo>
                  <a:pt x="220232" y="95730"/>
                </a:lnTo>
                <a:close/>
                <a:moveTo>
                  <a:pt x="313653" y="73026"/>
                </a:moveTo>
                <a:cubicBezTo>
                  <a:pt x="315205" y="72256"/>
                  <a:pt x="317795" y="72001"/>
                  <a:pt x="320642" y="72001"/>
                </a:cubicBezTo>
                <a:cubicBezTo>
                  <a:pt x="327888" y="72001"/>
                  <a:pt x="330214" y="75845"/>
                  <a:pt x="330214" y="88395"/>
                </a:cubicBezTo>
                <a:lnTo>
                  <a:pt x="330214" y="151936"/>
                </a:lnTo>
                <a:cubicBezTo>
                  <a:pt x="330214" y="166539"/>
                  <a:pt x="327367" y="170124"/>
                  <a:pt x="314170" y="171148"/>
                </a:cubicBezTo>
                <a:lnTo>
                  <a:pt x="314170" y="174991"/>
                </a:lnTo>
                <a:lnTo>
                  <a:pt x="369035" y="174991"/>
                </a:lnTo>
                <a:lnTo>
                  <a:pt x="369035" y="171148"/>
                </a:lnTo>
                <a:cubicBezTo>
                  <a:pt x="355834" y="170124"/>
                  <a:pt x="351952" y="167051"/>
                  <a:pt x="351952" y="157828"/>
                </a:cubicBezTo>
                <a:lnTo>
                  <a:pt x="351952" y="85834"/>
                </a:lnTo>
                <a:cubicBezTo>
                  <a:pt x="364375" y="74304"/>
                  <a:pt x="370070" y="71231"/>
                  <a:pt x="378611" y="71231"/>
                </a:cubicBezTo>
                <a:cubicBezTo>
                  <a:pt x="391291" y="71231"/>
                  <a:pt x="397502" y="79172"/>
                  <a:pt x="397502" y="96081"/>
                </a:cubicBezTo>
                <a:lnTo>
                  <a:pt x="397502" y="149629"/>
                </a:lnTo>
                <a:cubicBezTo>
                  <a:pt x="397502" y="165768"/>
                  <a:pt x="394138" y="170124"/>
                  <a:pt x="381197" y="171148"/>
                </a:cubicBezTo>
                <a:lnTo>
                  <a:pt x="381197" y="174991"/>
                </a:lnTo>
                <a:lnTo>
                  <a:pt x="435028" y="174991"/>
                </a:lnTo>
                <a:lnTo>
                  <a:pt x="435028" y="171148"/>
                </a:lnTo>
                <a:cubicBezTo>
                  <a:pt x="422344" y="169870"/>
                  <a:pt x="419240" y="166793"/>
                  <a:pt x="419240" y="154243"/>
                </a:cubicBezTo>
                <a:lnTo>
                  <a:pt x="419240" y="95569"/>
                </a:lnTo>
                <a:cubicBezTo>
                  <a:pt x="419240" y="71489"/>
                  <a:pt x="407852" y="57137"/>
                  <a:pt x="388704" y="57137"/>
                </a:cubicBezTo>
                <a:cubicBezTo>
                  <a:pt x="376798" y="57137"/>
                  <a:pt x="368774" y="61496"/>
                  <a:pt x="351178" y="77893"/>
                </a:cubicBezTo>
                <a:lnTo>
                  <a:pt x="351178" y="57653"/>
                </a:lnTo>
                <a:lnTo>
                  <a:pt x="349366" y="57137"/>
                </a:lnTo>
                <a:cubicBezTo>
                  <a:pt x="336686" y="61750"/>
                  <a:pt x="327888" y="64569"/>
                  <a:pt x="313653" y="68670"/>
                </a:cubicBezTo>
                <a:lnTo>
                  <a:pt x="313653" y="73026"/>
                </a:lnTo>
                <a:close/>
                <a:moveTo>
                  <a:pt x="541907" y="134979"/>
                </a:moveTo>
                <a:cubicBezTo>
                  <a:pt x="529484" y="152901"/>
                  <a:pt x="520169" y="159048"/>
                  <a:pt x="505416" y="159048"/>
                </a:cubicBezTo>
                <a:cubicBezTo>
                  <a:pt x="481866" y="159048"/>
                  <a:pt x="465304" y="138565"/>
                  <a:pt x="465304" y="109120"/>
                </a:cubicBezTo>
                <a:cubicBezTo>
                  <a:pt x="465304" y="82749"/>
                  <a:pt x="479540" y="64569"/>
                  <a:pt x="500500" y="64569"/>
                </a:cubicBezTo>
                <a:cubicBezTo>
                  <a:pt x="509815" y="64569"/>
                  <a:pt x="513180" y="67384"/>
                  <a:pt x="515770" y="76857"/>
                </a:cubicBezTo>
                <a:lnTo>
                  <a:pt x="517322" y="82491"/>
                </a:lnTo>
                <a:cubicBezTo>
                  <a:pt x="519391" y="89662"/>
                  <a:pt x="524051" y="94271"/>
                  <a:pt x="529484" y="94271"/>
                </a:cubicBezTo>
                <a:cubicBezTo>
                  <a:pt x="536213" y="94271"/>
                  <a:pt x="541907" y="89404"/>
                  <a:pt x="541907" y="83516"/>
                </a:cubicBezTo>
                <a:cubicBezTo>
                  <a:pt x="541907" y="69179"/>
                  <a:pt x="523790" y="57137"/>
                  <a:pt x="502052" y="57137"/>
                </a:cubicBezTo>
                <a:cubicBezTo>
                  <a:pt x="489372" y="57137"/>
                  <a:pt x="476175" y="62262"/>
                  <a:pt x="465565" y="71481"/>
                </a:cubicBezTo>
                <a:cubicBezTo>
                  <a:pt x="452625" y="82749"/>
                  <a:pt x="445379" y="100159"/>
                  <a:pt x="445379" y="120384"/>
                </a:cubicBezTo>
                <a:cubicBezTo>
                  <a:pt x="445379" y="153672"/>
                  <a:pt x="465822" y="177494"/>
                  <a:pt x="494549" y="177494"/>
                </a:cubicBezTo>
                <a:cubicBezTo>
                  <a:pt x="506194" y="177494"/>
                  <a:pt x="516544" y="173396"/>
                  <a:pt x="525863" y="165452"/>
                </a:cubicBezTo>
                <a:cubicBezTo>
                  <a:pt x="532849" y="159302"/>
                  <a:pt x="537765" y="152389"/>
                  <a:pt x="545529" y="137282"/>
                </a:cubicBezTo>
                <a:lnTo>
                  <a:pt x="541907" y="134979"/>
                </a:lnTo>
                <a:close/>
                <a:moveTo>
                  <a:pt x="659397" y="132899"/>
                </a:moveTo>
                <a:cubicBezTo>
                  <a:pt x="646978" y="152382"/>
                  <a:pt x="635846" y="159818"/>
                  <a:pt x="619284" y="159818"/>
                </a:cubicBezTo>
                <a:cubicBezTo>
                  <a:pt x="604536" y="159818"/>
                  <a:pt x="593408" y="152382"/>
                  <a:pt x="585901" y="137771"/>
                </a:cubicBezTo>
                <a:cubicBezTo>
                  <a:pt x="581242" y="128028"/>
                  <a:pt x="579433" y="119567"/>
                  <a:pt x="578916" y="103928"/>
                </a:cubicBezTo>
                <a:lnTo>
                  <a:pt x="658623" y="103928"/>
                </a:lnTo>
                <a:cubicBezTo>
                  <a:pt x="656549" y="87304"/>
                  <a:pt x="653963" y="79899"/>
                  <a:pt x="647495" y="71728"/>
                </a:cubicBezTo>
                <a:cubicBezTo>
                  <a:pt x="639728" y="62520"/>
                  <a:pt x="627826" y="57137"/>
                  <a:pt x="614368" y="57137"/>
                </a:cubicBezTo>
                <a:cubicBezTo>
                  <a:pt x="601428" y="57137"/>
                  <a:pt x="589266" y="61750"/>
                  <a:pt x="579433" y="70449"/>
                </a:cubicBezTo>
                <a:cubicBezTo>
                  <a:pt x="567267" y="80920"/>
                  <a:pt x="560281" y="99061"/>
                  <a:pt x="560281" y="120079"/>
                </a:cubicBezTo>
                <a:cubicBezTo>
                  <a:pt x="560281" y="155458"/>
                  <a:pt x="578916" y="177494"/>
                  <a:pt x="608674" y="177494"/>
                </a:cubicBezTo>
                <a:cubicBezTo>
                  <a:pt x="633259" y="177494"/>
                  <a:pt x="652668" y="162379"/>
                  <a:pt x="663539" y="134694"/>
                </a:cubicBezTo>
                <a:lnTo>
                  <a:pt x="659397" y="132899"/>
                </a:lnTo>
                <a:moveTo>
                  <a:pt x="579433" y="95730"/>
                </a:moveTo>
                <a:cubicBezTo>
                  <a:pt x="582276" y="75813"/>
                  <a:pt x="591078" y="66364"/>
                  <a:pt x="606861" y="66364"/>
                </a:cubicBezTo>
                <a:cubicBezTo>
                  <a:pt x="622649" y="66364"/>
                  <a:pt x="628860" y="73515"/>
                  <a:pt x="632225" y="95730"/>
                </a:cubicBezTo>
                <a:lnTo>
                  <a:pt x="579433" y="95730"/>
                </a:lnTo>
                <a:close/>
                <a:moveTo>
                  <a:pt x="750232" y="94486"/>
                </a:moveTo>
                <a:lnTo>
                  <a:pt x="749197" y="59639"/>
                </a:lnTo>
                <a:lnTo>
                  <a:pt x="746350" y="59639"/>
                </a:lnTo>
                <a:lnTo>
                  <a:pt x="745833" y="60155"/>
                </a:lnTo>
                <a:cubicBezTo>
                  <a:pt x="743503" y="61946"/>
                  <a:pt x="743247" y="62204"/>
                  <a:pt x="742212" y="62204"/>
                </a:cubicBezTo>
                <a:cubicBezTo>
                  <a:pt x="740660" y="62204"/>
                  <a:pt x="738070" y="61692"/>
                  <a:pt x="735223" y="60409"/>
                </a:cubicBezTo>
                <a:cubicBezTo>
                  <a:pt x="729528" y="58415"/>
                  <a:pt x="723838" y="57387"/>
                  <a:pt x="717109" y="57387"/>
                </a:cubicBezTo>
                <a:cubicBezTo>
                  <a:pt x="696662" y="57387"/>
                  <a:pt x="681913" y="70453"/>
                  <a:pt x="681913" y="88891"/>
                </a:cubicBezTo>
                <a:cubicBezTo>
                  <a:pt x="681913" y="103228"/>
                  <a:pt x="690194" y="113472"/>
                  <a:pt x="712193" y="125764"/>
                </a:cubicBezTo>
                <a:lnTo>
                  <a:pt x="727202" y="134217"/>
                </a:lnTo>
                <a:cubicBezTo>
                  <a:pt x="736257" y="139339"/>
                  <a:pt x="740660" y="145485"/>
                  <a:pt x="740660" y="153421"/>
                </a:cubicBezTo>
                <a:cubicBezTo>
                  <a:pt x="740660" y="164689"/>
                  <a:pt x="732375" y="171860"/>
                  <a:pt x="719178" y="171860"/>
                </a:cubicBezTo>
                <a:cubicBezTo>
                  <a:pt x="710381" y="171860"/>
                  <a:pt x="702357" y="168529"/>
                  <a:pt x="697440" y="162895"/>
                </a:cubicBezTo>
                <a:cubicBezTo>
                  <a:pt x="692007" y="156495"/>
                  <a:pt x="689677" y="150603"/>
                  <a:pt x="686312" y="136008"/>
                </a:cubicBezTo>
                <a:lnTo>
                  <a:pt x="682170" y="136008"/>
                </a:lnTo>
                <a:lnTo>
                  <a:pt x="682170" y="175957"/>
                </a:lnTo>
                <a:lnTo>
                  <a:pt x="685535" y="175957"/>
                </a:lnTo>
                <a:cubicBezTo>
                  <a:pt x="687347" y="173396"/>
                  <a:pt x="688382" y="172884"/>
                  <a:pt x="691489" y="172884"/>
                </a:cubicBezTo>
                <a:cubicBezTo>
                  <a:pt x="693819" y="172943"/>
                  <a:pt x="697440" y="173455"/>
                  <a:pt x="703391" y="174991"/>
                </a:cubicBezTo>
                <a:cubicBezTo>
                  <a:pt x="710637" y="176469"/>
                  <a:pt x="717627" y="177494"/>
                  <a:pt x="722282" y="177494"/>
                </a:cubicBezTo>
                <a:cubicBezTo>
                  <a:pt x="742212" y="177494"/>
                  <a:pt x="758773" y="162641"/>
                  <a:pt x="758773" y="144715"/>
                </a:cubicBezTo>
                <a:cubicBezTo>
                  <a:pt x="758773" y="131910"/>
                  <a:pt x="752562" y="123461"/>
                  <a:pt x="737035" y="114242"/>
                </a:cubicBezTo>
                <a:lnTo>
                  <a:pt x="709085" y="97853"/>
                </a:lnTo>
                <a:cubicBezTo>
                  <a:pt x="701839" y="93755"/>
                  <a:pt x="697958" y="87355"/>
                  <a:pt x="697958" y="80439"/>
                </a:cubicBezTo>
                <a:cubicBezTo>
                  <a:pt x="697958" y="70195"/>
                  <a:pt x="705982" y="63025"/>
                  <a:pt x="717883" y="63025"/>
                </a:cubicBezTo>
                <a:cubicBezTo>
                  <a:pt x="732636" y="63025"/>
                  <a:pt x="740399" y="71732"/>
                  <a:pt x="746350" y="94525"/>
                </a:cubicBezTo>
                <a:lnTo>
                  <a:pt x="750232" y="94486"/>
                </a:lnTo>
                <a:close/>
                <a:moveTo>
                  <a:pt x="878591" y="57137"/>
                </a:moveTo>
                <a:lnTo>
                  <a:pt x="838479" y="71149"/>
                </a:lnTo>
                <a:lnTo>
                  <a:pt x="838479" y="74996"/>
                </a:lnTo>
                <a:lnTo>
                  <a:pt x="840552" y="74738"/>
                </a:lnTo>
                <a:cubicBezTo>
                  <a:pt x="843656" y="74226"/>
                  <a:pt x="847020" y="73968"/>
                  <a:pt x="849350" y="73968"/>
                </a:cubicBezTo>
                <a:cubicBezTo>
                  <a:pt x="855562" y="73968"/>
                  <a:pt x="857888" y="78069"/>
                  <a:pt x="857888" y="89353"/>
                </a:cubicBezTo>
                <a:lnTo>
                  <a:pt x="857888" y="148843"/>
                </a:lnTo>
                <a:cubicBezTo>
                  <a:pt x="857888" y="167305"/>
                  <a:pt x="855301" y="170124"/>
                  <a:pt x="837445" y="171148"/>
                </a:cubicBezTo>
                <a:lnTo>
                  <a:pt x="837445" y="174991"/>
                </a:lnTo>
                <a:lnTo>
                  <a:pt x="898778" y="174991"/>
                </a:lnTo>
                <a:lnTo>
                  <a:pt x="898778" y="171148"/>
                </a:lnTo>
                <a:cubicBezTo>
                  <a:pt x="881699" y="169870"/>
                  <a:pt x="879626" y="167305"/>
                  <a:pt x="879626" y="148843"/>
                </a:cubicBezTo>
                <a:lnTo>
                  <a:pt x="879626" y="57907"/>
                </a:lnTo>
                <a:lnTo>
                  <a:pt x="878591" y="57137"/>
                </a:lnTo>
                <a:moveTo>
                  <a:pt x="866429" y="86"/>
                </a:moveTo>
                <a:cubicBezTo>
                  <a:pt x="859443" y="86"/>
                  <a:pt x="853489" y="5982"/>
                  <a:pt x="853489" y="13156"/>
                </a:cubicBezTo>
                <a:cubicBezTo>
                  <a:pt x="853489" y="20331"/>
                  <a:pt x="859183" y="26223"/>
                  <a:pt x="866429" y="26223"/>
                </a:cubicBezTo>
                <a:cubicBezTo>
                  <a:pt x="873936" y="26223"/>
                  <a:pt x="879887" y="20585"/>
                  <a:pt x="879887" y="13156"/>
                </a:cubicBezTo>
                <a:cubicBezTo>
                  <a:pt x="879887" y="5982"/>
                  <a:pt x="873936" y="86"/>
                  <a:pt x="866429" y="86"/>
                </a:cubicBezTo>
                <a:close/>
                <a:moveTo>
                  <a:pt x="909388" y="73026"/>
                </a:moveTo>
                <a:cubicBezTo>
                  <a:pt x="910940" y="72256"/>
                  <a:pt x="913530" y="72001"/>
                  <a:pt x="916377" y="72001"/>
                </a:cubicBezTo>
                <a:cubicBezTo>
                  <a:pt x="923623" y="72001"/>
                  <a:pt x="925949" y="75845"/>
                  <a:pt x="925949" y="88395"/>
                </a:cubicBezTo>
                <a:lnTo>
                  <a:pt x="925949" y="151936"/>
                </a:lnTo>
                <a:cubicBezTo>
                  <a:pt x="925949" y="166539"/>
                  <a:pt x="923102" y="170124"/>
                  <a:pt x="909905" y="171148"/>
                </a:cubicBezTo>
                <a:lnTo>
                  <a:pt x="909905" y="174991"/>
                </a:lnTo>
                <a:lnTo>
                  <a:pt x="964770" y="174991"/>
                </a:lnTo>
                <a:lnTo>
                  <a:pt x="964770" y="171148"/>
                </a:lnTo>
                <a:cubicBezTo>
                  <a:pt x="951569" y="170124"/>
                  <a:pt x="947687" y="167051"/>
                  <a:pt x="947687" y="157828"/>
                </a:cubicBezTo>
                <a:lnTo>
                  <a:pt x="947687" y="85834"/>
                </a:lnTo>
                <a:cubicBezTo>
                  <a:pt x="960110" y="74304"/>
                  <a:pt x="965805" y="71231"/>
                  <a:pt x="974346" y="71231"/>
                </a:cubicBezTo>
                <a:cubicBezTo>
                  <a:pt x="987026" y="71231"/>
                  <a:pt x="993237" y="79172"/>
                  <a:pt x="993237" y="96081"/>
                </a:cubicBezTo>
                <a:lnTo>
                  <a:pt x="993237" y="149629"/>
                </a:lnTo>
                <a:cubicBezTo>
                  <a:pt x="993237" y="165768"/>
                  <a:pt x="989873" y="170124"/>
                  <a:pt x="976932" y="171148"/>
                </a:cubicBezTo>
                <a:lnTo>
                  <a:pt x="976932" y="174991"/>
                </a:lnTo>
                <a:lnTo>
                  <a:pt x="1030763" y="174991"/>
                </a:lnTo>
                <a:lnTo>
                  <a:pt x="1030763" y="171148"/>
                </a:lnTo>
                <a:cubicBezTo>
                  <a:pt x="1018079" y="169870"/>
                  <a:pt x="1014975" y="166793"/>
                  <a:pt x="1014975" y="154243"/>
                </a:cubicBezTo>
                <a:lnTo>
                  <a:pt x="1014975" y="95569"/>
                </a:lnTo>
                <a:cubicBezTo>
                  <a:pt x="1014975" y="71489"/>
                  <a:pt x="1003587" y="57137"/>
                  <a:pt x="984439" y="57137"/>
                </a:cubicBezTo>
                <a:cubicBezTo>
                  <a:pt x="972533" y="57137"/>
                  <a:pt x="964509" y="61496"/>
                  <a:pt x="946914" y="77893"/>
                </a:cubicBezTo>
                <a:lnTo>
                  <a:pt x="946914" y="57653"/>
                </a:lnTo>
                <a:lnTo>
                  <a:pt x="945101" y="57137"/>
                </a:lnTo>
                <a:cubicBezTo>
                  <a:pt x="932421" y="61750"/>
                  <a:pt x="923623" y="64569"/>
                  <a:pt x="909388" y="68670"/>
                </a:cubicBezTo>
                <a:lnTo>
                  <a:pt x="909388" y="73026"/>
                </a:lnTo>
                <a:close/>
                <a:moveTo>
                  <a:pt x="1212688" y="158027"/>
                </a:moveTo>
                <a:cubicBezTo>
                  <a:pt x="1208289" y="161608"/>
                  <a:pt x="1205186" y="162891"/>
                  <a:pt x="1201304" y="162891"/>
                </a:cubicBezTo>
                <a:cubicBezTo>
                  <a:pt x="1195353" y="162891"/>
                  <a:pt x="1193540" y="159306"/>
                  <a:pt x="1193540" y="148042"/>
                </a:cubicBezTo>
                <a:lnTo>
                  <a:pt x="1193540" y="98111"/>
                </a:lnTo>
                <a:cubicBezTo>
                  <a:pt x="1193540" y="84794"/>
                  <a:pt x="1192245" y="77370"/>
                  <a:pt x="1188364" y="71223"/>
                </a:cubicBezTo>
                <a:cubicBezTo>
                  <a:pt x="1182669" y="62008"/>
                  <a:pt x="1171542" y="57137"/>
                  <a:pt x="1156275" y="57137"/>
                </a:cubicBezTo>
                <a:cubicBezTo>
                  <a:pt x="1131947" y="57137"/>
                  <a:pt x="1112799" y="69687"/>
                  <a:pt x="1112799" y="85818"/>
                </a:cubicBezTo>
                <a:cubicBezTo>
                  <a:pt x="1112799" y="91710"/>
                  <a:pt x="1117972" y="96828"/>
                  <a:pt x="1123927" y="96828"/>
                </a:cubicBezTo>
                <a:cubicBezTo>
                  <a:pt x="1130134" y="96828"/>
                  <a:pt x="1135572" y="91710"/>
                  <a:pt x="1135572" y="86076"/>
                </a:cubicBezTo>
                <a:cubicBezTo>
                  <a:pt x="1135572" y="85052"/>
                  <a:pt x="1135311" y="83770"/>
                  <a:pt x="1135054" y="81979"/>
                </a:cubicBezTo>
                <a:cubicBezTo>
                  <a:pt x="1134537" y="79676"/>
                  <a:pt x="1134277" y="77628"/>
                  <a:pt x="1134277" y="75833"/>
                </a:cubicBezTo>
                <a:cubicBezTo>
                  <a:pt x="1134277" y="68921"/>
                  <a:pt x="1142557" y="63287"/>
                  <a:pt x="1152911" y="63287"/>
                </a:cubicBezTo>
                <a:cubicBezTo>
                  <a:pt x="1165591" y="63287"/>
                  <a:pt x="1172576" y="70711"/>
                  <a:pt x="1172576" y="84540"/>
                </a:cubicBezTo>
                <a:lnTo>
                  <a:pt x="1172576" y="100159"/>
                </a:lnTo>
                <a:cubicBezTo>
                  <a:pt x="1132725" y="116033"/>
                  <a:pt x="1128326" y="118081"/>
                  <a:pt x="1117198" y="127813"/>
                </a:cubicBezTo>
                <a:cubicBezTo>
                  <a:pt x="1111504" y="132935"/>
                  <a:pt x="1107879" y="141638"/>
                  <a:pt x="1107879" y="150086"/>
                </a:cubicBezTo>
                <a:cubicBezTo>
                  <a:pt x="1107879" y="166222"/>
                  <a:pt x="1119267" y="177494"/>
                  <a:pt x="1135054" y="177494"/>
                </a:cubicBezTo>
                <a:cubicBezTo>
                  <a:pt x="1146439" y="177494"/>
                  <a:pt x="1157049" y="172114"/>
                  <a:pt x="1172837" y="158790"/>
                </a:cubicBezTo>
                <a:cubicBezTo>
                  <a:pt x="1174132" y="172114"/>
                  <a:pt x="1178788" y="177494"/>
                  <a:pt x="1189398" y="177494"/>
                </a:cubicBezTo>
                <a:cubicBezTo>
                  <a:pt x="1198196" y="177494"/>
                  <a:pt x="1203634" y="174421"/>
                  <a:pt x="1212688" y="164685"/>
                </a:cubicBezTo>
                <a:lnTo>
                  <a:pt x="1212688" y="158027"/>
                </a:lnTo>
                <a:moveTo>
                  <a:pt x="1172576" y="143417"/>
                </a:moveTo>
                <a:cubicBezTo>
                  <a:pt x="1172576" y="151361"/>
                  <a:pt x="1171285" y="153668"/>
                  <a:pt x="1165847" y="156741"/>
                </a:cubicBezTo>
                <a:cubicBezTo>
                  <a:pt x="1159640" y="160330"/>
                  <a:pt x="1152394" y="162633"/>
                  <a:pt x="1146956" y="162633"/>
                </a:cubicBezTo>
                <a:cubicBezTo>
                  <a:pt x="1137902" y="162633"/>
                  <a:pt x="1130656" y="153922"/>
                  <a:pt x="1130656" y="142904"/>
                </a:cubicBezTo>
                <a:lnTo>
                  <a:pt x="1130656" y="141880"/>
                </a:lnTo>
                <a:cubicBezTo>
                  <a:pt x="1130656" y="126761"/>
                  <a:pt x="1141262" y="117538"/>
                  <a:pt x="1172576" y="106262"/>
                </a:cubicBezTo>
                <a:lnTo>
                  <a:pt x="1172576" y="143417"/>
                </a:lnTo>
                <a:close/>
                <a:moveTo>
                  <a:pt x="1316207" y="134979"/>
                </a:moveTo>
                <a:cubicBezTo>
                  <a:pt x="1303784" y="152901"/>
                  <a:pt x="1294469" y="159048"/>
                  <a:pt x="1279716" y="159048"/>
                </a:cubicBezTo>
                <a:cubicBezTo>
                  <a:pt x="1256166" y="159048"/>
                  <a:pt x="1239604" y="138565"/>
                  <a:pt x="1239604" y="109120"/>
                </a:cubicBezTo>
                <a:cubicBezTo>
                  <a:pt x="1239604" y="82749"/>
                  <a:pt x="1253840" y="64569"/>
                  <a:pt x="1274800" y="64569"/>
                </a:cubicBezTo>
                <a:cubicBezTo>
                  <a:pt x="1284115" y="64569"/>
                  <a:pt x="1287480" y="67384"/>
                  <a:pt x="1290070" y="76857"/>
                </a:cubicBezTo>
                <a:lnTo>
                  <a:pt x="1291622" y="82491"/>
                </a:lnTo>
                <a:cubicBezTo>
                  <a:pt x="1293691" y="89662"/>
                  <a:pt x="1298351" y="94271"/>
                  <a:pt x="1303784" y="94271"/>
                </a:cubicBezTo>
                <a:cubicBezTo>
                  <a:pt x="1310513" y="94271"/>
                  <a:pt x="1316207" y="89404"/>
                  <a:pt x="1316207" y="83516"/>
                </a:cubicBezTo>
                <a:cubicBezTo>
                  <a:pt x="1316207" y="69179"/>
                  <a:pt x="1298090" y="57137"/>
                  <a:pt x="1276352" y="57137"/>
                </a:cubicBezTo>
                <a:cubicBezTo>
                  <a:pt x="1263672" y="57137"/>
                  <a:pt x="1250475" y="62262"/>
                  <a:pt x="1239865" y="71481"/>
                </a:cubicBezTo>
                <a:cubicBezTo>
                  <a:pt x="1226925" y="82749"/>
                  <a:pt x="1219678" y="100159"/>
                  <a:pt x="1219678" y="120384"/>
                </a:cubicBezTo>
                <a:cubicBezTo>
                  <a:pt x="1219678" y="153672"/>
                  <a:pt x="1240121" y="177494"/>
                  <a:pt x="1268849" y="177494"/>
                </a:cubicBezTo>
                <a:cubicBezTo>
                  <a:pt x="1280494" y="177494"/>
                  <a:pt x="1290844" y="173396"/>
                  <a:pt x="1300163" y="165452"/>
                </a:cubicBezTo>
                <a:cubicBezTo>
                  <a:pt x="1307149" y="159302"/>
                  <a:pt x="1312065" y="152389"/>
                  <a:pt x="1319828" y="137282"/>
                </a:cubicBezTo>
                <a:lnTo>
                  <a:pt x="1316207" y="134979"/>
                </a:lnTo>
                <a:close/>
                <a:moveTo>
                  <a:pt x="1394103" y="59639"/>
                </a:moveTo>
                <a:lnTo>
                  <a:pt x="1367965" y="59639"/>
                </a:lnTo>
                <a:lnTo>
                  <a:pt x="1367965" y="29917"/>
                </a:lnTo>
                <a:cubicBezTo>
                  <a:pt x="1367965" y="27356"/>
                  <a:pt x="1367709" y="26586"/>
                  <a:pt x="1366153" y="26586"/>
                </a:cubicBezTo>
                <a:cubicBezTo>
                  <a:pt x="1364344" y="28893"/>
                  <a:pt x="1362788" y="31200"/>
                  <a:pt x="1360980" y="33760"/>
                </a:cubicBezTo>
                <a:cubicBezTo>
                  <a:pt x="1351143" y="47855"/>
                  <a:pt x="1340016" y="60155"/>
                  <a:pt x="1335877" y="61179"/>
                </a:cubicBezTo>
                <a:cubicBezTo>
                  <a:pt x="1333030" y="62970"/>
                  <a:pt x="1331474" y="64765"/>
                  <a:pt x="1331474" y="66047"/>
                </a:cubicBezTo>
                <a:cubicBezTo>
                  <a:pt x="1331474" y="66817"/>
                  <a:pt x="1331735" y="67329"/>
                  <a:pt x="1332513" y="67842"/>
                </a:cubicBezTo>
                <a:lnTo>
                  <a:pt x="1346227" y="67842"/>
                </a:lnTo>
                <a:lnTo>
                  <a:pt x="1346227" y="144957"/>
                </a:lnTo>
                <a:cubicBezTo>
                  <a:pt x="1346227" y="166476"/>
                  <a:pt x="1353990" y="177494"/>
                  <a:pt x="1369260" y="177494"/>
                </a:cubicBezTo>
                <a:cubicBezTo>
                  <a:pt x="1381940" y="177494"/>
                  <a:pt x="1391773" y="171348"/>
                  <a:pt x="1400314" y="158023"/>
                </a:cubicBezTo>
                <a:lnTo>
                  <a:pt x="1396950" y="155204"/>
                </a:lnTo>
                <a:cubicBezTo>
                  <a:pt x="1391516" y="161608"/>
                  <a:pt x="1387117" y="164173"/>
                  <a:pt x="1381423" y="164173"/>
                </a:cubicBezTo>
                <a:cubicBezTo>
                  <a:pt x="1371847" y="164173"/>
                  <a:pt x="1367965" y="157253"/>
                  <a:pt x="1367965" y="141114"/>
                </a:cubicBezTo>
                <a:lnTo>
                  <a:pt x="1367965" y="67842"/>
                </a:lnTo>
                <a:lnTo>
                  <a:pt x="1394103" y="67842"/>
                </a:lnTo>
                <a:lnTo>
                  <a:pt x="1394103" y="59639"/>
                </a:lnTo>
                <a:close/>
                <a:moveTo>
                  <a:pt x="1445342" y="57137"/>
                </a:moveTo>
                <a:lnTo>
                  <a:pt x="1405230" y="71149"/>
                </a:lnTo>
                <a:lnTo>
                  <a:pt x="1405230" y="74996"/>
                </a:lnTo>
                <a:lnTo>
                  <a:pt x="1407303" y="74738"/>
                </a:lnTo>
                <a:cubicBezTo>
                  <a:pt x="1410407" y="74226"/>
                  <a:pt x="1413772" y="73968"/>
                  <a:pt x="1416101" y="73968"/>
                </a:cubicBezTo>
                <a:cubicBezTo>
                  <a:pt x="1422313" y="73968"/>
                  <a:pt x="1424639" y="78069"/>
                  <a:pt x="1424639" y="89353"/>
                </a:cubicBezTo>
                <a:lnTo>
                  <a:pt x="1424639" y="148843"/>
                </a:lnTo>
                <a:cubicBezTo>
                  <a:pt x="1424639" y="167305"/>
                  <a:pt x="1422052" y="170124"/>
                  <a:pt x="1404196" y="171148"/>
                </a:cubicBezTo>
                <a:lnTo>
                  <a:pt x="1404196" y="174991"/>
                </a:lnTo>
                <a:lnTo>
                  <a:pt x="1465529" y="174991"/>
                </a:lnTo>
                <a:lnTo>
                  <a:pt x="1465529" y="171148"/>
                </a:lnTo>
                <a:cubicBezTo>
                  <a:pt x="1448450" y="169870"/>
                  <a:pt x="1446377" y="167305"/>
                  <a:pt x="1446377" y="148843"/>
                </a:cubicBezTo>
                <a:lnTo>
                  <a:pt x="1446377" y="57907"/>
                </a:lnTo>
                <a:lnTo>
                  <a:pt x="1445342" y="57137"/>
                </a:lnTo>
                <a:moveTo>
                  <a:pt x="1433180" y="86"/>
                </a:moveTo>
                <a:cubicBezTo>
                  <a:pt x="1426195" y="86"/>
                  <a:pt x="1420240" y="5982"/>
                  <a:pt x="1420240" y="13156"/>
                </a:cubicBezTo>
                <a:cubicBezTo>
                  <a:pt x="1420240" y="20331"/>
                  <a:pt x="1425934" y="26223"/>
                  <a:pt x="1433180" y="26223"/>
                </a:cubicBezTo>
                <a:cubicBezTo>
                  <a:pt x="1440687" y="26223"/>
                  <a:pt x="1446638" y="20585"/>
                  <a:pt x="1446638" y="13156"/>
                </a:cubicBezTo>
                <a:cubicBezTo>
                  <a:pt x="1446638" y="5982"/>
                  <a:pt x="1440687" y="86"/>
                  <a:pt x="1433180" y="86"/>
                </a:cubicBezTo>
                <a:close/>
                <a:moveTo>
                  <a:pt x="1536698" y="57137"/>
                </a:moveTo>
                <a:cubicBezTo>
                  <a:pt x="1503054" y="57137"/>
                  <a:pt x="1479503" y="81725"/>
                  <a:pt x="1479503" y="117061"/>
                </a:cubicBezTo>
                <a:cubicBezTo>
                  <a:pt x="1479503" y="151627"/>
                  <a:pt x="1503571" y="177494"/>
                  <a:pt x="1536177" y="177494"/>
                </a:cubicBezTo>
                <a:cubicBezTo>
                  <a:pt x="1568786" y="177494"/>
                  <a:pt x="1593628" y="150348"/>
                  <a:pt x="1593628" y="115012"/>
                </a:cubicBezTo>
                <a:cubicBezTo>
                  <a:pt x="1593628" y="81467"/>
                  <a:pt x="1569821" y="57137"/>
                  <a:pt x="1536698" y="57137"/>
                </a:cubicBezTo>
                <a:moveTo>
                  <a:pt x="1533334" y="64315"/>
                </a:moveTo>
                <a:cubicBezTo>
                  <a:pt x="1555072" y="64315"/>
                  <a:pt x="1570338" y="88895"/>
                  <a:pt x="1570338" y="123973"/>
                </a:cubicBezTo>
                <a:cubicBezTo>
                  <a:pt x="1570338" y="152909"/>
                  <a:pt x="1558693" y="170319"/>
                  <a:pt x="1539285" y="170319"/>
                </a:cubicBezTo>
                <a:cubicBezTo>
                  <a:pt x="1529191" y="170319"/>
                  <a:pt x="1519616" y="164177"/>
                  <a:pt x="1514182" y="153934"/>
                </a:cubicBezTo>
                <a:cubicBezTo>
                  <a:pt x="1506936" y="140617"/>
                  <a:pt x="1502794" y="122695"/>
                  <a:pt x="1502794" y="104515"/>
                </a:cubicBezTo>
                <a:cubicBezTo>
                  <a:pt x="1502794" y="80188"/>
                  <a:pt x="1514956" y="64315"/>
                  <a:pt x="1533334" y="64315"/>
                </a:cubicBezTo>
                <a:close/>
                <a:moveTo>
                  <a:pt x="1605534" y="73026"/>
                </a:moveTo>
                <a:cubicBezTo>
                  <a:pt x="1607086" y="72256"/>
                  <a:pt x="1609676" y="72001"/>
                  <a:pt x="1612523" y="72001"/>
                </a:cubicBezTo>
                <a:cubicBezTo>
                  <a:pt x="1619770" y="72001"/>
                  <a:pt x="1622095" y="75845"/>
                  <a:pt x="1622095" y="88395"/>
                </a:cubicBezTo>
                <a:lnTo>
                  <a:pt x="1622095" y="151936"/>
                </a:lnTo>
                <a:cubicBezTo>
                  <a:pt x="1622095" y="166539"/>
                  <a:pt x="1619248" y="170124"/>
                  <a:pt x="1606051" y="171148"/>
                </a:cubicBezTo>
                <a:lnTo>
                  <a:pt x="1606051" y="174991"/>
                </a:lnTo>
                <a:lnTo>
                  <a:pt x="1660916" y="174991"/>
                </a:lnTo>
                <a:lnTo>
                  <a:pt x="1660916" y="171148"/>
                </a:lnTo>
                <a:cubicBezTo>
                  <a:pt x="1647715" y="170124"/>
                  <a:pt x="1643834" y="167051"/>
                  <a:pt x="1643834" y="157828"/>
                </a:cubicBezTo>
                <a:lnTo>
                  <a:pt x="1643834" y="85834"/>
                </a:lnTo>
                <a:cubicBezTo>
                  <a:pt x="1656257" y="74304"/>
                  <a:pt x="1661951" y="71231"/>
                  <a:pt x="1670492" y="71231"/>
                </a:cubicBezTo>
                <a:cubicBezTo>
                  <a:pt x="1683172" y="71231"/>
                  <a:pt x="1689383" y="79172"/>
                  <a:pt x="1689383" y="96081"/>
                </a:cubicBezTo>
                <a:lnTo>
                  <a:pt x="1689383" y="149629"/>
                </a:lnTo>
                <a:cubicBezTo>
                  <a:pt x="1689383" y="165768"/>
                  <a:pt x="1686019" y="170124"/>
                  <a:pt x="1673079" y="171148"/>
                </a:cubicBezTo>
                <a:lnTo>
                  <a:pt x="1673079" y="174991"/>
                </a:lnTo>
                <a:lnTo>
                  <a:pt x="1726909" y="174991"/>
                </a:lnTo>
                <a:lnTo>
                  <a:pt x="1726909" y="171148"/>
                </a:lnTo>
                <a:cubicBezTo>
                  <a:pt x="1714225" y="169870"/>
                  <a:pt x="1711122" y="166793"/>
                  <a:pt x="1711122" y="154243"/>
                </a:cubicBezTo>
                <a:lnTo>
                  <a:pt x="1711122" y="95569"/>
                </a:lnTo>
                <a:cubicBezTo>
                  <a:pt x="1711122" y="71489"/>
                  <a:pt x="1699733" y="57137"/>
                  <a:pt x="1680585" y="57137"/>
                </a:cubicBezTo>
                <a:cubicBezTo>
                  <a:pt x="1668680" y="57137"/>
                  <a:pt x="1660656" y="61496"/>
                  <a:pt x="1643060" y="77893"/>
                </a:cubicBezTo>
                <a:lnTo>
                  <a:pt x="1643060" y="57653"/>
                </a:lnTo>
                <a:lnTo>
                  <a:pt x="1641247" y="57137"/>
                </a:lnTo>
                <a:cubicBezTo>
                  <a:pt x="1628567" y="61750"/>
                  <a:pt x="1619770" y="64569"/>
                  <a:pt x="1605534" y="68670"/>
                </a:cubicBezTo>
                <a:lnTo>
                  <a:pt x="1605534" y="73026"/>
                </a:lnTo>
                <a:close/>
                <a:moveTo>
                  <a:pt x="1897449" y="134979"/>
                </a:moveTo>
                <a:cubicBezTo>
                  <a:pt x="1885026" y="152901"/>
                  <a:pt x="1875711" y="159048"/>
                  <a:pt x="1860958" y="159048"/>
                </a:cubicBezTo>
                <a:cubicBezTo>
                  <a:pt x="1837408" y="159048"/>
                  <a:pt x="1820846" y="138565"/>
                  <a:pt x="1820846" y="109120"/>
                </a:cubicBezTo>
                <a:cubicBezTo>
                  <a:pt x="1820846" y="82749"/>
                  <a:pt x="1835082" y="64569"/>
                  <a:pt x="1856042" y="64569"/>
                </a:cubicBezTo>
                <a:cubicBezTo>
                  <a:pt x="1865357" y="64569"/>
                  <a:pt x="1868722" y="67384"/>
                  <a:pt x="1871312" y="76857"/>
                </a:cubicBezTo>
                <a:lnTo>
                  <a:pt x="1872864" y="82491"/>
                </a:lnTo>
                <a:cubicBezTo>
                  <a:pt x="1874933" y="89662"/>
                  <a:pt x="1879593" y="94271"/>
                  <a:pt x="1885026" y="94271"/>
                </a:cubicBezTo>
                <a:cubicBezTo>
                  <a:pt x="1891755" y="94271"/>
                  <a:pt x="1897449" y="89404"/>
                  <a:pt x="1897449" y="83516"/>
                </a:cubicBezTo>
                <a:cubicBezTo>
                  <a:pt x="1897449" y="69179"/>
                  <a:pt x="1879332" y="57137"/>
                  <a:pt x="1857594" y="57137"/>
                </a:cubicBezTo>
                <a:cubicBezTo>
                  <a:pt x="1844914" y="57137"/>
                  <a:pt x="1831717" y="62262"/>
                  <a:pt x="1821107" y="71481"/>
                </a:cubicBezTo>
                <a:cubicBezTo>
                  <a:pt x="1808167" y="82749"/>
                  <a:pt x="1800921" y="100159"/>
                  <a:pt x="1800921" y="120384"/>
                </a:cubicBezTo>
                <a:cubicBezTo>
                  <a:pt x="1800921" y="153672"/>
                  <a:pt x="1821364" y="177494"/>
                  <a:pt x="1850091" y="177494"/>
                </a:cubicBezTo>
                <a:cubicBezTo>
                  <a:pt x="1861736" y="177494"/>
                  <a:pt x="1872086" y="173396"/>
                  <a:pt x="1881405" y="165452"/>
                </a:cubicBezTo>
                <a:cubicBezTo>
                  <a:pt x="1888391" y="159302"/>
                  <a:pt x="1893307" y="152389"/>
                  <a:pt x="1901071" y="137282"/>
                </a:cubicBezTo>
                <a:lnTo>
                  <a:pt x="1897449" y="134979"/>
                </a:lnTo>
                <a:close/>
                <a:moveTo>
                  <a:pt x="1949986" y="87116"/>
                </a:moveTo>
                <a:cubicBezTo>
                  <a:pt x="1960853" y="75333"/>
                  <a:pt x="1968616" y="70973"/>
                  <a:pt x="1978710" y="70973"/>
                </a:cubicBezTo>
                <a:cubicBezTo>
                  <a:pt x="1991650" y="70973"/>
                  <a:pt x="1998118" y="80200"/>
                  <a:pt x="1998118" y="98134"/>
                </a:cubicBezTo>
                <a:lnTo>
                  <a:pt x="1998118" y="148859"/>
                </a:lnTo>
                <a:cubicBezTo>
                  <a:pt x="1998118" y="166281"/>
                  <a:pt x="1995532" y="169612"/>
                  <a:pt x="1980522" y="171148"/>
                </a:cubicBezTo>
                <a:lnTo>
                  <a:pt x="1980522" y="174991"/>
                </a:lnTo>
                <a:lnTo>
                  <a:pt x="2035387" y="174991"/>
                </a:lnTo>
                <a:lnTo>
                  <a:pt x="2035387" y="171148"/>
                </a:lnTo>
                <a:cubicBezTo>
                  <a:pt x="2021412" y="168587"/>
                  <a:pt x="2019856" y="166539"/>
                  <a:pt x="2019856" y="148859"/>
                </a:cubicBezTo>
                <a:lnTo>
                  <a:pt x="2019856" y="97876"/>
                </a:lnTo>
                <a:cubicBezTo>
                  <a:pt x="2019856" y="70973"/>
                  <a:pt x="2008989" y="57137"/>
                  <a:pt x="1988025" y="57137"/>
                </a:cubicBezTo>
                <a:cubicBezTo>
                  <a:pt x="1972759" y="57137"/>
                  <a:pt x="1961888" y="63287"/>
                  <a:pt x="1949986" y="78660"/>
                </a:cubicBezTo>
                <a:lnTo>
                  <a:pt x="1949986" y="770"/>
                </a:lnTo>
                <a:lnTo>
                  <a:pt x="1948691" y="0"/>
                </a:lnTo>
                <a:cubicBezTo>
                  <a:pt x="1939893" y="3073"/>
                  <a:pt x="1933421" y="5126"/>
                  <a:pt x="1918928" y="9223"/>
                </a:cubicBezTo>
                <a:lnTo>
                  <a:pt x="1911943" y="11276"/>
                </a:lnTo>
                <a:lnTo>
                  <a:pt x="1911943" y="15373"/>
                </a:lnTo>
                <a:cubicBezTo>
                  <a:pt x="1912977" y="15119"/>
                  <a:pt x="1913755" y="15119"/>
                  <a:pt x="1915047" y="15119"/>
                </a:cubicBezTo>
                <a:cubicBezTo>
                  <a:pt x="1926174" y="15119"/>
                  <a:pt x="1928248" y="17168"/>
                  <a:pt x="1928248" y="28185"/>
                </a:cubicBezTo>
                <a:lnTo>
                  <a:pt x="1928248" y="148859"/>
                </a:lnTo>
                <a:cubicBezTo>
                  <a:pt x="1928248" y="166793"/>
                  <a:pt x="1926692" y="169099"/>
                  <a:pt x="1911682" y="171148"/>
                </a:cubicBezTo>
                <a:lnTo>
                  <a:pt x="1911682" y="174991"/>
                </a:lnTo>
                <a:lnTo>
                  <a:pt x="1967582" y="174991"/>
                </a:lnTo>
                <a:lnTo>
                  <a:pt x="1967582" y="171148"/>
                </a:lnTo>
                <a:cubicBezTo>
                  <a:pt x="1952572" y="169612"/>
                  <a:pt x="1949986" y="166539"/>
                  <a:pt x="1949986" y="148859"/>
                </a:cubicBezTo>
                <a:lnTo>
                  <a:pt x="1949986" y="87116"/>
                </a:lnTo>
                <a:close/>
                <a:moveTo>
                  <a:pt x="2103449" y="57137"/>
                </a:moveTo>
                <a:cubicBezTo>
                  <a:pt x="2069805" y="57137"/>
                  <a:pt x="2046254" y="81725"/>
                  <a:pt x="2046254" y="117061"/>
                </a:cubicBezTo>
                <a:cubicBezTo>
                  <a:pt x="2046254" y="151627"/>
                  <a:pt x="2070322" y="177494"/>
                  <a:pt x="2102928" y="177494"/>
                </a:cubicBezTo>
                <a:cubicBezTo>
                  <a:pt x="2135537" y="177494"/>
                  <a:pt x="2160379" y="150348"/>
                  <a:pt x="2160379" y="115012"/>
                </a:cubicBezTo>
                <a:cubicBezTo>
                  <a:pt x="2160379" y="81467"/>
                  <a:pt x="2136572" y="57137"/>
                  <a:pt x="2103449" y="57137"/>
                </a:cubicBezTo>
                <a:moveTo>
                  <a:pt x="2100085" y="64315"/>
                </a:moveTo>
                <a:cubicBezTo>
                  <a:pt x="2121823" y="64315"/>
                  <a:pt x="2137089" y="88895"/>
                  <a:pt x="2137089" y="123973"/>
                </a:cubicBezTo>
                <a:cubicBezTo>
                  <a:pt x="2137089" y="152909"/>
                  <a:pt x="2125444" y="170319"/>
                  <a:pt x="2106035" y="170319"/>
                </a:cubicBezTo>
                <a:cubicBezTo>
                  <a:pt x="2095942" y="170319"/>
                  <a:pt x="2086366" y="164177"/>
                  <a:pt x="2080933" y="153934"/>
                </a:cubicBezTo>
                <a:cubicBezTo>
                  <a:pt x="2073687" y="140617"/>
                  <a:pt x="2069544" y="122695"/>
                  <a:pt x="2069544" y="104515"/>
                </a:cubicBezTo>
                <a:cubicBezTo>
                  <a:pt x="2069544" y="80188"/>
                  <a:pt x="2081707" y="64315"/>
                  <a:pt x="2100085" y="64315"/>
                </a:cubicBezTo>
                <a:close/>
                <a:moveTo>
                  <a:pt x="2213432" y="57137"/>
                </a:moveTo>
                <a:lnTo>
                  <a:pt x="2173320" y="71149"/>
                </a:lnTo>
                <a:lnTo>
                  <a:pt x="2173320" y="74996"/>
                </a:lnTo>
                <a:lnTo>
                  <a:pt x="2175393" y="74738"/>
                </a:lnTo>
                <a:cubicBezTo>
                  <a:pt x="2178497" y="74226"/>
                  <a:pt x="2181862" y="73968"/>
                  <a:pt x="2184191" y="73968"/>
                </a:cubicBezTo>
                <a:cubicBezTo>
                  <a:pt x="2190403" y="73968"/>
                  <a:pt x="2192729" y="78069"/>
                  <a:pt x="2192729" y="89353"/>
                </a:cubicBezTo>
                <a:lnTo>
                  <a:pt x="2192729" y="148843"/>
                </a:lnTo>
                <a:cubicBezTo>
                  <a:pt x="2192729" y="167305"/>
                  <a:pt x="2190142" y="170124"/>
                  <a:pt x="2172286" y="171148"/>
                </a:cubicBezTo>
                <a:lnTo>
                  <a:pt x="2172286" y="174991"/>
                </a:lnTo>
                <a:lnTo>
                  <a:pt x="2233619" y="174991"/>
                </a:lnTo>
                <a:lnTo>
                  <a:pt x="2233619" y="171148"/>
                </a:lnTo>
                <a:cubicBezTo>
                  <a:pt x="2216540" y="169870"/>
                  <a:pt x="2214467" y="167305"/>
                  <a:pt x="2214467" y="148843"/>
                </a:cubicBezTo>
                <a:lnTo>
                  <a:pt x="2214467" y="57907"/>
                </a:lnTo>
                <a:lnTo>
                  <a:pt x="2213432" y="57137"/>
                </a:lnTo>
                <a:moveTo>
                  <a:pt x="2201270" y="86"/>
                </a:moveTo>
                <a:cubicBezTo>
                  <a:pt x="2194285" y="86"/>
                  <a:pt x="2188330" y="5982"/>
                  <a:pt x="2188330" y="13156"/>
                </a:cubicBezTo>
                <a:cubicBezTo>
                  <a:pt x="2188330" y="20331"/>
                  <a:pt x="2194024" y="26223"/>
                  <a:pt x="2201270" y="26223"/>
                </a:cubicBezTo>
                <a:cubicBezTo>
                  <a:pt x="2208777" y="26223"/>
                  <a:pt x="2214728" y="20585"/>
                  <a:pt x="2214728" y="13156"/>
                </a:cubicBezTo>
                <a:cubicBezTo>
                  <a:pt x="2214728" y="5982"/>
                  <a:pt x="2208777" y="86"/>
                  <a:pt x="2201270" y="86"/>
                </a:cubicBezTo>
                <a:close/>
                <a:moveTo>
                  <a:pt x="2343088" y="134979"/>
                </a:moveTo>
                <a:cubicBezTo>
                  <a:pt x="2330665" y="152901"/>
                  <a:pt x="2321349" y="159048"/>
                  <a:pt x="2306597" y="159048"/>
                </a:cubicBezTo>
                <a:cubicBezTo>
                  <a:pt x="2283046" y="159048"/>
                  <a:pt x="2266485" y="138565"/>
                  <a:pt x="2266485" y="109120"/>
                </a:cubicBezTo>
                <a:cubicBezTo>
                  <a:pt x="2266485" y="82749"/>
                  <a:pt x="2280720" y="64569"/>
                  <a:pt x="2301680" y="64569"/>
                </a:cubicBezTo>
                <a:cubicBezTo>
                  <a:pt x="2310996" y="64569"/>
                  <a:pt x="2314360" y="67384"/>
                  <a:pt x="2316950" y="76857"/>
                </a:cubicBezTo>
                <a:lnTo>
                  <a:pt x="2318502" y="82491"/>
                </a:lnTo>
                <a:cubicBezTo>
                  <a:pt x="2320572" y="89662"/>
                  <a:pt x="2325231" y="94271"/>
                  <a:pt x="2330665" y="94271"/>
                </a:cubicBezTo>
                <a:cubicBezTo>
                  <a:pt x="2337394" y="94271"/>
                  <a:pt x="2343088" y="89404"/>
                  <a:pt x="2343088" y="83516"/>
                </a:cubicBezTo>
                <a:cubicBezTo>
                  <a:pt x="2343088" y="69179"/>
                  <a:pt x="2324971" y="57137"/>
                  <a:pt x="2303232" y="57137"/>
                </a:cubicBezTo>
                <a:cubicBezTo>
                  <a:pt x="2290553" y="57137"/>
                  <a:pt x="2277356" y="62262"/>
                  <a:pt x="2266745" y="71481"/>
                </a:cubicBezTo>
                <a:cubicBezTo>
                  <a:pt x="2253805" y="82749"/>
                  <a:pt x="2246559" y="100159"/>
                  <a:pt x="2246559" y="120384"/>
                </a:cubicBezTo>
                <a:cubicBezTo>
                  <a:pt x="2246559" y="153672"/>
                  <a:pt x="2267002" y="177494"/>
                  <a:pt x="2295730" y="177494"/>
                </a:cubicBezTo>
                <a:cubicBezTo>
                  <a:pt x="2307375" y="177494"/>
                  <a:pt x="2317724" y="173396"/>
                  <a:pt x="2327044" y="165452"/>
                </a:cubicBezTo>
                <a:cubicBezTo>
                  <a:pt x="2334029" y="159302"/>
                  <a:pt x="2338945" y="152389"/>
                  <a:pt x="2346709" y="137282"/>
                </a:cubicBezTo>
                <a:lnTo>
                  <a:pt x="2343088" y="134979"/>
                </a:lnTo>
                <a:close/>
                <a:moveTo>
                  <a:pt x="2460577" y="132899"/>
                </a:moveTo>
                <a:cubicBezTo>
                  <a:pt x="2448158" y="152382"/>
                  <a:pt x="2437026" y="159818"/>
                  <a:pt x="2420465" y="159818"/>
                </a:cubicBezTo>
                <a:cubicBezTo>
                  <a:pt x="2405716" y="159818"/>
                  <a:pt x="2394588" y="152382"/>
                  <a:pt x="2387081" y="137771"/>
                </a:cubicBezTo>
                <a:cubicBezTo>
                  <a:pt x="2382422" y="128028"/>
                  <a:pt x="2380613" y="119567"/>
                  <a:pt x="2380096" y="103928"/>
                </a:cubicBezTo>
                <a:lnTo>
                  <a:pt x="2459803" y="103928"/>
                </a:lnTo>
                <a:cubicBezTo>
                  <a:pt x="2457730" y="87304"/>
                  <a:pt x="2455143" y="79899"/>
                  <a:pt x="2448675" y="71728"/>
                </a:cubicBezTo>
                <a:cubicBezTo>
                  <a:pt x="2440908" y="62520"/>
                  <a:pt x="2429006" y="57137"/>
                  <a:pt x="2415548" y="57137"/>
                </a:cubicBezTo>
                <a:cubicBezTo>
                  <a:pt x="2402608" y="57137"/>
                  <a:pt x="2390446" y="61750"/>
                  <a:pt x="2380613" y="70449"/>
                </a:cubicBezTo>
                <a:cubicBezTo>
                  <a:pt x="2368447" y="80920"/>
                  <a:pt x="2361461" y="99061"/>
                  <a:pt x="2361461" y="120079"/>
                </a:cubicBezTo>
                <a:cubicBezTo>
                  <a:pt x="2361461" y="155458"/>
                  <a:pt x="2380096" y="177494"/>
                  <a:pt x="2409854" y="177494"/>
                </a:cubicBezTo>
                <a:cubicBezTo>
                  <a:pt x="2434440" y="177494"/>
                  <a:pt x="2453848" y="162379"/>
                  <a:pt x="2464719" y="134694"/>
                </a:cubicBezTo>
                <a:lnTo>
                  <a:pt x="2460577" y="132899"/>
                </a:lnTo>
                <a:moveTo>
                  <a:pt x="2380613" y="95730"/>
                </a:moveTo>
                <a:cubicBezTo>
                  <a:pt x="2383456" y="75813"/>
                  <a:pt x="2392258" y="66364"/>
                  <a:pt x="2408042" y="66364"/>
                </a:cubicBezTo>
                <a:cubicBezTo>
                  <a:pt x="2423829" y="66364"/>
                  <a:pt x="2430041" y="73515"/>
                  <a:pt x="2433405" y="95730"/>
                </a:cubicBezTo>
                <a:lnTo>
                  <a:pt x="2380613" y="95730"/>
                </a:lnTo>
                <a:close/>
                <a:moveTo>
                  <a:pt x="2551412" y="94486"/>
                </a:moveTo>
                <a:lnTo>
                  <a:pt x="2550377" y="59639"/>
                </a:lnTo>
                <a:lnTo>
                  <a:pt x="2547530" y="59639"/>
                </a:lnTo>
                <a:lnTo>
                  <a:pt x="2547013" y="60155"/>
                </a:lnTo>
                <a:cubicBezTo>
                  <a:pt x="2544683" y="61946"/>
                  <a:pt x="2544427" y="62204"/>
                  <a:pt x="2543392" y="62204"/>
                </a:cubicBezTo>
                <a:cubicBezTo>
                  <a:pt x="2541840" y="62204"/>
                  <a:pt x="2539250" y="61692"/>
                  <a:pt x="2536403" y="60409"/>
                </a:cubicBezTo>
                <a:cubicBezTo>
                  <a:pt x="2530708" y="58415"/>
                  <a:pt x="2525018" y="57387"/>
                  <a:pt x="2518289" y="57387"/>
                </a:cubicBezTo>
                <a:cubicBezTo>
                  <a:pt x="2497842" y="57387"/>
                  <a:pt x="2483093" y="70453"/>
                  <a:pt x="2483093" y="88891"/>
                </a:cubicBezTo>
                <a:cubicBezTo>
                  <a:pt x="2483093" y="103228"/>
                  <a:pt x="2491374" y="113472"/>
                  <a:pt x="2513373" y="125764"/>
                </a:cubicBezTo>
                <a:lnTo>
                  <a:pt x="2528382" y="134217"/>
                </a:lnTo>
                <a:cubicBezTo>
                  <a:pt x="2537437" y="139339"/>
                  <a:pt x="2541840" y="145485"/>
                  <a:pt x="2541840" y="153421"/>
                </a:cubicBezTo>
                <a:cubicBezTo>
                  <a:pt x="2541840" y="164689"/>
                  <a:pt x="2533555" y="171860"/>
                  <a:pt x="2520358" y="171860"/>
                </a:cubicBezTo>
                <a:cubicBezTo>
                  <a:pt x="2511560" y="171860"/>
                  <a:pt x="2503536" y="168529"/>
                  <a:pt x="2498620" y="162895"/>
                </a:cubicBezTo>
                <a:cubicBezTo>
                  <a:pt x="2493187" y="156495"/>
                  <a:pt x="2490857" y="150603"/>
                  <a:pt x="2487492" y="136008"/>
                </a:cubicBezTo>
                <a:lnTo>
                  <a:pt x="2483350" y="136008"/>
                </a:lnTo>
                <a:lnTo>
                  <a:pt x="2483350" y="175957"/>
                </a:lnTo>
                <a:lnTo>
                  <a:pt x="2486715" y="175957"/>
                </a:lnTo>
                <a:cubicBezTo>
                  <a:pt x="2488527" y="173396"/>
                  <a:pt x="2489562" y="172884"/>
                  <a:pt x="2492669" y="172884"/>
                </a:cubicBezTo>
                <a:cubicBezTo>
                  <a:pt x="2494999" y="172943"/>
                  <a:pt x="2498620" y="173455"/>
                  <a:pt x="2504571" y="174991"/>
                </a:cubicBezTo>
                <a:cubicBezTo>
                  <a:pt x="2511817" y="176469"/>
                  <a:pt x="2518807" y="177494"/>
                  <a:pt x="2523462" y="177494"/>
                </a:cubicBezTo>
                <a:cubicBezTo>
                  <a:pt x="2543392" y="177494"/>
                  <a:pt x="2559953" y="162641"/>
                  <a:pt x="2559953" y="144715"/>
                </a:cubicBezTo>
                <a:cubicBezTo>
                  <a:pt x="2559953" y="131910"/>
                  <a:pt x="2553742" y="123461"/>
                  <a:pt x="2538215" y="114242"/>
                </a:cubicBezTo>
                <a:lnTo>
                  <a:pt x="2510265" y="97853"/>
                </a:lnTo>
                <a:cubicBezTo>
                  <a:pt x="2503019" y="93755"/>
                  <a:pt x="2499138" y="87355"/>
                  <a:pt x="2499138" y="80439"/>
                </a:cubicBezTo>
                <a:cubicBezTo>
                  <a:pt x="2499138" y="70195"/>
                  <a:pt x="2507162" y="63025"/>
                  <a:pt x="2519063" y="63025"/>
                </a:cubicBezTo>
                <a:cubicBezTo>
                  <a:pt x="2533816" y="63025"/>
                  <a:pt x="2541579" y="71732"/>
                  <a:pt x="2547530" y="94525"/>
                </a:cubicBezTo>
                <a:lnTo>
                  <a:pt x="2551412" y="94486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5" name="Text showcorrelationwithannotators’frst">
            <a:extLst xmlns:a="http://schemas.openxmlformats.org/drawingml/2006/main">
              <a:ext uri="{FF2B5EF4-FFF2-40B4-BE49-F238E27FC236}">
                <a16:creationId xmlns:a16="http://schemas.microsoft.com/office/drawing/2014/main" id="{AB4453B2-0144-41DF-8AF4-FE8B01FF44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05424" y="3384461"/>
            <a:ext cx="4134332" cy="178506"/>
          </a:xfrm>
          <a:custGeom xmlns:a="http://schemas.openxmlformats.org/drawingml/2006/main">
            <a:pathLst>
              <a:path w="4134332" h="178506">
                <a:moveTo>
                  <a:pt x="68995" y="94498"/>
                </a:moveTo>
                <a:lnTo>
                  <a:pt x="67950" y="59651"/>
                </a:lnTo>
                <a:lnTo>
                  <a:pt x="65075" y="59651"/>
                </a:lnTo>
                <a:lnTo>
                  <a:pt x="64552" y="60167"/>
                </a:lnTo>
                <a:cubicBezTo>
                  <a:pt x="62200" y="61957"/>
                  <a:pt x="61940" y="62215"/>
                  <a:pt x="60896" y="62215"/>
                </a:cubicBezTo>
                <a:cubicBezTo>
                  <a:pt x="59328" y="62215"/>
                  <a:pt x="56712" y="61703"/>
                  <a:pt x="53837" y="60421"/>
                </a:cubicBezTo>
                <a:cubicBezTo>
                  <a:pt x="48086" y="58427"/>
                  <a:pt x="42340" y="57399"/>
                  <a:pt x="35544" y="57399"/>
                </a:cubicBezTo>
                <a:cubicBezTo>
                  <a:pt x="14895" y="57399"/>
                  <a:pt x="0" y="70465"/>
                  <a:pt x="0" y="88903"/>
                </a:cubicBezTo>
                <a:cubicBezTo>
                  <a:pt x="0" y="103240"/>
                  <a:pt x="8363" y="113484"/>
                  <a:pt x="30579" y="125776"/>
                </a:cubicBezTo>
                <a:lnTo>
                  <a:pt x="45737" y="134229"/>
                </a:lnTo>
                <a:cubicBezTo>
                  <a:pt x="54882" y="139350"/>
                  <a:pt x="59328" y="145496"/>
                  <a:pt x="59328" y="153433"/>
                </a:cubicBezTo>
                <a:cubicBezTo>
                  <a:pt x="59328" y="164701"/>
                  <a:pt x="50962" y="171871"/>
                  <a:pt x="37634" y="171871"/>
                </a:cubicBezTo>
                <a:cubicBezTo>
                  <a:pt x="28749" y="171871"/>
                  <a:pt x="20645" y="168540"/>
                  <a:pt x="15680" y="162906"/>
                </a:cubicBezTo>
                <a:cubicBezTo>
                  <a:pt x="10193" y="156506"/>
                  <a:pt x="7840" y="150614"/>
                  <a:pt x="4443" y="136019"/>
                </a:cubicBezTo>
                <a:lnTo>
                  <a:pt x="259" y="136019"/>
                </a:lnTo>
                <a:lnTo>
                  <a:pt x="259" y="175969"/>
                </a:lnTo>
                <a:lnTo>
                  <a:pt x="3657" y="175969"/>
                </a:lnTo>
                <a:cubicBezTo>
                  <a:pt x="5487" y="173408"/>
                  <a:pt x="6532" y="172896"/>
                  <a:pt x="9671" y="172896"/>
                </a:cubicBezTo>
                <a:cubicBezTo>
                  <a:pt x="12024" y="172954"/>
                  <a:pt x="15680" y="173467"/>
                  <a:pt x="21690" y="175003"/>
                </a:cubicBezTo>
                <a:cubicBezTo>
                  <a:pt x="29008" y="176481"/>
                  <a:pt x="36067" y="177505"/>
                  <a:pt x="40768" y="177505"/>
                </a:cubicBezTo>
                <a:cubicBezTo>
                  <a:pt x="60896" y="177505"/>
                  <a:pt x="77621" y="162652"/>
                  <a:pt x="77621" y="144726"/>
                </a:cubicBezTo>
                <a:cubicBezTo>
                  <a:pt x="77621" y="131922"/>
                  <a:pt x="71348" y="123473"/>
                  <a:pt x="55667" y="114254"/>
                </a:cubicBezTo>
                <a:lnTo>
                  <a:pt x="27441" y="97864"/>
                </a:lnTo>
                <a:cubicBezTo>
                  <a:pt x="20123" y="93767"/>
                  <a:pt x="16203" y="87367"/>
                  <a:pt x="16203" y="80450"/>
                </a:cubicBezTo>
                <a:cubicBezTo>
                  <a:pt x="16203" y="70207"/>
                  <a:pt x="24306" y="63036"/>
                  <a:pt x="36326" y="63036"/>
                </a:cubicBezTo>
                <a:cubicBezTo>
                  <a:pt x="51225" y="63036"/>
                  <a:pt x="59065" y="71743"/>
                  <a:pt x="65075" y="94537"/>
                </a:cubicBezTo>
                <a:lnTo>
                  <a:pt x="68995" y="94498"/>
                </a:lnTo>
                <a:close/>
                <a:moveTo>
                  <a:pt x="129370" y="87128"/>
                </a:moveTo>
                <a:cubicBezTo>
                  <a:pt x="140345" y="75344"/>
                  <a:pt x="148185" y="70985"/>
                  <a:pt x="158378" y="70985"/>
                </a:cubicBezTo>
                <a:cubicBezTo>
                  <a:pt x="171447" y="70985"/>
                  <a:pt x="177979" y="80212"/>
                  <a:pt x="177979" y="98146"/>
                </a:cubicBezTo>
                <a:lnTo>
                  <a:pt x="177979" y="148871"/>
                </a:lnTo>
                <a:cubicBezTo>
                  <a:pt x="177979" y="166292"/>
                  <a:pt x="175367" y="169623"/>
                  <a:pt x="160209" y="171160"/>
                </a:cubicBezTo>
                <a:lnTo>
                  <a:pt x="160209" y="175003"/>
                </a:lnTo>
                <a:lnTo>
                  <a:pt x="215617" y="175003"/>
                </a:lnTo>
                <a:lnTo>
                  <a:pt x="215617" y="171160"/>
                </a:lnTo>
                <a:cubicBezTo>
                  <a:pt x="201504" y="168599"/>
                  <a:pt x="199932" y="166550"/>
                  <a:pt x="199932" y="148871"/>
                </a:cubicBezTo>
                <a:lnTo>
                  <a:pt x="199932" y="97888"/>
                </a:lnTo>
                <a:cubicBezTo>
                  <a:pt x="199932" y="70985"/>
                  <a:pt x="188958" y="57148"/>
                  <a:pt x="167786" y="57148"/>
                </a:cubicBezTo>
                <a:cubicBezTo>
                  <a:pt x="152369" y="57148"/>
                  <a:pt x="141390" y="63298"/>
                  <a:pt x="129370" y="78671"/>
                </a:cubicBezTo>
                <a:lnTo>
                  <a:pt x="129370" y="782"/>
                </a:lnTo>
                <a:lnTo>
                  <a:pt x="128062" y="12"/>
                </a:lnTo>
                <a:cubicBezTo>
                  <a:pt x="119177" y="3085"/>
                  <a:pt x="112641" y="5137"/>
                  <a:pt x="98005" y="9235"/>
                </a:cubicBezTo>
                <a:lnTo>
                  <a:pt x="90951" y="11287"/>
                </a:lnTo>
                <a:lnTo>
                  <a:pt x="90951" y="15385"/>
                </a:lnTo>
                <a:cubicBezTo>
                  <a:pt x="91995" y="15131"/>
                  <a:pt x="92781" y="15131"/>
                  <a:pt x="94085" y="15131"/>
                </a:cubicBezTo>
                <a:cubicBezTo>
                  <a:pt x="105323" y="15131"/>
                  <a:pt x="107417" y="17179"/>
                  <a:pt x="107417" y="28197"/>
                </a:cubicBezTo>
                <a:lnTo>
                  <a:pt x="107417" y="148871"/>
                </a:lnTo>
                <a:cubicBezTo>
                  <a:pt x="107417" y="166804"/>
                  <a:pt x="105845" y="169111"/>
                  <a:pt x="90687" y="171160"/>
                </a:cubicBezTo>
                <a:lnTo>
                  <a:pt x="90687" y="175003"/>
                </a:lnTo>
                <a:lnTo>
                  <a:pt x="147140" y="175003"/>
                </a:lnTo>
                <a:lnTo>
                  <a:pt x="147140" y="171160"/>
                </a:lnTo>
                <a:cubicBezTo>
                  <a:pt x="131982" y="169623"/>
                  <a:pt x="129370" y="166550"/>
                  <a:pt x="129370" y="148871"/>
                </a:cubicBezTo>
                <a:lnTo>
                  <a:pt x="129370" y="87128"/>
                </a:lnTo>
                <a:close/>
                <a:moveTo>
                  <a:pt x="284353" y="57148"/>
                </a:moveTo>
                <a:cubicBezTo>
                  <a:pt x="250376" y="57148"/>
                  <a:pt x="226592" y="81737"/>
                  <a:pt x="226592" y="117073"/>
                </a:cubicBezTo>
                <a:cubicBezTo>
                  <a:pt x="226592" y="151639"/>
                  <a:pt x="250898" y="177505"/>
                  <a:pt x="283826" y="177505"/>
                </a:cubicBezTo>
                <a:cubicBezTo>
                  <a:pt x="316758" y="177505"/>
                  <a:pt x="341846" y="150360"/>
                  <a:pt x="341846" y="115024"/>
                </a:cubicBezTo>
                <a:cubicBezTo>
                  <a:pt x="341846" y="81479"/>
                  <a:pt x="317803" y="57148"/>
                  <a:pt x="284353" y="57148"/>
                </a:cubicBezTo>
                <a:moveTo>
                  <a:pt x="280955" y="64327"/>
                </a:moveTo>
                <a:cubicBezTo>
                  <a:pt x="302908" y="64327"/>
                  <a:pt x="318326" y="88907"/>
                  <a:pt x="318326" y="123985"/>
                </a:cubicBezTo>
                <a:cubicBezTo>
                  <a:pt x="318326" y="152921"/>
                  <a:pt x="306565" y="170331"/>
                  <a:pt x="286965" y="170331"/>
                </a:cubicBezTo>
                <a:cubicBezTo>
                  <a:pt x="276772" y="170331"/>
                  <a:pt x="267101" y="164189"/>
                  <a:pt x="261614" y="153945"/>
                </a:cubicBezTo>
                <a:cubicBezTo>
                  <a:pt x="254296" y="140629"/>
                  <a:pt x="250112" y="122707"/>
                  <a:pt x="250112" y="104526"/>
                </a:cubicBezTo>
                <a:cubicBezTo>
                  <a:pt x="250112" y="80200"/>
                  <a:pt x="262395" y="64327"/>
                  <a:pt x="280955" y="64327"/>
                </a:cubicBezTo>
                <a:close/>
                <a:moveTo>
                  <a:pt x="492389" y="59651"/>
                </a:moveTo>
                <a:lnTo>
                  <a:pt x="492389" y="63498"/>
                </a:lnTo>
                <a:cubicBezTo>
                  <a:pt x="501274" y="65288"/>
                  <a:pt x="503886" y="67083"/>
                  <a:pt x="503886" y="71438"/>
                </a:cubicBezTo>
                <a:cubicBezTo>
                  <a:pt x="503886" y="75278"/>
                  <a:pt x="502319" y="81428"/>
                  <a:pt x="499443" y="88344"/>
                </a:cubicBezTo>
                <a:lnTo>
                  <a:pt x="475923" y="145207"/>
                </a:lnTo>
                <a:lnTo>
                  <a:pt x="453969" y="87832"/>
                </a:lnTo>
                <a:cubicBezTo>
                  <a:pt x="449527" y="76048"/>
                  <a:pt x="449527" y="76048"/>
                  <a:pt x="449527" y="72717"/>
                </a:cubicBezTo>
                <a:cubicBezTo>
                  <a:pt x="449527" y="67083"/>
                  <a:pt x="452402" y="65288"/>
                  <a:pt x="464685" y="63498"/>
                </a:cubicBezTo>
                <a:lnTo>
                  <a:pt x="464685" y="59651"/>
                </a:lnTo>
                <a:lnTo>
                  <a:pt x="411629" y="59651"/>
                </a:lnTo>
                <a:lnTo>
                  <a:pt x="411629" y="63498"/>
                </a:lnTo>
                <a:cubicBezTo>
                  <a:pt x="421300" y="64522"/>
                  <a:pt x="424435" y="67337"/>
                  <a:pt x="429663" y="81170"/>
                </a:cubicBezTo>
                <a:cubicBezTo>
                  <a:pt x="431493" y="86037"/>
                  <a:pt x="433320" y="90905"/>
                  <a:pt x="434891" y="95515"/>
                </a:cubicBezTo>
                <a:lnTo>
                  <a:pt x="411107" y="146490"/>
                </a:lnTo>
                <a:lnTo>
                  <a:pt x="385233" y="79633"/>
                </a:lnTo>
                <a:cubicBezTo>
                  <a:pt x="384189" y="77072"/>
                  <a:pt x="383666" y="74512"/>
                  <a:pt x="383666" y="71951"/>
                </a:cubicBezTo>
                <a:cubicBezTo>
                  <a:pt x="383666" y="66571"/>
                  <a:pt x="386801" y="64522"/>
                  <a:pt x="395686" y="63498"/>
                </a:cubicBezTo>
                <a:lnTo>
                  <a:pt x="395686" y="59651"/>
                </a:lnTo>
                <a:lnTo>
                  <a:pt x="348644" y="59651"/>
                </a:lnTo>
                <a:lnTo>
                  <a:pt x="348644" y="63498"/>
                </a:lnTo>
                <a:cubicBezTo>
                  <a:pt x="354654" y="64010"/>
                  <a:pt x="356744" y="66571"/>
                  <a:pt x="362494" y="79633"/>
                </a:cubicBezTo>
                <a:lnTo>
                  <a:pt x="397779" y="167235"/>
                </a:lnTo>
                <a:cubicBezTo>
                  <a:pt x="400914" y="174921"/>
                  <a:pt x="403004" y="178506"/>
                  <a:pt x="404571" y="178506"/>
                </a:cubicBezTo>
                <a:cubicBezTo>
                  <a:pt x="405879" y="178506"/>
                  <a:pt x="407969" y="175179"/>
                  <a:pt x="411107" y="168517"/>
                </a:cubicBezTo>
                <a:lnTo>
                  <a:pt x="440378" y="107040"/>
                </a:lnTo>
                <a:lnTo>
                  <a:pt x="464162" y="167493"/>
                </a:lnTo>
                <a:cubicBezTo>
                  <a:pt x="467819" y="176970"/>
                  <a:pt x="468864" y="178506"/>
                  <a:pt x="470435" y="178506"/>
                </a:cubicBezTo>
                <a:cubicBezTo>
                  <a:pt x="472262" y="178506"/>
                  <a:pt x="473570" y="176203"/>
                  <a:pt x="477753" y="165956"/>
                </a:cubicBezTo>
                <a:lnTo>
                  <a:pt x="513820" y="77327"/>
                </a:lnTo>
                <a:cubicBezTo>
                  <a:pt x="518522" y="66571"/>
                  <a:pt x="519307" y="65288"/>
                  <a:pt x="524535" y="63498"/>
                </a:cubicBezTo>
                <a:lnTo>
                  <a:pt x="524535" y="59651"/>
                </a:lnTo>
                <a:lnTo>
                  <a:pt x="492389" y="59651"/>
                </a:lnTo>
                <a:close/>
                <a:moveTo>
                  <a:pt x="741718" y="134991"/>
                </a:moveTo>
                <a:cubicBezTo>
                  <a:pt x="729172" y="152913"/>
                  <a:pt x="719764" y="159059"/>
                  <a:pt x="704865" y="159059"/>
                </a:cubicBezTo>
                <a:cubicBezTo>
                  <a:pt x="681081" y="159059"/>
                  <a:pt x="664356" y="138576"/>
                  <a:pt x="664356" y="109132"/>
                </a:cubicBezTo>
                <a:cubicBezTo>
                  <a:pt x="664356" y="82761"/>
                  <a:pt x="678733" y="64581"/>
                  <a:pt x="699900" y="64581"/>
                </a:cubicBezTo>
                <a:cubicBezTo>
                  <a:pt x="709308" y="64581"/>
                  <a:pt x="712706" y="67396"/>
                  <a:pt x="715322" y="76869"/>
                </a:cubicBezTo>
                <a:lnTo>
                  <a:pt x="716889" y="82503"/>
                </a:lnTo>
                <a:cubicBezTo>
                  <a:pt x="718979" y="89673"/>
                  <a:pt x="723684" y="94283"/>
                  <a:pt x="729172" y="94283"/>
                </a:cubicBezTo>
                <a:cubicBezTo>
                  <a:pt x="735967" y="94283"/>
                  <a:pt x="741718" y="89415"/>
                  <a:pt x="741718" y="83527"/>
                </a:cubicBezTo>
                <a:cubicBezTo>
                  <a:pt x="741718" y="69190"/>
                  <a:pt x="723421" y="57148"/>
                  <a:pt x="701468" y="57148"/>
                </a:cubicBezTo>
                <a:cubicBezTo>
                  <a:pt x="688663" y="57148"/>
                  <a:pt x="675335" y="62274"/>
                  <a:pt x="664619" y="71493"/>
                </a:cubicBezTo>
                <a:cubicBezTo>
                  <a:pt x="651551" y="82761"/>
                  <a:pt x="644233" y="100171"/>
                  <a:pt x="644233" y="120396"/>
                </a:cubicBezTo>
                <a:cubicBezTo>
                  <a:pt x="644233" y="153683"/>
                  <a:pt x="664879" y="177505"/>
                  <a:pt x="693891" y="177505"/>
                </a:cubicBezTo>
                <a:cubicBezTo>
                  <a:pt x="705651" y="177505"/>
                  <a:pt x="716103" y="173408"/>
                  <a:pt x="725515" y="165463"/>
                </a:cubicBezTo>
                <a:cubicBezTo>
                  <a:pt x="732569" y="159313"/>
                  <a:pt x="737534" y="152401"/>
                  <a:pt x="745375" y="137294"/>
                </a:cubicBezTo>
                <a:lnTo>
                  <a:pt x="741718" y="134991"/>
                </a:lnTo>
                <a:close/>
                <a:moveTo>
                  <a:pt x="819079" y="57148"/>
                </a:moveTo>
                <a:cubicBezTo>
                  <a:pt x="785102" y="57148"/>
                  <a:pt x="761318" y="81737"/>
                  <a:pt x="761318" y="117073"/>
                </a:cubicBezTo>
                <a:cubicBezTo>
                  <a:pt x="761318" y="151639"/>
                  <a:pt x="785625" y="177505"/>
                  <a:pt x="818553" y="177505"/>
                </a:cubicBezTo>
                <a:cubicBezTo>
                  <a:pt x="851485" y="177505"/>
                  <a:pt x="876573" y="150360"/>
                  <a:pt x="876573" y="115024"/>
                </a:cubicBezTo>
                <a:cubicBezTo>
                  <a:pt x="876573" y="81479"/>
                  <a:pt x="852530" y="57148"/>
                  <a:pt x="819079" y="57148"/>
                </a:cubicBezTo>
                <a:moveTo>
                  <a:pt x="815681" y="64327"/>
                </a:moveTo>
                <a:cubicBezTo>
                  <a:pt x="837635" y="64327"/>
                  <a:pt x="853052" y="88907"/>
                  <a:pt x="853052" y="123985"/>
                </a:cubicBezTo>
                <a:cubicBezTo>
                  <a:pt x="853052" y="152921"/>
                  <a:pt x="841292" y="170331"/>
                  <a:pt x="821691" y="170331"/>
                </a:cubicBezTo>
                <a:cubicBezTo>
                  <a:pt x="811498" y="170331"/>
                  <a:pt x="801827" y="164189"/>
                  <a:pt x="796340" y="153945"/>
                </a:cubicBezTo>
                <a:cubicBezTo>
                  <a:pt x="789022" y="140629"/>
                  <a:pt x="784839" y="122707"/>
                  <a:pt x="784839" y="104526"/>
                </a:cubicBezTo>
                <a:cubicBezTo>
                  <a:pt x="784839" y="80200"/>
                  <a:pt x="797122" y="64327"/>
                  <a:pt x="815681" y="64327"/>
                </a:cubicBezTo>
                <a:close/>
                <a:moveTo>
                  <a:pt x="886243" y="75086"/>
                </a:moveTo>
                <a:cubicBezTo>
                  <a:pt x="889904" y="74316"/>
                  <a:pt x="892257" y="74058"/>
                  <a:pt x="895392" y="74058"/>
                </a:cubicBezTo>
                <a:cubicBezTo>
                  <a:pt x="901924" y="74058"/>
                  <a:pt x="904277" y="78159"/>
                  <a:pt x="904277" y="89431"/>
                </a:cubicBezTo>
                <a:lnTo>
                  <a:pt x="904277" y="153484"/>
                </a:lnTo>
                <a:cubicBezTo>
                  <a:pt x="904277" y="166292"/>
                  <a:pt x="902446" y="168087"/>
                  <a:pt x="885721" y="171160"/>
                </a:cubicBezTo>
                <a:lnTo>
                  <a:pt x="885721" y="175003"/>
                </a:lnTo>
                <a:lnTo>
                  <a:pt x="948447" y="175003"/>
                </a:lnTo>
                <a:lnTo>
                  <a:pt x="948447" y="171160"/>
                </a:lnTo>
                <a:cubicBezTo>
                  <a:pt x="930673" y="170394"/>
                  <a:pt x="926230" y="166550"/>
                  <a:pt x="926230" y="151948"/>
                </a:cubicBezTo>
                <a:lnTo>
                  <a:pt x="926230" y="94299"/>
                </a:lnTo>
                <a:cubicBezTo>
                  <a:pt x="926230" y="86100"/>
                  <a:pt x="937468" y="73292"/>
                  <a:pt x="944527" y="73292"/>
                </a:cubicBezTo>
                <a:cubicBezTo>
                  <a:pt x="946094" y="73292"/>
                  <a:pt x="948447" y="74574"/>
                  <a:pt x="951322" y="77135"/>
                </a:cubicBezTo>
                <a:cubicBezTo>
                  <a:pt x="955502" y="80720"/>
                  <a:pt x="958377" y="82257"/>
                  <a:pt x="961775" y="82257"/>
                </a:cubicBezTo>
                <a:cubicBezTo>
                  <a:pt x="968048" y="82257"/>
                  <a:pt x="971968" y="77901"/>
                  <a:pt x="971968" y="70731"/>
                </a:cubicBezTo>
                <a:cubicBezTo>
                  <a:pt x="971968" y="62274"/>
                  <a:pt x="966480" y="57148"/>
                  <a:pt x="957595" y="57148"/>
                </a:cubicBezTo>
                <a:cubicBezTo>
                  <a:pt x="946616" y="57148"/>
                  <a:pt x="939039" y="63044"/>
                  <a:pt x="926230" y="81232"/>
                </a:cubicBezTo>
                <a:lnTo>
                  <a:pt x="926230" y="57665"/>
                </a:lnTo>
                <a:lnTo>
                  <a:pt x="924926" y="57148"/>
                </a:lnTo>
                <a:cubicBezTo>
                  <a:pt x="911072" y="62786"/>
                  <a:pt x="901665" y="66117"/>
                  <a:pt x="886243" y="70985"/>
                </a:cubicBezTo>
                <a:lnTo>
                  <a:pt x="886243" y="75086"/>
                </a:lnTo>
                <a:close/>
                <a:moveTo>
                  <a:pt x="973274" y="75086"/>
                </a:moveTo>
                <a:cubicBezTo>
                  <a:pt x="976935" y="74316"/>
                  <a:pt x="979288" y="74058"/>
                  <a:pt x="982422" y="74058"/>
                </a:cubicBezTo>
                <a:cubicBezTo>
                  <a:pt x="988954" y="74058"/>
                  <a:pt x="991307" y="78159"/>
                  <a:pt x="991307" y="89431"/>
                </a:cubicBezTo>
                <a:lnTo>
                  <a:pt x="991307" y="153484"/>
                </a:lnTo>
                <a:cubicBezTo>
                  <a:pt x="991307" y="166292"/>
                  <a:pt x="989477" y="168087"/>
                  <a:pt x="972752" y="171160"/>
                </a:cubicBezTo>
                <a:lnTo>
                  <a:pt x="972752" y="175003"/>
                </a:lnTo>
                <a:lnTo>
                  <a:pt x="1035477" y="175003"/>
                </a:lnTo>
                <a:lnTo>
                  <a:pt x="1035477" y="171160"/>
                </a:lnTo>
                <a:cubicBezTo>
                  <a:pt x="1017703" y="170394"/>
                  <a:pt x="1013261" y="166550"/>
                  <a:pt x="1013261" y="151948"/>
                </a:cubicBezTo>
                <a:lnTo>
                  <a:pt x="1013261" y="94299"/>
                </a:lnTo>
                <a:cubicBezTo>
                  <a:pt x="1013261" y="86100"/>
                  <a:pt x="1024499" y="73292"/>
                  <a:pt x="1031557" y="73292"/>
                </a:cubicBezTo>
                <a:cubicBezTo>
                  <a:pt x="1033125" y="73292"/>
                  <a:pt x="1035477" y="74574"/>
                  <a:pt x="1038353" y="77135"/>
                </a:cubicBezTo>
                <a:cubicBezTo>
                  <a:pt x="1042532" y="80720"/>
                  <a:pt x="1045407" y="82257"/>
                  <a:pt x="1048805" y="82257"/>
                </a:cubicBezTo>
                <a:cubicBezTo>
                  <a:pt x="1055078" y="82257"/>
                  <a:pt x="1058998" y="77901"/>
                  <a:pt x="1058998" y="70731"/>
                </a:cubicBezTo>
                <a:cubicBezTo>
                  <a:pt x="1058998" y="62274"/>
                  <a:pt x="1053511" y="57148"/>
                  <a:pt x="1044626" y="57148"/>
                </a:cubicBezTo>
                <a:cubicBezTo>
                  <a:pt x="1033647" y="57148"/>
                  <a:pt x="1026070" y="63044"/>
                  <a:pt x="1013261" y="81232"/>
                </a:cubicBezTo>
                <a:lnTo>
                  <a:pt x="1013261" y="57665"/>
                </a:lnTo>
                <a:lnTo>
                  <a:pt x="1011957" y="57148"/>
                </a:lnTo>
                <a:cubicBezTo>
                  <a:pt x="998103" y="62786"/>
                  <a:pt x="988695" y="66117"/>
                  <a:pt x="973274" y="70985"/>
                </a:cubicBezTo>
                <a:lnTo>
                  <a:pt x="973274" y="75086"/>
                </a:lnTo>
                <a:close/>
                <a:moveTo>
                  <a:pt x="1165107" y="132911"/>
                </a:moveTo>
                <a:cubicBezTo>
                  <a:pt x="1152565" y="152393"/>
                  <a:pt x="1141323" y="159830"/>
                  <a:pt x="1124598" y="159830"/>
                </a:cubicBezTo>
                <a:cubicBezTo>
                  <a:pt x="1109703" y="159830"/>
                  <a:pt x="1098465" y="152393"/>
                  <a:pt x="1090884" y="137783"/>
                </a:cubicBezTo>
                <a:cubicBezTo>
                  <a:pt x="1086178" y="128040"/>
                  <a:pt x="1084352" y="119579"/>
                  <a:pt x="1083829" y="103940"/>
                </a:cubicBezTo>
                <a:lnTo>
                  <a:pt x="1164325" y="103940"/>
                </a:lnTo>
                <a:cubicBezTo>
                  <a:pt x="1162232" y="87316"/>
                  <a:pt x="1159620" y="79911"/>
                  <a:pt x="1153087" y="71740"/>
                </a:cubicBezTo>
                <a:cubicBezTo>
                  <a:pt x="1145243" y="62532"/>
                  <a:pt x="1133224" y="57148"/>
                  <a:pt x="1119633" y="57148"/>
                </a:cubicBezTo>
                <a:cubicBezTo>
                  <a:pt x="1106564" y="57148"/>
                  <a:pt x="1094282" y="61762"/>
                  <a:pt x="1084352" y="70461"/>
                </a:cubicBezTo>
                <a:cubicBezTo>
                  <a:pt x="1072065" y="80931"/>
                  <a:pt x="1065010" y="99072"/>
                  <a:pt x="1065010" y="120091"/>
                </a:cubicBezTo>
                <a:cubicBezTo>
                  <a:pt x="1065010" y="155470"/>
                  <a:pt x="1083829" y="177505"/>
                  <a:pt x="1113882" y="177505"/>
                </a:cubicBezTo>
                <a:cubicBezTo>
                  <a:pt x="1138711" y="177505"/>
                  <a:pt x="1158312" y="162390"/>
                  <a:pt x="1169290" y="134706"/>
                </a:cubicBezTo>
                <a:lnTo>
                  <a:pt x="1165107" y="132911"/>
                </a:lnTo>
                <a:moveTo>
                  <a:pt x="1084352" y="95741"/>
                </a:moveTo>
                <a:cubicBezTo>
                  <a:pt x="1087223" y="75825"/>
                  <a:pt x="1096112" y="66375"/>
                  <a:pt x="1112052" y="66375"/>
                </a:cubicBezTo>
                <a:cubicBezTo>
                  <a:pt x="1127995" y="66375"/>
                  <a:pt x="1134268" y="73526"/>
                  <a:pt x="1137666" y="95741"/>
                </a:cubicBezTo>
                <a:lnTo>
                  <a:pt x="1084352" y="95741"/>
                </a:lnTo>
                <a:close/>
                <a:moveTo>
                  <a:pt x="1179483" y="15373"/>
                </a:moveTo>
                <a:lnTo>
                  <a:pt x="1181050" y="15373"/>
                </a:lnTo>
                <a:cubicBezTo>
                  <a:pt x="1183925" y="15119"/>
                  <a:pt x="1187060" y="14861"/>
                  <a:pt x="1189153" y="14861"/>
                </a:cubicBezTo>
                <a:cubicBezTo>
                  <a:pt x="1197516" y="14861"/>
                  <a:pt x="1200128" y="18450"/>
                  <a:pt x="1200128" y="30492"/>
                </a:cubicBezTo>
                <a:lnTo>
                  <a:pt x="1200128" y="152714"/>
                </a:lnTo>
                <a:cubicBezTo>
                  <a:pt x="1200128" y="166550"/>
                  <a:pt x="1196471" y="169881"/>
                  <a:pt x="1180005" y="171160"/>
                </a:cubicBezTo>
                <a:lnTo>
                  <a:pt x="1180005" y="175003"/>
                </a:lnTo>
                <a:lnTo>
                  <a:pt x="1241682" y="175003"/>
                </a:lnTo>
                <a:lnTo>
                  <a:pt x="1241682" y="171160"/>
                </a:lnTo>
                <a:cubicBezTo>
                  <a:pt x="1225220" y="170136"/>
                  <a:pt x="1222082" y="167575"/>
                  <a:pt x="1222082" y="153480"/>
                </a:cubicBezTo>
                <a:lnTo>
                  <a:pt x="1222082" y="512"/>
                </a:lnTo>
                <a:lnTo>
                  <a:pt x="1221037" y="0"/>
                </a:lnTo>
                <a:cubicBezTo>
                  <a:pt x="1207446" y="4355"/>
                  <a:pt x="1197516" y="6920"/>
                  <a:pt x="1179483" y="11276"/>
                </a:cubicBezTo>
                <a:lnTo>
                  <a:pt x="1179483" y="15373"/>
                </a:lnTo>
                <a:close/>
                <a:moveTo>
                  <a:pt x="1362688" y="158039"/>
                </a:moveTo>
                <a:cubicBezTo>
                  <a:pt x="1358245" y="161620"/>
                  <a:pt x="1355111" y="162903"/>
                  <a:pt x="1351191" y="162903"/>
                </a:cubicBezTo>
                <a:cubicBezTo>
                  <a:pt x="1345181" y="162903"/>
                  <a:pt x="1343350" y="159317"/>
                  <a:pt x="1343350" y="148053"/>
                </a:cubicBezTo>
                <a:lnTo>
                  <a:pt x="1343350" y="98122"/>
                </a:lnTo>
                <a:cubicBezTo>
                  <a:pt x="1343350" y="84806"/>
                  <a:pt x="1342042" y="77381"/>
                  <a:pt x="1338122" y="71235"/>
                </a:cubicBezTo>
                <a:cubicBezTo>
                  <a:pt x="1332372" y="62020"/>
                  <a:pt x="1321134" y="57148"/>
                  <a:pt x="1305716" y="57148"/>
                </a:cubicBezTo>
                <a:cubicBezTo>
                  <a:pt x="1281147" y="57148"/>
                  <a:pt x="1261809" y="69699"/>
                  <a:pt x="1261809" y="85830"/>
                </a:cubicBezTo>
                <a:cubicBezTo>
                  <a:pt x="1261809" y="91722"/>
                  <a:pt x="1267033" y="96840"/>
                  <a:pt x="1273047" y="96840"/>
                </a:cubicBezTo>
                <a:cubicBezTo>
                  <a:pt x="1279316" y="96840"/>
                  <a:pt x="1284808" y="91722"/>
                  <a:pt x="1284808" y="86088"/>
                </a:cubicBezTo>
                <a:cubicBezTo>
                  <a:pt x="1284808" y="85064"/>
                  <a:pt x="1284544" y="83781"/>
                  <a:pt x="1284285" y="81991"/>
                </a:cubicBezTo>
                <a:cubicBezTo>
                  <a:pt x="1283763" y="79688"/>
                  <a:pt x="1283500" y="77639"/>
                  <a:pt x="1283500" y="75845"/>
                </a:cubicBezTo>
                <a:cubicBezTo>
                  <a:pt x="1283500" y="68932"/>
                  <a:pt x="1291862" y="63298"/>
                  <a:pt x="1302319" y="63298"/>
                </a:cubicBezTo>
                <a:cubicBezTo>
                  <a:pt x="1315124" y="63298"/>
                  <a:pt x="1322178" y="70723"/>
                  <a:pt x="1322178" y="84552"/>
                </a:cubicBezTo>
                <a:lnTo>
                  <a:pt x="1322178" y="100171"/>
                </a:lnTo>
                <a:cubicBezTo>
                  <a:pt x="1281932" y="116045"/>
                  <a:pt x="1277490" y="118093"/>
                  <a:pt x="1266252" y="127825"/>
                </a:cubicBezTo>
                <a:cubicBezTo>
                  <a:pt x="1260501" y="132946"/>
                  <a:pt x="1256840" y="141649"/>
                  <a:pt x="1256840" y="150098"/>
                </a:cubicBezTo>
                <a:cubicBezTo>
                  <a:pt x="1256840" y="166234"/>
                  <a:pt x="1268342" y="177505"/>
                  <a:pt x="1284285" y="177505"/>
                </a:cubicBezTo>
                <a:cubicBezTo>
                  <a:pt x="1295782" y="177505"/>
                  <a:pt x="1306498" y="172126"/>
                  <a:pt x="1322442" y="158801"/>
                </a:cubicBezTo>
                <a:cubicBezTo>
                  <a:pt x="1323750" y="172126"/>
                  <a:pt x="1328451" y="177505"/>
                  <a:pt x="1339167" y="177505"/>
                </a:cubicBezTo>
                <a:cubicBezTo>
                  <a:pt x="1348052" y="177505"/>
                  <a:pt x="1353543" y="174432"/>
                  <a:pt x="1362688" y="164697"/>
                </a:cubicBezTo>
                <a:lnTo>
                  <a:pt x="1362688" y="158039"/>
                </a:lnTo>
                <a:moveTo>
                  <a:pt x="1322178" y="143428"/>
                </a:moveTo>
                <a:cubicBezTo>
                  <a:pt x="1322178" y="151373"/>
                  <a:pt x="1320874" y="153680"/>
                  <a:pt x="1315383" y="156753"/>
                </a:cubicBezTo>
                <a:cubicBezTo>
                  <a:pt x="1309114" y="160342"/>
                  <a:pt x="1301796" y="162645"/>
                  <a:pt x="1296305" y="162645"/>
                </a:cubicBezTo>
                <a:cubicBezTo>
                  <a:pt x="1287160" y="162645"/>
                  <a:pt x="1279843" y="153934"/>
                  <a:pt x="1279843" y="142916"/>
                </a:cubicBezTo>
                <a:lnTo>
                  <a:pt x="1279843" y="141892"/>
                </a:lnTo>
                <a:cubicBezTo>
                  <a:pt x="1279843" y="126773"/>
                  <a:pt x="1290554" y="117550"/>
                  <a:pt x="1322178" y="106274"/>
                </a:cubicBezTo>
                <a:lnTo>
                  <a:pt x="1322178" y="143428"/>
                </a:lnTo>
                <a:close/>
                <a:moveTo>
                  <a:pt x="1429856" y="59651"/>
                </a:moveTo>
                <a:lnTo>
                  <a:pt x="1403460" y="59651"/>
                </a:lnTo>
                <a:lnTo>
                  <a:pt x="1403460" y="29929"/>
                </a:lnTo>
                <a:cubicBezTo>
                  <a:pt x="1403460" y="27368"/>
                  <a:pt x="1403201" y="26598"/>
                  <a:pt x="1401629" y="26598"/>
                </a:cubicBezTo>
                <a:cubicBezTo>
                  <a:pt x="1399803" y="28905"/>
                  <a:pt x="1398232" y="31211"/>
                  <a:pt x="1396405" y="33772"/>
                </a:cubicBezTo>
                <a:cubicBezTo>
                  <a:pt x="1386471" y="47867"/>
                  <a:pt x="1375233" y="60167"/>
                  <a:pt x="1371054" y="61191"/>
                </a:cubicBezTo>
                <a:cubicBezTo>
                  <a:pt x="1368179" y="62982"/>
                  <a:pt x="1366608" y="64776"/>
                  <a:pt x="1366608" y="66059"/>
                </a:cubicBezTo>
                <a:cubicBezTo>
                  <a:pt x="1366608" y="66829"/>
                  <a:pt x="1366871" y="67341"/>
                  <a:pt x="1367656" y="67853"/>
                </a:cubicBezTo>
                <a:lnTo>
                  <a:pt x="1381506" y="67853"/>
                </a:lnTo>
                <a:lnTo>
                  <a:pt x="1381506" y="144969"/>
                </a:lnTo>
                <a:cubicBezTo>
                  <a:pt x="1381506" y="166488"/>
                  <a:pt x="1389347" y="177505"/>
                  <a:pt x="1404768" y="177505"/>
                </a:cubicBezTo>
                <a:cubicBezTo>
                  <a:pt x="1417573" y="177505"/>
                  <a:pt x="1427503" y="171359"/>
                  <a:pt x="1436129" y="158035"/>
                </a:cubicBezTo>
                <a:lnTo>
                  <a:pt x="1432731" y="155216"/>
                </a:lnTo>
                <a:cubicBezTo>
                  <a:pt x="1427244" y="161620"/>
                  <a:pt x="1422801" y="164185"/>
                  <a:pt x="1417051" y="164185"/>
                </a:cubicBezTo>
                <a:cubicBezTo>
                  <a:pt x="1407380" y="164185"/>
                  <a:pt x="1403460" y="157265"/>
                  <a:pt x="1403460" y="141125"/>
                </a:cubicBezTo>
                <a:lnTo>
                  <a:pt x="1403460" y="67853"/>
                </a:lnTo>
                <a:lnTo>
                  <a:pt x="1429856" y="67853"/>
                </a:lnTo>
                <a:lnTo>
                  <a:pt x="1429856" y="59651"/>
                </a:lnTo>
                <a:close/>
                <a:moveTo>
                  <a:pt x="1481603" y="57148"/>
                </a:moveTo>
                <a:lnTo>
                  <a:pt x="1441094" y="71161"/>
                </a:lnTo>
                <a:lnTo>
                  <a:pt x="1441094" y="75008"/>
                </a:lnTo>
                <a:lnTo>
                  <a:pt x="1443188" y="74750"/>
                </a:lnTo>
                <a:cubicBezTo>
                  <a:pt x="1446322" y="74238"/>
                  <a:pt x="1449720" y="73980"/>
                  <a:pt x="1452073" y="73980"/>
                </a:cubicBezTo>
                <a:cubicBezTo>
                  <a:pt x="1458346" y="73980"/>
                  <a:pt x="1460695" y="78081"/>
                  <a:pt x="1460695" y="89365"/>
                </a:cubicBezTo>
                <a:lnTo>
                  <a:pt x="1460695" y="148855"/>
                </a:lnTo>
                <a:cubicBezTo>
                  <a:pt x="1460695" y="167317"/>
                  <a:pt x="1458082" y="170136"/>
                  <a:pt x="1440049" y="171160"/>
                </a:cubicBezTo>
                <a:lnTo>
                  <a:pt x="1440049" y="175003"/>
                </a:lnTo>
                <a:lnTo>
                  <a:pt x="1501989" y="175003"/>
                </a:lnTo>
                <a:lnTo>
                  <a:pt x="1501989" y="171160"/>
                </a:lnTo>
                <a:cubicBezTo>
                  <a:pt x="1484742" y="169881"/>
                  <a:pt x="1482648" y="167317"/>
                  <a:pt x="1482648" y="148855"/>
                </a:cubicBezTo>
                <a:lnTo>
                  <a:pt x="1482648" y="57919"/>
                </a:lnTo>
                <a:lnTo>
                  <a:pt x="1481603" y="57148"/>
                </a:lnTo>
                <a:moveTo>
                  <a:pt x="1469320" y="98"/>
                </a:moveTo>
                <a:cubicBezTo>
                  <a:pt x="1462266" y="98"/>
                  <a:pt x="1456252" y="5994"/>
                  <a:pt x="1456252" y="13168"/>
                </a:cubicBezTo>
                <a:cubicBezTo>
                  <a:pt x="1456252" y="20342"/>
                  <a:pt x="1462003" y="26234"/>
                  <a:pt x="1469320" y="26234"/>
                </a:cubicBezTo>
                <a:cubicBezTo>
                  <a:pt x="1476901" y="26234"/>
                  <a:pt x="1482911" y="20596"/>
                  <a:pt x="1482911" y="13168"/>
                </a:cubicBezTo>
                <a:cubicBezTo>
                  <a:pt x="1482911" y="5994"/>
                  <a:pt x="1476901" y="98"/>
                  <a:pt x="1469320" y="98"/>
                </a:cubicBezTo>
                <a:close/>
                <a:moveTo>
                  <a:pt x="1573863" y="57148"/>
                </a:moveTo>
                <a:cubicBezTo>
                  <a:pt x="1539886" y="57148"/>
                  <a:pt x="1516102" y="81737"/>
                  <a:pt x="1516102" y="117073"/>
                </a:cubicBezTo>
                <a:cubicBezTo>
                  <a:pt x="1516102" y="151639"/>
                  <a:pt x="1540409" y="177505"/>
                  <a:pt x="1573337" y="177505"/>
                </a:cubicBezTo>
                <a:cubicBezTo>
                  <a:pt x="1606269" y="177505"/>
                  <a:pt x="1631357" y="150360"/>
                  <a:pt x="1631357" y="115024"/>
                </a:cubicBezTo>
                <a:cubicBezTo>
                  <a:pt x="1631357" y="81479"/>
                  <a:pt x="1607314" y="57148"/>
                  <a:pt x="1573863" y="57148"/>
                </a:cubicBezTo>
                <a:moveTo>
                  <a:pt x="1570466" y="64327"/>
                </a:moveTo>
                <a:cubicBezTo>
                  <a:pt x="1592419" y="64327"/>
                  <a:pt x="1607837" y="88907"/>
                  <a:pt x="1607837" y="123985"/>
                </a:cubicBezTo>
                <a:cubicBezTo>
                  <a:pt x="1607837" y="152921"/>
                  <a:pt x="1596076" y="170331"/>
                  <a:pt x="1576476" y="170331"/>
                </a:cubicBezTo>
                <a:cubicBezTo>
                  <a:pt x="1566282" y="170331"/>
                  <a:pt x="1556612" y="164189"/>
                  <a:pt x="1551124" y="153945"/>
                </a:cubicBezTo>
                <a:cubicBezTo>
                  <a:pt x="1543807" y="140629"/>
                  <a:pt x="1539623" y="122707"/>
                  <a:pt x="1539623" y="104526"/>
                </a:cubicBezTo>
                <a:cubicBezTo>
                  <a:pt x="1539623" y="80200"/>
                  <a:pt x="1551906" y="64327"/>
                  <a:pt x="1570466" y="64327"/>
                </a:cubicBezTo>
                <a:close/>
                <a:moveTo>
                  <a:pt x="1643382" y="73038"/>
                </a:moveTo>
                <a:cubicBezTo>
                  <a:pt x="1644949" y="72267"/>
                  <a:pt x="1647565" y="72013"/>
                  <a:pt x="1650440" y="72013"/>
                </a:cubicBezTo>
                <a:cubicBezTo>
                  <a:pt x="1657758" y="72013"/>
                  <a:pt x="1660107" y="75856"/>
                  <a:pt x="1660107" y="88407"/>
                </a:cubicBezTo>
                <a:lnTo>
                  <a:pt x="1660107" y="151948"/>
                </a:lnTo>
                <a:cubicBezTo>
                  <a:pt x="1660107" y="166550"/>
                  <a:pt x="1657232" y="170136"/>
                  <a:pt x="1643904" y="171160"/>
                </a:cubicBezTo>
                <a:lnTo>
                  <a:pt x="1643904" y="175003"/>
                </a:lnTo>
                <a:lnTo>
                  <a:pt x="1699312" y="175003"/>
                </a:lnTo>
                <a:lnTo>
                  <a:pt x="1699312" y="171160"/>
                </a:lnTo>
                <a:cubicBezTo>
                  <a:pt x="1685981" y="170136"/>
                  <a:pt x="1682061" y="167063"/>
                  <a:pt x="1682061" y="157839"/>
                </a:cubicBezTo>
                <a:lnTo>
                  <a:pt x="1682061" y="85846"/>
                </a:lnTo>
                <a:cubicBezTo>
                  <a:pt x="1694606" y="74316"/>
                  <a:pt x="1700357" y="71243"/>
                  <a:pt x="1708983" y="71243"/>
                </a:cubicBezTo>
                <a:cubicBezTo>
                  <a:pt x="1721788" y="71243"/>
                  <a:pt x="1728061" y="79184"/>
                  <a:pt x="1728061" y="96093"/>
                </a:cubicBezTo>
                <a:lnTo>
                  <a:pt x="1728061" y="149641"/>
                </a:lnTo>
                <a:cubicBezTo>
                  <a:pt x="1728061" y="165780"/>
                  <a:pt x="1724663" y="170136"/>
                  <a:pt x="1711595" y="171160"/>
                </a:cubicBezTo>
                <a:lnTo>
                  <a:pt x="1711595" y="175003"/>
                </a:lnTo>
                <a:lnTo>
                  <a:pt x="1765958" y="175003"/>
                </a:lnTo>
                <a:lnTo>
                  <a:pt x="1765958" y="171160"/>
                </a:lnTo>
                <a:cubicBezTo>
                  <a:pt x="1753149" y="169881"/>
                  <a:pt x="1750015" y="166804"/>
                  <a:pt x="1750015" y="154254"/>
                </a:cubicBezTo>
                <a:lnTo>
                  <a:pt x="1750015" y="95581"/>
                </a:lnTo>
                <a:cubicBezTo>
                  <a:pt x="1750015" y="71501"/>
                  <a:pt x="1738513" y="57148"/>
                  <a:pt x="1719176" y="57148"/>
                </a:cubicBezTo>
                <a:cubicBezTo>
                  <a:pt x="1707152" y="57148"/>
                  <a:pt x="1699049" y="61508"/>
                  <a:pt x="1681279" y="77905"/>
                </a:cubicBezTo>
                <a:lnTo>
                  <a:pt x="1681279" y="57665"/>
                </a:lnTo>
                <a:lnTo>
                  <a:pt x="1679448" y="57148"/>
                </a:lnTo>
                <a:cubicBezTo>
                  <a:pt x="1666643" y="61762"/>
                  <a:pt x="1657758" y="64581"/>
                  <a:pt x="1643382" y="68682"/>
                </a:cubicBezTo>
                <a:lnTo>
                  <a:pt x="1643382" y="73038"/>
                </a:lnTo>
                <a:close/>
                <a:moveTo>
                  <a:pt x="2024697" y="59651"/>
                </a:moveTo>
                <a:lnTo>
                  <a:pt x="2024697" y="63498"/>
                </a:lnTo>
                <a:cubicBezTo>
                  <a:pt x="2033582" y="65288"/>
                  <a:pt x="2036194" y="67083"/>
                  <a:pt x="2036194" y="71438"/>
                </a:cubicBezTo>
                <a:cubicBezTo>
                  <a:pt x="2036194" y="75278"/>
                  <a:pt x="2034627" y="81428"/>
                  <a:pt x="2031752" y="88344"/>
                </a:cubicBezTo>
                <a:lnTo>
                  <a:pt x="2008231" y="145207"/>
                </a:lnTo>
                <a:lnTo>
                  <a:pt x="1986277" y="87832"/>
                </a:lnTo>
                <a:cubicBezTo>
                  <a:pt x="1981835" y="76048"/>
                  <a:pt x="1981835" y="76048"/>
                  <a:pt x="1981835" y="72717"/>
                </a:cubicBezTo>
                <a:cubicBezTo>
                  <a:pt x="1981835" y="67083"/>
                  <a:pt x="1984710" y="65288"/>
                  <a:pt x="1996993" y="63498"/>
                </a:cubicBezTo>
                <a:lnTo>
                  <a:pt x="1996993" y="59651"/>
                </a:lnTo>
                <a:lnTo>
                  <a:pt x="1943938" y="59651"/>
                </a:lnTo>
                <a:lnTo>
                  <a:pt x="1943938" y="63498"/>
                </a:lnTo>
                <a:cubicBezTo>
                  <a:pt x="1953608" y="64522"/>
                  <a:pt x="1956743" y="67337"/>
                  <a:pt x="1961971" y="81170"/>
                </a:cubicBezTo>
                <a:cubicBezTo>
                  <a:pt x="1963801" y="86037"/>
                  <a:pt x="1965628" y="90905"/>
                  <a:pt x="1967199" y="95515"/>
                </a:cubicBezTo>
                <a:lnTo>
                  <a:pt x="1943415" y="146490"/>
                </a:lnTo>
                <a:lnTo>
                  <a:pt x="1917542" y="79633"/>
                </a:lnTo>
                <a:cubicBezTo>
                  <a:pt x="1916497" y="77072"/>
                  <a:pt x="1915974" y="74512"/>
                  <a:pt x="1915974" y="71951"/>
                </a:cubicBezTo>
                <a:cubicBezTo>
                  <a:pt x="1915974" y="66571"/>
                  <a:pt x="1919109" y="64522"/>
                  <a:pt x="1927994" y="63498"/>
                </a:cubicBezTo>
                <a:lnTo>
                  <a:pt x="1927994" y="59651"/>
                </a:lnTo>
                <a:lnTo>
                  <a:pt x="1880952" y="59651"/>
                </a:lnTo>
                <a:lnTo>
                  <a:pt x="1880952" y="63498"/>
                </a:lnTo>
                <a:cubicBezTo>
                  <a:pt x="1886962" y="64010"/>
                  <a:pt x="1889052" y="66571"/>
                  <a:pt x="1894802" y="79633"/>
                </a:cubicBezTo>
                <a:lnTo>
                  <a:pt x="1930088" y="167235"/>
                </a:lnTo>
                <a:cubicBezTo>
                  <a:pt x="1933222" y="174921"/>
                  <a:pt x="1935312" y="178506"/>
                  <a:pt x="1936879" y="178506"/>
                </a:cubicBezTo>
                <a:cubicBezTo>
                  <a:pt x="1938187" y="178506"/>
                  <a:pt x="1940277" y="175179"/>
                  <a:pt x="1943415" y="168517"/>
                </a:cubicBezTo>
                <a:lnTo>
                  <a:pt x="1972686" y="107040"/>
                </a:lnTo>
                <a:lnTo>
                  <a:pt x="1996470" y="167493"/>
                </a:lnTo>
                <a:cubicBezTo>
                  <a:pt x="2000127" y="176970"/>
                  <a:pt x="2001172" y="178506"/>
                  <a:pt x="2002743" y="178506"/>
                </a:cubicBezTo>
                <a:cubicBezTo>
                  <a:pt x="2004570" y="178506"/>
                  <a:pt x="2005878" y="176203"/>
                  <a:pt x="2010061" y="165956"/>
                </a:cubicBezTo>
                <a:lnTo>
                  <a:pt x="2046128" y="77327"/>
                </a:lnTo>
                <a:cubicBezTo>
                  <a:pt x="2050830" y="66571"/>
                  <a:pt x="2051615" y="65288"/>
                  <a:pt x="2056844" y="63498"/>
                </a:cubicBezTo>
                <a:lnTo>
                  <a:pt x="2056844" y="59651"/>
                </a:lnTo>
                <a:lnTo>
                  <a:pt x="2024697" y="59651"/>
                </a:lnTo>
                <a:close/>
                <a:moveTo>
                  <a:pt x="2109895" y="57148"/>
                </a:moveTo>
                <a:lnTo>
                  <a:pt x="2069386" y="71161"/>
                </a:lnTo>
                <a:lnTo>
                  <a:pt x="2069386" y="75008"/>
                </a:lnTo>
                <a:lnTo>
                  <a:pt x="2071479" y="74750"/>
                </a:lnTo>
                <a:cubicBezTo>
                  <a:pt x="2074614" y="74238"/>
                  <a:pt x="2078011" y="73980"/>
                  <a:pt x="2080364" y="73980"/>
                </a:cubicBezTo>
                <a:cubicBezTo>
                  <a:pt x="2086637" y="73980"/>
                  <a:pt x="2088986" y="78081"/>
                  <a:pt x="2088986" y="89365"/>
                </a:cubicBezTo>
                <a:lnTo>
                  <a:pt x="2088986" y="148855"/>
                </a:lnTo>
                <a:cubicBezTo>
                  <a:pt x="2088986" y="167317"/>
                  <a:pt x="2086374" y="170136"/>
                  <a:pt x="2068341" y="171160"/>
                </a:cubicBezTo>
                <a:lnTo>
                  <a:pt x="2068341" y="175003"/>
                </a:lnTo>
                <a:lnTo>
                  <a:pt x="2130281" y="175003"/>
                </a:lnTo>
                <a:lnTo>
                  <a:pt x="2130281" y="171160"/>
                </a:lnTo>
                <a:cubicBezTo>
                  <a:pt x="2113033" y="169881"/>
                  <a:pt x="2110940" y="167317"/>
                  <a:pt x="2110940" y="148855"/>
                </a:cubicBezTo>
                <a:lnTo>
                  <a:pt x="2110940" y="57919"/>
                </a:lnTo>
                <a:lnTo>
                  <a:pt x="2109895" y="57148"/>
                </a:lnTo>
                <a:moveTo>
                  <a:pt x="2097612" y="98"/>
                </a:moveTo>
                <a:cubicBezTo>
                  <a:pt x="2090557" y="98"/>
                  <a:pt x="2084544" y="5994"/>
                  <a:pt x="2084544" y="13168"/>
                </a:cubicBezTo>
                <a:cubicBezTo>
                  <a:pt x="2084544" y="20342"/>
                  <a:pt x="2090294" y="26234"/>
                  <a:pt x="2097612" y="26234"/>
                </a:cubicBezTo>
                <a:cubicBezTo>
                  <a:pt x="2105193" y="26234"/>
                  <a:pt x="2111203" y="20596"/>
                  <a:pt x="2111203" y="13168"/>
                </a:cubicBezTo>
                <a:cubicBezTo>
                  <a:pt x="2111203" y="5994"/>
                  <a:pt x="2105193" y="98"/>
                  <a:pt x="2097612" y="98"/>
                </a:cubicBezTo>
                <a:close/>
                <a:moveTo>
                  <a:pt x="2203459" y="59651"/>
                </a:moveTo>
                <a:lnTo>
                  <a:pt x="2177063" y="59651"/>
                </a:lnTo>
                <a:lnTo>
                  <a:pt x="2177063" y="29929"/>
                </a:lnTo>
                <a:cubicBezTo>
                  <a:pt x="2177063" y="27368"/>
                  <a:pt x="2176804" y="26598"/>
                  <a:pt x="2175233" y="26598"/>
                </a:cubicBezTo>
                <a:cubicBezTo>
                  <a:pt x="2173406" y="28905"/>
                  <a:pt x="2171835" y="31211"/>
                  <a:pt x="2170009" y="33772"/>
                </a:cubicBezTo>
                <a:cubicBezTo>
                  <a:pt x="2160075" y="47867"/>
                  <a:pt x="2148837" y="60167"/>
                  <a:pt x="2144657" y="61191"/>
                </a:cubicBezTo>
                <a:cubicBezTo>
                  <a:pt x="2141782" y="62982"/>
                  <a:pt x="2140211" y="64776"/>
                  <a:pt x="2140211" y="66059"/>
                </a:cubicBezTo>
                <a:cubicBezTo>
                  <a:pt x="2140211" y="66829"/>
                  <a:pt x="2140474" y="67341"/>
                  <a:pt x="2141260" y="67853"/>
                </a:cubicBezTo>
                <a:lnTo>
                  <a:pt x="2155110" y="67853"/>
                </a:lnTo>
                <a:lnTo>
                  <a:pt x="2155110" y="144969"/>
                </a:lnTo>
                <a:cubicBezTo>
                  <a:pt x="2155110" y="166488"/>
                  <a:pt x="2162950" y="177505"/>
                  <a:pt x="2178371" y="177505"/>
                </a:cubicBezTo>
                <a:cubicBezTo>
                  <a:pt x="2191176" y="177505"/>
                  <a:pt x="2201106" y="171359"/>
                  <a:pt x="2209732" y="158035"/>
                </a:cubicBezTo>
                <a:lnTo>
                  <a:pt x="2206335" y="155216"/>
                </a:lnTo>
                <a:cubicBezTo>
                  <a:pt x="2200847" y="161620"/>
                  <a:pt x="2196405" y="164185"/>
                  <a:pt x="2190654" y="164185"/>
                </a:cubicBezTo>
                <a:cubicBezTo>
                  <a:pt x="2180983" y="164185"/>
                  <a:pt x="2177063" y="157265"/>
                  <a:pt x="2177063" y="141125"/>
                </a:cubicBezTo>
                <a:lnTo>
                  <a:pt x="2177063" y="67853"/>
                </a:lnTo>
                <a:lnTo>
                  <a:pt x="2203459" y="67853"/>
                </a:lnTo>
                <a:lnTo>
                  <a:pt x="2203459" y="59651"/>
                </a:lnTo>
                <a:close/>
                <a:moveTo>
                  <a:pt x="2250504" y="87128"/>
                </a:moveTo>
                <a:cubicBezTo>
                  <a:pt x="2261479" y="75344"/>
                  <a:pt x="2269319" y="70985"/>
                  <a:pt x="2279513" y="70985"/>
                </a:cubicBezTo>
                <a:cubicBezTo>
                  <a:pt x="2292581" y="70985"/>
                  <a:pt x="2299113" y="80212"/>
                  <a:pt x="2299113" y="98146"/>
                </a:cubicBezTo>
                <a:lnTo>
                  <a:pt x="2299113" y="148871"/>
                </a:lnTo>
                <a:cubicBezTo>
                  <a:pt x="2299113" y="166292"/>
                  <a:pt x="2296501" y="169623"/>
                  <a:pt x="2281343" y="171160"/>
                </a:cubicBezTo>
                <a:lnTo>
                  <a:pt x="2281343" y="175003"/>
                </a:lnTo>
                <a:lnTo>
                  <a:pt x="2336751" y="175003"/>
                </a:lnTo>
                <a:lnTo>
                  <a:pt x="2336751" y="171160"/>
                </a:lnTo>
                <a:cubicBezTo>
                  <a:pt x="2322638" y="168599"/>
                  <a:pt x="2321067" y="166550"/>
                  <a:pt x="2321067" y="148871"/>
                </a:cubicBezTo>
                <a:lnTo>
                  <a:pt x="2321067" y="97888"/>
                </a:lnTo>
                <a:cubicBezTo>
                  <a:pt x="2321067" y="70985"/>
                  <a:pt x="2310092" y="57148"/>
                  <a:pt x="2288920" y="57148"/>
                </a:cubicBezTo>
                <a:cubicBezTo>
                  <a:pt x="2273503" y="57148"/>
                  <a:pt x="2262524" y="63298"/>
                  <a:pt x="2250504" y="78671"/>
                </a:cubicBezTo>
                <a:lnTo>
                  <a:pt x="2250504" y="782"/>
                </a:lnTo>
                <a:lnTo>
                  <a:pt x="2249196" y="12"/>
                </a:lnTo>
                <a:cubicBezTo>
                  <a:pt x="2240311" y="3085"/>
                  <a:pt x="2233775" y="5137"/>
                  <a:pt x="2219139" y="9235"/>
                </a:cubicBezTo>
                <a:lnTo>
                  <a:pt x="2212085" y="11287"/>
                </a:lnTo>
                <a:lnTo>
                  <a:pt x="2212085" y="15385"/>
                </a:lnTo>
                <a:cubicBezTo>
                  <a:pt x="2213130" y="15131"/>
                  <a:pt x="2213915" y="15131"/>
                  <a:pt x="2215219" y="15131"/>
                </a:cubicBezTo>
                <a:cubicBezTo>
                  <a:pt x="2226457" y="15131"/>
                  <a:pt x="2228551" y="17179"/>
                  <a:pt x="2228551" y="28197"/>
                </a:cubicBezTo>
                <a:lnTo>
                  <a:pt x="2228551" y="148871"/>
                </a:lnTo>
                <a:cubicBezTo>
                  <a:pt x="2228551" y="166804"/>
                  <a:pt x="2226980" y="169111"/>
                  <a:pt x="2211822" y="171160"/>
                </a:cubicBezTo>
                <a:lnTo>
                  <a:pt x="2211822" y="175003"/>
                </a:lnTo>
                <a:lnTo>
                  <a:pt x="2268275" y="175003"/>
                </a:lnTo>
                <a:lnTo>
                  <a:pt x="2268275" y="171160"/>
                </a:lnTo>
                <a:cubicBezTo>
                  <a:pt x="2253117" y="169623"/>
                  <a:pt x="2250504" y="166550"/>
                  <a:pt x="2250504" y="148871"/>
                </a:cubicBezTo>
                <a:lnTo>
                  <a:pt x="2250504" y="87128"/>
                </a:lnTo>
                <a:close/>
                <a:moveTo>
                  <a:pt x="2561511" y="158039"/>
                </a:moveTo>
                <a:cubicBezTo>
                  <a:pt x="2557069" y="161620"/>
                  <a:pt x="2553934" y="162903"/>
                  <a:pt x="2550014" y="162903"/>
                </a:cubicBezTo>
                <a:cubicBezTo>
                  <a:pt x="2544004" y="162903"/>
                  <a:pt x="2542174" y="159317"/>
                  <a:pt x="2542174" y="148053"/>
                </a:cubicBezTo>
                <a:lnTo>
                  <a:pt x="2542174" y="98122"/>
                </a:lnTo>
                <a:cubicBezTo>
                  <a:pt x="2542174" y="84806"/>
                  <a:pt x="2540866" y="77381"/>
                  <a:pt x="2536946" y="71235"/>
                </a:cubicBezTo>
                <a:cubicBezTo>
                  <a:pt x="2531195" y="62020"/>
                  <a:pt x="2519957" y="57148"/>
                  <a:pt x="2504540" y="57148"/>
                </a:cubicBezTo>
                <a:cubicBezTo>
                  <a:pt x="2479970" y="57148"/>
                  <a:pt x="2460633" y="69699"/>
                  <a:pt x="2460633" y="85830"/>
                </a:cubicBezTo>
                <a:cubicBezTo>
                  <a:pt x="2460633" y="91722"/>
                  <a:pt x="2465857" y="96840"/>
                  <a:pt x="2471871" y="96840"/>
                </a:cubicBezTo>
                <a:cubicBezTo>
                  <a:pt x="2478140" y="96840"/>
                  <a:pt x="2483631" y="91722"/>
                  <a:pt x="2483631" y="86088"/>
                </a:cubicBezTo>
                <a:cubicBezTo>
                  <a:pt x="2483631" y="85064"/>
                  <a:pt x="2483368" y="83781"/>
                  <a:pt x="2483109" y="81991"/>
                </a:cubicBezTo>
                <a:cubicBezTo>
                  <a:pt x="2482586" y="79688"/>
                  <a:pt x="2482323" y="77639"/>
                  <a:pt x="2482323" y="75845"/>
                </a:cubicBezTo>
                <a:cubicBezTo>
                  <a:pt x="2482323" y="68932"/>
                  <a:pt x="2490686" y="63298"/>
                  <a:pt x="2501142" y="63298"/>
                </a:cubicBezTo>
                <a:cubicBezTo>
                  <a:pt x="2513947" y="63298"/>
                  <a:pt x="2521002" y="70723"/>
                  <a:pt x="2521002" y="84552"/>
                </a:cubicBezTo>
                <a:lnTo>
                  <a:pt x="2521002" y="100171"/>
                </a:lnTo>
                <a:cubicBezTo>
                  <a:pt x="2480756" y="116045"/>
                  <a:pt x="2476313" y="118093"/>
                  <a:pt x="2465075" y="127825"/>
                </a:cubicBezTo>
                <a:cubicBezTo>
                  <a:pt x="2459325" y="132946"/>
                  <a:pt x="2455664" y="141649"/>
                  <a:pt x="2455664" y="150098"/>
                </a:cubicBezTo>
                <a:cubicBezTo>
                  <a:pt x="2455664" y="166234"/>
                  <a:pt x="2467165" y="177505"/>
                  <a:pt x="2483109" y="177505"/>
                </a:cubicBezTo>
                <a:cubicBezTo>
                  <a:pt x="2494606" y="177505"/>
                  <a:pt x="2505321" y="172126"/>
                  <a:pt x="2521265" y="158801"/>
                </a:cubicBezTo>
                <a:cubicBezTo>
                  <a:pt x="2522573" y="172126"/>
                  <a:pt x="2527275" y="177505"/>
                  <a:pt x="2537990" y="177505"/>
                </a:cubicBezTo>
                <a:cubicBezTo>
                  <a:pt x="2546876" y="177505"/>
                  <a:pt x="2552367" y="174432"/>
                  <a:pt x="2561511" y="164697"/>
                </a:cubicBezTo>
                <a:lnTo>
                  <a:pt x="2561511" y="158039"/>
                </a:lnTo>
                <a:moveTo>
                  <a:pt x="2521002" y="143428"/>
                </a:moveTo>
                <a:cubicBezTo>
                  <a:pt x="2521002" y="151373"/>
                  <a:pt x="2519698" y="153680"/>
                  <a:pt x="2514207" y="156753"/>
                </a:cubicBezTo>
                <a:cubicBezTo>
                  <a:pt x="2507938" y="160342"/>
                  <a:pt x="2500620" y="162645"/>
                  <a:pt x="2495128" y="162645"/>
                </a:cubicBezTo>
                <a:cubicBezTo>
                  <a:pt x="2485984" y="162645"/>
                  <a:pt x="2478666" y="153934"/>
                  <a:pt x="2478666" y="142916"/>
                </a:cubicBezTo>
                <a:lnTo>
                  <a:pt x="2478666" y="141892"/>
                </a:lnTo>
                <a:cubicBezTo>
                  <a:pt x="2478666" y="126773"/>
                  <a:pt x="2489378" y="117550"/>
                  <a:pt x="2521002" y="106274"/>
                </a:cubicBezTo>
                <a:lnTo>
                  <a:pt x="2521002" y="143428"/>
                </a:lnTo>
                <a:close/>
                <a:moveTo>
                  <a:pt x="2566217" y="73038"/>
                </a:moveTo>
                <a:cubicBezTo>
                  <a:pt x="2567784" y="72267"/>
                  <a:pt x="2570400" y="72013"/>
                  <a:pt x="2573276" y="72013"/>
                </a:cubicBezTo>
                <a:cubicBezTo>
                  <a:pt x="2580593" y="72013"/>
                  <a:pt x="2582942" y="75856"/>
                  <a:pt x="2582942" y="88407"/>
                </a:cubicBezTo>
                <a:lnTo>
                  <a:pt x="2582942" y="151948"/>
                </a:lnTo>
                <a:cubicBezTo>
                  <a:pt x="2582942" y="166550"/>
                  <a:pt x="2580067" y="170136"/>
                  <a:pt x="2566739" y="171160"/>
                </a:cubicBezTo>
                <a:lnTo>
                  <a:pt x="2566739" y="175003"/>
                </a:lnTo>
                <a:lnTo>
                  <a:pt x="2622148" y="175003"/>
                </a:lnTo>
                <a:lnTo>
                  <a:pt x="2622148" y="171160"/>
                </a:lnTo>
                <a:cubicBezTo>
                  <a:pt x="2608816" y="170136"/>
                  <a:pt x="2604896" y="167063"/>
                  <a:pt x="2604896" y="157839"/>
                </a:cubicBezTo>
                <a:lnTo>
                  <a:pt x="2604896" y="85846"/>
                </a:lnTo>
                <a:cubicBezTo>
                  <a:pt x="2617442" y="74316"/>
                  <a:pt x="2623192" y="71243"/>
                  <a:pt x="2631818" y="71243"/>
                </a:cubicBezTo>
                <a:cubicBezTo>
                  <a:pt x="2644623" y="71243"/>
                  <a:pt x="2650896" y="79184"/>
                  <a:pt x="2650896" y="96093"/>
                </a:cubicBezTo>
                <a:lnTo>
                  <a:pt x="2650896" y="149641"/>
                </a:lnTo>
                <a:cubicBezTo>
                  <a:pt x="2650896" y="165780"/>
                  <a:pt x="2647499" y="170136"/>
                  <a:pt x="2634430" y="171160"/>
                </a:cubicBezTo>
                <a:lnTo>
                  <a:pt x="2634430" y="175003"/>
                </a:lnTo>
                <a:lnTo>
                  <a:pt x="2688794" y="175003"/>
                </a:lnTo>
                <a:lnTo>
                  <a:pt x="2688794" y="171160"/>
                </a:lnTo>
                <a:cubicBezTo>
                  <a:pt x="2675984" y="169881"/>
                  <a:pt x="2672850" y="166804"/>
                  <a:pt x="2672850" y="154254"/>
                </a:cubicBezTo>
                <a:lnTo>
                  <a:pt x="2672850" y="95581"/>
                </a:lnTo>
                <a:cubicBezTo>
                  <a:pt x="2672850" y="71501"/>
                  <a:pt x="2661349" y="57148"/>
                  <a:pt x="2642011" y="57148"/>
                </a:cubicBezTo>
                <a:cubicBezTo>
                  <a:pt x="2629988" y="57148"/>
                  <a:pt x="2621884" y="61508"/>
                  <a:pt x="2604114" y="77905"/>
                </a:cubicBezTo>
                <a:lnTo>
                  <a:pt x="2604114" y="57665"/>
                </a:lnTo>
                <a:lnTo>
                  <a:pt x="2602284" y="57148"/>
                </a:lnTo>
                <a:cubicBezTo>
                  <a:pt x="2589479" y="61762"/>
                  <a:pt x="2580593" y="64581"/>
                  <a:pt x="2566217" y="68682"/>
                </a:cubicBezTo>
                <a:lnTo>
                  <a:pt x="2566217" y="73038"/>
                </a:lnTo>
                <a:close/>
                <a:moveTo>
                  <a:pt x="2696893" y="73038"/>
                </a:moveTo>
                <a:cubicBezTo>
                  <a:pt x="2698460" y="72267"/>
                  <a:pt x="2701076" y="72013"/>
                  <a:pt x="2703952" y="72013"/>
                </a:cubicBezTo>
                <a:cubicBezTo>
                  <a:pt x="2711270" y="72013"/>
                  <a:pt x="2713618" y="75856"/>
                  <a:pt x="2713618" y="88407"/>
                </a:cubicBezTo>
                <a:lnTo>
                  <a:pt x="2713618" y="151948"/>
                </a:lnTo>
                <a:cubicBezTo>
                  <a:pt x="2713618" y="166550"/>
                  <a:pt x="2710743" y="170136"/>
                  <a:pt x="2697415" y="171160"/>
                </a:cubicBezTo>
                <a:lnTo>
                  <a:pt x="2697415" y="175003"/>
                </a:lnTo>
                <a:lnTo>
                  <a:pt x="2752824" y="175003"/>
                </a:lnTo>
                <a:lnTo>
                  <a:pt x="2752824" y="171160"/>
                </a:lnTo>
                <a:cubicBezTo>
                  <a:pt x="2739492" y="170136"/>
                  <a:pt x="2735572" y="167063"/>
                  <a:pt x="2735572" y="157839"/>
                </a:cubicBezTo>
                <a:lnTo>
                  <a:pt x="2735572" y="85846"/>
                </a:lnTo>
                <a:cubicBezTo>
                  <a:pt x="2748118" y="74316"/>
                  <a:pt x="2753868" y="71243"/>
                  <a:pt x="2762494" y="71243"/>
                </a:cubicBezTo>
                <a:cubicBezTo>
                  <a:pt x="2775300" y="71243"/>
                  <a:pt x="2781573" y="79184"/>
                  <a:pt x="2781573" y="96093"/>
                </a:cubicBezTo>
                <a:lnTo>
                  <a:pt x="2781573" y="149641"/>
                </a:lnTo>
                <a:cubicBezTo>
                  <a:pt x="2781573" y="165780"/>
                  <a:pt x="2778175" y="170136"/>
                  <a:pt x="2765106" y="171160"/>
                </a:cubicBezTo>
                <a:lnTo>
                  <a:pt x="2765106" y="175003"/>
                </a:lnTo>
                <a:lnTo>
                  <a:pt x="2819470" y="175003"/>
                </a:lnTo>
                <a:lnTo>
                  <a:pt x="2819470" y="171160"/>
                </a:lnTo>
                <a:cubicBezTo>
                  <a:pt x="2806661" y="169881"/>
                  <a:pt x="2803526" y="166804"/>
                  <a:pt x="2803526" y="154254"/>
                </a:cubicBezTo>
                <a:lnTo>
                  <a:pt x="2803526" y="95581"/>
                </a:lnTo>
                <a:cubicBezTo>
                  <a:pt x="2803526" y="71501"/>
                  <a:pt x="2792025" y="57148"/>
                  <a:pt x="2772687" y="57148"/>
                </a:cubicBezTo>
                <a:cubicBezTo>
                  <a:pt x="2760664" y="57148"/>
                  <a:pt x="2752560" y="61508"/>
                  <a:pt x="2734790" y="77905"/>
                </a:cubicBezTo>
                <a:lnTo>
                  <a:pt x="2734790" y="57665"/>
                </a:lnTo>
                <a:lnTo>
                  <a:pt x="2732960" y="57148"/>
                </a:lnTo>
                <a:cubicBezTo>
                  <a:pt x="2720155" y="61762"/>
                  <a:pt x="2711270" y="64581"/>
                  <a:pt x="2696893" y="68682"/>
                </a:cubicBezTo>
                <a:lnTo>
                  <a:pt x="2696893" y="73038"/>
                </a:lnTo>
                <a:close/>
                <a:moveTo>
                  <a:pt x="2888729" y="57148"/>
                </a:moveTo>
                <a:cubicBezTo>
                  <a:pt x="2854752" y="57148"/>
                  <a:pt x="2830968" y="81737"/>
                  <a:pt x="2830968" y="117073"/>
                </a:cubicBezTo>
                <a:cubicBezTo>
                  <a:pt x="2830968" y="151639"/>
                  <a:pt x="2855274" y="177505"/>
                  <a:pt x="2888202" y="177505"/>
                </a:cubicBezTo>
                <a:cubicBezTo>
                  <a:pt x="2921135" y="177505"/>
                  <a:pt x="2946223" y="150360"/>
                  <a:pt x="2946223" y="115024"/>
                </a:cubicBezTo>
                <a:cubicBezTo>
                  <a:pt x="2946223" y="81479"/>
                  <a:pt x="2922179" y="57148"/>
                  <a:pt x="2888729" y="57148"/>
                </a:cubicBezTo>
                <a:moveTo>
                  <a:pt x="2885331" y="64327"/>
                </a:moveTo>
                <a:cubicBezTo>
                  <a:pt x="2907284" y="64327"/>
                  <a:pt x="2922702" y="88907"/>
                  <a:pt x="2922702" y="123985"/>
                </a:cubicBezTo>
                <a:cubicBezTo>
                  <a:pt x="2922702" y="152921"/>
                  <a:pt x="2910941" y="170331"/>
                  <a:pt x="2891341" y="170331"/>
                </a:cubicBezTo>
                <a:cubicBezTo>
                  <a:pt x="2881148" y="170331"/>
                  <a:pt x="2871477" y="164189"/>
                  <a:pt x="2865990" y="153945"/>
                </a:cubicBezTo>
                <a:cubicBezTo>
                  <a:pt x="2858672" y="140629"/>
                  <a:pt x="2854488" y="122707"/>
                  <a:pt x="2854488" y="104526"/>
                </a:cubicBezTo>
                <a:cubicBezTo>
                  <a:pt x="2854488" y="80200"/>
                  <a:pt x="2866771" y="64327"/>
                  <a:pt x="2885331" y="64327"/>
                </a:cubicBezTo>
                <a:close/>
                <a:moveTo>
                  <a:pt x="3020709" y="59651"/>
                </a:moveTo>
                <a:lnTo>
                  <a:pt x="2994313" y="59651"/>
                </a:lnTo>
                <a:lnTo>
                  <a:pt x="2994313" y="29929"/>
                </a:lnTo>
                <a:cubicBezTo>
                  <a:pt x="2994313" y="27368"/>
                  <a:pt x="2994054" y="26598"/>
                  <a:pt x="2992483" y="26598"/>
                </a:cubicBezTo>
                <a:cubicBezTo>
                  <a:pt x="2990656" y="28905"/>
                  <a:pt x="2989085" y="31211"/>
                  <a:pt x="2987258" y="33772"/>
                </a:cubicBezTo>
                <a:cubicBezTo>
                  <a:pt x="2977325" y="47867"/>
                  <a:pt x="2966087" y="60167"/>
                  <a:pt x="2961907" y="61191"/>
                </a:cubicBezTo>
                <a:cubicBezTo>
                  <a:pt x="2959032" y="62982"/>
                  <a:pt x="2957461" y="64776"/>
                  <a:pt x="2957461" y="66059"/>
                </a:cubicBezTo>
                <a:cubicBezTo>
                  <a:pt x="2957461" y="66829"/>
                  <a:pt x="2957724" y="67341"/>
                  <a:pt x="2958510" y="67853"/>
                </a:cubicBezTo>
                <a:lnTo>
                  <a:pt x="2972360" y="67853"/>
                </a:lnTo>
                <a:lnTo>
                  <a:pt x="2972360" y="144969"/>
                </a:lnTo>
                <a:cubicBezTo>
                  <a:pt x="2972360" y="166488"/>
                  <a:pt x="2980200" y="177505"/>
                  <a:pt x="2995621" y="177505"/>
                </a:cubicBezTo>
                <a:cubicBezTo>
                  <a:pt x="3008426" y="177505"/>
                  <a:pt x="3018356" y="171359"/>
                  <a:pt x="3026982" y="158035"/>
                </a:cubicBezTo>
                <a:lnTo>
                  <a:pt x="3023584" y="155216"/>
                </a:lnTo>
                <a:cubicBezTo>
                  <a:pt x="3018097" y="161620"/>
                  <a:pt x="3013654" y="164185"/>
                  <a:pt x="3007904" y="164185"/>
                </a:cubicBezTo>
                <a:cubicBezTo>
                  <a:pt x="2998233" y="164185"/>
                  <a:pt x="2994313" y="157265"/>
                  <a:pt x="2994313" y="141125"/>
                </a:cubicBezTo>
                <a:lnTo>
                  <a:pt x="2994313" y="67853"/>
                </a:lnTo>
                <a:lnTo>
                  <a:pt x="3020709" y="67853"/>
                </a:lnTo>
                <a:lnTo>
                  <a:pt x="3020709" y="59651"/>
                </a:lnTo>
                <a:close/>
                <a:moveTo>
                  <a:pt x="3142237" y="158039"/>
                </a:moveTo>
                <a:cubicBezTo>
                  <a:pt x="3137794" y="161620"/>
                  <a:pt x="3134660" y="162903"/>
                  <a:pt x="3130740" y="162903"/>
                </a:cubicBezTo>
                <a:cubicBezTo>
                  <a:pt x="3124730" y="162903"/>
                  <a:pt x="3122899" y="159317"/>
                  <a:pt x="3122899" y="148053"/>
                </a:cubicBezTo>
                <a:lnTo>
                  <a:pt x="3122899" y="98122"/>
                </a:lnTo>
                <a:cubicBezTo>
                  <a:pt x="3122899" y="84806"/>
                  <a:pt x="3121591" y="77381"/>
                  <a:pt x="3117671" y="71235"/>
                </a:cubicBezTo>
                <a:cubicBezTo>
                  <a:pt x="3111921" y="62020"/>
                  <a:pt x="3100683" y="57148"/>
                  <a:pt x="3085265" y="57148"/>
                </a:cubicBezTo>
                <a:cubicBezTo>
                  <a:pt x="3060696" y="57148"/>
                  <a:pt x="3041358" y="69699"/>
                  <a:pt x="3041358" y="85830"/>
                </a:cubicBezTo>
                <a:cubicBezTo>
                  <a:pt x="3041358" y="91722"/>
                  <a:pt x="3046582" y="96840"/>
                  <a:pt x="3052596" y="96840"/>
                </a:cubicBezTo>
                <a:cubicBezTo>
                  <a:pt x="3058865" y="96840"/>
                  <a:pt x="3064357" y="91722"/>
                  <a:pt x="3064357" y="86088"/>
                </a:cubicBezTo>
                <a:cubicBezTo>
                  <a:pt x="3064357" y="85064"/>
                  <a:pt x="3064093" y="83781"/>
                  <a:pt x="3063834" y="81991"/>
                </a:cubicBezTo>
                <a:cubicBezTo>
                  <a:pt x="3063312" y="79688"/>
                  <a:pt x="3063049" y="77639"/>
                  <a:pt x="3063049" y="75845"/>
                </a:cubicBezTo>
                <a:cubicBezTo>
                  <a:pt x="3063049" y="68932"/>
                  <a:pt x="3071411" y="63298"/>
                  <a:pt x="3081868" y="63298"/>
                </a:cubicBezTo>
                <a:cubicBezTo>
                  <a:pt x="3094673" y="63298"/>
                  <a:pt x="3101727" y="70723"/>
                  <a:pt x="3101727" y="84552"/>
                </a:cubicBezTo>
                <a:lnTo>
                  <a:pt x="3101727" y="100171"/>
                </a:lnTo>
                <a:cubicBezTo>
                  <a:pt x="3061481" y="116045"/>
                  <a:pt x="3057039" y="118093"/>
                  <a:pt x="3045801" y="127825"/>
                </a:cubicBezTo>
                <a:cubicBezTo>
                  <a:pt x="3040050" y="132946"/>
                  <a:pt x="3036389" y="141649"/>
                  <a:pt x="3036389" y="150098"/>
                </a:cubicBezTo>
                <a:cubicBezTo>
                  <a:pt x="3036389" y="166234"/>
                  <a:pt x="3047890" y="177505"/>
                  <a:pt x="3063834" y="177505"/>
                </a:cubicBezTo>
                <a:cubicBezTo>
                  <a:pt x="3075331" y="177505"/>
                  <a:pt x="3086047" y="172126"/>
                  <a:pt x="3101991" y="158801"/>
                </a:cubicBezTo>
                <a:cubicBezTo>
                  <a:pt x="3103299" y="172126"/>
                  <a:pt x="3108000" y="177505"/>
                  <a:pt x="3118716" y="177505"/>
                </a:cubicBezTo>
                <a:cubicBezTo>
                  <a:pt x="3127601" y="177505"/>
                  <a:pt x="3133092" y="174432"/>
                  <a:pt x="3142237" y="164697"/>
                </a:cubicBezTo>
                <a:lnTo>
                  <a:pt x="3142237" y="158039"/>
                </a:lnTo>
                <a:moveTo>
                  <a:pt x="3101727" y="143428"/>
                </a:moveTo>
                <a:cubicBezTo>
                  <a:pt x="3101727" y="151373"/>
                  <a:pt x="3100423" y="153680"/>
                  <a:pt x="3094932" y="156753"/>
                </a:cubicBezTo>
                <a:cubicBezTo>
                  <a:pt x="3088663" y="160342"/>
                  <a:pt x="3081345" y="162645"/>
                  <a:pt x="3075854" y="162645"/>
                </a:cubicBezTo>
                <a:cubicBezTo>
                  <a:pt x="3066709" y="162645"/>
                  <a:pt x="3059392" y="153934"/>
                  <a:pt x="3059392" y="142916"/>
                </a:cubicBezTo>
                <a:lnTo>
                  <a:pt x="3059392" y="141892"/>
                </a:lnTo>
                <a:cubicBezTo>
                  <a:pt x="3059392" y="126773"/>
                  <a:pt x="3070103" y="117550"/>
                  <a:pt x="3101727" y="106274"/>
                </a:cubicBezTo>
                <a:lnTo>
                  <a:pt x="3101727" y="143428"/>
                </a:lnTo>
                <a:close/>
                <a:moveTo>
                  <a:pt x="3209405" y="59651"/>
                </a:moveTo>
                <a:lnTo>
                  <a:pt x="3183009" y="59651"/>
                </a:lnTo>
                <a:lnTo>
                  <a:pt x="3183009" y="29929"/>
                </a:lnTo>
                <a:cubicBezTo>
                  <a:pt x="3183009" y="27368"/>
                  <a:pt x="3182750" y="26598"/>
                  <a:pt x="3181179" y="26598"/>
                </a:cubicBezTo>
                <a:cubicBezTo>
                  <a:pt x="3179352" y="28905"/>
                  <a:pt x="3177781" y="31211"/>
                  <a:pt x="3175955" y="33772"/>
                </a:cubicBezTo>
                <a:cubicBezTo>
                  <a:pt x="3166021" y="47867"/>
                  <a:pt x="3154783" y="60167"/>
                  <a:pt x="3150603" y="61191"/>
                </a:cubicBezTo>
                <a:cubicBezTo>
                  <a:pt x="3147728" y="62982"/>
                  <a:pt x="3146157" y="64776"/>
                  <a:pt x="3146157" y="66059"/>
                </a:cubicBezTo>
                <a:cubicBezTo>
                  <a:pt x="3146157" y="66829"/>
                  <a:pt x="3146420" y="67341"/>
                  <a:pt x="3147206" y="67853"/>
                </a:cubicBezTo>
                <a:lnTo>
                  <a:pt x="3161056" y="67853"/>
                </a:lnTo>
                <a:lnTo>
                  <a:pt x="3161056" y="144969"/>
                </a:lnTo>
                <a:cubicBezTo>
                  <a:pt x="3161056" y="166488"/>
                  <a:pt x="3168896" y="177505"/>
                  <a:pt x="3184317" y="177505"/>
                </a:cubicBezTo>
                <a:cubicBezTo>
                  <a:pt x="3197122" y="177505"/>
                  <a:pt x="3207052" y="171359"/>
                  <a:pt x="3215678" y="158035"/>
                </a:cubicBezTo>
                <a:lnTo>
                  <a:pt x="3212281" y="155216"/>
                </a:lnTo>
                <a:cubicBezTo>
                  <a:pt x="3206793" y="161620"/>
                  <a:pt x="3202351" y="164185"/>
                  <a:pt x="3196600" y="164185"/>
                </a:cubicBezTo>
                <a:cubicBezTo>
                  <a:pt x="3186929" y="164185"/>
                  <a:pt x="3183009" y="157265"/>
                  <a:pt x="3183009" y="141125"/>
                </a:cubicBezTo>
                <a:lnTo>
                  <a:pt x="3183009" y="67853"/>
                </a:lnTo>
                <a:lnTo>
                  <a:pt x="3209405" y="67853"/>
                </a:lnTo>
                <a:lnTo>
                  <a:pt x="3209405" y="59651"/>
                </a:lnTo>
                <a:close/>
                <a:moveTo>
                  <a:pt x="3280757" y="57148"/>
                </a:moveTo>
                <a:cubicBezTo>
                  <a:pt x="3246780" y="57148"/>
                  <a:pt x="3222996" y="81737"/>
                  <a:pt x="3222996" y="117073"/>
                </a:cubicBezTo>
                <a:cubicBezTo>
                  <a:pt x="3222996" y="151639"/>
                  <a:pt x="3247302" y="177505"/>
                  <a:pt x="3280231" y="177505"/>
                </a:cubicBezTo>
                <a:cubicBezTo>
                  <a:pt x="3313163" y="177505"/>
                  <a:pt x="3338251" y="150360"/>
                  <a:pt x="3338251" y="115024"/>
                </a:cubicBezTo>
                <a:cubicBezTo>
                  <a:pt x="3338251" y="81479"/>
                  <a:pt x="3314208" y="57148"/>
                  <a:pt x="3280757" y="57148"/>
                </a:cubicBezTo>
                <a:moveTo>
                  <a:pt x="3277359" y="64327"/>
                </a:moveTo>
                <a:cubicBezTo>
                  <a:pt x="3299313" y="64327"/>
                  <a:pt x="3314730" y="88907"/>
                  <a:pt x="3314730" y="123985"/>
                </a:cubicBezTo>
                <a:cubicBezTo>
                  <a:pt x="3314730" y="152921"/>
                  <a:pt x="3302970" y="170331"/>
                  <a:pt x="3283369" y="170331"/>
                </a:cubicBezTo>
                <a:cubicBezTo>
                  <a:pt x="3273176" y="170331"/>
                  <a:pt x="3263505" y="164189"/>
                  <a:pt x="3258018" y="153945"/>
                </a:cubicBezTo>
                <a:cubicBezTo>
                  <a:pt x="3250700" y="140629"/>
                  <a:pt x="3246517" y="122707"/>
                  <a:pt x="3246517" y="104526"/>
                </a:cubicBezTo>
                <a:cubicBezTo>
                  <a:pt x="3246517" y="80200"/>
                  <a:pt x="3258800" y="64327"/>
                  <a:pt x="3277359" y="64327"/>
                </a:cubicBezTo>
                <a:close/>
                <a:moveTo>
                  <a:pt x="3347922" y="75086"/>
                </a:moveTo>
                <a:cubicBezTo>
                  <a:pt x="3351583" y="74316"/>
                  <a:pt x="3353936" y="74058"/>
                  <a:pt x="3357071" y="74058"/>
                </a:cubicBezTo>
                <a:cubicBezTo>
                  <a:pt x="3363603" y="74058"/>
                  <a:pt x="3365956" y="78159"/>
                  <a:pt x="3365956" y="89431"/>
                </a:cubicBezTo>
                <a:lnTo>
                  <a:pt x="3365956" y="153484"/>
                </a:lnTo>
                <a:cubicBezTo>
                  <a:pt x="3365956" y="166292"/>
                  <a:pt x="3364125" y="168087"/>
                  <a:pt x="3347400" y="171160"/>
                </a:cubicBezTo>
                <a:lnTo>
                  <a:pt x="3347400" y="175003"/>
                </a:lnTo>
                <a:lnTo>
                  <a:pt x="3410126" y="175003"/>
                </a:lnTo>
                <a:lnTo>
                  <a:pt x="3410126" y="171160"/>
                </a:lnTo>
                <a:cubicBezTo>
                  <a:pt x="3392352" y="170394"/>
                  <a:pt x="3387909" y="166550"/>
                  <a:pt x="3387909" y="151948"/>
                </a:cubicBezTo>
                <a:lnTo>
                  <a:pt x="3387909" y="94299"/>
                </a:lnTo>
                <a:cubicBezTo>
                  <a:pt x="3387909" y="86100"/>
                  <a:pt x="3399147" y="73292"/>
                  <a:pt x="3406206" y="73292"/>
                </a:cubicBezTo>
                <a:cubicBezTo>
                  <a:pt x="3407773" y="73292"/>
                  <a:pt x="3410126" y="74574"/>
                  <a:pt x="3413001" y="77135"/>
                </a:cubicBezTo>
                <a:cubicBezTo>
                  <a:pt x="3417181" y="80720"/>
                  <a:pt x="3420056" y="82257"/>
                  <a:pt x="3423454" y="82257"/>
                </a:cubicBezTo>
                <a:cubicBezTo>
                  <a:pt x="3429727" y="82257"/>
                  <a:pt x="3433647" y="77901"/>
                  <a:pt x="3433647" y="70731"/>
                </a:cubicBezTo>
                <a:cubicBezTo>
                  <a:pt x="3433647" y="62274"/>
                  <a:pt x="3428159" y="57148"/>
                  <a:pt x="3419274" y="57148"/>
                </a:cubicBezTo>
                <a:cubicBezTo>
                  <a:pt x="3408296" y="57148"/>
                  <a:pt x="3400718" y="63044"/>
                  <a:pt x="3387909" y="81232"/>
                </a:cubicBezTo>
                <a:lnTo>
                  <a:pt x="3387909" y="57665"/>
                </a:lnTo>
                <a:lnTo>
                  <a:pt x="3386605" y="57148"/>
                </a:lnTo>
                <a:cubicBezTo>
                  <a:pt x="3372751" y="62786"/>
                  <a:pt x="3363344" y="66117"/>
                  <a:pt x="3347922" y="70985"/>
                </a:cubicBezTo>
                <a:lnTo>
                  <a:pt x="3347922" y="75086"/>
                </a:lnTo>
                <a:close/>
                <a:moveTo>
                  <a:pt x="3515449" y="94498"/>
                </a:moveTo>
                <a:lnTo>
                  <a:pt x="3514404" y="59651"/>
                </a:lnTo>
                <a:lnTo>
                  <a:pt x="3511529" y="59651"/>
                </a:lnTo>
                <a:lnTo>
                  <a:pt x="3511006" y="60167"/>
                </a:lnTo>
                <a:cubicBezTo>
                  <a:pt x="3508653" y="61957"/>
                  <a:pt x="3508394" y="62215"/>
                  <a:pt x="3507349" y="62215"/>
                </a:cubicBezTo>
                <a:cubicBezTo>
                  <a:pt x="3505782" y="62215"/>
                  <a:pt x="3503166" y="61703"/>
                  <a:pt x="3500291" y="60421"/>
                </a:cubicBezTo>
                <a:cubicBezTo>
                  <a:pt x="3494540" y="58427"/>
                  <a:pt x="3488794" y="57399"/>
                  <a:pt x="3481998" y="57399"/>
                </a:cubicBezTo>
                <a:cubicBezTo>
                  <a:pt x="3461349" y="57399"/>
                  <a:pt x="3446454" y="70465"/>
                  <a:pt x="3446454" y="88903"/>
                </a:cubicBezTo>
                <a:cubicBezTo>
                  <a:pt x="3446454" y="103240"/>
                  <a:pt x="3454817" y="113484"/>
                  <a:pt x="3477033" y="125776"/>
                </a:cubicBezTo>
                <a:lnTo>
                  <a:pt x="3492191" y="134229"/>
                </a:lnTo>
                <a:cubicBezTo>
                  <a:pt x="3501336" y="139350"/>
                  <a:pt x="3505782" y="145496"/>
                  <a:pt x="3505782" y="153433"/>
                </a:cubicBezTo>
                <a:cubicBezTo>
                  <a:pt x="3505782" y="164701"/>
                  <a:pt x="3497416" y="171871"/>
                  <a:pt x="3484088" y="171871"/>
                </a:cubicBezTo>
                <a:cubicBezTo>
                  <a:pt x="3475203" y="171871"/>
                  <a:pt x="3467099" y="168540"/>
                  <a:pt x="3462134" y="162906"/>
                </a:cubicBezTo>
                <a:cubicBezTo>
                  <a:pt x="3456647" y="156506"/>
                  <a:pt x="3454294" y="150614"/>
                  <a:pt x="3450896" y="136019"/>
                </a:cubicBezTo>
                <a:lnTo>
                  <a:pt x="3446713" y="136019"/>
                </a:lnTo>
                <a:lnTo>
                  <a:pt x="3446713" y="175969"/>
                </a:lnTo>
                <a:lnTo>
                  <a:pt x="3450111" y="175969"/>
                </a:lnTo>
                <a:cubicBezTo>
                  <a:pt x="3451941" y="173408"/>
                  <a:pt x="3452986" y="172896"/>
                  <a:pt x="3456125" y="172896"/>
                </a:cubicBezTo>
                <a:cubicBezTo>
                  <a:pt x="3458477" y="172954"/>
                  <a:pt x="3462134" y="173467"/>
                  <a:pt x="3468144" y="175003"/>
                </a:cubicBezTo>
                <a:cubicBezTo>
                  <a:pt x="3475462" y="176481"/>
                  <a:pt x="3482521" y="177505"/>
                  <a:pt x="3487222" y="177505"/>
                </a:cubicBezTo>
                <a:cubicBezTo>
                  <a:pt x="3507349" y="177505"/>
                  <a:pt x="3524075" y="162652"/>
                  <a:pt x="3524075" y="144726"/>
                </a:cubicBezTo>
                <a:cubicBezTo>
                  <a:pt x="3524075" y="131922"/>
                  <a:pt x="3517802" y="123473"/>
                  <a:pt x="3502121" y="114254"/>
                </a:cubicBezTo>
                <a:lnTo>
                  <a:pt x="3473895" y="97864"/>
                </a:lnTo>
                <a:cubicBezTo>
                  <a:pt x="3466577" y="93767"/>
                  <a:pt x="3462657" y="87367"/>
                  <a:pt x="3462657" y="80450"/>
                </a:cubicBezTo>
                <a:cubicBezTo>
                  <a:pt x="3462657" y="70207"/>
                  <a:pt x="3470760" y="63036"/>
                  <a:pt x="3482780" y="63036"/>
                </a:cubicBezTo>
                <a:cubicBezTo>
                  <a:pt x="3497679" y="63036"/>
                  <a:pt x="3505519" y="71743"/>
                  <a:pt x="3511529" y="94537"/>
                </a:cubicBezTo>
                <a:lnTo>
                  <a:pt x="3515449" y="94498"/>
                </a:lnTo>
                <a:close/>
                <a:moveTo>
                  <a:pt x="3562491" y="64116"/>
                </a:moveTo>
                <a:cubicBezTo>
                  <a:pt x="3580002" y="55659"/>
                  <a:pt x="3591762" y="40028"/>
                  <a:pt x="3591762" y="24655"/>
                </a:cubicBezTo>
                <a:cubicBezTo>
                  <a:pt x="3591762" y="11843"/>
                  <a:pt x="3582618" y="1849"/>
                  <a:pt x="3570854" y="1849"/>
                </a:cubicBezTo>
                <a:cubicBezTo>
                  <a:pt x="3561709" y="1849"/>
                  <a:pt x="3555436" y="7745"/>
                  <a:pt x="3555436" y="16456"/>
                </a:cubicBezTo>
                <a:cubicBezTo>
                  <a:pt x="3555436" y="24655"/>
                  <a:pt x="3561446" y="29522"/>
                  <a:pt x="3570854" y="29522"/>
                </a:cubicBezTo>
                <a:cubicBezTo>
                  <a:pt x="3572425" y="29522"/>
                  <a:pt x="3574251" y="29268"/>
                  <a:pt x="3575823" y="29010"/>
                </a:cubicBezTo>
                <a:cubicBezTo>
                  <a:pt x="3577649" y="28498"/>
                  <a:pt x="3577649" y="28498"/>
                  <a:pt x="3577912" y="28498"/>
                </a:cubicBezTo>
                <a:cubicBezTo>
                  <a:pt x="3580002" y="28498"/>
                  <a:pt x="3581569" y="30035"/>
                  <a:pt x="3581569" y="32087"/>
                </a:cubicBezTo>
                <a:cubicBezTo>
                  <a:pt x="3581569" y="40540"/>
                  <a:pt x="3574251" y="49767"/>
                  <a:pt x="3560142" y="59248"/>
                </a:cubicBezTo>
                <a:lnTo>
                  <a:pt x="3562491" y="64116"/>
                </a:lnTo>
                <a:close/>
                <a:moveTo>
                  <a:pt x="3735508" y="68107"/>
                </a:moveTo>
                <a:lnTo>
                  <a:pt x="3753282" y="68107"/>
                </a:lnTo>
                <a:lnTo>
                  <a:pt x="3753282" y="150911"/>
                </a:lnTo>
                <a:cubicBezTo>
                  <a:pt x="3753282" y="167317"/>
                  <a:pt x="3750407" y="170648"/>
                  <a:pt x="3735771" y="171160"/>
                </a:cubicBezTo>
                <a:lnTo>
                  <a:pt x="3735771" y="175003"/>
                </a:lnTo>
                <a:lnTo>
                  <a:pt x="3793269" y="175003"/>
                </a:lnTo>
                <a:lnTo>
                  <a:pt x="3793269" y="171160"/>
                </a:lnTo>
                <a:cubicBezTo>
                  <a:pt x="3778633" y="170136"/>
                  <a:pt x="3775236" y="166546"/>
                  <a:pt x="3775236" y="152448"/>
                </a:cubicBezTo>
                <a:lnTo>
                  <a:pt x="3775236" y="68107"/>
                </a:lnTo>
                <a:lnTo>
                  <a:pt x="3797712" y="68107"/>
                </a:lnTo>
                <a:cubicBezTo>
                  <a:pt x="3822799" y="68107"/>
                  <a:pt x="3824108" y="68878"/>
                  <a:pt x="3824108" y="82464"/>
                </a:cubicBezTo>
                <a:lnTo>
                  <a:pt x="3824108" y="150141"/>
                </a:lnTo>
                <a:cubicBezTo>
                  <a:pt x="3824108" y="167575"/>
                  <a:pt x="3822277" y="169881"/>
                  <a:pt x="3806074" y="171160"/>
                </a:cubicBezTo>
                <a:lnTo>
                  <a:pt x="3806074" y="175003"/>
                </a:lnTo>
                <a:lnTo>
                  <a:pt x="3863572" y="175003"/>
                </a:lnTo>
                <a:lnTo>
                  <a:pt x="3863572" y="171160"/>
                </a:lnTo>
                <a:cubicBezTo>
                  <a:pt x="3848936" y="169881"/>
                  <a:pt x="3846061" y="166546"/>
                  <a:pt x="3846061" y="150141"/>
                </a:cubicBezTo>
                <a:lnTo>
                  <a:pt x="3846061" y="82976"/>
                </a:lnTo>
                <a:cubicBezTo>
                  <a:pt x="3846061" y="77338"/>
                  <a:pt x="3846061" y="71442"/>
                  <a:pt x="3846583" y="57860"/>
                </a:cubicBezTo>
                <a:lnTo>
                  <a:pt x="3845539" y="57148"/>
                </a:lnTo>
                <a:cubicBezTo>
                  <a:pt x="3834037" y="58884"/>
                  <a:pt x="3826460" y="59651"/>
                  <a:pt x="3816004" y="59651"/>
                </a:cubicBezTo>
                <a:lnTo>
                  <a:pt x="3774972" y="59651"/>
                </a:lnTo>
                <a:lnTo>
                  <a:pt x="3774972" y="48664"/>
                </a:lnTo>
                <a:cubicBezTo>
                  <a:pt x="3774972" y="37424"/>
                  <a:pt x="3775758" y="29503"/>
                  <a:pt x="3777062" y="25159"/>
                </a:cubicBezTo>
                <a:cubicBezTo>
                  <a:pt x="3780723" y="14173"/>
                  <a:pt x="3790916" y="6506"/>
                  <a:pt x="3802676" y="6506"/>
                </a:cubicBezTo>
                <a:cubicBezTo>
                  <a:pt x="3809994" y="6506"/>
                  <a:pt x="3814959" y="9829"/>
                  <a:pt x="3821232" y="18516"/>
                </a:cubicBezTo>
                <a:cubicBezTo>
                  <a:pt x="3826197" y="25413"/>
                  <a:pt x="3829595" y="27970"/>
                  <a:pt x="3834037" y="27970"/>
                </a:cubicBezTo>
                <a:cubicBezTo>
                  <a:pt x="3839529" y="27970"/>
                  <a:pt x="3843449" y="23626"/>
                  <a:pt x="3843449" y="18004"/>
                </a:cubicBezTo>
                <a:cubicBezTo>
                  <a:pt x="3843449" y="7272"/>
                  <a:pt x="3830381" y="98"/>
                  <a:pt x="3810254" y="98"/>
                </a:cubicBezTo>
                <a:cubicBezTo>
                  <a:pt x="3790394" y="98"/>
                  <a:pt x="3775236" y="6760"/>
                  <a:pt x="3765824" y="19283"/>
                </a:cubicBezTo>
                <a:cubicBezTo>
                  <a:pt x="3757984" y="29757"/>
                  <a:pt x="3755109" y="39211"/>
                  <a:pt x="3753541" y="59651"/>
                </a:cubicBezTo>
                <a:lnTo>
                  <a:pt x="3735508" y="59651"/>
                </a:lnTo>
                <a:lnTo>
                  <a:pt x="3735508" y="68107"/>
                </a:lnTo>
                <a:close/>
                <a:moveTo>
                  <a:pt x="3874547" y="75086"/>
                </a:moveTo>
                <a:cubicBezTo>
                  <a:pt x="3878208" y="74316"/>
                  <a:pt x="3880561" y="74058"/>
                  <a:pt x="3883695" y="74058"/>
                </a:cubicBezTo>
                <a:cubicBezTo>
                  <a:pt x="3890228" y="74058"/>
                  <a:pt x="3892580" y="78159"/>
                  <a:pt x="3892580" y="89431"/>
                </a:cubicBezTo>
                <a:lnTo>
                  <a:pt x="3892580" y="153484"/>
                </a:lnTo>
                <a:cubicBezTo>
                  <a:pt x="3892580" y="166292"/>
                  <a:pt x="3890750" y="168087"/>
                  <a:pt x="3874025" y="171160"/>
                </a:cubicBezTo>
                <a:lnTo>
                  <a:pt x="3874025" y="175003"/>
                </a:lnTo>
                <a:lnTo>
                  <a:pt x="3936751" y="175003"/>
                </a:lnTo>
                <a:lnTo>
                  <a:pt x="3936751" y="171160"/>
                </a:lnTo>
                <a:cubicBezTo>
                  <a:pt x="3918977" y="170394"/>
                  <a:pt x="3914534" y="166550"/>
                  <a:pt x="3914534" y="151948"/>
                </a:cubicBezTo>
                <a:lnTo>
                  <a:pt x="3914534" y="94299"/>
                </a:lnTo>
                <a:cubicBezTo>
                  <a:pt x="3914534" y="86100"/>
                  <a:pt x="3925772" y="73292"/>
                  <a:pt x="3932831" y="73292"/>
                </a:cubicBezTo>
                <a:cubicBezTo>
                  <a:pt x="3934398" y="73292"/>
                  <a:pt x="3936751" y="74574"/>
                  <a:pt x="3939626" y="77135"/>
                </a:cubicBezTo>
                <a:cubicBezTo>
                  <a:pt x="3943805" y="80720"/>
                  <a:pt x="3946681" y="82257"/>
                  <a:pt x="3950078" y="82257"/>
                </a:cubicBezTo>
                <a:cubicBezTo>
                  <a:pt x="3956351" y="82257"/>
                  <a:pt x="3960271" y="77901"/>
                  <a:pt x="3960271" y="70731"/>
                </a:cubicBezTo>
                <a:cubicBezTo>
                  <a:pt x="3960271" y="62274"/>
                  <a:pt x="3954784" y="57148"/>
                  <a:pt x="3945899" y="57148"/>
                </a:cubicBezTo>
                <a:cubicBezTo>
                  <a:pt x="3934920" y="57148"/>
                  <a:pt x="3927343" y="63044"/>
                  <a:pt x="3914534" y="81232"/>
                </a:cubicBezTo>
                <a:lnTo>
                  <a:pt x="3914534" y="57665"/>
                </a:lnTo>
                <a:lnTo>
                  <a:pt x="3913230" y="57148"/>
                </a:lnTo>
                <a:cubicBezTo>
                  <a:pt x="3899376" y="62786"/>
                  <a:pt x="3889968" y="66117"/>
                  <a:pt x="3874547" y="70985"/>
                </a:cubicBezTo>
                <a:lnTo>
                  <a:pt x="3874547" y="75086"/>
                </a:lnTo>
                <a:close/>
                <a:moveTo>
                  <a:pt x="4042074" y="94498"/>
                </a:moveTo>
                <a:lnTo>
                  <a:pt x="4041029" y="59651"/>
                </a:lnTo>
                <a:lnTo>
                  <a:pt x="4038154" y="59651"/>
                </a:lnTo>
                <a:lnTo>
                  <a:pt x="4037631" y="60167"/>
                </a:lnTo>
                <a:cubicBezTo>
                  <a:pt x="4035278" y="61957"/>
                  <a:pt x="4035019" y="62215"/>
                  <a:pt x="4033974" y="62215"/>
                </a:cubicBezTo>
                <a:cubicBezTo>
                  <a:pt x="4032407" y="62215"/>
                  <a:pt x="4029791" y="61703"/>
                  <a:pt x="4026916" y="60421"/>
                </a:cubicBezTo>
                <a:cubicBezTo>
                  <a:pt x="4021165" y="58427"/>
                  <a:pt x="4015419" y="57399"/>
                  <a:pt x="4008623" y="57399"/>
                </a:cubicBezTo>
                <a:cubicBezTo>
                  <a:pt x="3987974" y="57399"/>
                  <a:pt x="3973079" y="70465"/>
                  <a:pt x="3973079" y="88903"/>
                </a:cubicBezTo>
                <a:cubicBezTo>
                  <a:pt x="3973079" y="103240"/>
                  <a:pt x="3981442" y="113484"/>
                  <a:pt x="4003658" y="125776"/>
                </a:cubicBezTo>
                <a:lnTo>
                  <a:pt x="4018816" y="134229"/>
                </a:lnTo>
                <a:cubicBezTo>
                  <a:pt x="4027961" y="139350"/>
                  <a:pt x="4032407" y="145496"/>
                  <a:pt x="4032407" y="153433"/>
                </a:cubicBezTo>
                <a:cubicBezTo>
                  <a:pt x="4032407" y="164701"/>
                  <a:pt x="4024040" y="171871"/>
                  <a:pt x="4010713" y="171871"/>
                </a:cubicBezTo>
                <a:cubicBezTo>
                  <a:pt x="4001828" y="171871"/>
                  <a:pt x="3993724" y="168540"/>
                  <a:pt x="3988759" y="162906"/>
                </a:cubicBezTo>
                <a:cubicBezTo>
                  <a:pt x="3983272" y="156506"/>
                  <a:pt x="3980919" y="150614"/>
                  <a:pt x="3977521" y="136019"/>
                </a:cubicBezTo>
                <a:lnTo>
                  <a:pt x="3973338" y="136019"/>
                </a:lnTo>
                <a:lnTo>
                  <a:pt x="3973338" y="175969"/>
                </a:lnTo>
                <a:lnTo>
                  <a:pt x="3976736" y="175969"/>
                </a:lnTo>
                <a:cubicBezTo>
                  <a:pt x="3978566" y="173408"/>
                  <a:pt x="3979611" y="172896"/>
                  <a:pt x="3982750" y="172896"/>
                </a:cubicBezTo>
                <a:cubicBezTo>
                  <a:pt x="3985102" y="172954"/>
                  <a:pt x="3988759" y="173467"/>
                  <a:pt x="3994769" y="175003"/>
                </a:cubicBezTo>
                <a:cubicBezTo>
                  <a:pt x="4002087" y="176481"/>
                  <a:pt x="4009146" y="177505"/>
                  <a:pt x="4013847" y="177505"/>
                </a:cubicBezTo>
                <a:cubicBezTo>
                  <a:pt x="4033974" y="177505"/>
                  <a:pt x="4050700" y="162652"/>
                  <a:pt x="4050700" y="144726"/>
                </a:cubicBezTo>
                <a:cubicBezTo>
                  <a:pt x="4050700" y="131922"/>
                  <a:pt x="4044427" y="123473"/>
                  <a:pt x="4028746" y="114254"/>
                </a:cubicBezTo>
                <a:lnTo>
                  <a:pt x="4000520" y="97864"/>
                </a:lnTo>
                <a:cubicBezTo>
                  <a:pt x="3993202" y="93767"/>
                  <a:pt x="3989282" y="87367"/>
                  <a:pt x="3989282" y="80450"/>
                </a:cubicBezTo>
                <a:cubicBezTo>
                  <a:pt x="3989282" y="70207"/>
                  <a:pt x="3997385" y="63036"/>
                  <a:pt x="4009405" y="63036"/>
                </a:cubicBezTo>
                <a:cubicBezTo>
                  <a:pt x="4024304" y="63036"/>
                  <a:pt x="4032144" y="71743"/>
                  <a:pt x="4038154" y="94537"/>
                </a:cubicBezTo>
                <a:lnTo>
                  <a:pt x="4042074" y="94498"/>
                </a:lnTo>
                <a:close/>
                <a:moveTo>
                  <a:pt x="4128059" y="59651"/>
                </a:moveTo>
                <a:lnTo>
                  <a:pt x="4101663" y="59651"/>
                </a:lnTo>
                <a:lnTo>
                  <a:pt x="4101663" y="29929"/>
                </a:lnTo>
                <a:cubicBezTo>
                  <a:pt x="4101663" y="27368"/>
                  <a:pt x="4101404" y="26598"/>
                  <a:pt x="4099832" y="26598"/>
                </a:cubicBezTo>
                <a:cubicBezTo>
                  <a:pt x="4098006" y="28905"/>
                  <a:pt x="4096435" y="31211"/>
                  <a:pt x="4094608" y="33772"/>
                </a:cubicBezTo>
                <a:cubicBezTo>
                  <a:pt x="4084674" y="47867"/>
                  <a:pt x="4073436" y="60167"/>
                  <a:pt x="4069257" y="61191"/>
                </a:cubicBezTo>
                <a:cubicBezTo>
                  <a:pt x="4066382" y="62982"/>
                  <a:pt x="4064811" y="64776"/>
                  <a:pt x="4064811" y="66059"/>
                </a:cubicBezTo>
                <a:cubicBezTo>
                  <a:pt x="4064811" y="66829"/>
                  <a:pt x="4065074" y="67341"/>
                  <a:pt x="4065859" y="67853"/>
                </a:cubicBezTo>
                <a:lnTo>
                  <a:pt x="4079709" y="67853"/>
                </a:lnTo>
                <a:lnTo>
                  <a:pt x="4079709" y="144969"/>
                </a:lnTo>
                <a:cubicBezTo>
                  <a:pt x="4079709" y="166488"/>
                  <a:pt x="4087550" y="177505"/>
                  <a:pt x="4102971" y="177505"/>
                </a:cubicBezTo>
                <a:cubicBezTo>
                  <a:pt x="4115776" y="177505"/>
                  <a:pt x="4125706" y="171359"/>
                  <a:pt x="4134332" y="158035"/>
                </a:cubicBezTo>
                <a:lnTo>
                  <a:pt x="4130934" y="155216"/>
                </a:lnTo>
                <a:cubicBezTo>
                  <a:pt x="4125447" y="161620"/>
                  <a:pt x="4121004" y="164185"/>
                  <a:pt x="4115254" y="164185"/>
                </a:cubicBezTo>
                <a:cubicBezTo>
                  <a:pt x="4105583" y="164185"/>
                  <a:pt x="4101663" y="157265"/>
                  <a:pt x="4101663" y="141125"/>
                </a:cubicBezTo>
                <a:lnTo>
                  <a:pt x="4101663" y="67853"/>
                </a:lnTo>
                <a:lnTo>
                  <a:pt x="4128059" y="67853"/>
                </a:lnTo>
                <a:lnTo>
                  <a:pt x="4128059" y="5965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6" name="Text language,alongwithglobaltrend.">
            <a:extLst xmlns:a="http://schemas.openxmlformats.org/drawingml/2006/main">
              <a:ext uri="{FF2B5EF4-FFF2-40B4-BE49-F238E27FC236}">
                <a16:creationId xmlns:a16="http://schemas.microsoft.com/office/drawing/2014/main" id="{937BBF05-F91B-4575-B9C2-89B3AA3496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96964" y="3669168"/>
            <a:ext cx="3478804" cy="230897"/>
          </a:xfrm>
          <a:custGeom xmlns:a="http://schemas.openxmlformats.org/drawingml/2006/main">
            <a:pathLst>
              <a:path w="3478804" h="230897">
                <a:moveTo>
                  <a:pt x="0" y="15373"/>
                </a:moveTo>
                <a:lnTo>
                  <a:pt x="1537" y="15373"/>
                </a:lnTo>
                <a:cubicBezTo>
                  <a:pt x="4355" y="15119"/>
                  <a:pt x="7428" y="14861"/>
                  <a:pt x="9481" y="14861"/>
                </a:cubicBezTo>
                <a:cubicBezTo>
                  <a:pt x="17680" y="14861"/>
                  <a:pt x="20241" y="18450"/>
                  <a:pt x="20241" y="30492"/>
                </a:cubicBezTo>
                <a:lnTo>
                  <a:pt x="20241" y="152714"/>
                </a:lnTo>
                <a:cubicBezTo>
                  <a:pt x="20241" y="166550"/>
                  <a:pt x="16655" y="169881"/>
                  <a:pt x="512" y="171160"/>
                </a:cubicBezTo>
                <a:lnTo>
                  <a:pt x="512" y="175003"/>
                </a:lnTo>
                <a:lnTo>
                  <a:pt x="60980" y="175003"/>
                </a:lnTo>
                <a:lnTo>
                  <a:pt x="60980" y="171160"/>
                </a:lnTo>
                <a:cubicBezTo>
                  <a:pt x="44841" y="170136"/>
                  <a:pt x="41764" y="167575"/>
                  <a:pt x="41764" y="153480"/>
                </a:cubicBezTo>
                <a:lnTo>
                  <a:pt x="41764" y="512"/>
                </a:lnTo>
                <a:lnTo>
                  <a:pt x="40739" y="0"/>
                </a:lnTo>
                <a:cubicBezTo>
                  <a:pt x="27415" y="4355"/>
                  <a:pt x="17680" y="6920"/>
                  <a:pt x="0" y="11276"/>
                </a:cubicBezTo>
                <a:lnTo>
                  <a:pt x="0" y="15373"/>
                </a:lnTo>
                <a:close/>
                <a:moveTo>
                  <a:pt x="179613" y="158039"/>
                </a:moveTo>
                <a:cubicBezTo>
                  <a:pt x="175257" y="161620"/>
                  <a:pt x="172184" y="162903"/>
                  <a:pt x="168341" y="162903"/>
                </a:cubicBezTo>
                <a:cubicBezTo>
                  <a:pt x="162449" y="162903"/>
                  <a:pt x="160654" y="159317"/>
                  <a:pt x="160654" y="148053"/>
                </a:cubicBezTo>
                <a:lnTo>
                  <a:pt x="160654" y="98122"/>
                </a:lnTo>
                <a:cubicBezTo>
                  <a:pt x="160654" y="84806"/>
                  <a:pt x="159372" y="77381"/>
                  <a:pt x="155529" y="71235"/>
                </a:cubicBezTo>
                <a:cubicBezTo>
                  <a:pt x="149891" y="62020"/>
                  <a:pt x="138873" y="57148"/>
                  <a:pt x="123758" y="57148"/>
                </a:cubicBezTo>
                <a:cubicBezTo>
                  <a:pt x="99671" y="57148"/>
                  <a:pt x="80712" y="69699"/>
                  <a:pt x="80712" y="85830"/>
                </a:cubicBezTo>
                <a:cubicBezTo>
                  <a:pt x="80712" y="91722"/>
                  <a:pt x="85834" y="96840"/>
                  <a:pt x="91730" y="96840"/>
                </a:cubicBezTo>
                <a:cubicBezTo>
                  <a:pt x="97876" y="96840"/>
                  <a:pt x="103260" y="91722"/>
                  <a:pt x="103260" y="86088"/>
                </a:cubicBezTo>
                <a:cubicBezTo>
                  <a:pt x="103260" y="85064"/>
                  <a:pt x="103002" y="83781"/>
                  <a:pt x="102747" y="81991"/>
                </a:cubicBezTo>
                <a:cubicBezTo>
                  <a:pt x="102235" y="79688"/>
                  <a:pt x="101977" y="77639"/>
                  <a:pt x="101977" y="75845"/>
                </a:cubicBezTo>
                <a:cubicBezTo>
                  <a:pt x="101977" y="68932"/>
                  <a:pt x="110176" y="63298"/>
                  <a:pt x="120427" y="63298"/>
                </a:cubicBezTo>
                <a:cubicBezTo>
                  <a:pt x="132981" y="63298"/>
                  <a:pt x="139898" y="70723"/>
                  <a:pt x="139898" y="84552"/>
                </a:cubicBezTo>
                <a:lnTo>
                  <a:pt x="139898" y="100171"/>
                </a:lnTo>
                <a:cubicBezTo>
                  <a:pt x="100441" y="116045"/>
                  <a:pt x="96085" y="118093"/>
                  <a:pt x="85068" y="127825"/>
                </a:cubicBezTo>
                <a:cubicBezTo>
                  <a:pt x="79430" y="132946"/>
                  <a:pt x="75841" y="141649"/>
                  <a:pt x="75841" y="150098"/>
                </a:cubicBezTo>
                <a:cubicBezTo>
                  <a:pt x="75841" y="166234"/>
                  <a:pt x="87116" y="177505"/>
                  <a:pt x="102747" y="177505"/>
                </a:cubicBezTo>
                <a:cubicBezTo>
                  <a:pt x="114019" y="177505"/>
                  <a:pt x="124525" y="172126"/>
                  <a:pt x="140156" y="158801"/>
                </a:cubicBezTo>
                <a:cubicBezTo>
                  <a:pt x="141438" y="172126"/>
                  <a:pt x="146048" y="177505"/>
                  <a:pt x="156553" y="177505"/>
                </a:cubicBezTo>
                <a:cubicBezTo>
                  <a:pt x="165264" y="177505"/>
                  <a:pt x="170648" y="174432"/>
                  <a:pt x="179613" y="164697"/>
                </a:cubicBezTo>
                <a:lnTo>
                  <a:pt x="179613" y="158039"/>
                </a:lnTo>
                <a:moveTo>
                  <a:pt x="139898" y="143428"/>
                </a:moveTo>
                <a:cubicBezTo>
                  <a:pt x="139898" y="151373"/>
                  <a:pt x="138619" y="153680"/>
                  <a:pt x="133236" y="156753"/>
                </a:cubicBezTo>
                <a:cubicBezTo>
                  <a:pt x="127089" y="160342"/>
                  <a:pt x="119915" y="162645"/>
                  <a:pt x="114531" y="162645"/>
                </a:cubicBezTo>
                <a:cubicBezTo>
                  <a:pt x="105566" y="162645"/>
                  <a:pt x="98392" y="153934"/>
                  <a:pt x="98392" y="142916"/>
                </a:cubicBezTo>
                <a:lnTo>
                  <a:pt x="98392" y="141892"/>
                </a:lnTo>
                <a:cubicBezTo>
                  <a:pt x="98392" y="126773"/>
                  <a:pt x="108894" y="117550"/>
                  <a:pt x="139898" y="106274"/>
                </a:cubicBezTo>
                <a:lnTo>
                  <a:pt x="139898" y="143428"/>
                </a:lnTo>
                <a:close/>
                <a:moveTo>
                  <a:pt x="184226" y="73038"/>
                </a:moveTo>
                <a:cubicBezTo>
                  <a:pt x="185763" y="72267"/>
                  <a:pt x="188327" y="72013"/>
                  <a:pt x="191146" y="72013"/>
                </a:cubicBezTo>
                <a:cubicBezTo>
                  <a:pt x="198321" y="72013"/>
                  <a:pt x="200623" y="75856"/>
                  <a:pt x="200623" y="88407"/>
                </a:cubicBezTo>
                <a:lnTo>
                  <a:pt x="200623" y="151948"/>
                </a:lnTo>
                <a:cubicBezTo>
                  <a:pt x="200623" y="166550"/>
                  <a:pt x="197805" y="170136"/>
                  <a:pt x="184738" y="171160"/>
                </a:cubicBezTo>
                <a:lnTo>
                  <a:pt x="184738" y="175003"/>
                </a:lnTo>
                <a:lnTo>
                  <a:pt x="239060" y="175003"/>
                </a:lnTo>
                <a:lnTo>
                  <a:pt x="239060" y="171160"/>
                </a:lnTo>
                <a:cubicBezTo>
                  <a:pt x="225990" y="170136"/>
                  <a:pt x="222146" y="167063"/>
                  <a:pt x="222146" y="157839"/>
                </a:cubicBezTo>
                <a:lnTo>
                  <a:pt x="222146" y="85846"/>
                </a:lnTo>
                <a:cubicBezTo>
                  <a:pt x="234446" y="74316"/>
                  <a:pt x="240084" y="71243"/>
                  <a:pt x="248541" y="71243"/>
                </a:cubicBezTo>
                <a:cubicBezTo>
                  <a:pt x="261095" y="71243"/>
                  <a:pt x="267245" y="79184"/>
                  <a:pt x="267245" y="96093"/>
                </a:cubicBezTo>
                <a:lnTo>
                  <a:pt x="267245" y="149641"/>
                </a:lnTo>
                <a:cubicBezTo>
                  <a:pt x="267245" y="165780"/>
                  <a:pt x="263914" y="170136"/>
                  <a:pt x="251102" y="171160"/>
                </a:cubicBezTo>
                <a:lnTo>
                  <a:pt x="251102" y="175003"/>
                </a:lnTo>
                <a:lnTo>
                  <a:pt x="304399" y="175003"/>
                </a:lnTo>
                <a:lnTo>
                  <a:pt x="304399" y="171160"/>
                </a:lnTo>
                <a:cubicBezTo>
                  <a:pt x="291841" y="169881"/>
                  <a:pt x="288768" y="166804"/>
                  <a:pt x="288768" y="154254"/>
                </a:cubicBezTo>
                <a:lnTo>
                  <a:pt x="288768" y="95581"/>
                </a:lnTo>
                <a:cubicBezTo>
                  <a:pt x="288768" y="71501"/>
                  <a:pt x="277493" y="57148"/>
                  <a:pt x="258534" y="57148"/>
                </a:cubicBezTo>
                <a:cubicBezTo>
                  <a:pt x="246746" y="57148"/>
                  <a:pt x="238802" y="61508"/>
                  <a:pt x="221380" y="77905"/>
                </a:cubicBezTo>
                <a:lnTo>
                  <a:pt x="221380" y="57665"/>
                </a:lnTo>
                <a:lnTo>
                  <a:pt x="219586" y="57148"/>
                </a:lnTo>
                <a:cubicBezTo>
                  <a:pt x="207031" y="61762"/>
                  <a:pt x="198321" y="64581"/>
                  <a:pt x="184226" y="68682"/>
                </a:cubicBezTo>
                <a:lnTo>
                  <a:pt x="184226" y="73038"/>
                </a:lnTo>
                <a:close/>
                <a:moveTo>
                  <a:pt x="428666" y="75649"/>
                </a:moveTo>
                <a:lnTo>
                  <a:pt x="428666" y="65656"/>
                </a:lnTo>
                <a:lnTo>
                  <a:pt x="408937" y="65656"/>
                </a:lnTo>
                <a:cubicBezTo>
                  <a:pt x="403812" y="65656"/>
                  <a:pt x="399968" y="64858"/>
                  <a:pt x="394847" y="63044"/>
                </a:cubicBezTo>
                <a:lnTo>
                  <a:pt x="389209" y="60996"/>
                </a:lnTo>
                <a:cubicBezTo>
                  <a:pt x="382289" y="58431"/>
                  <a:pt x="375372" y="57148"/>
                  <a:pt x="368710" y="57148"/>
                </a:cubicBezTo>
                <a:cubicBezTo>
                  <a:pt x="344880" y="57148"/>
                  <a:pt x="325918" y="75649"/>
                  <a:pt x="325918" y="98959"/>
                </a:cubicBezTo>
                <a:cubicBezTo>
                  <a:pt x="325918" y="115098"/>
                  <a:pt x="332838" y="124830"/>
                  <a:pt x="349748" y="133283"/>
                </a:cubicBezTo>
                <a:cubicBezTo>
                  <a:pt x="344880" y="137896"/>
                  <a:pt x="340271" y="142244"/>
                  <a:pt x="338730" y="143522"/>
                </a:cubicBezTo>
                <a:cubicBezTo>
                  <a:pt x="330278" y="150939"/>
                  <a:pt x="326947" y="156057"/>
                  <a:pt x="326947" y="161171"/>
                </a:cubicBezTo>
                <a:cubicBezTo>
                  <a:pt x="326947" y="166543"/>
                  <a:pt x="330020" y="169612"/>
                  <a:pt x="340525" y="174737"/>
                </a:cubicBezTo>
                <a:cubicBezTo>
                  <a:pt x="322333" y="188073"/>
                  <a:pt x="315417" y="196542"/>
                  <a:pt x="315417" y="206031"/>
                </a:cubicBezTo>
                <a:cubicBezTo>
                  <a:pt x="315417" y="219621"/>
                  <a:pt x="335399" y="230897"/>
                  <a:pt x="359741" y="230897"/>
                </a:cubicBezTo>
                <a:cubicBezTo>
                  <a:pt x="378958" y="230897"/>
                  <a:pt x="398944" y="224234"/>
                  <a:pt x="412268" y="213471"/>
                </a:cubicBezTo>
                <a:cubicBezTo>
                  <a:pt x="422008" y="205519"/>
                  <a:pt x="426363" y="197308"/>
                  <a:pt x="426363" y="187561"/>
                </a:cubicBezTo>
                <a:cubicBezTo>
                  <a:pt x="426363" y="171660"/>
                  <a:pt x="414317" y="160916"/>
                  <a:pt x="395359" y="160150"/>
                </a:cubicBezTo>
                <a:lnTo>
                  <a:pt x="362306" y="158614"/>
                </a:lnTo>
                <a:cubicBezTo>
                  <a:pt x="348724" y="158101"/>
                  <a:pt x="342320" y="155799"/>
                  <a:pt x="342320" y="151709"/>
                </a:cubicBezTo>
                <a:cubicBezTo>
                  <a:pt x="342320" y="146591"/>
                  <a:pt x="350772" y="137638"/>
                  <a:pt x="357693" y="135589"/>
                </a:cubicBezTo>
                <a:cubicBezTo>
                  <a:pt x="359999" y="135847"/>
                  <a:pt x="361794" y="136101"/>
                  <a:pt x="362560" y="136101"/>
                </a:cubicBezTo>
                <a:cubicBezTo>
                  <a:pt x="367428" y="136614"/>
                  <a:pt x="370759" y="136872"/>
                  <a:pt x="372299" y="136872"/>
                </a:cubicBezTo>
                <a:cubicBezTo>
                  <a:pt x="381776" y="136872"/>
                  <a:pt x="392028" y="133028"/>
                  <a:pt x="399968" y="126112"/>
                </a:cubicBezTo>
                <a:cubicBezTo>
                  <a:pt x="408425" y="118938"/>
                  <a:pt x="412268" y="109973"/>
                  <a:pt x="412268" y="97168"/>
                </a:cubicBezTo>
                <a:cubicBezTo>
                  <a:pt x="412268" y="89740"/>
                  <a:pt x="410986" y="83848"/>
                  <a:pt x="407401" y="75649"/>
                </a:cubicBezTo>
                <a:lnTo>
                  <a:pt x="428666" y="75649"/>
                </a:lnTo>
                <a:moveTo>
                  <a:pt x="345905" y="175504"/>
                </a:moveTo>
                <a:cubicBezTo>
                  <a:pt x="354361" y="177302"/>
                  <a:pt x="374860" y="178839"/>
                  <a:pt x="387414" y="178839"/>
                </a:cubicBezTo>
                <a:cubicBezTo>
                  <a:pt x="410732" y="178839"/>
                  <a:pt x="419189" y="182174"/>
                  <a:pt x="419189" y="191408"/>
                </a:cubicBezTo>
                <a:cubicBezTo>
                  <a:pt x="419189" y="206289"/>
                  <a:pt x="399714" y="216290"/>
                  <a:pt x="370759" y="216290"/>
                </a:cubicBezTo>
                <a:cubicBezTo>
                  <a:pt x="348211" y="216290"/>
                  <a:pt x="333351" y="208854"/>
                  <a:pt x="333351" y="197566"/>
                </a:cubicBezTo>
                <a:cubicBezTo>
                  <a:pt x="333351" y="191666"/>
                  <a:pt x="335145" y="188331"/>
                  <a:pt x="345905" y="175504"/>
                </a:cubicBezTo>
                <a:moveTo>
                  <a:pt x="347187" y="88458"/>
                </a:moveTo>
                <a:cubicBezTo>
                  <a:pt x="347187" y="73346"/>
                  <a:pt x="354361" y="64327"/>
                  <a:pt x="366149" y="64327"/>
                </a:cubicBezTo>
                <a:cubicBezTo>
                  <a:pt x="374090" y="64327"/>
                  <a:pt x="380752" y="68733"/>
                  <a:pt x="384853" y="76419"/>
                </a:cubicBezTo>
                <a:cubicBezTo>
                  <a:pt x="389463" y="85384"/>
                  <a:pt x="392540" y="97168"/>
                  <a:pt x="392540" y="107158"/>
                </a:cubicBezTo>
                <a:cubicBezTo>
                  <a:pt x="392540" y="121499"/>
                  <a:pt x="385108" y="130464"/>
                  <a:pt x="373324" y="130464"/>
                </a:cubicBezTo>
                <a:cubicBezTo>
                  <a:pt x="357951" y="130464"/>
                  <a:pt x="347187" y="113816"/>
                  <a:pt x="347187" y="89228"/>
                </a:cubicBezTo>
                <a:lnTo>
                  <a:pt x="347187" y="88458"/>
                </a:lnTo>
                <a:close/>
                <a:moveTo>
                  <a:pt x="559087" y="162144"/>
                </a:moveTo>
                <a:lnTo>
                  <a:pt x="557808" y="162144"/>
                </a:lnTo>
                <a:cubicBezTo>
                  <a:pt x="546020" y="162144"/>
                  <a:pt x="543201" y="159325"/>
                  <a:pt x="543201" y="147537"/>
                </a:cubicBezTo>
                <a:lnTo>
                  <a:pt x="543201" y="59651"/>
                </a:lnTo>
                <a:lnTo>
                  <a:pt x="502716" y="59651"/>
                </a:lnTo>
                <a:lnTo>
                  <a:pt x="502716" y="64010"/>
                </a:lnTo>
                <a:cubicBezTo>
                  <a:pt x="518605" y="64776"/>
                  <a:pt x="521678" y="67341"/>
                  <a:pt x="521678" y="80149"/>
                </a:cubicBezTo>
                <a:lnTo>
                  <a:pt x="521678" y="140355"/>
                </a:lnTo>
                <a:cubicBezTo>
                  <a:pt x="521678" y="147530"/>
                  <a:pt x="520396" y="151119"/>
                  <a:pt x="516811" y="153934"/>
                </a:cubicBezTo>
                <a:cubicBezTo>
                  <a:pt x="509890" y="159571"/>
                  <a:pt x="501950" y="162645"/>
                  <a:pt x="494263" y="162645"/>
                </a:cubicBezTo>
                <a:cubicBezTo>
                  <a:pt x="484270" y="162645"/>
                  <a:pt x="476071" y="153934"/>
                  <a:pt x="476071" y="143174"/>
                </a:cubicBezTo>
                <a:lnTo>
                  <a:pt x="476071" y="59651"/>
                </a:lnTo>
                <a:lnTo>
                  <a:pt x="438659" y="59651"/>
                </a:lnTo>
                <a:lnTo>
                  <a:pt x="438659" y="63240"/>
                </a:lnTo>
                <a:cubicBezTo>
                  <a:pt x="450959" y="64010"/>
                  <a:pt x="454548" y="67853"/>
                  <a:pt x="454548" y="79637"/>
                </a:cubicBezTo>
                <a:lnTo>
                  <a:pt x="454548" y="144198"/>
                </a:lnTo>
                <a:cubicBezTo>
                  <a:pt x="454548" y="164439"/>
                  <a:pt x="466844" y="177505"/>
                  <a:pt x="485549" y="177505"/>
                </a:cubicBezTo>
                <a:cubicBezTo>
                  <a:pt x="495030" y="177505"/>
                  <a:pt x="505023" y="173408"/>
                  <a:pt x="511943" y="166488"/>
                </a:cubicBezTo>
                <a:lnTo>
                  <a:pt x="522961" y="155474"/>
                </a:lnTo>
                <a:lnTo>
                  <a:pt x="522961" y="176739"/>
                </a:lnTo>
                <a:lnTo>
                  <a:pt x="523985" y="177255"/>
                </a:lnTo>
                <a:cubicBezTo>
                  <a:pt x="536797" y="172133"/>
                  <a:pt x="546020" y="169315"/>
                  <a:pt x="559087" y="165725"/>
                </a:cubicBezTo>
                <a:lnTo>
                  <a:pt x="559087" y="162144"/>
                </a:lnTo>
                <a:close/>
                <a:moveTo>
                  <a:pt x="677719" y="158039"/>
                </a:moveTo>
                <a:cubicBezTo>
                  <a:pt x="673364" y="161620"/>
                  <a:pt x="670291" y="162903"/>
                  <a:pt x="666448" y="162903"/>
                </a:cubicBezTo>
                <a:cubicBezTo>
                  <a:pt x="660556" y="162903"/>
                  <a:pt x="658761" y="159317"/>
                  <a:pt x="658761" y="148053"/>
                </a:cubicBezTo>
                <a:lnTo>
                  <a:pt x="658761" y="98122"/>
                </a:lnTo>
                <a:cubicBezTo>
                  <a:pt x="658761" y="84806"/>
                  <a:pt x="657479" y="77381"/>
                  <a:pt x="653636" y="71235"/>
                </a:cubicBezTo>
                <a:cubicBezTo>
                  <a:pt x="647998" y="62020"/>
                  <a:pt x="636980" y="57148"/>
                  <a:pt x="621865" y="57148"/>
                </a:cubicBezTo>
                <a:cubicBezTo>
                  <a:pt x="597777" y="57148"/>
                  <a:pt x="578819" y="69699"/>
                  <a:pt x="578819" y="85830"/>
                </a:cubicBezTo>
                <a:cubicBezTo>
                  <a:pt x="578819" y="91722"/>
                  <a:pt x="583941" y="96840"/>
                  <a:pt x="589837" y="96840"/>
                </a:cubicBezTo>
                <a:cubicBezTo>
                  <a:pt x="595983" y="96840"/>
                  <a:pt x="601366" y="91722"/>
                  <a:pt x="601366" y="86088"/>
                </a:cubicBezTo>
                <a:cubicBezTo>
                  <a:pt x="601366" y="85064"/>
                  <a:pt x="601108" y="83781"/>
                  <a:pt x="600854" y="81991"/>
                </a:cubicBezTo>
                <a:cubicBezTo>
                  <a:pt x="600342" y="79688"/>
                  <a:pt x="600084" y="77639"/>
                  <a:pt x="600084" y="75845"/>
                </a:cubicBezTo>
                <a:cubicBezTo>
                  <a:pt x="600084" y="68932"/>
                  <a:pt x="608283" y="63298"/>
                  <a:pt x="618534" y="63298"/>
                </a:cubicBezTo>
                <a:cubicBezTo>
                  <a:pt x="631088" y="63298"/>
                  <a:pt x="638004" y="70723"/>
                  <a:pt x="638004" y="84552"/>
                </a:cubicBezTo>
                <a:lnTo>
                  <a:pt x="638004" y="100171"/>
                </a:lnTo>
                <a:cubicBezTo>
                  <a:pt x="598548" y="116045"/>
                  <a:pt x="594192" y="118093"/>
                  <a:pt x="583175" y="127825"/>
                </a:cubicBezTo>
                <a:cubicBezTo>
                  <a:pt x="577537" y="132946"/>
                  <a:pt x="573948" y="141649"/>
                  <a:pt x="573948" y="150098"/>
                </a:cubicBezTo>
                <a:cubicBezTo>
                  <a:pt x="573948" y="166234"/>
                  <a:pt x="585223" y="177505"/>
                  <a:pt x="600854" y="177505"/>
                </a:cubicBezTo>
                <a:cubicBezTo>
                  <a:pt x="612126" y="177505"/>
                  <a:pt x="622631" y="172126"/>
                  <a:pt x="638263" y="158801"/>
                </a:cubicBezTo>
                <a:cubicBezTo>
                  <a:pt x="639545" y="172126"/>
                  <a:pt x="644154" y="177505"/>
                  <a:pt x="654660" y="177505"/>
                </a:cubicBezTo>
                <a:cubicBezTo>
                  <a:pt x="663371" y="177505"/>
                  <a:pt x="668754" y="174432"/>
                  <a:pt x="677719" y="164697"/>
                </a:cubicBezTo>
                <a:lnTo>
                  <a:pt x="677719" y="158039"/>
                </a:lnTo>
                <a:moveTo>
                  <a:pt x="638004" y="143428"/>
                </a:moveTo>
                <a:cubicBezTo>
                  <a:pt x="638004" y="151373"/>
                  <a:pt x="636726" y="153680"/>
                  <a:pt x="631342" y="156753"/>
                </a:cubicBezTo>
                <a:cubicBezTo>
                  <a:pt x="625196" y="160342"/>
                  <a:pt x="618022" y="162645"/>
                  <a:pt x="612638" y="162645"/>
                </a:cubicBezTo>
                <a:cubicBezTo>
                  <a:pt x="603673" y="162645"/>
                  <a:pt x="596499" y="153934"/>
                  <a:pt x="596499" y="142916"/>
                </a:cubicBezTo>
                <a:lnTo>
                  <a:pt x="596499" y="141892"/>
                </a:lnTo>
                <a:cubicBezTo>
                  <a:pt x="596499" y="126773"/>
                  <a:pt x="607000" y="117550"/>
                  <a:pt x="638004" y="106274"/>
                </a:cubicBezTo>
                <a:lnTo>
                  <a:pt x="638004" y="143428"/>
                </a:lnTo>
                <a:close/>
                <a:moveTo>
                  <a:pt x="798659" y="75649"/>
                </a:moveTo>
                <a:lnTo>
                  <a:pt x="798659" y="65656"/>
                </a:lnTo>
                <a:lnTo>
                  <a:pt x="778930" y="65656"/>
                </a:lnTo>
                <a:cubicBezTo>
                  <a:pt x="773805" y="65656"/>
                  <a:pt x="769962" y="64858"/>
                  <a:pt x="764840" y="63044"/>
                </a:cubicBezTo>
                <a:lnTo>
                  <a:pt x="759202" y="60996"/>
                </a:lnTo>
                <a:cubicBezTo>
                  <a:pt x="752282" y="58431"/>
                  <a:pt x="745365" y="57148"/>
                  <a:pt x="738703" y="57148"/>
                </a:cubicBezTo>
                <a:cubicBezTo>
                  <a:pt x="714874" y="57148"/>
                  <a:pt x="695911" y="75649"/>
                  <a:pt x="695911" y="98959"/>
                </a:cubicBezTo>
                <a:cubicBezTo>
                  <a:pt x="695911" y="115098"/>
                  <a:pt x="702832" y="124830"/>
                  <a:pt x="719741" y="133283"/>
                </a:cubicBezTo>
                <a:cubicBezTo>
                  <a:pt x="714874" y="137896"/>
                  <a:pt x="710264" y="142244"/>
                  <a:pt x="708724" y="143522"/>
                </a:cubicBezTo>
                <a:cubicBezTo>
                  <a:pt x="700271" y="150939"/>
                  <a:pt x="696940" y="156057"/>
                  <a:pt x="696940" y="161171"/>
                </a:cubicBezTo>
                <a:cubicBezTo>
                  <a:pt x="696940" y="166543"/>
                  <a:pt x="700013" y="169612"/>
                  <a:pt x="710518" y="174737"/>
                </a:cubicBezTo>
                <a:cubicBezTo>
                  <a:pt x="692326" y="188073"/>
                  <a:pt x="685410" y="196542"/>
                  <a:pt x="685410" y="206031"/>
                </a:cubicBezTo>
                <a:cubicBezTo>
                  <a:pt x="685410" y="219621"/>
                  <a:pt x="705392" y="230897"/>
                  <a:pt x="729734" y="230897"/>
                </a:cubicBezTo>
                <a:cubicBezTo>
                  <a:pt x="748951" y="230897"/>
                  <a:pt x="768937" y="224234"/>
                  <a:pt x="782262" y="213471"/>
                </a:cubicBezTo>
                <a:cubicBezTo>
                  <a:pt x="792001" y="205519"/>
                  <a:pt x="796356" y="197308"/>
                  <a:pt x="796356" y="187561"/>
                </a:cubicBezTo>
                <a:cubicBezTo>
                  <a:pt x="796356" y="171660"/>
                  <a:pt x="784310" y="160916"/>
                  <a:pt x="765352" y="160150"/>
                </a:cubicBezTo>
                <a:lnTo>
                  <a:pt x="732299" y="158614"/>
                </a:lnTo>
                <a:cubicBezTo>
                  <a:pt x="718717" y="158101"/>
                  <a:pt x="712313" y="155799"/>
                  <a:pt x="712313" y="151709"/>
                </a:cubicBezTo>
                <a:cubicBezTo>
                  <a:pt x="712313" y="146591"/>
                  <a:pt x="720765" y="137638"/>
                  <a:pt x="727686" y="135589"/>
                </a:cubicBezTo>
                <a:cubicBezTo>
                  <a:pt x="729992" y="135847"/>
                  <a:pt x="731787" y="136101"/>
                  <a:pt x="732553" y="136101"/>
                </a:cubicBezTo>
                <a:cubicBezTo>
                  <a:pt x="737421" y="136614"/>
                  <a:pt x="740752" y="136872"/>
                  <a:pt x="742292" y="136872"/>
                </a:cubicBezTo>
                <a:cubicBezTo>
                  <a:pt x="751770" y="136872"/>
                  <a:pt x="762021" y="133028"/>
                  <a:pt x="769962" y="126112"/>
                </a:cubicBezTo>
                <a:cubicBezTo>
                  <a:pt x="778418" y="118938"/>
                  <a:pt x="782262" y="109973"/>
                  <a:pt x="782262" y="97168"/>
                </a:cubicBezTo>
                <a:cubicBezTo>
                  <a:pt x="782262" y="89740"/>
                  <a:pt x="780979" y="83848"/>
                  <a:pt x="777394" y="75649"/>
                </a:cubicBezTo>
                <a:lnTo>
                  <a:pt x="798659" y="75649"/>
                </a:lnTo>
                <a:moveTo>
                  <a:pt x="715898" y="175504"/>
                </a:moveTo>
                <a:cubicBezTo>
                  <a:pt x="724355" y="177302"/>
                  <a:pt x="744853" y="178839"/>
                  <a:pt x="757407" y="178839"/>
                </a:cubicBezTo>
                <a:cubicBezTo>
                  <a:pt x="780725" y="178839"/>
                  <a:pt x="789182" y="182174"/>
                  <a:pt x="789182" y="191408"/>
                </a:cubicBezTo>
                <a:cubicBezTo>
                  <a:pt x="789182" y="206289"/>
                  <a:pt x="769707" y="216290"/>
                  <a:pt x="740752" y="216290"/>
                </a:cubicBezTo>
                <a:cubicBezTo>
                  <a:pt x="718205" y="216290"/>
                  <a:pt x="703344" y="208854"/>
                  <a:pt x="703344" y="197566"/>
                </a:cubicBezTo>
                <a:cubicBezTo>
                  <a:pt x="703344" y="191666"/>
                  <a:pt x="705138" y="188331"/>
                  <a:pt x="715898" y="175504"/>
                </a:cubicBezTo>
                <a:moveTo>
                  <a:pt x="717180" y="88458"/>
                </a:moveTo>
                <a:cubicBezTo>
                  <a:pt x="717180" y="73346"/>
                  <a:pt x="724355" y="64327"/>
                  <a:pt x="736142" y="64327"/>
                </a:cubicBezTo>
                <a:cubicBezTo>
                  <a:pt x="744083" y="64327"/>
                  <a:pt x="750745" y="68733"/>
                  <a:pt x="754847" y="76419"/>
                </a:cubicBezTo>
                <a:cubicBezTo>
                  <a:pt x="759456" y="85384"/>
                  <a:pt x="762533" y="97168"/>
                  <a:pt x="762533" y="107158"/>
                </a:cubicBezTo>
                <a:cubicBezTo>
                  <a:pt x="762533" y="121499"/>
                  <a:pt x="755101" y="130464"/>
                  <a:pt x="743317" y="130464"/>
                </a:cubicBezTo>
                <a:cubicBezTo>
                  <a:pt x="727944" y="130464"/>
                  <a:pt x="717180" y="113816"/>
                  <a:pt x="717180" y="89228"/>
                </a:cubicBezTo>
                <a:lnTo>
                  <a:pt x="717180" y="88458"/>
                </a:lnTo>
                <a:close/>
                <a:moveTo>
                  <a:pt x="910887" y="132911"/>
                </a:moveTo>
                <a:cubicBezTo>
                  <a:pt x="898591" y="152393"/>
                  <a:pt x="887570" y="159830"/>
                  <a:pt x="871172" y="159830"/>
                </a:cubicBezTo>
                <a:cubicBezTo>
                  <a:pt x="856569" y="159830"/>
                  <a:pt x="845552" y="152393"/>
                  <a:pt x="838119" y="137783"/>
                </a:cubicBezTo>
                <a:cubicBezTo>
                  <a:pt x="833506" y="128040"/>
                  <a:pt x="831715" y="119579"/>
                  <a:pt x="831203" y="103940"/>
                </a:cubicBezTo>
                <a:lnTo>
                  <a:pt x="910121" y="103940"/>
                </a:lnTo>
                <a:cubicBezTo>
                  <a:pt x="908068" y="87316"/>
                  <a:pt x="905507" y="79911"/>
                  <a:pt x="899103" y="71740"/>
                </a:cubicBezTo>
                <a:cubicBezTo>
                  <a:pt x="891413" y="62532"/>
                  <a:pt x="879629" y="57148"/>
                  <a:pt x="866305" y="57148"/>
                </a:cubicBezTo>
                <a:cubicBezTo>
                  <a:pt x="853492" y="57148"/>
                  <a:pt x="841450" y="61762"/>
                  <a:pt x="831715" y="70461"/>
                </a:cubicBezTo>
                <a:cubicBezTo>
                  <a:pt x="819669" y="80931"/>
                  <a:pt x="812753" y="99072"/>
                  <a:pt x="812753" y="120091"/>
                </a:cubicBezTo>
                <a:cubicBezTo>
                  <a:pt x="812753" y="155470"/>
                  <a:pt x="831203" y="177505"/>
                  <a:pt x="860667" y="177505"/>
                </a:cubicBezTo>
                <a:cubicBezTo>
                  <a:pt x="885009" y="177505"/>
                  <a:pt x="904225" y="162390"/>
                  <a:pt x="914988" y="134706"/>
                </a:cubicBezTo>
                <a:lnTo>
                  <a:pt x="910887" y="132911"/>
                </a:lnTo>
                <a:moveTo>
                  <a:pt x="831715" y="95741"/>
                </a:moveTo>
                <a:cubicBezTo>
                  <a:pt x="834530" y="75825"/>
                  <a:pt x="843245" y="66375"/>
                  <a:pt x="858872" y="66375"/>
                </a:cubicBezTo>
                <a:cubicBezTo>
                  <a:pt x="874503" y="66375"/>
                  <a:pt x="880653" y="73526"/>
                  <a:pt x="883984" y="95741"/>
                </a:cubicBezTo>
                <a:lnTo>
                  <a:pt x="831715" y="95741"/>
                </a:lnTo>
                <a:close/>
                <a:moveTo>
                  <a:pt x="941380" y="211121"/>
                </a:moveTo>
                <a:cubicBezTo>
                  <a:pt x="958547" y="202664"/>
                  <a:pt x="970077" y="187037"/>
                  <a:pt x="970077" y="171660"/>
                </a:cubicBezTo>
                <a:cubicBezTo>
                  <a:pt x="970077" y="158852"/>
                  <a:pt x="961108" y="148859"/>
                  <a:pt x="949578" y="148859"/>
                </a:cubicBezTo>
                <a:cubicBezTo>
                  <a:pt x="940609" y="148859"/>
                  <a:pt x="934463" y="154751"/>
                  <a:pt x="934463" y="163462"/>
                </a:cubicBezTo>
                <a:cubicBezTo>
                  <a:pt x="934463" y="171637"/>
                  <a:pt x="940355" y="176505"/>
                  <a:pt x="949578" y="176505"/>
                </a:cubicBezTo>
                <a:cubicBezTo>
                  <a:pt x="951115" y="176505"/>
                  <a:pt x="952909" y="176250"/>
                  <a:pt x="954446" y="175992"/>
                </a:cubicBezTo>
                <a:cubicBezTo>
                  <a:pt x="956240" y="175504"/>
                  <a:pt x="956240" y="175504"/>
                  <a:pt x="956498" y="175504"/>
                </a:cubicBezTo>
                <a:cubicBezTo>
                  <a:pt x="958547" y="175504"/>
                  <a:pt x="960084" y="177044"/>
                  <a:pt x="960084" y="179093"/>
                </a:cubicBezTo>
                <a:cubicBezTo>
                  <a:pt x="960084" y="187291"/>
                  <a:pt x="952909" y="196773"/>
                  <a:pt x="939073" y="206254"/>
                </a:cubicBezTo>
                <a:lnTo>
                  <a:pt x="941380" y="211121"/>
                </a:lnTo>
                <a:close/>
                <a:moveTo>
                  <a:pt x="1161477" y="158039"/>
                </a:moveTo>
                <a:cubicBezTo>
                  <a:pt x="1157122" y="161620"/>
                  <a:pt x="1154049" y="162903"/>
                  <a:pt x="1150206" y="162903"/>
                </a:cubicBezTo>
                <a:cubicBezTo>
                  <a:pt x="1144314" y="162903"/>
                  <a:pt x="1142519" y="159317"/>
                  <a:pt x="1142519" y="148053"/>
                </a:cubicBezTo>
                <a:lnTo>
                  <a:pt x="1142519" y="98122"/>
                </a:lnTo>
                <a:cubicBezTo>
                  <a:pt x="1142519" y="84806"/>
                  <a:pt x="1141237" y="77381"/>
                  <a:pt x="1137393" y="71235"/>
                </a:cubicBezTo>
                <a:cubicBezTo>
                  <a:pt x="1131756" y="62020"/>
                  <a:pt x="1120738" y="57148"/>
                  <a:pt x="1105623" y="57148"/>
                </a:cubicBezTo>
                <a:cubicBezTo>
                  <a:pt x="1081535" y="57148"/>
                  <a:pt x="1062577" y="69699"/>
                  <a:pt x="1062577" y="85830"/>
                </a:cubicBezTo>
                <a:cubicBezTo>
                  <a:pt x="1062577" y="91722"/>
                  <a:pt x="1067699" y="96840"/>
                  <a:pt x="1073595" y="96840"/>
                </a:cubicBezTo>
                <a:cubicBezTo>
                  <a:pt x="1079741" y="96840"/>
                  <a:pt x="1085124" y="91722"/>
                  <a:pt x="1085124" y="86088"/>
                </a:cubicBezTo>
                <a:cubicBezTo>
                  <a:pt x="1085124" y="85064"/>
                  <a:pt x="1084866" y="83781"/>
                  <a:pt x="1084612" y="81991"/>
                </a:cubicBezTo>
                <a:cubicBezTo>
                  <a:pt x="1084100" y="79688"/>
                  <a:pt x="1083842" y="77639"/>
                  <a:pt x="1083842" y="75845"/>
                </a:cubicBezTo>
                <a:cubicBezTo>
                  <a:pt x="1083842" y="68932"/>
                  <a:pt x="1092041" y="63298"/>
                  <a:pt x="1102292" y="63298"/>
                </a:cubicBezTo>
                <a:cubicBezTo>
                  <a:pt x="1114846" y="63298"/>
                  <a:pt x="1121762" y="70723"/>
                  <a:pt x="1121762" y="84552"/>
                </a:cubicBezTo>
                <a:lnTo>
                  <a:pt x="1121762" y="100171"/>
                </a:lnTo>
                <a:cubicBezTo>
                  <a:pt x="1082305" y="116045"/>
                  <a:pt x="1077950" y="118093"/>
                  <a:pt x="1066932" y="127825"/>
                </a:cubicBezTo>
                <a:cubicBezTo>
                  <a:pt x="1061295" y="132946"/>
                  <a:pt x="1057705" y="141649"/>
                  <a:pt x="1057705" y="150098"/>
                </a:cubicBezTo>
                <a:cubicBezTo>
                  <a:pt x="1057705" y="166234"/>
                  <a:pt x="1068981" y="177505"/>
                  <a:pt x="1084612" y="177505"/>
                </a:cubicBezTo>
                <a:cubicBezTo>
                  <a:pt x="1095884" y="177505"/>
                  <a:pt x="1106389" y="172126"/>
                  <a:pt x="1122020" y="158801"/>
                </a:cubicBezTo>
                <a:cubicBezTo>
                  <a:pt x="1123303" y="172126"/>
                  <a:pt x="1127912" y="177505"/>
                  <a:pt x="1138418" y="177505"/>
                </a:cubicBezTo>
                <a:cubicBezTo>
                  <a:pt x="1147129" y="177505"/>
                  <a:pt x="1152512" y="174432"/>
                  <a:pt x="1161477" y="164697"/>
                </a:cubicBezTo>
                <a:lnTo>
                  <a:pt x="1161477" y="158039"/>
                </a:lnTo>
                <a:moveTo>
                  <a:pt x="1121762" y="143428"/>
                </a:moveTo>
                <a:cubicBezTo>
                  <a:pt x="1121762" y="151373"/>
                  <a:pt x="1120484" y="153680"/>
                  <a:pt x="1115100" y="156753"/>
                </a:cubicBezTo>
                <a:cubicBezTo>
                  <a:pt x="1108954" y="160342"/>
                  <a:pt x="1101780" y="162645"/>
                  <a:pt x="1096396" y="162645"/>
                </a:cubicBezTo>
                <a:cubicBezTo>
                  <a:pt x="1087431" y="162645"/>
                  <a:pt x="1080257" y="153934"/>
                  <a:pt x="1080257" y="142916"/>
                </a:cubicBezTo>
                <a:lnTo>
                  <a:pt x="1080257" y="141892"/>
                </a:lnTo>
                <a:cubicBezTo>
                  <a:pt x="1080257" y="126773"/>
                  <a:pt x="1090758" y="117550"/>
                  <a:pt x="1121762" y="106274"/>
                </a:cubicBezTo>
                <a:lnTo>
                  <a:pt x="1121762" y="143428"/>
                </a:lnTo>
                <a:close/>
                <a:moveTo>
                  <a:pt x="1166862" y="15373"/>
                </a:moveTo>
                <a:lnTo>
                  <a:pt x="1168398" y="15373"/>
                </a:lnTo>
                <a:cubicBezTo>
                  <a:pt x="1171217" y="15119"/>
                  <a:pt x="1174290" y="14861"/>
                  <a:pt x="1176343" y="14861"/>
                </a:cubicBezTo>
                <a:cubicBezTo>
                  <a:pt x="1184541" y="14861"/>
                  <a:pt x="1187102" y="18450"/>
                  <a:pt x="1187102" y="30492"/>
                </a:cubicBezTo>
                <a:lnTo>
                  <a:pt x="1187102" y="152714"/>
                </a:lnTo>
                <a:cubicBezTo>
                  <a:pt x="1187102" y="166550"/>
                  <a:pt x="1183517" y="169881"/>
                  <a:pt x="1167374" y="171160"/>
                </a:cubicBezTo>
                <a:lnTo>
                  <a:pt x="1167374" y="175003"/>
                </a:lnTo>
                <a:lnTo>
                  <a:pt x="1227842" y="175003"/>
                </a:lnTo>
                <a:lnTo>
                  <a:pt x="1227842" y="171160"/>
                </a:lnTo>
                <a:cubicBezTo>
                  <a:pt x="1211702" y="170136"/>
                  <a:pt x="1208625" y="167575"/>
                  <a:pt x="1208625" y="153480"/>
                </a:cubicBezTo>
                <a:lnTo>
                  <a:pt x="1208625" y="512"/>
                </a:lnTo>
                <a:lnTo>
                  <a:pt x="1207601" y="0"/>
                </a:lnTo>
                <a:cubicBezTo>
                  <a:pt x="1194277" y="4355"/>
                  <a:pt x="1184541" y="6920"/>
                  <a:pt x="1166862" y="11276"/>
                </a:cubicBezTo>
                <a:lnTo>
                  <a:pt x="1166862" y="15373"/>
                </a:lnTo>
                <a:close/>
                <a:moveTo>
                  <a:pt x="1297282" y="57148"/>
                </a:moveTo>
                <a:cubicBezTo>
                  <a:pt x="1263971" y="57148"/>
                  <a:pt x="1240653" y="81737"/>
                  <a:pt x="1240653" y="117073"/>
                </a:cubicBezTo>
                <a:cubicBezTo>
                  <a:pt x="1240653" y="151639"/>
                  <a:pt x="1264483" y="177505"/>
                  <a:pt x="1296766" y="177505"/>
                </a:cubicBezTo>
                <a:cubicBezTo>
                  <a:pt x="1329052" y="177505"/>
                  <a:pt x="1353648" y="150360"/>
                  <a:pt x="1353648" y="115024"/>
                </a:cubicBezTo>
                <a:cubicBezTo>
                  <a:pt x="1353648" y="81479"/>
                  <a:pt x="1330077" y="57148"/>
                  <a:pt x="1297282" y="57148"/>
                </a:cubicBezTo>
                <a:moveTo>
                  <a:pt x="1293951" y="64327"/>
                </a:moveTo>
                <a:cubicBezTo>
                  <a:pt x="1315474" y="64327"/>
                  <a:pt x="1330589" y="88907"/>
                  <a:pt x="1330589" y="123985"/>
                </a:cubicBezTo>
                <a:cubicBezTo>
                  <a:pt x="1330589" y="152921"/>
                  <a:pt x="1319059" y="170331"/>
                  <a:pt x="1299843" y="170331"/>
                </a:cubicBezTo>
                <a:cubicBezTo>
                  <a:pt x="1289849" y="170331"/>
                  <a:pt x="1280368" y="164189"/>
                  <a:pt x="1274989" y="153945"/>
                </a:cubicBezTo>
                <a:cubicBezTo>
                  <a:pt x="1267814" y="140629"/>
                  <a:pt x="1263713" y="122707"/>
                  <a:pt x="1263713" y="104526"/>
                </a:cubicBezTo>
                <a:cubicBezTo>
                  <a:pt x="1263713" y="80200"/>
                  <a:pt x="1275755" y="64327"/>
                  <a:pt x="1293951" y="64327"/>
                </a:cubicBezTo>
                <a:close/>
                <a:moveTo>
                  <a:pt x="1365435" y="73038"/>
                </a:moveTo>
                <a:cubicBezTo>
                  <a:pt x="1366972" y="72267"/>
                  <a:pt x="1369536" y="72013"/>
                  <a:pt x="1372355" y="72013"/>
                </a:cubicBezTo>
                <a:cubicBezTo>
                  <a:pt x="1379530" y="72013"/>
                  <a:pt x="1381832" y="75856"/>
                  <a:pt x="1381832" y="88407"/>
                </a:cubicBezTo>
                <a:lnTo>
                  <a:pt x="1381832" y="151948"/>
                </a:lnTo>
                <a:cubicBezTo>
                  <a:pt x="1381832" y="166550"/>
                  <a:pt x="1379014" y="170136"/>
                  <a:pt x="1365947" y="171160"/>
                </a:cubicBezTo>
                <a:lnTo>
                  <a:pt x="1365947" y="175003"/>
                </a:lnTo>
                <a:lnTo>
                  <a:pt x="1420269" y="175003"/>
                </a:lnTo>
                <a:lnTo>
                  <a:pt x="1420269" y="171160"/>
                </a:lnTo>
                <a:cubicBezTo>
                  <a:pt x="1407199" y="170136"/>
                  <a:pt x="1403356" y="167063"/>
                  <a:pt x="1403356" y="157839"/>
                </a:cubicBezTo>
                <a:lnTo>
                  <a:pt x="1403356" y="85846"/>
                </a:lnTo>
                <a:cubicBezTo>
                  <a:pt x="1415656" y="74316"/>
                  <a:pt x="1421293" y="71243"/>
                  <a:pt x="1429750" y="71243"/>
                </a:cubicBezTo>
                <a:cubicBezTo>
                  <a:pt x="1442304" y="71243"/>
                  <a:pt x="1448454" y="79184"/>
                  <a:pt x="1448454" y="96093"/>
                </a:cubicBezTo>
                <a:lnTo>
                  <a:pt x="1448454" y="149641"/>
                </a:lnTo>
                <a:cubicBezTo>
                  <a:pt x="1448454" y="165780"/>
                  <a:pt x="1445123" y="170136"/>
                  <a:pt x="1432311" y="171160"/>
                </a:cubicBezTo>
                <a:lnTo>
                  <a:pt x="1432311" y="175003"/>
                </a:lnTo>
                <a:lnTo>
                  <a:pt x="1485608" y="175003"/>
                </a:lnTo>
                <a:lnTo>
                  <a:pt x="1485608" y="171160"/>
                </a:lnTo>
                <a:cubicBezTo>
                  <a:pt x="1473050" y="169881"/>
                  <a:pt x="1469977" y="166804"/>
                  <a:pt x="1469977" y="154254"/>
                </a:cubicBezTo>
                <a:lnTo>
                  <a:pt x="1469977" y="95581"/>
                </a:lnTo>
                <a:cubicBezTo>
                  <a:pt x="1469977" y="71501"/>
                  <a:pt x="1458702" y="57148"/>
                  <a:pt x="1439743" y="57148"/>
                </a:cubicBezTo>
                <a:cubicBezTo>
                  <a:pt x="1427956" y="57148"/>
                  <a:pt x="1420011" y="61508"/>
                  <a:pt x="1402589" y="77905"/>
                </a:cubicBezTo>
                <a:lnTo>
                  <a:pt x="1402589" y="57665"/>
                </a:lnTo>
                <a:lnTo>
                  <a:pt x="1400795" y="57148"/>
                </a:lnTo>
                <a:cubicBezTo>
                  <a:pt x="1388241" y="61762"/>
                  <a:pt x="1379530" y="64581"/>
                  <a:pt x="1365435" y="68682"/>
                </a:cubicBezTo>
                <a:lnTo>
                  <a:pt x="1365435" y="73038"/>
                </a:lnTo>
                <a:close/>
                <a:moveTo>
                  <a:pt x="1609876" y="75649"/>
                </a:moveTo>
                <a:lnTo>
                  <a:pt x="1609876" y="65656"/>
                </a:lnTo>
                <a:lnTo>
                  <a:pt x="1590148" y="65656"/>
                </a:lnTo>
                <a:cubicBezTo>
                  <a:pt x="1585022" y="65656"/>
                  <a:pt x="1581179" y="64858"/>
                  <a:pt x="1576057" y="63044"/>
                </a:cubicBezTo>
                <a:lnTo>
                  <a:pt x="1570419" y="60996"/>
                </a:lnTo>
                <a:cubicBezTo>
                  <a:pt x="1563499" y="58431"/>
                  <a:pt x="1556583" y="57148"/>
                  <a:pt x="1549920" y="57148"/>
                </a:cubicBezTo>
                <a:cubicBezTo>
                  <a:pt x="1526091" y="57148"/>
                  <a:pt x="1507128" y="75649"/>
                  <a:pt x="1507128" y="98959"/>
                </a:cubicBezTo>
                <a:cubicBezTo>
                  <a:pt x="1507128" y="115098"/>
                  <a:pt x="1514049" y="124830"/>
                  <a:pt x="1530958" y="133283"/>
                </a:cubicBezTo>
                <a:cubicBezTo>
                  <a:pt x="1526091" y="137896"/>
                  <a:pt x="1521481" y="142244"/>
                  <a:pt x="1519941" y="143522"/>
                </a:cubicBezTo>
                <a:cubicBezTo>
                  <a:pt x="1511488" y="150939"/>
                  <a:pt x="1508157" y="156057"/>
                  <a:pt x="1508157" y="161171"/>
                </a:cubicBezTo>
                <a:cubicBezTo>
                  <a:pt x="1508157" y="166543"/>
                  <a:pt x="1511230" y="169612"/>
                  <a:pt x="1521735" y="174737"/>
                </a:cubicBezTo>
                <a:cubicBezTo>
                  <a:pt x="1503543" y="188073"/>
                  <a:pt x="1496627" y="196542"/>
                  <a:pt x="1496627" y="206031"/>
                </a:cubicBezTo>
                <a:cubicBezTo>
                  <a:pt x="1496627" y="219621"/>
                  <a:pt x="1516610" y="230897"/>
                  <a:pt x="1540951" y="230897"/>
                </a:cubicBezTo>
                <a:cubicBezTo>
                  <a:pt x="1560168" y="230897"/>
                  <a:pt x="1580154" y="224234"/>
                  <a:pt x="1593479" y="213471"/>
                </a:cubicBezTo>
                <a:cubicBezTo>
                  <a:pt x="1603218" y="205519"/>
                  <a:pt x="1607573" y="197308"/>
                  <a:pt x="1607573" y="187561"/>
                </a:cubicBezTo>
                <a:cubicBezTo>
                  <a:pt x="1607573" y="171660"/>
                  <a:pt x="1595527" y="160916"/>
                  <a:pt x="1576569" y="160150"/>
                </a:cubicBezTo>
                <a:lnTo>
                  <a:pt x="1543516" y="158614"/>
                </a:lnTo>
                <a:cubicBezTo>
                  <a:pt x="1529934" y="158101"/>
                  <a:pt x="1523530" y="155799"/>
                  <a:pt x="1523530" y="151709"/>
                </a:cubicBezTo>
                <a:cubicBezTo>
                  <a:pt x="1523530" y="146591"/>
                  <a:pt x="1531983" y="137638"/>
                  <a:pt x="1538903" y="135589"/>
                </a:cubicBezTo>
                <a:cubicBezTo>
                  <a:pt x="1541210" y="135847"/>
                  <a:pt x="1543004" y="136101"/>
                  <a:pt x="1543770" y="136101"/>
                </a:cubicBezTo>
                <a:cubicBezTo>
                  <a:pt x="1548638" y="136614"/>
                  <a:pt x="1551969" y="136872"/>
                  <a:pt x="1553510" y="136872"/>
                </a:cubicBezTo>
                <a:cubicBezTo>
                  <a:pt x="1562987" y="136872"/>
                  <a:pt x="1573238" y="133028"/>
                  <a:pt x="1581179" y="126112"/>
                </a:cubicBezTo>
                <a:cubicBezTo>
                  <a:pt x="1589635" y="118938"/>
                  <a:pt x="1593479" y="109973"/>
                  <a:pt x="1593479" y="97168"/>
                </a:cubicBezTo>
                <a:cubicBezTo>
                  <a:pt x="1593479" y="89740"/>
                  <a:pt x="1592196" y="83848"/>
                  <a:pt x="1588611" y="75649"/>
                </a:cubicBezTo>
                <a:lnTo>
                  <a:pt x="1609876" y="75649"/>
                </a:lnTo>
                <a:moveTo>
                  <a:pt x="1527115" y="175504"/>
                </a:moveTo>
                <a:cubicBezTo>
                  <a:pt x="1535572" y="177302"/>
                  <a:pt x="1556070" y="178839"/>
                  <a:pt x="1568625" y="178839"/>
                </a:cubicBezTo>
                <a:cubicBezTo>
                  <a:pt x="1591942" y="178839"/>
                  <a:pt x="1600399" y="182174"/>
                  <a:pt x="1600399" y="191408"/>
                </a:cubicBezTo>
                <a:cubicBezTo>
                  <a:pt x="1600399" y="206289"/>
                  <a:pt x="1580924" y="216290"/>
                  <a:pt x="1551969" y="216290"/>
                </a:cubicBezTo>
                <a:cubicBezTo>
                  <a:pt x="1529422" y="216290"/>
                  <a:pt x="1514561" y="208854"/>
                  <a:pt x="1514561" y="197566"/>
                </a:cubicBezTo>
                <a:cubicBezTo>
                  <a:pt x="1514561" y="191666"/>
                  <a:pt x="1516355" y="188331"/>
                  <a:pt x="1527115" y="175504"/>
                </a:cubicBezTo>
                <a:moveTo>
                  <a:pt x="1528397" y="88458"/>
                </a:moveTo>
                <a:cubicBezTo>
                  <a:pt x="1528397" y="73346"/>
                  <a:pt x="1535572" y="64327"/>
                  <a:pt x="1547360" y="64327"/>
                </a:cubicBezTo>
                <a:cubicBezTo>
                  <a:pt x="1555300" y="64327"/>
                  <a:pt x="1561962" y="68733"/>
                  <a:pt x="1566064" y="76419"/>
                </a:cubicBezTo>
                <a:cubicBezTo>
                  <a:pt x="1570673" y="85384"/>
                  <a:pt x="1573750" y="97168"/>
                  <a:pt x="1573750" y="107158"/>
                </a:cubicBezTo>
                <a:cubicBezTo>
                  <a:pt x="1573750" y="121499"/>
                  <a:pt x="1566318" y="130464"/>
                  <a:pt x="1554534" y="130464"/>
                </a:cubicBezTo>
                <a:cubicBezTo>
                  <a:pt x="1539161" y="130464"/>
                  <a:pt x="1528397" y="113816"/>
                  <a:pt x="1528397" y="89228"/>
                </a:cubicBezTo>
                <a:lnTo>
                  <a:pt x="1528397" y="88458"/>
                </a:lnTo>
                <a:close/>
                <a:moveTo>
                  <a:pt x="1827930" y="59651"/>
                </a:moveTo>
                <a:lnTo>
                  <a:pt x="1827930" y="63498"/>
                </a:lnTo>
                <a:cubicBezTo>
                  <a:pt x="1836641" y="65288"/>
                  <a:pt x="1839202" y="67083"/>
                  <a:pt x="1839202" y="71438"/>
                </a:cubicBezTo>
                <a:cubicBezTo>
                  <a:pt x="1839202" y="75278"/>
                  <a:pt x="1837665" y="81428"/>
                  <a:pt x="1834846" y="88344"/>
                </a:cubicBezTo>
                <a:lnTo>
                  <a:pt x="1811787" y="145207"/>
                </a:lnTo>
                <a:lnTo>
                  <a:pt x="1790264" y="87832"/>
                </a:lnTo>
                <a:cubicBezTo>
                  <a:pt x="1785908" y="76048"/>
                  <a:pt x="1785908" y="76048"/>
                  <a:pt x="1785908" y="72717"/>
                </a:cubicBezTo>
                <a:cubicBezTo>
                  <a:pt x="1785908" y="67083"/>
                  <a:pt x="1788727" y="65288"/>
                  <a:pt x="1800769" y="63498"/>
                </a:cubicBezTo>
                <a:lnTo>
                  <a:pt x="1800769" y="59651"/>
                </a:lnTo>
                <a:lnTo>
                  <a:pt x="1748754" y="59651"/>
                </a:lnTo>
                <a:lnTo>
                  <a:pt x="1748754" y="63498"/>
                </a:lnTo>
                <a:cubicBezTo>
                  <a:pt x="1758235" y="64522"/>
                  <a:pt x="1761308" y="67337"/>
                  <a:pt x="1766434" y="81170"/>
                </a:cubicBezTo>
                <a:cubicBezTo>
                  <a:pt x="1768228" y="86037"/>
                  <a:pt x="1770019" y="90905"/>
                  <a:pt x="1771559" y="95515"/>
                </a:cubicBezTo>
                <a:lnTo>
                  <a:pt x="1748242" y="146490"/>
                </a:lnTo>
                <a:lnTo>
                  <a:pt x="1722876" y="79633"/>
                </a:lnTo>
                <a:cubicBezTo>
                  <a:pt x="1721851" y="77072"/>
                  <a:pt x="1721339" y="74512"/>
                  <a:pt x="1721339" y="71951"/>
                </a:cubicBezTo>
                <a:cubicBezTo>
                  <a:pt x="1721339" y="66571"/>
                  <a:pt x="1724412" y="64522"/>
                  <a:pt x="1733123" y="63498"/>
                </a:cubicBezTo>
                <a:lnTo>
                  <a:pt x="1733123" y="59651"/>
                </a:lnTo>
                <a:lnTo>
                  <a:pt x="1687004" y="59651"/>
                </a:lnTo>
                <a:lnTo>
                  <a:pt x="1687004" y="63498"/>
                </a:lnTo>
                <a:cubicBezTo>
                  <a:pt x="1692896" y="64010"/>
                  <a:pt x="1694944" y="66571"/>
                  <a:pt x="1700582" y="79633"/>
                </a:cubicBezTo>
                <a:lnTo>
                  <a:pt x="1735176" y="167235"/>
                </a:lnTo>
                <a:cubicBezTo>
                  <a:pt x="1738249" y="174921"/>
                  <a:pt x="1740297" y="178506"/>
                  <a:pt x="1741834" y="178506"/>
                </a:cubicBezTo>
                <a:cubicBezTo>
                  <a:pt x="1743116" y="178506"/>
                  <a:pt x="1745165" y="175179"/>
                  <a:pt x="1748242" y="168517"/>
                </a:cubicBezTo>
                <a:lnTo>
                  <a:pt x="1776939" y="107040"/>
                </a:lnTo>
                <a:lnTo>
                  <a:pt x="1800257" y="167493"/>
                </a:lnTo>
                <a:cubicBezTo>
                  <a:pt x="1803842" y="176970"/>
                  <a:pt x="1804866" y="178506"/>
                  <a:pt x="1806407" y="178506"/>
                </a:cubicBezTo>
                <a:cubicBezTo>
                  <a:pt x="1808197" y="178506"/>
                  <a:pt x="1809480" y="176203"/>
                  <a:pt x="1813581" y="165956"/>
                </a:cubicBezTo>
                <a:lnTo>
                  <a:pt x="1848941" y="77327"/>
                </a:lnTo>
                <a:cubicBezTo>
                  <a:pt x="1853550" y="66571"/>
                  <a:pt x="1854320" y="65288"/>
                  <a:pt x="1859446" y="63498"/>
                </a:cubicBezTo>
                <a:lnTo>
                  <a:pt x="1859446" y="59651"/>
                </a:lnTo>
                <a:lnTo>
                  <a:pt x="1827930" y="59651"/>
                </a:lnTo>
                <a:close/>
                <a:moveTo>
                  <a:pt x="1911457" y="57148"/>
                </a:moveTo>
                <a:lnTo>
                  <a:pt x="1871742" y="71161"/>
                </a:lnTo>
                <a:lnTo>
                  <a:pt x="1871742" y="75008"/>
                </a:lnTo>
                <a:lnTo>
                  <a:pt x="1873795" y="74750"/>
                </a:lnTo>
                <a:cubicBezTo>
                  <a:pt x="1876868" y="74238"/>
                  <a:pt x="1880199" y="73980"/>
                  <a:pt x="1882506" y="73980"/>
                </a:cubicBezTo>
                <a:cubicBezTo>
                  <a:pt x="1888656" y="73980"/>
                  <a:pt x="1890958" y="78081"/>
                  <a:pt x="1890958" y="89365"/>
                </a:cubicBezTo>
                <a:lnTo>
                  <a:pt x="1890958" y="148855"/>
                </a:lnTo>
                <a:cubicBezTo>
                  <a:pt x="1890958" y="167317"/>
                  <a:pt x="1888397" y="170136"/>
                  <a:pt x="1870718" y="171160"/>
                </a:cubicBezTo>
                <a:lnTo>
                  <a:pt x="1870718" y="175003"/>
                </a:lnTo>
                <a:lnTo>
                  <a:pt x="1931444" y="175003"/>
                </a:lnTo>
                <a:lnTo>
                  <a:pt x="1931444" y="171160"/>
                </a:lnTo>
                <a:cubicBezTo>
                  <a:pt x="1914534" y="169881"/>
                  <a:pt x="1912481" y="167317"/>
                  <a:pt x="1912481" y="148855"/>
                </a:cubicBezTo>
                <a:lnTo>
                  <a:pt x="1912481" y="57919"/>
                </a:lnTo>
                <a:lnTo>
                  <a:pt x="1911457" y="57148"/>
                </a:lnTo>
                <a:moveTo>
                  <a:pt x="1899415" y="98"/>
                </a:moveTo>
                <a:cubicBezTo>
                  <a:pt x="1892499" y="98"/>
                  <a:pt x="1886603" y="5994"/>
                  <a:pt x="1886603" y="13168"/>
                </a:cubicBezTo>
                <a:cubicBezTo>
                  <a:pt x="1886603" y="20342"/>
                  <a:pt x="1892241" y="26234"/>
                  <a:pt x="1899415" y="26234"/>
                </a:cubicBezTo>
                <a:cubicBezTo>
                  <a:pt x="1906847" y="26234"/>
                  <a:pt x="1912739" y="20596"/>
                  <a:pt x="1912739" y="13168"/>
                </a:cubicBezTo>
                <a:cubicBezTo>
                  <a:pt x="1912739" y="5994"/>
                  <a:pt x="1906847" y="98"/>
                  <a:pt x="1899415" y="98"/>
                </a:cubicBezTo>
                <a:close/>
                <a:moveTo>
                  <a:pt x="2003187" y="59651"/>
                </a:moveTo>
                <a:lnTo>
                  <a:pt x="1977308" y="59651"/>
                </a:lnTo>
                <a:lnTo>
                  <a:pt x="1977308" y="29929"/>
                </a:lnTo>
                <a:cubicBezTo>
                  <a:pt x="1977308" y="27368"/>
                  <a:pt x="1977054" y="26598"/>
                  <a:pt x="1975514" y="26598"/>
                </a:cubicBezTo>
                <a:cubicBezTo>
                  <a:pt x="1973723" y="28905"/>
                  <a:pt x="1972182" y="31211"/>
                  <a:pt x="1970392" y="33772"/>
                </a:cubicBezTo>
                <a:cubicBezTo>
                  <a:pt x="1960653" y="47867"/>
                  <a:pt x="1949635" y="60167"/>
                  <a:pt x="1945538" y="61191"/>
                </a:cubicBezTo>
                <a:cubicBezTo>
                  <a:pt x="1942719" y="62982"/>
                  <a:pt x="1941178" y="64776"/>
                  <a:pt x="1941178" y="66059"/>
                </a:cubicBezTo>
                <a:cubicBezTo>
                  <a:pt x="1941178" y="66829"/>
                  <a:pt x="1941436" y="67341"/>
                  <a:pt x="1942207" y="67853"/>
                </a:cubicBezTo>
                <a:lnTo>
                  <a:pt x="1955785" y="67853"/>
                </a:lnTo>
                <a:lnTo>
                  <a:pt x="1955785" y="144969"/>
                </a:lnTo>
                <a:cubicBezTo>
                  <a:pt x="1955785" y="166488"/>
                  <a:pt x="1963472" y="177505"/>
                  <a:pt x="1978591" y="177505"/>
                </a:cubicBezTo>
                <a:cubicBezTo>
                  <a:pt x="1991145" y="177505"/>
                  <a:pt x="2000880" y="171359"/>
                  <a:pt x="2009337" y="158035"/>
                </a:cubicBezTo>
                <a:lnTo>
                  <a:pt x="2006006" y="155216"/>
                </a:lnTo>
                <a:cubicBezTo>
                  <a:pt x="2000626" y="161620"/>
                  <a:pt x="1996270" y="164185"/>
                  <a:pt x="1990632" y="164185"/>
                </a:cubicBezTo>
                <a:cubicBezTo>
                  <a:pt x="1981151" y="164185"/>
                  <a:pt x="1977308" y="157265"/>
                  <a:pt x="1977308" y="141125"/>
                </a:cubicBezTo>
                <a:lnTo>
                  <a:pt x="1977308" y="67853"/>
                </a:lnTo>
                <a:lnTo>
                  <a:pt x="2003187" y="67853"/>
                </a:lnTo>
                <a:lnTo>
                  <a:pt x="2003187" y="59651"/>
                </a:lnTo>
                <a:close/>
                <a:moveTo>
                  <a:pt x="2049309" y="87128"/>
                </a:moveTo>
                <a:cubicBezTo>
                  <a:pt x="2060069" y="75344"/>
                  <a:pt x="2067755" y="70985"/>
                  <a:pt x="2077749" y="70985"/>
                </a:cubicBezTo>
                <a:cubicBezTo>
                  <a:pt x="2090561" y="70985"/>
                  <a:pt x="2096965" y="80212"/>
                  <a:pt x="2096965" y="98146"/>
                </a:cubicBezTo>
                <a:lnTo>
                  <a:pt x="2096965" y="148871"/>
                </a:lnTo>
                <a:cubicBezTo>
                  <a:pt x="2096965" y="166292"/>
                  <a:pt x="2094404" y="169623"/>
                  <a:pt x="2079543" y="171160"/>
                </a:cubicBezTo>
                <a:lnTo>
                  <a:pt x="2079543" y="175003"/>
                </a:lnTo>
                <a:lnTo>
                  <a:pt x="2133865" y="175003"/>
                </a:lnTo>
                <a:lnTo>
                  <a:pt x="2133865" y="171160"/>
                </a:lnTo>
                <a:cubicBezTo>
                  <a:pt x="2120028" y="168599"/>
                  <a:pt x="2118488" y="166550"/>
                  <a:pt x="2118488" y="148871"/>
                </a:cubicBezTo>
                <a:lnTo>
                  <a:pt x="2118488" y="97888"/>
                </a:lnTo>
                <a:cubicBezTo>
                  <a:pt x="2118488" y="70985"/>
                  <a:pt x="2107728" y="57148"/>
                  <a:pt x="2086972" y="57148"/>
                </a:cubicBezTo>
                <a:cubicBezTo>
                  <a:pt x="2071857" y="57148"/>
                  <a:pt x="2061093" y="63298"/>
                  <a:pt x="2049309" y="78671"/>
                </a:cubicBezTo>
                <a:lnTo>
                  <a:pt x="2049309" y="782"/>
                </a:lnTo>
                <a:lnTo>
                  <a:pt x="2048027" y="12"/>
                </a:lnTo>
                <a:cubicBezTo>
                  <a:pt x="2039316" y="3085"/>
                  <a:pt x="2032908" y="5137"/>
                  <a:pt x="2018559" y="9235"/>
                </a:cubicBezTo>
                <a:lnTo>
                  <a:pt x="2011643" y="11287"/>
                </a:lnTo>
                <a:lnTo>
                  <a:pt x="2011643" y="15385"/>
                </a:lnTo>
                <a:cubicBezTo>
                  <a:pt x="2012667" y="15131"/>
                  <a:pt x="2013438" y="15131"/>
                  <a:pt x="2014716" y="15131"/>
                </a:cubicBezTo>
                <a:cubicBezTo>
                  <a:pt x="2025734" y="15131"/>
                  <a:pt x="2027786" y="17179"/>
                  <a:pt x="2027786" y="28197"/>
                </a:cubicBezTo>
                <a:lnTo>
                  <a:pt x="2027786" y="148871"/>
                </a:lnTo>
                <a:cubicBezTo>
                  <a:pt x="2027786" y="166804"/>
                  <a:pt x="2026246" y="169111"/>
                  <a:pt x="2011385" y="171160"/>
                </a:cubicBezTo>
                <a:lnTo>
                  <a:pt x="2011385" y="175003"/>
                </a:lnTo>
                <a:lnTo>
                  <a:pt x="2066731" y="175003"/>
                </a:lnTo>
                <a:lnTo>
                  <a:pt x="2066731" y="171160"/>
                </a:lnTo>
                <a:cubicBezTo>
                  <a:pt x="2051870" y="169623"/>
                  <a:pt x="2049309" y="166550"/>
                  <a:pt x="2049309" y="148871"/>
                </a:cubicBezTo>
                <a:lnTo>
                  <a:pt x="2049309" y="87128"/>
                </a:lnTo>
                <a:close/>
                <a:moveTo>
                  <a:pt x="2321676" y="75649"/>
                </a:moveTo>
                <a:lnTo>
                  <a:pt x="2321676" y="65656"/>
                </a:lnTo>
                <a:lnTo>
                  <a:pt x="2301947" y="65656"/>
                </a:lnTo>
                <a:cubicBezTo>
                  <a:pt x="2296822" y="65656"/>
                  <a:pt x="2292978" y="64858"/>
                  <a:pt x="2287857" y="63044"/>
                </a:cubicBezTo>
                <a:lnTo>
                  <a:pt x="2282219" y="60996"/>
                </a:lnTo>
                <a:cubicBezTo>
                  <a:pt x="2275299" y="58431"/>
                  <a:pt x="2268382" y="57148"/>
                  <a:pt x="2261720" y="57148"/>
                </a:cubicBezTo>
                <a:cubicBezTo>
                  <a:pt x="2237890" y="57148"/>
                  <a:pt x="2218928" y="75649"/>
                  <a:pt x="2218928" y="98959"/>
                </a:cubicBezTo>
                <a:cubicBezTo>
                  <a:pt x="2218928" y="115098"/>
                  <a:pt x="2225848" y="124830"/>
                  <a:pt x="2242758" y="133283"/>
                </a:cubicBezTo>
                <a:cubicBezTo>
                  <a:pt x="2237890" y="137896"/>
                  <a:pt x="2233281" y="142244"/>
                  <a:pt x="2231740" y="143522"/>
                </a:cubicBezTo>
                <a:cubicBezTo>
                  <a:pt x="2223288" y="150939"/>
                  <a:pt x="2219957" y="156057"/>
                  <a:pt x="2219957" y="161171"/>
                </a:cubicBezTo>
                <a:cubicBezTo>
                  <a:pt x="2219957" y="166543"/>
                  <a:pt x="2223030" y="169612"/>
                  <a:pt x="2233535" y="174737"/>
                </a:cubicBezTo>
                <a:cubicBezTo>
                  <a:pt x="2215343" y="188073"/>
                  <a:pt x="2208427" y="196542"/>
                  <a:pt x="2208427" y="206031"/>
                </a:cubicBezTo>
                <a:cubicBezTo>
                  <a:pt x="2208427" y="219621"/>
                  <a:pt x="2228409" y="230897"/>
                  <a:pt x="2252751" y="230897"/>
                </a:cubicBezTo>
                <a:cubicBezTo>
                  <a:pt x="2271968" y="230897"/>
                  <a:pt x="2291954" y="224234"/>
                  <a:pt x="2305278" y="213471"/>
                </a:cubicBezTo>
                <a:cubicBezTo>
                  <a:pt x="2315018" y="205519"/>
                  <a:pt x="2319373" y="197308"/>
                  <a:pt x="2319373" y="187561"/>
                </a:cubicBezTo>
                <a:cubicBezTo>
                  <a:pt x="2319373" y="171660"/>
                  <a:pt x="2307327" y="160916"/>
                  <a:pt x="2288369" y="160150"/>
                </a:cubicBezTo>
                <a:lnTo>
                  <a:pt x="2255316" y="158614"/>
                </a:lnTo>
                <a:cubicBezTo>
                  <a:pt x="2241734" y="158101"/>
                  <a:pt x="2235330" y="155799"/>
                  <a:pt x="2235330" y="151709"/>
                </a:cubicBezTo>
                <a:cubicBezTo>
                  <a:pt x="2235330" y="146591"/>
                  <a:pt x="2243782" y="137638"/>
                  <a:pt x="2250703" y="135589"/>
                </a:cubicBezTo>
                <a:cubicBezTo>
                  <a:pt x="2253009" y="135847"/>
                  <a:pt x="2254804" y="136101"/>
                  <a:pt x="2255570" y="136101"/>
                </a:cubicBezTo>
                <a:cubicBezTo>
                  <a:pt x="2260438" y="136614"/>
                  <a:pt x="2263769" y="136872"/>
                  <a:pt x="2265309" y="136872"/>
                </a:cubicBezTo>
                <a:cubicBezTo>
                  <a:pt x="2274787" y="136872"/>
                  <a:pt x="2285038" y="133028"/>
                  <a:pt x="2292978" y="126112"/>
                </a:cubicBezTo>
                <a:cubicBezTo>
                  <a:pt x="2301435" y="118938"/>
                  <a:pt x="2305278" y="109973"/>
                  <a:pt x="2305278" y="97168"/>
                </a:cubicBezTo>
                <a:cubicBezTo>
                  <a:pt x="2305278" y="89740"/>
                  <a:pt x="2303996" y="83848"/>
                  <a:pt x="2300411" y="75649"/>
                </a:cubicBezTo>
                <a:lnTo>
                  <a:pt x="2321676" y="75649"/>
                </a:lnTo>
                <a:moveTo>
                  <a:pt x="2238915" y="175504"/>
                </a:moveTo>
                <a:cubicBezTo>
                  <a:pt x="2247372" y="177302"/>
                  <a:pt x="2267870" y="178839"/>
                  <a:pt x="2280424" y="178839"/>
                </a:cubicBezTo>
                <a:cubicBezTo>
                  <a:pt x="2303742" y="178839"/>
                  <a:pt x="2312199" y="182174"/>
                  <a:pt x="2312199" y="191408"/>
                </a:cubicBezTo>
                <a:cubicBezTo>
                  <a:pt x="2312199" y="206289"/>
                  <a:pt x="2292724" y="216290"/>
                  <a:pt x="2263769" y="216290"/>
                </a:cubicBezTo>
                <a:cubicBezTo>
                  <a:pt x="2241222" y="216290"/>
                  <a:pt x="2226361" y="208854"/>
                  <a:pt x="2226361" y="197566"/>
                </a:cubicBezTo>
                <a:cubicBezTo>
                  <a:pt x="2226361" y="191666"/>
                  <a:pt x="2228155" y="188331"/>
                  <a:pt x="2238915" y="175504"/>
                </a:cubicBezTo>
                <a:moveTo>
                  <a:pt x="2240197" y="88458"/>
                </a:moveTo>
                <a:cubicBezTo>
                  <a:pt x="2240197" y="73346"/>
                  <a:pt x="2247372" y="64327"/>
                  <a:pt x="2259159" y="64327"/>
                </a:cubicBezTo>
                <a:cubicBezTo>
                  <a:pt x="2267100" y="64327"/>
                  <a:pt x="2273762" y="68733"/>
                  <a:pt x="2277863" y="76419"/>
                </a:cubicBezTo>
                <a:cubicBezTo>
                  <a:pt x="2282473" y="85384"/>
                  <a:pt x="2285550" y="97168"/>
                  <a:pt x="2285550" y="107158"/>
                </a:cubicBezTo>
                <a:cubicBezTo>
                  <a:pt x="2285550" y="121499"/>
                  <a:pt x="2278118" y="130464"/>
                  <a:pt x="2266334" y="130464"/>
                </a:cubicBezTo>
                <a:cubicBezTo>
                  <a:pt x="2250961" y="130464"/>
                  <a:pt x="2240197" y="113816"/>
                  <a:pt x="2240197" y="89228"/>
                </a:cubicBezTo>
                <a:lnTo>
                  <a:pt x="2240197" y="88458"/>
                </a:lnTo>
                <a:close/>
                <a:moveTo>
                  <a:pt x="2334234" y="15373"/>
                </a:moveTo>
                <a:lnTo>
                  <a:pt x="2335771" y="15373"/>
                </a:lnTo>
                <a:cubicBezTo>
                  <a:pt x="2338589" y="15119"/>
                  <a:pt x="2341663" y="14861"/>
                  <a:pt x="2343715" y="14861"/>
                </a:cubicBezTo>
                <a:cubicBezTo>
                  <a:pt x="2351914" y="14861"/>
                  <a:pt x="2354475" y="18450"/>
                  <a:pt x="2354475" y="30492"/>
                </a:cubicBezTo>
                <a:lnTo>
                  <a:pt x="2354475" y="152714"/>
                </a:lnTo>
                <a:cubicBezTo>
                  <a:pt x="2354475" y="166550"/>
                  <a:pt x="2350889" y="169881"/>
                  <a:pt x="2334746" y="171160"/>
                </a:cubicBezTo>
                <a:lnTo>
                  <a:pt x="2334746" y="175003"/>
                </a:lnTo>
                <a:lnTo>
                  <a:pt x="2395214" y="175003"/>
                </a:lnTo>
                <a:lnTo>
                  <a:pt x="2395214" y="171160"/>
                </a:lnTo>
                <a:cubicBezTo>
                  <a:pt x="2379075" y="170136"/>
                  <a:pt x="2375998" y="167575"/>
                  <a:pt x="2375998" y="153480"/>
                </a:cubicBezTo>
                <a:lnTo>
                  <a:pt x="2375998" y="512"/>
                </a:lnTo>
                <a:lnTo>
                  <a:pt x="2374973" y="0"/>
                </a:lnTo>
                <a:cubicBezTo>
                  <a:pt x="2361649" y="4355"/>
                  <a:pt x="2351914" y="6920"/>
                  <a:pt x="2334234" y="11276"/>
                </a:cubicBezTo>
                <a:lnTo>
                  <a:pt x="2334234" y="15373"/>
                </a:lnTo>
                <a:close/>
                <a:moveTo>
                  <a:pt x="2464654" y="57148"/>
                </a:moveTo>
                <a:cubicBezTo>
                  <a:pt x="2431343" y="57148"/>
                  <a:pt x="2408026" y="81737"/>
                  <a:pt x="2408026" y="117073"/>
                </a:cubicBezTo>
                <a:cubicBezTo>
                  <a:pt x="2408026" y="151639"/>
                  <a:pt x="2431856" y="177505"/>
                  <a:pt x="2464138" y="177505"/>
                </a:cubicBezTo>
                <a:cubicBezTo>
                  <a:pt x="2496425" y="177505"/>
                  <a:pt x="2521021" y="150360"/>
                  <a:pt x="2521021" y="115024"/>
                </a:cubicBezTo>
                <a:cubicBezTo>
                  <a:pt x="2521021" y="81479"/>
                  <a:pt x="2497449" y="57148"/>
                  <a:pt x="2464654" y="57148"/>
                </a:cubicBezTo>
                <a:moveTo>
                  <a:pt x="2461323" y="64327"/>
                </a:moveTo>
                <a:cubicBezTo>
                  <a:pt x="2482846" y="64327"/>
                  <a:pt x="2497961" y="88907"/>
                  <a:pt x="2497961" y="123985"/>
                </a:cubicBezTo>
                <a:cubicBezTo>
                  <a:pt x="2497961" y="152921"/>
                  <a:pt x="2486431" y="170331"/>
                  <a:pt x="2467215" y="170331"/>
                </a:cubicBezTo>
                <a:cubicBezTo>
                  <a:pt x="2457222" y="170331"/>
                  <a:pt x="2447741" y="164189"/>
                  <a:pt x="2442361" y="153945"/>
                </a:cubicBezTo>
                <a:cubicBezTo>
                  <a:pt x="2435187" y="140629"/>
                  <a:pt x="2431085" y="122707"/>
                  <a:pt x="2431085" y="104526"/>
                </a:cubicBezTo>
                <a:cubicBezTo>
                  <a:pt x="2431085" y="80200"/>
                  <a:pt x="2443127" y="64327"/>
                  <a:pt x="2461323" y="64327"/>
                </a:cubicBezTo>
                <a:close/>
                <a:moveTo>
                  <a:pt x="2567913" y="524"/>
                </a:moveTo>
                <a:lnTo>
                  <a:pt x="2566631" y="12"/>
                </a:lnTo>
                <a:cubicBezTo>
                  <a:pt x="2555867" y="3855"/>
                  <a:pt x="2548951" y="5904"/>
                  <a:pt x="2536909" y="9235"/>
                </a:cubicBezTo>
                <a:lnTo>
                  <a:pt x="2529477" y="11287"/>
                </a:lnTo>
                <a:lnTo>
                  <a:pt x="2529477" y="15385"/>
                </a:lnTo>
                <a:cubicBezTo>
                  <a:pt x="2531013" y="15131"/>
                  <a:pt x="2532038" y="15131"/>
                  <a:pt x="2533832" y="15131"/>
                </a:cubicBezTo>
                <a:cubicBezTo>
                  <a:pt x="2544084" y="15131"/>
                  <a:pt x="2546386" y="17433"/>
                  <a:pt x="2546386" y="28197"/>
                </a:cubicBezTo>
                <a:lnTo>
                  <a:pt x="2546386" y="161116"/>
                </a:lnTo>
                <a:cubicBezTo>
                  <a:pt x="2546386" y="169053"/>
                  <a:pt x="2568167" y="177505"/>
                  <a:pt x="2588666" y="177505"/>
                </a:cubicBezTo>
                <a:cubicBezTo>
                  <a:pt x="2622489" y="177505"/>
                  <a:pt x="2648622" y="149336"/>
                  <a:pt x="2648622" y="112721"/>
                </a:cubicBezTo>
                <a:cubicBezTo>
                  <a:pt x="2648622" y="81228"/>
                  <a:pt x="2629151" y="57148"/>
                  <a:pt x="2603527" y="57148"/>
                </a:cubicBezTo>
                <a:cubicBezTo>
                  <a:pt x="2587896" y="57148"/>
                  <a:pt x="2573035" y="66375"/>
                  <a:pt x="2567913" y="78926"/>
                </a:cubicBezTo>
                <a:lnTo>
                  <a:pt x="2567913" y="524"/>
                </a:lnTo>
                <a:moveTo>
                  <a:pt x="2567913" y="92496"/>
                </a:moveTo>
                <a:cubicBezTo>
                  <a:pt x="2567913" y="82511"/>
                  <a:pt x="2579955" y="73292"/>
                  <a:pt x="2593280" y="73292"/>
                </a:cubicBezTo>
                <a:cubicBezTo>
                  <a:pt x="2613262" y="73292"/>
                  <a:pt x="2626074" y="93263"/>
                  <a:pt x="2626074" y="124501"/>
                </a:cubicBezTo>
                <a:cubicBezTo>
                  <a:pt x="2626074" y="152921"/>
                  <a:pt x="2613774" y="169307"/>
                  <a:pt x="2592767" y="169307"/>
                </a:cubicBezTo>
                <a:cubicBezTo>
                  <a:pt x="2579443" y="169307"/>
                  <a:pt x="2567913" y="163419"/>
                  <a:pt x="2567913" y="157018"/>
                </a:cubicBezTo>
                <a:lnTo>
                  <a:pt x="2567913" y="92496"/>
                </a:lnTo>
                <a:close/>
                <a:moveTo>
                  <a:pt x="2770074" y="158039"/>
                </a:moveTo>
                <a:cubicBezTo>
                  <a:pt x="2765719" y="161620"/>
                  <a:pt x="2762646" y="162903"/>
                  <a:pt x="2758803" y="162903"/>
                </a:cubicBezTo>
                <a:cubicBezTo>
                  <a:pt x="2752911" y="162903"/>
                  <a:pt x="2751116" y="159317"/>
                  <a:pt x="2751116" y="148053"/>
                </a:cubicBezTo>
                <a:lnTo>
                  <a:pt x="2751116" y="98122"/>
                </a:lnTo>
                <a:cubicBezTo>
                  <a:pt x="2751116" y="84806"/>
                  <a:pt x="2749834" y="77381"/>
                  <a:pt x="2745991" y="71235"/>
                </a:cubicBezTo>
                <a:cubicBezTo>
                  <a:pt x="2740353" y="62020"/>
                  <a:pt x="2729335" y="57148"/>
                  <a:pt x="2714220" y="57148"/>
                </a:cubicBezTo>
                <a:cubicBezTo>
                  <a:pt x="2690132" y="57148"/>
                  <a:pt x="2671174" y="69699"/>
                  <a:pt x="2671174" y="85830"/>
                </a:cubicBezTo>
                <a:cubicBezTo>
                  <a:pt x="2671174" y="91722"/>
                  <a:pt x="2676296" y="96840"/>
                  <a:pt x="2682192" y="96840"/>
                </a:cubicBezTo>
                <a:cubicBezTo>
                  <a:pt x="2688338" y="96840"/>
                  <a:pt x="2693721" y="91722"/>
                  <a:pt x="2693721" y="86088"/>
                </a:cubicBezTo>
                <a:cubicBezTo>
                  <a:pt x="2693721" y="85064"/>
                  <a:pt x="2693463" y="83781"/>
                  <a:pt x="2693209" y="81991"/>
                </a:cubicBezTo>
                <a:cubicBezTo>
                  <a:pt x="2692697" y="79688"/>
                  <a:pt x="2692439" y="77639"/>
                  <a:pt x="2692439" y="75845"/>
                </a:cubicBezTo>
                <a:cubicBezTo>
                  <a:pt x="2692439" y="68932"/>
                  <a:pt x="2700638" y="63298"/>
                  <a:pt x="2710889" y="63298"/>
                </a:cubicBezTo>
                <a:cubicBezTo>
                  <a:pt x="2723443" y="63298"/>
                  <a:pt x="2730359" y="70723"/>
                  <a:pt x="2730359" y="84552"/>
                </a:cubicBezTo>
                <a:lnTo>
                  <a:pt x="2730359" y="100171"/>
                </a:lnTo>
                <a:cubicBezTo>
                  <a:pt x="2690903" y="116045"/>
                  <a:pt x="2686547" y="118093"/>
                  <a:pt x="2675529" y="127825"/>
                </a:cubicBezTo>
                <a:cubicBezTo>
                  <a:pt x="2669892" y="132946"/>
                  <a:pt x="2666303" y="141649"/>
                  <a:pt x="2666303" y="150098"/>
                </a:cubicBezTo>
                <a:cubicBezTo>
                  <a:pt x="2666303" y="166234"/>
                  <a:pt x="2677578" y="177505"/>
                  <a:pt x="2693209" y="177505"/>
                </a:cubicBezTo>
                <a:cubicBezTo>
                  <a:pt x="2704481" y="177505"/>
                  <a:pt x="2714986" y="172126"/>
                  <a:pt x="2730617" y="158801"/>
                </a:cubicBezTo>
                <a:cubicBezTo>
                  <a:pt x="2731900" y="172126"/>
                  <a:pt x="2736509" y="177505"/>
                  <a:pt x="2747015" y="177505"/>
                </a:cubicBezTo>
                <a:cubicBezTo>
                  <a:pt x="2755726" y="177505"/>
                  <a:pt x="2761109" y="174432"/>
                  <a:pt x="2770074" y="164697"/>
                </a:cubicBezTo>
                <a:lnTo>
                  <a:pt x="2770074" y="158039"/>
                </a:lnTo>
                <a:moveTo>
                  <a:pt x="2730359" y="143428"/>
                </a:moveTo>
                <a:cubicBezTo>
                  <a:pt x="2730359" y="151373"/>
                  <a:pt x="2729081" y="153680"/>
                  <a:pt x="2723697" y="156753"/>
                </a:cubicBezTo>
                <a:cubicBezTo>
                  <a:pt x="2717551" y="160342"/>
                  <a:pt x="2710377" y="162645"/>
                  <a:pt x="2704993" y="162645"/>
                </a:cubicBezTo>
                <a:cubicBezTo>
                  <a:pt x="2696028" y="162645"/>
                  <a:pt x="2688854" y="153934"/>
                  <a:pt x="2688854" y="142916"/>
                </a:cubicBezTo>
                <a:lnTo>
                  <a:pt x="2688854" y="141892"/>
                </a:lnTo>
                <a:cubicBezTo>
                  <a:pt x="2688854" y="126773"/>
                  <a:pt x="2699355" y="117550"/>
                  <a:pt x="2730359" y="106274"/>
                </a:cubicBezTo>
                <a:lnTo>
                  <a:pt x="2730359" y="143428"/>
                </a:lnTo>
                <a:close/>
                <a:moveTo>
                  <a:pt x="2775457" y="15373"/>
                </a:moveTo>
                <a:lnTo>
                  <a:pt x="2776994" y="15373"/>
                </a:lnTo>
                <a:cubicBezTo>
                  <a:pt x="2779813" y="15119"/>
                  <a:pt x="2782886" y="14861"/>
                  <a:pt x="2784939" y="14861"/>
                </a:cubicBezTo>
                <a:cubicBezTo>
                  <a:pt x="2793137" y="14861"/>
                  <a:pt x="2795698" y="18450"/>
                  <a:pt x="2795698" y="30492"/>
                </a:cubicBezTo>
                <a:lnTo>
                  <a:pt x="2795698" y="152714"/>
                </a:lnTo>
                <a:cubicBezTo>
                  <a:pt x="2795698" y="166550"/>
                  <a:pt x="2792113" y="169881"/>
                  <a:pt x="2775970" y="171160"/>
                </a:cubicBezTo>
                <a:lnTo>
                  <a:pt x="2775970" y="175003"/>
                </a:lnTo>
                <a:lnTo>
                  <a:pt x="2836437" y="175003"/>
                </a:lnTo>
                <a:lnTo>
                  <a:pt x="2836437" y="171160"/>
                </a:lnTo>
                <a:cubicBezTo>
                  <a:pt x="2820298" y="170136"/>
                  <a:pt x="2817221" y="167575"/>
                  <a:pt x="2817221" y="153480"/>
                </a:cubicBezTo>
                <a:lnTo>
                  <a:pt x="2817221" y="512"/>
                </a:lnTo>
                <a:lnTo>
                  <a:pt x="2816197" y="0"/>
                </a:lnTo>
                <a:cubicBezTo>
                  <a:pt x="2802872" y="4355"/>
                  <a:pt x="2793137" y="6920"/>
                  <a:pt x="2775457" y="11276"/>
                </a:cubicBezTo>
                <a:lnTo>
                  <a:pt x="2775457" y="15373"/>
                </a:lnTo>
                <a:close/>
                <a:moveTo>
                  <a:pt x="2971214" y="59651"/>
                </a:moveTo>
                <a:lnTo>
                  <a:pt x="2945335" y="59651"/>
                </a:lnTo>
                <a:lnTo>
                  <a:pt x="2945335" y="29929"/>
                </a:lnTo>
                <a:cubicBezTo>
                  <a:pt x="2945335" y="27368"/>
                  <a:pt x="2945081" y="26598"/>
                  <a:pt x="2943541" y="26598"/>
                </a:cubicBezTo>
                <a:cubicBezTo>
                  <a:pt x="2941750" y="28905"/>
                  <a:pt x="2940209" y="31211"/>
                  <a:pt x="2938419" y="33772"/>
                </a:cubicBezTo>
                <a:cubicBezTo>
                  <a:pt x="2928680" y="47867"/>
                  <a:pt x="2917662" y="60167"/>
                  <a:pt x="2913565" y="61191"/>
                </a:cubicBezTo>
                <a:cubicBezTo>
                  <a:pt x="2910746" y="62982"/>
                  <a:pt x="2909205" y="64776"/>
                  <a:pt x="2909205" y="66059"/>
                </a:cubicBezTo>
                <a:cubicBezTo>
                  <a:pt x="2909205" y="66829"/>
                  <a:pt x="2909463" y="67341"/>
                  <a:pt x="2910234" y="67853"/>
                </a:cubicBezTo>
                <a:lnTo>
                  <a:pt x="2923812" y="67853"/>
                </a:lnTo>
                <a:lnTo>
                  <a:pt x="2923812" y="144969"/>
                </a:lnTo>
                <a:cubicBezTo>
                  <a:pt x="2923812" y="166488"/>
                  <a:pt x="2931499" y="177505"/>
                  <a:pt x="2946618" y="177505"/>
                </a:cubicBezTo>
                <a:cubicBezTo>
                  <a:pt x="2959172" y="177505"/>
                  <a:pt x="2968907" y="171359"/>
                  <a:pt x="2977364" y="158035"/>
                </a:cubicBezTo>
                <a:lnTo>
                  <a:pt x="2974032" y="155216"/>
                </a:lnTo>
                <a:cubicBezTo>
                  <a:pt x="2968653" y="161620"/>
                  <a:pt x="2964297" y="164185"/>
                  <a:pt x="2958659" y="164185"/>
                </a:cubicBezTo>
                <a:cubicBezTo>
                  <a:pt x="2949178" y="164185"/>
                  <a:pt x="2945335" y="157265"/>
                  <a:pt x="2945335" y="141125"/>
                </a:cubicBezTo>
                <a:lnTo>
                  <a:pt x="2945335" y="67853"/>
                </a:lnTo>
                <a:lnTo>
                  <a:pt x="2971214" y="67853"/>
                </a:lnTo>
                <a:lnTo>
                  <a:pt x="2971214" y="59651"/>
                </a:lnTo>
                <a:close/>
                <a:moveTo>
                  <a:pt x="2978899" y="75086"/>
                </a:moveTo>
                <a:cubicBezTo>
                  <a:pt x="2982489" y="74316"/>
                  <a:pt x="2984795" y="74058"/>
                  <a:pt x="2987868" y="74058"/>
                </a:cubicBezTo>
                <a:cubicBezTo>
                  <a:pt x="2994272" y="74058"/>
                  <a:pt x="2996579" y="78159"/>
                  <a:pt x="2996579" y="89431"/>
                </a:cubicBezTo>
                <a:lnTo>
                  <a:pt x="2996579" y="153484"/>
                </a:lnTo>
                <a:cubicBezTo>
                  <a:pt x="2996579" y="166292"/>
                  <a:pt x="2994785" y="168087"/>
                  <a:pt x="2978387" y="171160"/>
                </a:cubicBezTo>
                <a:lnTo>
                  <a:pt x="2978387" y="175003"/>
                </a:lnTo>
                <a:lnTo>
                  <a:pt x="3039883" y="175003"/>
                </a:lnTo>
                <a:lnTo>
                  <a:pt x="3039883" y="171160"/>
                </a:lnTo>
                <a:cubicBezTo>
                  <a:pt x="3022458" y="170394"/>
                  <a:pt x="3018102" y="166550"/>
                  <a:pt x="3018102" y="151948"/>
                </a:cubicBezTo>
                <a:lnTo>
                  <a:pt x="3018102" y="94299"/>
                </a:lnTo>
                <a:cubicBezTo>
                  <a:pt x="3018102" y="86100"/>
                  <a:pt x="3029120" y="73292"/>
                  <a:pt x="3036040" y="73292"/>
                </a:cubicBezTo>
                <a:cubicBezTo>
                  <a:pt x="3037577" y="73292"/>
                  <a:pt x="3039883" y="74574"/>
                  <a:pt x="3042702" y="77135"/>
                </a:cubicBezTo>
                <a:cubicBezTo>
                  <a:pt x="3046800" y="80720"/>
                  <a:pt x="3049619" y="82257"/>
                  <a:pt x="3052950" y="82257"/>
                </a:cubicBezTo>
                <a:cubicBezTo>
                  <a:pt x="3059100" y="82257"/>
                  <a:pt x="3062943" y="77901"/>
                  <a:pt x="3062943" y="70731"/>
                </a:cubicBezTo>
                <a:cubicBezTo>
                  <a:pt x="3062943" y="62274"/>
                  <a:pt x="3057563" y="57148"/>
                  <a:pt x="3048852" y="57148"/>
                </a:cubicBezTo>
                <a:cubicBezTo>
                  <a:pt x="3038089" y="57148"/>
                  <a:pt x="3030660" y="63044"/>
                  <a:pt x="3018102" y="81232"/>
                </a:cubicBezTo>
                <a:lnTo>
                  <a:pt x="3018102" y="57665"/>
                </a:lnTo>
                <a:lnTo>
                  <a:pt x="3016824" y="57148"/>
                </a:lnTo>
                <a:cubicBezTo>
                  <a:pt x="3003241" y="62786"/>
                  <a:pt x="2994018" y="66117"/>
                  <a:pt x="2978899" y="70985"/>
                </a:cubicBezTo>
                <a:lnTo>
                  <a:pt x="2978899" y="75086"/>
                </a:lnTo>
                <a:close/>
                <a:moveTo>
                  <a:pt x="3166971" y="132911"/>
                </a:moveTo>
                <a:cubicBezTo>
                  <a:pt x="3154675" y="152393"/>
                  <a:pt x="3143654" y="159830"/>
                  <a:pt x="3127256" y="159830"/>
                </a:cubicBezTo>
                <a:cubicBezTo>
                  <a:pt x="3112653" y="159830"/>
                  <a:pt x="3101636" y="152393"/>
                  <a:pt x="3094203" y="137783"/>
                </a:cubicBezTo>
                <a:cubicBezTo>
                  <a:pt x="3089590" y="128040"/>
                  <a:pt x="3087799" y="119579"/>
                  <a:pt x="3087287" y="103940"/>
                </a:cubicBezTo>
                <a:lnTo>
                  <a:pt x="3166205" y="103940"/>
                </a:lnTo>
                <a:cubicBezTo>
                  <a:pt x="3164152" y="87316"/>
                  <a:pt x="3161591" y="79911"/>
                  <a:pt x="3155187" y="71740"/>
                </a:cubicBezTo>
                <a:cubicBezTo>
                  <a:pt x="3147497" y="62532"/>
                  <a:pt x="3135713" y="57148"/>
                  <a:pt x="3122389" y="57148"/>
                </a:cubicBezTo>
                <a:cubicBezTo>
                  <a:pt x="3109576" y="57148"/>
                  <a:pt x="3097534" y="61762"/>
                  <a:pt x="3087799" y="70461"/>
                </a:cubicBezTo>
                <a:cubicBezTo>
                  <a:pt x="3075753" y="80931"/>
                  <a:pt x="3068837" y="99072"/>
                  <a:pt x="3068837" y="120091"/>
                </a:cubicBezTo>
                <a:cubicBezTo>
                  <a:pt x="3068837" y="155470"/>
                  <a:pt x="3087287" y="177505"/>
                  <a:pt x="3116751" y="177505"/>
                </a:cubicBezTo>
                <a:cubicBezTo>
                  <a:pt x="3141093" y="177505"/>
                  <a:pt x="3160309" y="162390"/>
                  <a:pt x="3171072" y="134706"/>
                </a:cubicBezTo>
                <a:lnTo>
                  <a:pt x="3166971" y="132911"/>
                </a:lnTo>
                <a:moveTo>
                  <a:pt x="3087799" y="95741"/>
                </a:moveTo>
                <a:cubicBezTo>
                  <a:pt x="3090614" y="75825"/>
                  <a:pt x="3099329" y="66375"/>
                  <a:pt x="3114956" y="66375"/>
                </a:cubicBezTo>
                <a:cubicBezTo>
                  <a:pt x="3130587" y="66375"/>
                  <a:pt x="3136737" y="73526"/>
                  <a:pt x="3140068" y="95741"/>
                </a:cubicBezTo>
                <a:lnTo>
                  <a:pt x="3087799" y="95741"/>
                </a:lnTo>
                <a:close/>
                <a:moveTo>
                  <a:pt x="3180295" y="73038"/>
                </a:moveTo>
                <a:cubicBezTo>
                  <a:pt x="3181832" y="72267"/>
                  <a:pt x="3184396" y="72013"/>
                  <a:pt x="3187215" y="72013"/>
                </a:cubicBezTo>
                <a:cubicBezTo>
                  <a:pt x="3194390" y="72013"/>
                  <a:pt x="3196692" y="75856"/>
                  <a:pt x="3196692" y="88407"/>
                </a:cubicBezTo>
                <a:lnTo>
                  <a:pt x="3196692" y="151948"/>
                </a:lnTo>
                <a:cubicBezTo>
                  <a:pt x="3196692" y="166550"/>
                  <a:pt x="3193874" y="170136"/>
                  <a:pt x="3180807" y="171160"/>
                </a:cubicBezTo>
                <a:lnTo>
                  <a:pt x="3180807" y="175003"/>
                </a:lnTo>
                <a:lnTo>
                  <a:pt x="3235129" y="175003"/>
                </a:lnTo>
                <a:lnTo>
                  <a:pt x="3235129" y="171160"/>
                </a:lnTo>
                <a:cubicBezTo>
                  <a:pt x="3222059" y="170136"/>
                  <a:pt x="3218215" y="167063"/>
                  <a:pt x="3218215" y="157839"/>
                </a:cubicBezTo>
                <a:lnTo>
                  <a:pt x="3218215" y="85846"/>
                </a:lnTo>
                <a:cubicBezTo>
                  <a:pt x="3230515" y="74316"/>
                  <a:pt x="3236153" y="71243"/>
                  <a:pt x="3244610" y="71243"/>
                </a:cubicBezTo>
                <a:cubicBezTo>
                  <a:pt x="3257164" y="71243"/>
                  <a:pt x="3263314" y="79184"/>
                  <a:pt x="3263314" y="96093"/>
                </a:cubicBezTo>
                <a:lnTo>
                  <a:pt x="3263314" y="149641"/>
                </a:lnTo>
                <a:cubicBezTo>
                  <a:pt x="3263314" y="165780"/>
                  <a:pt x="3259983" y="170136"/>
                  <a:pt x="3247171" y="171160"/>
                </a:cubicBezTo>
                <a:lnTo>
                  <a:pt x="3247171" y="175003"/>
                </a:lnTo>
                <a:lnTo>
                  <a:pt x="3300468" y="175003"/>
                </a:lnTo>
                <a:lnTo>
                  <a:pt x="3300468" y="171160"/>
                </a:lnTo>
                <a:cubicBezTo>
                  <a:pt x="3287910" y="169881"/>
                  <a:pt x="3284837" y="166804"/>
                  <a:pt x="3284837" y="154254"/>
                </a:cubicBezTo>
                <a:lnTo>
                  <a:pt x="3284837" y="95581"/>
                </a:lnTo>
                <a:cubicBezTo>
                  <a:pt x="3284837" y="71501"/>
                  <a:pt x="3273562" y="57148"/>
                  <a:pt x="3254603" y="57148"/>
                </a:cubicBezTo>
                <a:cubicBezTo>
                  <a:pt x="3242815" y="57148"/>
                  <a:pt x="3234871" y="61508"/>
                  <a:pt x="3217449" y="77905"/>
                </a:cubicBezTo>
                <a:lnTo>
                  <a:pt x="3217449" y="57665"/>
                </a:lnTo>
                <a:lnTo>
                  <a:pt x="3215655" y="57148"/>
                </a:lnTo>
                <a:cubicBezTo>
                  <a:pt x="3203101" y="61762"/>
                  <a:pt x="3194390" y="64581"/>
                  <a:pt x="3180295" y="68682"/>
                </a:cubicBezTo>
                <a:lnTo>
                  <a:pt x="3180295" y="73038"/>
                </a:lnTo>
                <a:close/>
                <a:moveTo>
                  <a:pt x="3392453" y="177505"/>
                </a:moveTo>
                <a:lnTo>
                  <a:pt x="3430120" y="164185"/>
                </a:lnTo>
                <a:lnTo>
                  <a:pt x="3430120" y="160088"/>
                </a:lnTo>
                <a:cubicBezTo>
                  <a:pt x="3425506" y="160342"/>
                  <a:pt x="3424994" y="160342"/>
                  <a:pt x="3424224" y="160342"/>
                </a:cubicBezTo>
                <a:cubicBezTo>
                  <a:pt x="3415001" y="160342"/>
                  <a:pt x="3412952" y="157527"/>
                  <a:pt x="3412952" y="145747"/>
                </a:cubicBezTo>
                <a:lnTo>
                  <a:pt x="3412952" y="524"/>
                </a:lnTo>
                <a:lnTo>
                  <a:pt x="3411670" y="12"/>
                </a:lnTo>
                <a:cubicBezTo>
                  <a:pt x="3399370" y="4367"/>
                  <a:pt x="3390405" y="6928"/>
                  <a:pt x="3374003" y="11287"/>
                </a:cubicBezTo>
                <a:lnTo>
                  <a:pt x="3374003" y="15385"/>
                </a:lnTo>
                <a:cubicBezTo>
                  <a:pt x="3376056" y="15131"/>
                  <a:pt x="3377593" y="15131"/>
                  <a:pt x="3379641" y="15131"/>
                </a:cubicBezTo>
                <a:cubicBezTo>
                  <a:pt x="3389122" y="15131"/>
                  <a:pt x="3391429" y="17692"/>
                  <a:pt x="3391429" y="28197"/>
                </a:cubicBezTo>
                <a:lnTo>
                  <a:pt x="3391429" y="68166"/>
                </a:lnTo>
                <a:cubicBezTo>
                  <a:pt x="3381690" y="59967"/>
                  <a:pt x="3374774" y="57148"/>
                  <a:pt x="3364522" y="57148"/>
                </a:cubicBezTo>
                <a:cubicBezTo>
                  <a:pt x="3335059" y="57148"/>
                  <a:pt x="3311229" y="86088"/>
                  <a:pt x="3311229" y="122449"/>
                </a:cubicBezTo>
                <a:cubicBezTo>
                  <a:pt x="3311229" y="155220"/>
                  <a:pt x="3330445" y="177505"/>
                  <a:pt x="3358630" y="177505"/>
                </a:cubicBezTo>
                <a:cubicBezTo>
                  <a:pt x="3372979" y="177505"/>
                  <a:pt x="3382718" y="172384"/>
                  <a:pt x="3391429" y="160342"/>
                </a:cubicBezTo>
                <a:lnTo>
                  <a:pt x="3391429" y="176739"/>
                </a:lnTo>
                <a:lnTo>
                  <a:pt x="3392453" y="177505"/>
                </a:lnTo>
                <a:moveTo>
                  <a:pt x="3391429" y="148820"/>
                </a:moveTo>
                <a:cubicBezTo>
                  <a:pt x="3391429" y="150614"/>
                  <a:pt x="3389634" y="153687"/>
                  <a:pt x="3387074" y="156502"/>
                </a:cubicBezTo>
                <a:cubicBezTo>
                  <a:pt x="3382460" y="161624"/>
                  <a:pt x="3376056" y="164185"/>
                  <a:pt x="3368624" y="164185"/>
                </a:cubicBezTo>
                <a:cubicBezTo>
                  <a:pt x="3347359" y="164185"/>
                  <a:pt x="3333264" y="143698"/>
                  <a:pt x="3333264" y="112205"/>
                </a:cubicBezTo>
                <a:cubicBezTo>
                  <a:pt x="3333264" y="83273"/>
                  <a:pt x="3345818" y="64327"/>
                  <a:pt x="3365293" y="64327"/>
                </a:cubicBezTo>
                <a:cubicBezTo>
                  <a:pt x="3378875" y="64327"/>
                  <a:pt x="3391429" y="76357"/>
                  <a:pt x="3391429" y="89928"/>
                </a:cubicBezTo>
                <a:lnTo>
                  <a:pt x="3391429" y="148820"/>
                </a:lnTo>
                <a:close/>
                <a:moveTo>
                  <a:pt x="3464455" y="149316"/>
                </a:moveTo>
                <a:cubicBezTo>
                  <a:pt x="3456765" y="149316"/>
                  <a:pt x="3450360" y="155978"/>
                  <a:pt x="3450360" y="163923"/>
                </a:cubicBezTo>
                <a:cubicBezTo>
                  <a:pt x="3450360" y="171351"/>
                  <a:pt x="3456765" y="177756"/>
                  <a:pt x="3464197" y="177756"/>
                </a:cubicBezTo>
                <a:cubicBezTo>
                  <a:pt x="3472142" y="177756"/>
                  <a:pt x="3478804" y="171351"/>
                  <a:pt x="3478804" y="163923"/>
                </a:cubicBezTo>
                <a:cubicBezTo>
                  <a:pt x="3478804" y="155978"/>
                  <a:pt x="3472142" y="149316"/>
                  <a:pt x="3464455" y="149316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05BC84-B614-4832-9255-F848E941B2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73406" y="24194"/>
            <a:ext cx="4147512" cy="2880471"/>
          </a:xfrm>
          <a:custGeom xmlns:a="http://schemas.openxmlformats.org/drawingml/2006/main">
            <a:pathLst>
              <a:path w="4147512" h="2880471">
                <a:moveTo>
                  <a:pt x="0" y="2880471"/>
                </a:moveTo>
                <a:lnTo>
                  <a:pt x="4147512" y="2880471"/>
                </a:lnTo>
                <a:lnTo>
                  <a:pt x="4147512" y="0"/>
                </a:lnTo>
                <a:lnTo>
                  <a:pt x="0" y="0"/>
                </a:lnTo>
                <a:lnTo>
                  <a:pt x="0" y="288047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C76401-DDFE-495B-93B3-8D7088E68A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5041" y="103463"/>
            <a:ext cx="3128346" cy="2421387"/>
          </a:xfrm>
          <a:custGeom xmlns:a="http://schemas.openxmlformats.org/drawingml/2006/main">
            <a:pathLst>
              <a:path w="3128346" h="2421387">
                <a:moveTo>
                  <a:pt x="0" y="2421387"/>
                </a:moveTo>
                <a:lnTo>
                  <a:pt x="3128346" y="2421387"/>
                </a:lnTo>
                <a:lnTo>
                  <a:pt x="3128346" y="0"/>
                </a:lnTo>
                <a:lnTo>
                  <a:pt x="0" y="0"/>
                </a:lnTo>
                <a:lnTo>
                  <a:pt x="0" y="2421387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19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29B272E1-B37A-47EC-AD8E-F05FA1CFC9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231" y="103463"/>
            <a:ext cx="9011" cy="2421387"/>
          </a:xfrm>
          <a:custGeom xmlns:a="http://schemas.openxmlformats.org/drawingml/2006/main">
            <a:pathLst>
              <a:path w="9011" h="2421387">
                <a:moveTo>
                  <a:pt x="0" y="2421387"/>
                </a:moveTo>
                <a:lnTo>
                  <a:pt x="0" y="0"/>
                </a:lnTo>
                <a:lnTo>
                  <a:pt x="9011" y="0"/>
                </a:lnTo>
                <a:lnTo>
                  <a:pt x="9011" y="2421387"/>
                </a:lnTo>
                <a:lnTo>
                  <a:pt x="0" y="2421387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9F37C7-882D-4016-98E0-F164566F68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8313" y="2711124"/>
            <a:ext cx="84691" cy="84651"/>
          </a:xfrm>
          <a:custGeom xmlns:a="http://schemas.openxmlformats.org/drawingml/2006/main">
            <a:pathLst>
              <a:path w="84691" h="84651">
                <a:moveTo>
                  <a:pt x="53275" y="54328"/>
                </a:moveTo>
                <a:lnTo>
                  <a:pt x="20684" y="64296"/>
                </a:lnTo>
                <a:lnTo>
                  <a:pt x="20951" y="78243"/>
                </a:lnTo>
                <a:lnTo>
                  <a:pt x="0" y="84651"/>
                </a:lnTo>
                <a:lnTo>
                  <a:pt x="517" y="7594"/>
                </a:lnTo>
                <a:lnTo>
                  <a:pt x="25348" y="0"/>
                </a:lnTo>
                <a:lnTo>
                  <a:pt x="84691" y="58750"/>
                </a:lnTo>
                <a:lnTo>
                  <a:pt x="63740" y="65157"/>
                </a:lnTo>
                <a:lnTo>
                  <a:pt x="53275" y="54328"/>
                </a:lnTo>
                <a:close/>
                <a:moveTo>
                  <a:pt x="20447" y="50127"/>
                </a:moveTo>
                <a:lnTo>
                  <a:pt x="42618" y="43347"/>
                </a:lnTo>
                <a:lnTo>
                  <a:pt x="19832" y="19725"/>
                </a:lnTo>
                <a:lnTo>
                  <a:pt x="20447" y="50127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32DC0F-1046-4BB2-A49F-C8EC1AF76E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60800" y="2701303"/>
            <a:ext cx="51018" cy="65553"/>
          </a:xfrm>
          <a:custGeom xmlns:a="http://schemas.openxmlformats.org/drawingml/2006/main">
            <a:pathLst>
              <a:path w="51018" h="65553">
                <a:moveTo>
                  <a:pt x="51018" y="14717"/>
                </a:moveTo>
                <a:cubicBezTo>
                  <a:pt x="48962" y="14607"/>
                  <a:pt x="47097" y="14650"/>
                  <a:pt x="45273" y="14786"/>
                </a:cubicBezTo>
                <a:cubicBezTo>
                  <a:pt x="43489" y="15015"/>
                  <a:pt x="41746" y="15338"/>
                  <a:pt x="40083" y="15846"/>
                </a:cubicBezTo>
                <a:cubicBezTo>
                  <a:pt x="35095" y="17372"/>
                  <a:pt x="31820" y="19955"/>
                  <a:pt x="30289" y="23377"/>
                </a:cubicBezTo>
                <a:cubicBezTo>
                  <a:pt x="28799" y="26892"/>
                  <a:pt x="29123" y="31118"/>
                  <a:pt x="31302" y="36148"/>
                </a:cubicBezTo>
                <a:lnTo>
                  <a:pt x="41469" y="59620"/>
                </a:lnTo>
                <a:lnTo>
                  <a:pt x="22070" y="65553"/>
                </a:lnTo>
                <a:lnTo>
                  <a:pt x="0" y="14603"/>
                </a:lnTo>
                <a:lnTo>
                  <a:pt x="19399" y="8670"/>
                </a:lnTo>
                <a:lnTo>
                  <a:pt x="23030" y="17053"/>
                </a:lnTo>
                <a:cubicBezTo>
                  <a:pt x="24017" y="12954"/>
                  <a:pt x="25739" y="9684"/>
                  <a:pt x="28419" y="7177"/>
                </a:cubicBezTo>
                <a:cubicBezTo>
                  <a:pt x="30988" y="4704"/>
                  <a:pt x="34505" y="2679"/>
                  <a:pt x="39050" y="1289"/>
                </a:cubicBezTo>
                <a:cubicBezTo>
                  <a:pt x="39715" y="1085"/>
                  <a:pt x="40420" y="975"/>
                  <a:pt x="41196" y="738"/>
                </a:cubicBezTo>
                <a:cubicBezTo>
                  <a:pt x="41862" y="534"/>
                  <a:pt x="43010" y="288"/>
                  <a:pt x="44643" y="0"/>
                </a:cubicBezTo>
                <a:lnTo>
                  <a:pt x="51018" y="14717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F5685A-86FF-4EB2-9B38-7E949C4C8B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6832" y="2686215"/>
            <a:ext cx="77445" cy="62055"/>
          </a:xfrm>
          <a:custGeom xmlns:a="http://schemas.openxmlformats.org/drawingml/2006/main">
            <a:pathLst>
              <a:path w="77445" h="62055">
                <a:moveTo>
                  <a:pt x="37922" y="32708"/>
                </a:moveTo>
                <a:cubicBezTo>
                  <a:pt x="33821" y="33962"/>
                  <a:pt x="30999" y="35563"/>
                  <a:pt x="29488" y="37291"/>
                </a:cubicBezTo>
                <a:cubicBezTo>
                  <a:pt x="27977" y="39019"/>
                  <a:pt x="27705" y="41001"/>
                  <a:pt x="28674" y="43236"/>
                </a:cubicBezTo>
                <a:cubicBezTo>
                  <a:pt x="29561" y="45286"/>
                  <a:pt x="31064" y="46725"/>
                  <a:pt x="33211" y="47334"/>
                </a:cubicBezTo>
                <a:cubicBezTo>
                  <a:pt x="35398" y="48036"/>
                  <a:pt x="37968" y="47883"/>
                  <a:pt x="40850" y="47002"/>
                </a:cubicBezTo>
                <a:cubicBezTo>
                  <a:pt x="44508" y="45883"/>
                  <a:pt x="47168" y="43909"/>
                  <a:pt x="48639" y="40928"/>
                </a:cubicBezTo>
                <a:cubicBezTo>
                  <a:pt x="50109" y="37947"/>
                  <a:pt x="50269" y="34839"/>
                  <a:pt x="48817" y="31485"/>
                </a:cubicBezTo>
                <a:lnTo>
                  <a:pt x="48010" y="29622"/>
                </a:lnTo>
                <a:lnTo>
                  <a:pt x="37922" y="32708"/>
                </a:lnTo>
                <a:close/>
                <a:moveTo>
                  <a:pt x="64857" y="17508"/>
                </a:moveTo>
                <a:lnTo>
                  <a:pt x="77445" y="46569"/>
                </a:lnTo>
                <a:lnTo>
                  <a:pt x="57935" y="52536"/>
                </a:lnTo>
                <a:lnTo>
                  <a:pt x="54667" y="44991"/>
                </a:lnTo>
                <a:cubicBezTo>
                  <a:pt x="53378" y="48972"/>
                  <a:pt x="51465" y="52089"/>
                  <a:pt x="48815" y="54376"/>
                </a:cubicBezTo>
                <a:cubicBezTo>
                  <a:pt x="46054" y="56697"/>
                  <a:pt x="42497" y="58629"/>
                  <a:pt x="37841" y="60053"/>
                </a:cubicBezTo>
                <a:cubicBezTo>
                  <a:pt x="31522" y="61985"/>
                  <a:pt x="25778" y="62055"/>
                  <a:pt x="20566" y="60167"/>
                </a:cubicBezTo>
                <a:cubicBezTo>
                  <a:pt x="15285" y="58407"/>
                  <a:pt x="11665" y="54978"/>
                  <a:pt x="9527" y="50042"/>
                </a:cubicBezTo>
                <a:cubicBezTo>
                  <a:pt x="6945" y="44080"/>
                  <a:pt x="7487" y="38956"/>
                  <a:pt x="11154" y="34670"/>
                </a:cubicBezTo>
                <a:cubicBezTo>
                  <a:pt x="14821" y="30384"/>
                  <a:pt x="21865" y="26648"/>
                  <a:pt x="32396" y="23427"/>
                </a:cubicBezTo>
                <a:lnTo>
                  <a:pt x="43814" y="19935"/>
                </a:lnTo>
                <a:lnTo>
                  <a:pt x="43249" y="18631"/>
                </a:lnTo>
                <a:cubicBezTo>
                  <a:pt x="42159" y="16116"/>
                  <a:pt x="40133" y="14626"/>
                  <a:pt x="37170" y="14161"/>
                </a:cubicBezTo>
                <a:cubicBezTo>
                  <a:pt x="34207" y="13696"/>
                  <a:pt x="30155" y="14197"/>
                  <a:pt x="25056" y="15756"/>
                </a:cubicBezTo>
                <a:cubicBezTo>
                  <a:pt x="20844" y="17045"/>
                  <a:pt x="17125" y="18604"/>
                  <a:pt x="13901" y="20434"/>
                </a:cubicBezTo>
                <a:cubicBezTo>
                  <a:pt x="10676" y="22264"/>
                  <a:pt x="7794" y="24306"/>
                  <a:pt x="5366" y="26525"/>
                </a:cubicBezTo>
                <a:lnTo>
                  <a:pt x="0" y="14137"/>
                </a:lnTo>
                <a:cubicBezTo>
                  <a:pt x="3738" y="12044"/>
                  <a:pt x="7558" y="10137"/>
                  <a:pt x="11568" y="8383"/>
                </a:cubicBezTo>
                <a:cubicBezTo>
                  <a:pt x="15619" y="6723"/>
                  <a:pt x="19711" y="5155"/>
                  <a:pt x="23923" y="3867"/>
                </a:cubicBezTo>
                <a:cubicBezTo>
                  <a:pt x="34787" y="544"/>
                  <a:pt x="43464" y="0"/>
                  <a:pt x="49915" y="2141"/>
                </a:cubicBezTo>
                <a:cubicBezTo>
                  <a:pt x="56366" y="4282"/>
                  <a:pt x="61347" y="9404"/>
                  <a:pt x="64857" y="17508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D07AEC-C713-47E3-B7CF-AC5756E86D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1682" y="2650535"/>
            <a:ext cx="88494" cy="76724"/>
          </a:xfrm>
          <a:custGeom xmlns:a="http://schemas.openxmlformats.org/drawingml/2006/main">
            <a:pathLst>
              <a:path w="88494" h="76724">
                <a:moveTo>
                  <a:pt x="58363" y="56333"/>
                </a:moveTo>
                <a:cubicBezTo>
                  <a:pt x="62464" y="55078"/>
                  <a:pt x="65044" y="52918"/>
                  <a:pt x="66131" y="49632"/>
                </a:cubicBezTo>
                <a:cubicBezTo>
                  <a:pt x="67259" y="46439"/>
                  <a:pt x="66753" y="42374"/>
                  <a:pt x="64655" y="37531"/>
                </a:cubicBezTo>
                <a:cubicBezTo>
                  <a:pt x="62557" y="32687"/>
                  <a:pt x="59875" y="29393"/>
                  <a:pt x="56528" y="27463"/>
                </a:cubicBezTo>
                <a:cubicBezTo>
                  <a:pt x="53222" y="25626"/>
                  <a:pt x="49553" y="25272"/>
                  <a:pt x="45452" y="26526"/>
                </a:cubicBezTo>
                <a:cubicBezTo>
                  <a:pt x="41239" y="27814"/>
                  <a:pt x="38700" y="30068"/>
                  <a:pt x="37573" y="33261"/>
                </a:cubicBezTo>
                <a:cubicBezTo>
                  <a:pt x="36485" y="36547"/>
                  <a:pt x="36950" y="40518"/>
                  <a:pt x="39048" y="45362"/>
                </a:cubicBezTo>
                <a:cubicBezTo>
                  <a:pt x="41146" y="50206"/>
                  <a:pt x="43869" y="53592"/>
                  <a:pt x="47175" y="55429"/>
                </a:cubicBezTo>
                <a:cubicBezTo>
                  <a:pt x="50522" y="57359"/>
                  <a:pt x="54150" y="57621"/>
                  <a:pt x="58363" y="56333"/>
                </a:cubicBezTo>
                <a:close/>
                <a:moveTo>
                  <a:pt x="31221" y="27292"/>
                </a:moveTo>
                <a:cubicBezTo>
                  <a:pt x="32590" y="23497"/>
                  <a:pt x="34544" y="20474"/>
                  <a:pt x="37265" y="18059"/>
                </a:cubicBezTo>
                <a:cubicBezTo>
                  <a:pt x="39874" y="15679"/>
                  <a:pt x="43321" y="13781"/>
                  <a:pt x="47533" y="12493"/>
                </a:cubicBezTo>
                <a:cubicBezTo>
                  <a:pt x="54960" y="10221"/>
                  <a:pt x="62146" y="10872"/>
                  <a:pt x="69203" y="14410"/>
                </a:cubicBezTo>
                <a:cubicBezTo>
                  <a:pt x="76148" y="17982"/>
                  <a:pt x="81371" y="23663"/>
                  <a:pt x="84760" y="31487"/>
                </a:cubicBezTo>
                <a:cubicBezTo>
                  <a:pt x="88149" y="39312"/>
                  <a:pt x="88494" y="46485"/>
                  <a:pt x="85866" y="52879"/>
                </a:cubicBezTo>
                <a:cubicBezTo>
                  <a:pt x="83127" y="59307"/>
                  <a:pt x="78079" y="63594"/>
                  <a:pt x="70652" y="65865"/>
                </a:cubicBezTo>
                <a:cubicBezTo>
                  <a:pt x="66439" y="67154"/>
                  <a:pt x="62348" y="67561"/>
                  <a:pt x="58568" y="67240"/>
                </a:cubicBezTo>
                <a:cubicBezTo>
                  <a:pt x="54678" y="66953"/>
                  <a:pt x="50827" y="65599"/>
                  <a:pt x="46876" y="63432"/>
                </a:cubicBezTo>
                <a:lnTo>
                  <a:pt x="50063" y="70791"/>
                </a:lnTo>
                <a:lnTo>
                  <a:pt x="30664" y="76724"/>
                </a:lnTo>
                <a:lnTo>
                  <a:pt x="0" y="5933"/>
                </a:lnTo>
                <a:lnTo>
                  <a:pt x="19399" y="0"/>
                </a:lnTo>
                <a:lnTo>
                  <a:pt x="31221" y="27292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BEBE76-2371-40BC-A329-4168489BDF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61053" y="2626261"/>
            <a:ext cx="50063" cy="76724"/>
          </a:xfrm>
          <a:custGeom xmlns:a="http://schemas.openxmlformats.org/drawingml/2006/main">
            <a:pathLst>
              <a:path w="50063" h="76724">
                <a:moveTo>
                  <a:pt x="8594" y="25773"/>
                </a:moveTo>
                <a:lnTo>
                  <a:pt x="27993" y="19840"/>
                </a:lnTo>
                <a:lnTo>
                  <a:pt x="50063" y="70791"/>
                </a:lnTo>
                <a:lnTo>
                  <a:pt x="30664" y="76724"/>
                </a:lnTo>
                <a:lnTo>
                  <a:pt x="8594" y="25773"/>
                </a:lnTo>
                <a:close/>
                <a:moveTo>
                  <a:pt x="0" y="5933"/>
                </a:moveTo>
                <a:lnTo>
                  <a:pt x="19399" y="0"/>
                </a:lnTo>
                <a:lnTo>
                  <a:pt x="25169" y="13320"/>
                </a:lnTo>
                <a:lnTo>
                  <a:pt x="5770" y="19253"/>
                </a:lnTo>
                <a:lnTo>
                  <a:pt x="0" y="593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4D68E4-71F1-4B30-8EC0-E6124D8638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0547" y="2627004"/>
            <a:ext cx="67542" cy="59912"/>
          </a:xfrm>
          <a:custGeom xmlns:a="http://schemas.openxmlformats.org/drawingml/2006/main">
            <a:pathLst>
              <a:path w="67542" h="59912">
                <a:moveTo>
                  <a:pt x="46804" y="0"/>
                </a:moveTo>
                <a:lnTo>
                  <a:pt x="52573" y="13320"/>
                </a:lnTo>
                <a:cubicBezTo>
                  <a:pt x="49267" y="12643"/>
                  <a:pt x="46123" y="12339"/>
                  <a:pt x="43140" y="12408"/>
                </a:cubicBezTo>
                <a:cubicBezTo>
                  <a:pt x="40156" y="12476"/>
                  <a:pt x="37224" y="12951"/>
                  <a:pt x="34452" y="13799"/>
                </a:cubicBezTo>
                <a:cubicBezTo>
                  <a:pt x="29021" y="15460"/>
                  <a:pt x="25413" y="18145"/>
                  <a:pt x="23550" y="21669"/>
                </a:cubicBezTo>
                <a:cubicBezTo>
                  <a:pt x="21576" y="25226"/>
                  <a:pt x="21749" y="29393"/>
                  <a:pt x="23806" y="34143"/>
                </a:cubicBezTo>
                <a:cubicBezTo>
                  <a:pt x="25904" y="38987"/>
                  <a:pt x="28959" y="42272"/>
                  <a:pt x="33193" y="43931"/>
                </a:cubicBezTo>
                <a:cubicBezTo>
                  <a:pt x="37316" y="45623"/>
                  <a:pt x="42093" y="45639"/>
                  <a:pt x="47525" y="43978"/>
                </a:cubicBezTo>
                <a:cubicBezTo>
                  <a:pt x="50518" y="43062"/>
                  <a:pt x="53239" y="41808"/>
                  <a:pt x="55687" y="40216"/>
                </a:cubicBezTo>
                <a:cubicBezTo>
                  <a:pt x="58025" y="38657"/>
                  <a:pt x="60090" y="36759"/>
                  <a:pt x="61773" y="34557"/>
                </a:cubicBezTo>
                <a:lnTo>
                  <a:pt x="67542" y="47877"/>
                </a:lnTo>
                <a:cubicBezTo>
                  <a:pt x="64842" y="49758"/>
                  <a:pt x="62020" y="51359"/>
                  <a:pt x="59118" y="52774"/>
                </a:cubicBezTo>
                <a:cubicBezTo>
                  <a:pt x="56176" y="54096"/>
                  <a:pt x="53193" y="55324"/>
                  <a:pt x="50089" y="56274"/>
                </a:cubicBezTo>
                <a:cubicBezTo>
                  <a:pt x="39115" y="59630"/>
                  <a:pt x="29570" y="59912"/>
                  <a:pt x="21345" y="57153"/>
                </a:cubicBezTo>
                <a:cubicBezTo>
                  <a:pt x="13120" y="54394"/>
                  <a:pt x="7262" y="48696"/>
                  <a:pt x="3631" y="40313"/>
                </a:cubicBezTo>
                <a:cubicBezTo>
                  <a:pt x="0" y="31930"/>
                  <a:pt x="169" y="24495"/>
                  <a:pt x="4319" y="17846"/>
                </a:cubicBezTo>
                <a:cubicBezTo>
                  <a:pt x="8509" y="11290"/>
                  <a:pt x="15996" y="6258"/>
                  <a:pt x="26970" y="2901"/>
                </a:cubicBezTo>
                <a:cubicBezTo>
                  <a:pt x="30074" y="1952"/>
                  <a:pt x="33299" y="1282"/>
                  <a:pt x="36605" y="799"/>
                </a:cubicBezTo>
                <a:cubicBezTo>
                  <a:pt x="39910" y="315"/>
                  <a:pt x="43297" y="18"/>
                  <a:pt x="46804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6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AC51D9B2-9A1C-4FA0-B6B5-30366C8664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2622" y="103463"/>
            <a:ext cx="9011" cy="2421387"/>
          </a:xfrm>
          <a:custGeom xmlns:a="http://schemas.openxmlformats.org/drawingml/2006/main">
            <a:pathLst>
              <a:path w="9011" h="2421387">
                <a:moveTo>
                  <a:pt x="0" y="2421387"/>
                </a:moveTo>
                <a:lnTo>
                  <a:pt x="0" y="0"/>
                </a:lnTo>
                <a:lnTo>
                  <a:pt x="9011" y="0"/>
                </a:lnTo>
                <a:lnTo>
                  <a:pt x="9011" y="2421387"/>
                </a:lnTo>
                <a:lnTo>
                  <a:pt x="0" y="2421387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F2978C-C648-4997-B891-6783F5CB2E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7621" y="2737835"/>
            <a:ext cx="86481" cy="77730"/>
          </a:xfrm>
          <a:custGeom xmlns:a="http://schemas.openxmlformats.org/drawingml/2006/main">
            <a:pathLst>
              <a:path w="86481" h="77730">
                <a:moveTo>
                  <a:pt x="86481" y="60848"/>
                </a:moveTo>
                <a:cubicBezTo>
                  <a:pt x="83328" y="63712"/>
                  <a:pt x="79902" y="66236"/>
                  <a:pt x="76123" y="68236"/>
                </a:cubicBezTo>
                <a:cubicBezTo>
                  <a:pt x="72234" y="70269"/>
                  <a:pt x="68112" y="72057"/>
                  <a:pt x="63678" y="73413"/>
                </a:cubicBezTo>
                <a:cubicBezTo>
                  <a:pt x="50154" y="77549"/>
                  <a:pt x="38181" y="77730"/>
                  <a:pt x="27566" y="73803"/>
                </a:cubicBezTo>
                <a:cubicBezTo>
                  <a:pt x="16993" y="69970"/>
                  <a:pt x="9401" y="62587"/>
                  <a:pt x="4680" y="51689"/>
                </a:cubicBezTo>
                <a:cubicBezTo>
                  <a:pt x="0" y="40884"/>
                  <a:pt x="168" y="31128"/>
                  <a:pt x="5295" y="22387"/>
                </a:cubicBezTo>
                <a:cubicBezTo>
                  <a:pt x="10422" y="13646"/>
                  <a:pt x="19692" y="7224"/>
                  <a:pt x="33216" y="3088"/>
                </a:cubicBezTo>
                <a:cubicBezTo>
                  <a:pt x="37650" y="1732"/>
                  <a:pt x="42175" y="876"/>
                  <a:pt x="46750" y="426"/>
                </a:cubicBezTo>
                <a:cubicBezTo>
                  <a:pt x="51215" y="10"/>
                  <a:pt x="55730" y="0"/>
                  <a:pt x="60336" y="490"/>
                </a:cubicBezTo>
                <a:lnTo>
                  <a:pt x="66429" y="14555"/>
                </a:lnTo>
                <a:cubicBezTo>
                  <a:pt x="61581" y="13506"/>
                  <a:pt x="57126" y="13075"/>
                  <a:pt x="52913" y="13203"/>
                </a:cubicBezTo>
                <a:cubicBezTo>
                  <a:pt x="48700" y="13331"/>
                  <a:pt x="44467" y="13993"/>
                  <a:pt x="40366" y="15247"/>
                </a:cubicBezTo>
                <a:cubicBezTo>
                  <a:pt x="32828" y="17553"/>
                  <a:pt x="27840" y="21399"/>
                  <a:pt x="25363" y="26692"/>
                </a:cubicBezTo>
                <a:cubicBezTo>
                  <a:pt x="22885" y="31986"/>
                  <a:pt x="23160" y="38126"/>
                  <a:pt x="26186" y="45112"/>
                </a:cubicBezTo>
                <a:cubicBezTo>
                  <a:pt x="29252" y="52191"/>
                  <a:pt x="33739" y="57042"/>
                  <a:pt x="39686" y="59759"/>
                </a:cubicBezTo>
                <a:cubicBezTo>
                  <a:pt x="45633" y="62476"/>
                  <a:pt x="52356" y="62635"/>
                  <a:pt x="59894" y="60330"/>
                </a:cubicBezTo>
                <a:cubicBezTo>
                  <a:pt x="63995" y="59076"/>
                  <a:pt x="67784" y="57389"/>
                  <a:pt x="71110" y="55212"/>
                </a:cubicBezTo>
                <a:cubicBezTo>
                  <a:pt x="74435" y="53035"/>
                  <a:pt x="77477" y="50206"/>
                  <a:pt x="80389" y="46783"/>
                </a:cubicBezTo>
                <a:lnTo>
                  <a:pt x="86481" y="60848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5936B1-3EC3-4B5B-BC42-B549E50411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1459" y="2720668"/>
            <a:ext cx="91633" cy="76724"/>
          </a:xfrm>
          <a:custGeom xmlns:a="http://schemas.openxmlformats.org/drawingml/2006/main">
            <a:pathLst>
              <a:path w="91633" h="76724">
                <a:moveTo>
                  <a:pt x="78197" y="27060"/>
                </a:moveTo>
                <a:lnTo>
                  <a:pt x="91633" y="58077"/>
                </a:lnTo>
                <a:lnTo>
                  <a:pt x="72123" y="64044"/>
                </a:lnTo>
                <a:lnTo>
                  <a:pt x="69944" y="59014"/>
                </a:lnTo>
                <a:lnTo>
                  <a:pt x="61875" y="40385"/>
                </a:lnTo>
                <a:cubicBezTo>
                  <a:pt x="59938" y="35914"/>
                  <a:pt x="58536" y="32967"/>
                  <a:pt x="57588" y="31359"/>
                </a:cubicBezTo>
                <a:cubicBezTo>
                  <a:pt x="56640" y="29750"/>
                  <a:pt x="55672" y="28675"/>
                  <a:pt x="54755" y="28006"/>
                </a:cubicBezTo>
                <a:cubicBezTo>
                  <a:pt x="53535" y="27218"/>
                  <a:pt x="52174" y="26685"/>
                  <a:pt x="50602" y="26533"/>
                </a:cubicBezTo>
                <a:cubicBezTo>
                  <a:pt x="49029" y="26381"/>
                  <a:pt x="47316" y="26483"/>
                  <a:pt x="45764" y="26958"/>
                </a:cubicBezTo>
                <a:cubicBezTo>
                  <a:pt x="41663" y="28212"/>
                  <a:pt x="39013" y="30499"/>
                  <a:pt x="37925" y="33786"/>
                </a:cubicBezTo>
                <a:cubicBezTo>
                  <a:pt x="36727" y="37106"/>
                  <a:pt x="37192" y="41077"/>
                  <a:pt x="39210" y="45735"/>
                </a:cubicBezTo>
                <a:lnTo>
                  <a:pt x="50063" y="70791"/>
                </a:lnTo>
                <a:lnTo>
                  <a:pt x="30664" y="76724"/>
                </a:lnTo>
                <a:lnTo>
                  <a:pt x="0" y="5933"/>
                </a:lnTo>
                <a:lnTo>
                  <a:pt x="19399" y="0"/>
                </a:lnTo>
                <a:lnTo>
                  <a:pt x="31221" y="27292"/>
                </a:lnTo>
                <a:cubicBezTo>
                  <a:pt x="32812" y="23430"/>
                  <a:pt x="34877" y="20372"/>
                  <a:pt x="37597" y="17958"/>
                </a:cubicBezTo>
                <a:cubicBezTo>
                  <a:pt x="40318" y="15543"/>
                  <a:pt x="43653" y="13679"/>
                  <a:pt x="47644" y="12459"/>
                </a:cubicBezTo>
                <a:cubicBezTo>
                  <a:pt x="54628" y="10323"/>
                  <a:pt x="60755" y="10559"/>
                  <a:pt x="65947" y="12979"/>
                </a:cubicBezTo>
                <a:cubicBezTo>
                  <a:pt x="71068" y="15527"/>
                  <a:pt x="75211" y="20167"/>
                  <a:pt x="78197" y="2706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EA9548-74B0-4A87-BFA3-F616DB7E90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0386" y="2696530"/>
            <a:ext cx="50063" cy="76724"/>
          </a:xfrm>
          <a:custGeom xmlns:a="http://schemas.openxmlformats.org/drawingml/2006/main">
            <a:pathLst>
              <a:path w="50063" h="76724">
                <a:moveTo>
                  <a:pt x="8594" y="25773"/>
                </a:moveTo>
                <a:lnTo>
                  <a:pt x="27993" y="19840"/>
                </a:lnTo>
                <a:lnTo>
                  <a:pt x="50063" y="70791"/>
                </a:lnTo>
                <a:lnTo>
                  <a:pt x="30664" y="76724"/>
                </a:lnTo>
                <a:lnTo>
                  <a:pt x="8594" y="25773"/>
                </a:lnTo>
                <a:close/>
                <a:moveTo>
                  <a:pt x="0" y="5933"/>
                </a:moveTo>
                <a:lnTo>
                  <a:pt x="19399" y="0"/>
                </a:lnTo>
                <a:lnTo>
                  <a:pt x="25169" y="13320"/>
                </a:lnTo>
                <a:lnTo>
                  <a:pt x="5770" y="19253"/>
                </a:lnTo>
                <a:lnTo>
                  <a:pt x="0" y="593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8CEA31-D512-4938-AC0C-C49C53CCEA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7003" y="2695224"/>
            <a:ext cx="83039" cy="66401"/>
          </a:xfrm>
          <a:custGeom xmlns:a="http://schemas.openxmlformats.org/drawingml/2006/main">
            <a:pathLst>
              <a:path w="83039" h="66401">
                <a:moveTo>
                  <a:pt x="69603" y="16737"/>
                </a:moveTo>
                <a:lnTo>
                  <a:pt x="83039" y="47754"/>
                </a:lnTo>
                <a:lnTo>
                  <a:pt x="63529" y="53721"/>
                </a:lnTo>
                <a:lnTo>
                  <a:pt x="61350" y="48691"/>
                </a:lnTo>
                <a:lnTo>
                  <a:pt x="53240" y="29969"/>
                </a:lnTo>
                <a:cubicBezTo>
                  <a:pt x="51344" y="25591"/>
                  <a:pt x="49942" y="22644"/>
                  <a:pt x="48994" y="21036"/>
                </a:cubicBezTo>
                <a:cubicBezTo>
                  <a:pt x="48046" y="19427"/>
                  <a:pt x="47078" y="18351"/>
                  <a:pt x="46161" y="17683"/>
                </a:cubicBezTo>
                <a:cubicBezTo>
                  <a:pt x="44941" y="16895"/>
                  <a:pt x="43580" y="16362"/>
                  <a:pt x="42008" y="16210"/>
                </a:cubicBezTo>
                <a:cubicBezTo>
                  <a:pt x="40436" y="16058"/>
                  <a:pt x="38722" y="16160"/>
                  <a:pt x="37170" y="16635"/>
                </a:cubicBezTo>
                <a:cubicBezTo>
                  <a:pt x="33069" y="17889"/>
                  <a:pt x="30419" y="20176"/>
                  <a:pt x="29332" y="23462"/>
                </a:cubicBezTo>
                <a:cubicBezTo>
                  <a:pt x="28133" y="26782"/>
                  <a:pt x="28598" y="30754"/>
                  <a:pt x="30616" y="35411"/>
                </a:cubicBezTo>
                <a:lnTo>
                  <a:pt x="41469" y="60468"/>
                </a:lnTo>
                <a:lnTo>
                  <a:pt x="22070" y="66401"/>
                </a:lnTo>
                <a:lnTo>
                  <a:pt x="0" y="15450"/>
                </a:lnTo>
                <a:lnTo>
                  <a:pt x="19399" y="9517"/>
                </a:lnTo>
                <a:lnTo>
                  <a:pt x="22627" y="16969"/>
                </a:lnTo>
                <a:cubicBezTo>
                  <a:pt x="24218" y="13106"/>
                  <a:pt x="26283" y="10049"/>
                  <a:pt x="29003" y="7635"/>
                </a:cubicBezTo>
                <a:cubicBezTo>
                  <a:pt x="31724" y="5220"/>
                  <a:pt x="35059" y="3356"/>
                  <a:pt x="39050" y="2136"/>
                </a:cubicBezTo>
                <a:cubicBezTo>
                  <a:pt x="46034" y="0"/>
                  <a:pt x="52161" y="236"/>
                  <a:pt x="57353" y="2656"/>
                </a:cubicBezTo>
                <a:cubicBezTo>
                  <a:pt x="62474" y="5204"/>
                  <a:pt x="66618" y="9844"/>
                  <a:pt x="69603" y="16737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6452A5-758D-404A-8394-8844239E46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848" y="2673527"/>
            <a:ext cx="75463" cy="59587"/>
          </a:xfrm>
          <a:custGeom xmlns:a="http://schemas.openxmlformats.org/drawingml/2006/main">
            <a:pathLst>
              <a:path w="75463" h="59587">
                <a:moveTo>
                  <a:pt x="68581" y="19834"/>
                </a:moveTo>
                <a:lnTo>
                  <a:pt x="70598" y="24491"/>
                </a:lnTo>
                <a:lnTo>
                  <a:pt x="25259" y="38357"/>
                </a:lnTo>
                <a:cubicBezTo>
                  <a:pt x="27357" y="42041"/>
                  <a:pt x="30271" y="44420"/>
                  <a:pt x="33960" y="45401"/>
                </a:cubicBezTo>
                <a:cubicBezTo>
                  <a:pt x="37578" y="46510"/>
                  <a:pt x="41862" y="46254"/>
                  <a:pt x="46961" y="44695"/>
                </a:cubicBezTo>
                <a:cubicBezTo>
                  <a:pt x="50951" y="43474"/>
                  <a:pt x="54962" y="41720"/>
                  <a:pt x="58842" y="39374"/>
                </a:cubicBezTo>
                <a:cubicBezTo>
                  <a:pt x="62610" y="37061"/>
                  <a:pt x="66358" y="34121"/>
                  <a:pt x="70016" y="30682"/>
                </a:cubicBezTo>
                <a:lnTo>
                  <a:pt x="75463" y="43257"/>
                </a:lnTo>
                <a:cubicBezTo>
                  <a:pt x="71452" y="46171"/>
                  <a:pt x="67351" y="48585"/>
                  <a:pt x="63089" y="50627"/>
                </a:cubicBezTo>
                <a:cubicBezTo>
                  <a:pt x="58756" y="52797"/>
                  <a:pt x="54372" y="54559"/>
                  <a:pt x="49827" y="55949"/>
                </a:cubicBezTo>
                <a:cubicBezTo>
                  <a:pt x="38853" y="59305"/>
                  <a:pt x="29308" y="59587"/>
                  <a:pt x="21194" y="56795"/>
                </a:cubicBezTo>
                <a:cubicBezTo>
                  <a:pt x="13080" y="54002"/>
                  <a:pt x="7262" y="48397"/>
                  <a:pt x="3591" y="39921"/>
                </a:cubicBezTo>
                <a:cubicBezTo>
                  <a:pt x="0" y="31631"/>
                  <a:pt x="169" y="24195"/>
                  <a:pt x="4097" y="17614"/>
                </a:cubicBezTo>
                <a:cubicBezTo>
                  <a:pt x="8025" y="11033"/>
                  <a:pt x="15179" y="6102"/>
                  <a:pt x="25600" y="2916"/>
                </a:cubicBezTo>
                <a:cubicBezTo>
                  <a:pt x="35133" y="0"/>
                  <a:pt x="43720" y="116"/>
                  <a:pt x="51582" y="3197"/>
                </a:cubicBezTo>
                <a:cubicBezTo>
                  <a:pt x="59445" y="6278"/>
                  <a:pt x="65111" y="11823"/>
                  <a:pt x="68581" y="19834"/>
                </a:cubicBezTo>
                <a:close/>
                <a:moveTo>
                  <a:pt x="46287" y="20534"/>
                </a:moveTo>
                <a:cubicBezTo>
                  <a:pt x="44956" y="17460"/>
                  <a:pt x="42758" y="15284"/>
                  <a:pt x="39845" y="14065"/>
                </a:cubicBezTo>
                <a:cubicBezTo>
                  <a:pt x="36821" y="12880"/>
                  <a:pt x="33605" y="12703"/>
                  <a:pt x="30169" y="13754"/>
                </a:cubicBezTo>
                <a:cubicBezTo>
                  <a:pt x="26400" y="14907"/>
                  <a:pt x="23700" y="16788"/>
                  <a:pt x="22138" y="19270"/>
                </a:cubicBezTo>
                <a:cubicBezTo>
                  <a:pt x="20577" y="21751"/>
                  <a:pt x="20225" y="24707"/>
                  <a:pt x="21124" y="28230"/>
                </a:cubicBezTo>
                <a:lnTo>
                  <a:pt x="46287" y="20534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02D2FB-A805-4801-988E-537BEF933B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1575" y="2650657"/>
            <a:ext cx="68862" cy="62794"/>
          </a:xfrm>
          <a:custGeom xmlns:a="http://schemas.openxmlformats.org/drawingml/2006/main">
            <a:pathLst>
              <a:path w="68862" h="62794">
                <a:moveTo>
                  <a:pt x="47533" y="0"/>
                </a:moveTo>
                <a:lnTo>
                  <a:pt x="52899" y="12388"/>
                </a:lnTo>
                <a:cubicBezTo>
                  <a:pt x="48081" y="12279"/>
                  <a:pt x="43606" y="12382"/>
                  <a:pt x="39514" y="12790"/>
                </a:cubicBezTo>
                <a:cubicBezTo>
                  <a:pt x="35312" y="13231"/>
                  <a:pt x="31492" y="13977"/>
                  <a:pt x="28056" y="15028"/>
                </a:cubicBezTo>
                <a:cubicBezTo>
                  <a:pt x="24287" y="16181"/>
                  <a:pt x="21828" y="17460"/>
                  <a:pt x="20377" y="18748"/>
                </a:cubicBezTo>
                <a:cubicBezTo>
                  <a:pt x="18926" y="20036"/>
                  <a:pt x="18564" y="21518"/>
                  <a:pt x="19250" y="23101"/>
                </a:cubicBezTo>
                <a:cubicBezTo>
                  <a:pt x="19815" y="24405"/>
                  <a:pt x="20924" y="25226"/>
                  <a:pt x="22537" y="25472"/>
                </a:cubicBezTo>
                <a:cubicBezTo>
                  <a:pt x="24190" y="25810"/>
                  <a:pt x="26830" y="25530"/>
                  <a:pt x="30539" y="24818"/>
                </a:cubicBezTo>
                <a:lnTo>
                  <a:pt x="34136" y="24139"/>
                </a:lnTo>
                <a:cubicBezTo>
                  <a:pt x="44487" y="22240"/>
                  <a:pt x="51864" y="21882"/>
                  <a:pt x="56349" y="23253"/>
                </a:cubicBezTo>
                <a:cubicBezTo>
                  <a:pt x="60835" y="24624"/>
                  <a:pt x="64263" y="27900"/>
                  <a:pt x="66522" y="33116"/>
                </a:cubicBezTo>
                <a:cubicBezTo>
                  <a:pt x="68862" y="38519"/>
                  <a:pt x="68199" y="43363"/>
                  <a:pt x="64602" y="47522"/>
                </a:cubicBezTo>
                <a:cubicBezTo>
                  <a:pt x="61006" y="51681"/>
                  <a:pt x="54476" y="55155"/>
                  <a:pt x="45053" y="58037"/>
                </a:cubicBezTo>
                <a:cubicBezTo>
                  <a:pt x="41063" y="59257"/>
                  <a:pt x="36729" y="60266"/>
                  <a:pt x="32315" y="61089"/>
                </a:cubicBezTo>
                <a:cubicBezTo>
                  <a:pt x="27790" y="61945"/>
                  <a:pt x="23033" y="62556"/>
                  <a:pt x="18115" y="62794"/>
                </a:cubicBezTo>
                <a:lnTo>
                  <a:pt x="12749" y="50406"/>
                </a:lnTo>
                <a:cubicBezTo>
                  <a:pt x="17244" y="50930"/>
                  <a:pt x="21759" y="50920"/>
                  <a:pt x="26184" y="50411"/>
                </a:cubicBezTo>
                <a:cubicBezTo>
                  <a:pt x="30497" y="49936"/>
                  <a:pt x="34871" y="49020"/>
                  <a:pt x="39083" y="47732"/>
                </a:cubicBezTo>
                <a:cubicBezTo>
                  <a:pt x="42852" y="46579"/>
                  <a:pt x="45462" y="45359"/>
                  <a:pt x="47054" y="43817"/>
                </a:cubicBezTo>
                <a:cubicBezTo>
                  <a:pt x="48575" y="42403"/>
                  <a:pt x="49008" y="40793"/>
                  <a:pt x="48242" y="39024"/>
                </a:cubicBezTo>
                <a:cubicBezTo>
                  <a:pt x="47596" y="37533"/>
                  <a:pt x="46487" y="36712"/>
                  <a:pt x="44834" y="36374"/>
                </a:cubicBezTo>
                <a:cubicBezTo>
                  <a:pt x="43181" y="36035"/>
                  <a:pt x="40279" y="36290"/>
                  <a:pt x="36237" y="37104"/>
                </a:cubicBezTo>
                <a:lnTo>
                  <a:pt x="32640" y="37783"/>
                </a:lnTo>
                <a:cubicBezTo>
                  <a:pt x="23630" y="39589"/>
                  <a:pt x="16918" y="39743"/>
                  <a:pt x="12392" y="38279"/>
                </a:cubicBezTo>
                <a:cubicBezTo>
                  <a:pt x="7796" y="36942"/>
                  <a:pt x="4519" y="33725"/>
                  <a:pt x="2340" y="28695"/>
                </a:cubicBezTo>
                <a:cubicBezTo>
                  <a:pt x="0" y="23292"/>
                  <a:pt x="371" y="18643"/>
                  <a:pt x="3676" y="14679"/>
                </a:cubicBezTo>
                <a:cubicBezTo>
                  <a:pt x="6980" y="10714"/>
                  <a:pt x="13177" y="7342"/>
                  <a:pt x="22267" y="4562"/>
                </a:cubicBezTo>
                <a:cubicBezTo>
                  <a:pt x="25814" y="3478"/>
                  <a:pt x="29594" y="2638"/>
                  <a:pt x="33786" y="1883"/>
                </a:cubicBezTo>
                <a:cubicBezTo>
                  <a:pt x="37978" y="1129"/>
                  <a:pt x="42473" y="492"/>
                  <a:pt x="47533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DFE4EF-F754-4027-A051-116CBB727D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9964" y="2630369"/>
            <a:ext cx="75463" cy="59587"/>
          </a:xfrm>
          <a:custGeom xmlns:a="http://schemas.openxmlformats.org/drawingml/2006/main">
            <a:pathLst>
              <a:path w="75463" h="59587">
                <a:moveTo>
                  <a:pt x="68581" y="19834"/>
                </a:moveTo>
                <a:lnTo>
                  <a:pt x="70598" y="24491"/>
                </a:lnTo>
                <a:lnTo>
                  <a:pt x="25259" y="38357"/>
                </a:lnTo>
                <a:cubicBezTo>
                  <a:pt x="27357" y="42041"/>
                  <a:pt x="30271" y="44420"/>
                  <a:pt x="33960" y="45401"/>
                </a:cubicBezTo>
                <a:cubicBezTo>
                  <a:pt x="37578" y="46510"/>
                  <a:pt x="41862" y="46254"/>
                  <a:pt x="46961" y="44695"/>
                </a:cubicBezTo>
                <a:cubicBezTo>
                  <a:pt x="50951" y="43474"/>
                  <a:pt x="54962" y="41720"/>
                  <a:pt x="58842" y="39374"/>
                </a:cubicBezTo>
                <a:cubicBezTo>
                  <a:pt x="62610" y="37061"/>
                  <a:pt x="66358" y="34121"/>
                  <a:pt x="70016" y="30682"/>
                </a:cubicBezTo>
                <a:lnTo>
                  <a:pt x="75463" y="43257"/>
                </a:lnTo>
                <a:cubicBezTo>
                  <a:pt x="71452" y="46171"/>
                  <a:pt x="67351" y="48585"/>
                  <a:pt x="63089" y="50627"/>
                </a:cubicBezTo>
                <a:cubicBezTo>
                  <a:pt x="58756" y="52797"/>
                  <a:pt x="54372" y="54559"/>
                  <a:pt x="49827" y="55949"/>
                </a:cubicBezTo>
                <a:cubicBezTo>
                  <a:pt x="38853" y="59305"/>
                  <a:pt x="29308" y="59587"/>
                  <a:pt x="21194" y="56795"/>
                </a:cubicBezTo>
                <a:cubicBezTo>
                  <a:pt x="13080" y="54002"/>
                  <a:pt x="7262" y="48397"/>
                  <a:pt x="3591" y="39921"/>
                </a:cubicBezTo>
                <a:cubicBezTo>
                  <a:pt x="0" y="31631"/>
                  <a:pt x="169" y="24195"/>
                  <a:pt x="4097" y="17614"/>
                </a:cubicBezTo>
                <a:cubicBezTo>
                  <a:pt x="8025" y="11033"/>
                  <a:pt x="15179" y="6102"/>
                  <a:pt x="25600" y="2916"/>
                </a:cubicBezTo>
                <a:cubicBezTo>
                  <a:pt x="35133" y="0"/>
                  <a:pt x="43720" y="116"/>
                  <a:pt x="51582" y="3197"/>
                </a:cubicBezTo>
                <a:cubicBezTo>
                  <a:pt x="59445" y="6278"/>
                  <a:pt x="65111" y="11823"/>
                  <a:pt x="68581" y="19834"/>
                </a:cubicBezTo>
                <a:close/>
                <a:moveTo>
                  <a:pt x="46287" y="20534"/>
                </a:moveTo>
                <a:cubicBezTo>
                  <a:pt x="44956" y="17460"/>
                  <a:pt x="42758" y="15284"/>
                  <a:pt x="39845" y="14065"/>
                </a:cubicBezTo>
                <a:cubicBezTo>
                  <a:pt x="36821" y="12880"/>
                  <a:pt x="33605" y="12703"/>
                  <a:pt x="30169" y="13754"/>
                </a:cubicBezTo>
                <a:cubicBezTo>
                  <a:pt x="26400" y="14907"/>
                  <a:pt x="23700" y="16788"/>
                  <a:pt x="22138" y="19270"/>
                </a:cubicBezTo>
                <a:cubicBezTo>
                  <a:pt x="20577" y="21751"/>
                  <a:pt x="20225" y="24707"/>
                  <a:pt x="21124" y="28230"/>
                </a:cubicBezTo>
                <a:lnTo>
                  <a:pt x="46287" y="20534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4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35F5EEA1-FEF0-4D1E-B047-63176F5A4C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4013" y="103463"/>
            <a:ext cx="9011" cy="2421387"/>
          </a:xfrm>
          <a:custGeom xmlns:a="http://schemas.openxmlformats.org/drawingml/2006/main">
            <a:pathLst>
              <a:path w="9011" h="2421387">
                <a:moveTo>
                  <a:pt x="0" y="2421387"/>
                </a:moveTo>
                <a:lnTo>
                  <a:pt x="0" y="0"/>
                </a:lnTo>
                <a:lnTo>
                  <a:pt x="9011" y="0"/>
                </a:lnTo>
                <a:lnTo>
                  <a:pt x="9011" y="2421387"/>
                </a:lnTo>
                <a:lnTo>
                  <a:pt x="0" y="2421387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DA080F-D734-4F23-8FDA-43A18FE673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2806" y="2725082"/>
            <a:ext cx="86835" cy="85092"/>
          </a:xfrm>
          <a:custGeom xmlns:a="http://schemas.openxmlformats.org/drawingml/2006/main">
            <a:pathLst>
              <a:path w="86835" h="85092">
                <a:moveTo>
                  <a:pt x="0" y="17188"/>
                </a:moveTo>
                <a:lnTo>
                  <a:pt x="56202" y="0"/>
                </a:lnTo>
                <a:lnTo>
                  <a:pt x="61932" y="13227"/>
                </a:lnTo>
                <a:lnTo>
                  <a:pt x="26570" y="24042"/>
                </a:lnTo>
                <a:lnTo>
                  <a:pt x="32057" y="36709"/>
                </a:lnTo>
                <a:lnTo>
                  <a:pt x="65313" y="26539"/>
                </a:lnTo>
                <a:lnTo>
                  <a:pt x="71042" y="39765"/>
                </a:lnTo>
                <a:lnTo>
                  <a:pt x="37786" y="49936"/>
                </a:lnTo>
                <a:lnTo>
                  <a:pt x="44524" y="65491"/>
                </a:lnTo>
                <a:lnTo>
                  <a:pt x="81105" y="54304"/>
                </a:lnTo>
                <a:lnTo>
                  <a:pt x="86835" y="67530"/>
                </a:lnTo>
                <a:lnTo>
                  <a:pt x="29413" y="85092"/>
                </a:lnTo>
                <a:lnTo>
                  <a:pt x="0" y="17188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214041-6263-4D3C-9992-FF484E04D1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4974" y="2720890"/>
            <a:ext cx="83039" cy="66401"/>
          </a:xfrm>
          <a:custGeom xmlns:a="http://schemas.openxmlformats.org/drawingml/2006/main">
            <a:pathLst>
              <a:path w="83039" h="66401">
                <a:moveTo>
                  <a:pt x="69603" y="16737"/>
                </a:moveTo>
                <a:lnTo>
                  <a:pt x="83039" y="47754"/>
                </a:lnTo>
                <a:lnTo>
                  <a:pt x="63529" y="53721"/>
                </a:lnTo>
                <a:lnTo>
                  <a:pt x="61350" y="48691"/>
                </a:lnTo>
                <a:lnTo>
                  <a:pt x="53240" y="29969"/>
                </a:lnTo>
                <a:cubicBezTo>
                  <a:pt x="51344" y="25591"/>
                  <a:pt x="49942" y="22644"/>
                  <a:pt x="48994" y="21036"/>
                </a:cubicBezTo>
                <a:cubicBezTo>
                  <a:pt x="48046" y="19427"/>
                  <a:pt x="47078" y="18351"/>
                  <a:pt x="46161" y="17683"/>
                </a:cubicBezTo>
                <a:cubicBezTo>
                  <a:pt x="44941" y="16895"/>
                  <a:pt x="43580" y="16362"/>
                  <a:pt x="42008" y="16210"/>
                </a:cubicBezTo>
                <a:cubicBezTo>
                  <a:pt x="40436" y="16058"/>
                  <a:pt x="38722" y="16160"/>
                  <a:pt x="37170" y="16635"/>
                </a:cubicBezTo>
                <a:cubicBezTo>
                  <a:pt x="33069" y="17889"/>
                  <a:pt x="30419" y="20176"/>
                  <a:pt x="29332" y="23462"/>
                </a:cubicBezTo>
                <a:cubicBezTo>
                  <a:pt x="28133" y="26782"/>
                  <a:pt x="28598" y="30754"/>
                  <a:pt x="30616" y="35411"/>
                </a:cubicBezTo>
                <a:lnTo>
                  <a:pt x="41469" y="60468"/>
                </a:lnTo>
                <a:lnTo>
                  <a:pt x="22070" y="66401"/>
                </a:lnTo>
                <a:lnTo>
                  <a:pt x="0" y="15450"/>
                </a:lnTo>
                <a:lnTo>
                  <a:pt x="19399" y="9517"/>
                </a:lnTo>
                <a:lnTo>
                  <a:pt x="22627" y="16969"/>
                </a:lnTo>
                <a:cubicBezTo>
                  <a:pt x="24218" y="13106"/>
                  <a:pt x="26283" y="10049"/>
                  <a:pt x="29003" y="7635"/>
                </a:cubicBezTo>
                <a:cubicBezTo>
                  <a:pt x="31724" y="5220"/>
                  <a:pt x="35059" y="3356"/>
                  <a:pt x="39050" y="2136"/>
                </a:cubicBezTo>
                <a:cubicBezTo>
                  <a:pt x="46034" y="0"/>
                  <a:pt x="52161" y="236"/>
                  <a:pt x="57353" y="2656"/>
                </a:cubicBezTo>
                <a:cubicBezTo>
                  <a:pt x="62474" y="5204"/>
                  <a:pt x="66618" y="9844"/>
                  <a:pt x="69603" y="16737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55D1FA-EE78-4D15-B728-6CA18CD938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6707" y="2693622"/>
            <a:ext cx="81302" cy="85626"/>
          </a:xfrm>
          <a:custGeom xmlns:a="http://schemas.openxmlformats.org/drawingml/2006/main">
            <a:pathLst>
              <a:path w="81302" h="85626">
                <a:moveTo>
                  <a:pt x="56749" y="48255"/>
                </a:moveTo>
                <a:cubicBezTo>
                  <a:pt x="55379" y="52049"/>
                  <a:pt x="53355" y="55200"/>
                  <a:pt x="50745" y="57580"/>
                </a:cubicBezTo>
                <a:cubicBezTo>
                  <a:pt x="48136" y="59961"/>
                  <a:pt x="44760" y="61732"/>
                  <a:pt x="40548" y="63020"/>
                </a:cubicBezTo>
                <a:cubicBezTo>
                  <a:pt x="33120" y="65291"/>
                  <a:pt x="25975" y="64734"/>
                  <a:pt x="18959" y="61289"/>
                </a:cubicBezTo>
                <a:cubicBezTo>
                  <a:pt x="11983" y="57937"/>
                  <a:pt x="6952" y="52408"/>
                  <a:pt x="3643" y="44771"/>
                </a:cubicBezTo>
                <a:cubicBezTo>
                  <a:pt x="375" y="37226"/>
                  <a:pt x="0" y="30273"/>
                  <a:pt x="2779" y="23938"/>
                </a:cubicBezTo>
                <a:cubicBezTo>
                  <a:pt x="5559" y="17602"/>
                  <a:pt x="10566" y="13223"/>
                  <a:pt x="17994" y="10951"/>
                </a:cubicBezTo>
                <a:cubicBezTo>
                  <a:pt x="22206" y="9663"/>
                  <a:pt x="26187" y="9290"/>
                  <a:pt x="30007" y="9704"/>
                </a:cubicBezTo>
                <a:cubicBezTo>
                  <a:pt x="33827" y="10118"/>
                  <a:pt x="37748" y="11345"/>
                  <a:pt x="41699" y="13512"/>
                </a:cubicBezTo>
                <a:lnTo>
                  <a:pt x="38431" y="5967"/>
                </a:lnTo>
                <a:lnTo>
                  <a:pt x="57941" y="0"/>
                </a:lnTo>
                <a:lnTo>
                  <a:pt x="77792" y="45828"/>
                </a:lnTo>
                <a:cubicBezTo>
                  <a:pt x="81302" y="53931"/>
                  <a:pt x="80902" y="61121"/>
                  <a:pt x="76550" y="67305"/>
                </a:cubicBezTo>
                <a:cubicBezTo>
                  <a:pt x="72198" y="73488"/>
                  <a:pt x="64298" y="78436"/>
                  <a:pt x="52659" y="81995"/>
                </a:cubicBezTo>
                <a:cubicBezTo>
                  <a:pt x="48890" y="83148"/>
                  <a:pt x="45110" y="83987"/>
                  <a:pt x="41361" y="84606"/>
                </a:cubicBezTo>
                <a:cubicBezTo>
                  <a:pt x="37572" y="85132"/>
                  <a:pt x="33702" y="85472"/>
                  <a:pt x="29751" y="85626"/>
                </a:cubicBezTo>
                <a:lnTo>
                  <a:pt x="24264" y="72958"/>
                </a:lnTo>
                <a:cubicBezTo>
                  <a:pt x="28276" y="73524"/>
                  <a:pt x="32126" y="73718"/>
                  <a:pt x="35814" y="73539"/>
                </a:cubicBezTo>
                <a:cubicBezTo>
                  <a:pt x="39352" y="73301"/>
                  <a:pt x="42768" y="72784"/>
                  <a:pt x="46094" y="71767"/>
                </a:cubicBezTo>
                <a:cubicBezTo>
                  <a:pt x="52412" y="69834"/>
                  <a:pt x="56544" y="67200"/>
                  <a:pt x="58528" y="63955"/>
                </a:cubicBezTo>
                <a:cubicBezTo>
                  <a:pt x="60402" y="60745"/>
                  <a:pt x="60420" y="56731"/>
                  <a:pt x="58282" y="51795"/>
                </a:cubicBezTo>
                <a:lnTo>
                  <a:pt x="56749" y="48255"/>
                </a:lnTo>
                <a:close/>
                <a:moveTo>
                  <a:pt x="30283" y="20484"/>
                </a:moveTo>
                <a:cubicBezTo>
                  <a:pt x="26292" y="21705"/>
                  <a:pt x="23642" y="23992"/>
                  <a:pt x="22474" y="27092"/>
                </a:cubicBezTo>
                <a:cubicBezTo>
                  <a:pt x="21346" y="30285"/>
                  <a:pt x="21771" y="34163"/>
                  <a:pt x="23708" y="38634"/>
                </a:cubicBezTo>
                <a:cubicBezTo>
                  <a:pt x="25725" y="43292"/>
                  <a:pt x="28256" y="46526"/>
                  <a:pt x="31522" y="48270"/>
                </a:cubicBezTo>
                <a:cubicBezTo>
                  <a:pt x="34788" y="50013"/>
                  <a:pt x="38417" y="50275"/>
                  <a:pt x="42629" y="48987"/>
                </a:cubicBezTo>
                <a:cubicBezTo>
                  <a:pt x="46620" y="47766"/>
                  <a:pt x="49310" y="45572"/>
                  <a:pt x="50438" y="42379"/>
                </a:cubicBezTo>
                <a:cubicBezTo>
                  <a:pt x="51606" y="39279"/>
                  <a:pt x="51181" y="35401"/>
                  <a:pt x="49204" y="30837"/>
                </a:cubicBezTo>
                <a:cubicBezTo>
                  <a:pt x="47267" y="26366"/>
                  <a:pt x="44626" y="23165"/>
                  <a:pt x="41319" y="21328"/>
                </a:cubicBezTo>
                <a:cubicBezTo>
                  <a:pt x="38053" y="19585"/>
                  <a:pt x="34273" y="19264"/>
                  <a:pt x="30283" y="2048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B68DC3-8B33-448B-AF2C-19707A6C04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4678" y="2662154"/>
            <a:ext cx="50063" cy="76724"/>
          </a:xfrm>
          <a:custGeom xmlns:a="http://schemas.openxmlformats.org/drawingml/2006/main">
            <a:pathLst>
              <a:path w="50063" h="76724">
                <a:moveTo>
                  <a:pt x="0" y="5933"/>
                </a:moveTo>
                <a:lnTo>
                  <a:pt x="19399" y="0"/>
                </a:lnTo>
                <a:lnTo>
                  <a:pt x="50063" y="70791"/>
                </a:lnTo>
                <a:lnTo>
                  <a:pt x="30664" y="76724"/>
                </a:lnTo>
                <a:lnTo>
                  <a:pt x="0" y="593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A1AEFB-7278-4521-8017-1EF44733A3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2701" y="2650525"/>
            <a:ext cx="50063" cy="76724"/>
          </a:xfrm>
          <a:custGeom xmlns:a="http://schemas.openxmlformats.org/drawingml/2006/main">
            <a:pathLst>
              <a:path w="50063" h="76724">
                <a:moveTo>
                  <a:pt x="8594" y="25773"/>
                </a:moveTo>
                <a:lnTo>
                  <a:pt x="27993" y="19840"/>
                </a:lnTo>
                <a:lnTo>
                  <a:pt x="50063" y="70791"/>
                </a:lnTo>
                <a:lnTo>
                  <a:pt x="30664" y="76724"/>
                </a:lnTo>
                <a:lnTo>
                  <a:pt x="8594" y="25773"/>
                </a:lnTo>
                <a:close/>
                <a:moveTo>
                  <a:pt x="0" y="5933"/>
                </a:moveTo>
                <a:lnTo>
                  <a:pt x="19399" y="0"/>
                </a:lnTo>
                <a:lnTo>
                  <a:pt x="25169" y="13320"/>
                </a:lnTo>
                <a:lnTo>
                  <a:pt x="5770" y="19253"/>
                </a:lnTo>
                <a:lnTo>
                  <a:pt x="0" y="593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771A7E-63A1-4BF9-BF5A-D798B509FD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9804" y="2651777"/>
            <a:ext cx="68862" cy="62794"/>
          </a:xfrm>
          <a:custGeom xmlns:a="http://schemas.openxmlformats.org/drawingml/2006/main">
            <a:pathLst>
              <a:path w="68862" h="62794">
                <a:moveTo>
                  <a:pt x="47533" y="0"/>
                </a:moveTo>
                <a:lnTo>
                  <a:pt x="52899" y="12388"/>
                </a:lnTo>
                <a:cubicBezTo>
                  <a:pt x="48081" y="12279"/>
                  <a:pt x="43606" y="12382"/>
                  <a:pt x="39514" y="12790"/>
                </a:cubicBezTo>
                <a:cubicBezTo>
                  <a:pt x="35312" y="13231"/>
                  <a:pt x="31492" y="13977"/>
                  <a:pt x="28056" y="15028"/>
                </a:cubicBezTo>
                <a:cubicBezTo>
                  <a:pt x="24287" y="16181"/>
                  <a:pt x="21828" y="17460"/>
                  <a:pt x="20377" y="18748"/>
                </a:cubicBezTo>
                <a:cubicBezTo>
                  <a:pt x="18926" y="20036"/>
                  <a:pt x="18564" y="21518"/>
                  <a:pt x="19250" y="23101"/>
                </a:cubicBezTo>
                <a:cubicBezTo>
                  <a:pt x="19815" y="24405"/>
                  <a:pt x="20924" y="25226"/>
                  <a:pt x="22537" y="25472"/>
                </a:cubicBezTo>
                <a:cubicBezTo>
                  <a:pt x="24190" y="25810"/>
                  <a:pt x="26830" y="25530"/>
                  <a:pt x="30539" y="24818"/>
                </a:cubicBezTo>
                <a:lnTo>
                  <a:pt x="34136" y="24139"/>
                </a:lnTo>
                <a:cubicBezTo>
                  <a:pt x="44487" y="22240"/>
                  <a:pt x="51864" y="21882"/>
                  <a:pt x="56349" y="23253"/>
                </a:cubicBezTo>
                <a:cubicBezTo>
                  <a:pt x="60835" y="24624"/>
                  <a:pt x="64263" y="27900"/>
                  <a:pt x="66522" y="33116"/>
                </a:cubicBezTo>
                <a:cubicBezTo>
                  <a:pt x="68862" y="38519"/>
                  <a:pt x="68199" y="43363"/>
                  <a:pt x="64602" y="47522"/>
                </a:cubicBezTo>
                <a:cubicBezTo>
                  <a:pt x="61006" y="51681"/>
                  <a:pt x="54476" y="55155"/>
                  <a:pt x="45053" y="58037"/>
                </a:cubicBezTo>
                <a:cubicBezTo>
                  <a:pt x="41063" y="59257"/>
                  <a:pt x="36729" y="60266"/>
                  <a:pt x="32315" y="61089"/>
                </a:cubicBezTo>
                <a:cubicBezTo>
                  <a:pt x="27790" y="61945"/>
                  <a:pt x="23033" y="62556"/>
                  <a:pt x="18115" y="62794"/>
                </a:cubicBezTo>
                <a:lnTo>
                  <a:pt x="12749" y="50406"/>
                </a:lnTo>
                <a:cubicBezTo>
                  <a:pt x="17244" y="50930"/>
                  <a:pt x="21759" y="50920"/>
                  <a:pt x="26184" y="50411"/>
                </a:cubicBezTo>
                <a:cubicBezTo>
                  <a:pt x="30497" y="49936"/>
                  <a:pt x="34871" y="49020"/>
                  <a:pt x="39083" y="47732"/>
                </a:cubicBezTo>
                <a:cubicBezTo>
                  <a:pt x="42852" y="46579"/>
                  <a:pt x="45462" y="45359"/>
                  <a:pt x="47054" y="43817"/>
                </a:cubicBezTo>
                <a:cubicBezTo>
                  <a:pt x="48575" y="42403"/>
                  <a:pt x="49008" y="40793"/>
                  <a:pt x="48242" y="39024"/>
                </a:cubicBezTo>
                <a:cubicBezTo>
                  <a:pt x="47596" y="37533"/>
                  <a:pt x="46487" y="36712"/>
                  <a:pt x="44834" y="36374"/>
                </a:cubicBezTo>
                <a:cubicBezTo>
                  <a:pt x="43181" y="36035"/>
                  <a:pt x="40279" y="36290"/>
                  <a:pt x="36237" y="37104"/>
                </a:cubicBezTo>
                <a:lnTo>
                  <a:pt x="32640" y="37783"/>
                </a:lnTo>
                <a:cubicBezTo>
                  <a:pt x="23630" y="39589"/>
                  <a:pt x="16918" y="39743"/>
                  <a:pt x="12392" y="38279"/>
                </a:cubicBezTo>
                <a:cubicBezTo>
                  <a:pt x="7796" y="36942"/>
                  <a:pt x="4519" y="33725"/>
                  <a:pt x="2340" y="28695"/>
                </a:cubicBezTo>
                <a:cubicBezTo>
                  <a:pt x="0" y="23292"/>
                  <a:pt x="371" y="18643"/>
                  <a:pt x="3676" y="14679"/>
                </a:cubicBezTo>
                <a:cubicBezTo>
                  <a:pt x="6980" y="10714"/>
                  <a:pt x="13177" y="7342"/>
                  <a:pt x="22267" y="4562"/>
                </a:cubicBezTo>
                <a:cubicBezTo>
                  <a:pt x="25814" y="3478"/>
                  <a:pt x="29594" y="2638"/>
                  <a:pt x="33786" y="1883"/>
                </a:cubicBezTo>
                <a:cubicBezTo>
                  <a:pt x="37978" y="1129"/>
                  <a:pt x="42473" y="492"/>
                  <a:pt x="47533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F0055C-5C51-4354-B60C-AB9E6C1A71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6680" y="2618725"/>
            <a:ext cx="91633" cy="76724"/>
          </a:xfrm>
          <a:custGeom xmlns:a="http://schemas.openxmlformats.org/drawingml/2006/main">
            <a:pathLst>
              <a:path w="91633" h="76724">
                <a:moveTo>
                  <a:pt x="78197" y="27060"/>
                </a:moveTo>
                <a:lnTo>
                  <a:pt x="91633" y="58077"/>
                </a:lnTo>
                <a:lnTo>
                  <a:pt x="72123" y="64044"/>
                </a:lnTo>
                <a:lnTo>
                  <a:pt x="69944" y="59014"/>
                </a:lnTo>
                <a:lnTo>
                  <a:pt x="61875" y="40385"/>
                </a:lnTo>
                <a:cubicBezTo>
                  <a:pt x="59938" y="35914"/>
                  <a:pt x="58536" y="32967"/>
                  <a:pt x="57588" y="31359"/>
                </a:cubicBezTo>
                <a:cubicBezTo>
                  <a:pt x="56640" y="29750"/>
                  <a:pt x="55672" y="28675"/>
                  <a:pt x="54755" y="28006"/>
                </a:cubicBezTo>
                <a:cubicBezTo>
                  <a:pt x="53535" y="27218"/>
                  <a:pt x="52174" y="26685"/>
                  <a:pt x="50602" y="26533"/>
                </a:cubicBezTo>
                <a:cubicBezTo>
                  <a:pt x="49029" y="26381"/>
                  <a:pt x="47316" y="26483"/>
                  <a:pt x="45764" y="26958"/>
                </a:cubicBezTo>
                <a:cubicBezTo>
                  <a:pt x="41663" y="28212"/>
                  <a:pt x="39013" y="30499"/>
                  <a:pt x="37925" y="33786"/>
                </a:cubicBezTo>
                <a:cubicBezTo>
                  <a:pt x="36727" y="37106"/>
                  <a:pt x="37192" y="41077"/>
                  <a:pt x="39210" y="45735"/>
                </a:cubicBezTo>
                <a:lnTo>
                  <a:pt x="50063" y="70791"/>
                </a:lnTo>
                <a:lnTo>
                  <a:pt x="30664" y="76724"/>
                </a:lnTo>
                <a:lnTo>
                  <a:pt x="0" y="5933"/>
                </a:lnTo>
                <a:lnTo>
                  <a:pt x="19399" y="0"/>
                </a:lnTo>
                <a:lnTo>
                  <a:pt x="31221" y="27292"/>
                </a:lnTo>
                <a:cubicBezTo>
                  <a:pt x="32812" y="23430"/>
                  <a:pt x="34877" y="20372"/>
                  <a:pt x="37597" y="17958"/>
                </a:cubicBezTo>
                <a:cubicBezTo>
                  <a:pt x="40318" y="15543"/>
                  <a:pt x="43653" y="13679"/>
                  <a:pt x="47644" y="12459"/>
                </a:cubicBezTo>
                <a:cubicBezTo>
                  <a:pt x="54628" y="10323"/>
                  <a:pt x="60755" y="10559"/>
                  <a:pt x="65947" y="12979"/>
                </a:cubicBezTo>
                <a:cubicBezTo>
                  <a:pt x="71068" y="15527"/>
                  <a:pt x="75211" y="20167"/>
                  <a:pt x="78197" y="2706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2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640F90B8-F90A-48CF-B594-166D1FF3A8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5404" y="103463"/>
            <a:ext cx="9011" cy="2421387"/>
          </a:xfrm>
          <a:custGeom xmlns:a="http://schemas.openxmlformats.org/drawingml/2006/main">
            <a:pathLst>
              <a:path w="9011" h="2421387">
                <a:moveTo>
                  <a:pt x="0" y="2421387"/>
                </a:moveTo>
                <a:lnTo>
                  <a:pt x="0" y="0"/>
                </a:lnTo>
                <a:lnTo>
                  <a:pt x="9011" y="0"/>
                </a:lnTo>
                <a:lnTo>
                  <a:pt x="9011" y="2421387"/>
                </a:lnTo>
                <a:lnTo>
                  <a:pt x="0" y="2421387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196A6F-5F34-4A23-ACC7-A764F75816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8296" y="2681021"/>
            <a:ext cx="101800" cy="90041"/>
          </a:xfrm>
          <a:custGeom xmlns:a="http://schemas.openxmlformats.org/drawingml/2006/main">
            <a:pathLst>
              <a:path w="101800" h="90041">
                <a:moveTo>
                  <a:pt x="0" y="22138"/>
                </a:moveTo>
                <a:lnTo>
                  <a:pt x="20840" y="15765"/>
                </a:lnTo>
                <a:lnTo>
                  <a:pt x="32057" y="41659"/>
                </a:lnTo>
                <a:lnTo>
                  <a:pt x="62763" y="32268"/>
                </a:lnTo>
                <a:lnTo>
                  <a:pt x="51546" y="6374"/>
                </a:lnTo>
                <a:lnTo>
                  <a:pt x="72387" y="0"/>
                </a:lnTo>
                <a:lnTo>
                  <a:pt x="101800" y="67903"/>
                </a:lnTo>
                <a:lnTo>
                  <a:pt x="80959" y="74277"/>
                </a:lnTo>
                <a:lnTo>
                  <a:pt x="68492" y="45495"/>
                </a:lnTo>
                <a:lnTo>
                  <a:pt x="37786" y="54886"/>
                </a:lnTo>
                <a:lnTo>
                  <a:pt x="50253" y="83668"/>
                </a:lnTo>
                <a:lnTo>
                  <a:pt x="29413" y="90041"/>
                </a:lnTo>
                <a:lnTo>
                  <a:pt x="0" y="22138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3EEA28-9895-4585-B913-92F5C014EC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8941" y="2666234"/>
            <a:ext cx="50063" cy="76724"/>
          </a:xfrm>
          <a:custGeom xmlns:a="http://schemas.openxmlformats.org/drawingml/2006/main">
            <a:pathLst>
              <a:path w="50063" h="76724">
                <a:moveTo>
                  <a:pt x="8594" y="25773"/>
                </a:moveTo>
                <a:lnTo>
                  <a:pt x="27993" y="19840"/>
                </a:lnTo>
                <a:lnTo>
                  <a:pt x="50063" y="70791"/>
                </a:lnTo>
                <a:lnTo>
                  <a:pt x="30664" y="76724"/>
                </a:lnTo>
                <a:lnTo>
                  <a:pt x="8594" y="25773"/>
                </a:lnTo>
                <a:close/>
                <a:moveTo>
                  <a:pt x="0" y="5933"/>
                </a:moveTo>
                <a:lnTo>
                  <a:pt x="19399" y="0"/>
                </a:lnTo>
                <a:lnTo>
                  <a:pt x="25169" y="13320"/>
                </a:lnTo>
                <a:lnTo>
                  <a:pt x="5770" y="19253"/>
                </a:lnTo>
                <a:lnTo>
                  <a:pt x="0" y="593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49FBA8-7FDB-455E-AD1B-4F16DC7C30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5558" y="2664929"/>
            <a:ext cx="83039" cy="66401"/>
          </a:xfrm>
          <a:custGeom xmlns:a="http://schemas.openxmlformats.org/drawingml/2006/main">
            <a:pathLst>
              <a:path w="83039" h="66401">
                <a:moveTo>
                  <a:pt x="69603" y="16737"/>
                </a:moveTo>
                <a:lnTo>
                  <a:pt x="83039" y="47754"/>
                </a:lnTo>
                <a:lnTo>
                  <a:pt x="63529" y="53721"/>
                </a:lnTo>
                <a:lnTo>
                  <a:pt x="61350" y="48691"/>
                </a:lnTo>
                <a:lnTo>
                  <a:pt x="53240" y="29969"/>
                </a:lnTo>
                <a:cubicBezTo>
                  <a:pt x="51344" y="25591"/>
                  <a:pt x="49942" y="22644"/>
                  <a:pt x="48994" y="21036"/>
                </a:cubicBezTo>
                <a:cubicBezTo>
                  <a:pt x="48046" y="19427"/>
                  <a:pt x="47078" y="18351"/>
                  <a:pt x="46161" y="17683"/>
                </a:cubicBezTo>
                <a:cubicBezTo>
                  <a:pt x="44941" y="16895"/>
                  <a:pt x="43580" y="16362"/>
                  <a:pt x="42008" y="16210"/>
                </a:cubicBezTo>
                <a:cubicBezTo>
                  <a:pt x="40436" y="16058"/>
                  <a:pt x="38722" y="16160"/>
                  <a:pt x="37170" y="16635"/>
                </a:cubicBezTo>
                <a:cubicBezTo>
                  <a:pt x="33069" y="17889"/>
                  <a:pt x="30419" y="20176"/>
                  <a:pt x="29332" y="23462"/>
                </a:cubicBezTo>
                <a:cubicBezTo>
                  <a:pt x="28133" y="26782"/>
                  <a:pt x="28598" y="30754"/>
                  <a:pt x="30616" y="35411"/>
                </a:cubicBezTo>
                <a:lnTo>
                  <a:pt x="41469" y="60468"/>
                </a:lnTo>
                <a:lnTo>
                  <a:pt x="22070" y="66401"/>
                </a:lnTo>
                <a:lnTo>
                  <a:pt x="0" y="15450"/>
                </a:lnTo>
                <a:lnTo>
                  <a:pt x="19399" y="9517"/>
                </a:lnTo>
                <a:lnTo>
                  <a:pt x="22627" y="16969"/>
                </a:lnTo>
                <a:cubicBezTo>
                  <a:pt x="24218" y="13106"/>
                  <a:pt x="26283" y="10049"/>
                  <a:pt x="29003" y="7635"/>
                </a:cubicBezTo>
                <a:cubicBezTo>
                  <a:pt x="31724" y="5220"/>
                  <a:pt x="35059" y="3356"/>
                  <a:pt x="39050" y="2136"/>
                </a:cubicBezTo>
                <a:cubicBezTo>
                  <a:pt x="46034" y="0"/>
                  <a:pt x="52161" y="236"/>
                  <a:pt x="57353" y="2656"/>
                </a:cubicBezTo>
                <a:cubicBezTo>
                  <a:pt x="62474" y="5204"/>
                  <a:pt x="66618" y="9844"/>
                  <a:pt x="69603" y="16737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98B4EF-37F2-4810-B936-40E9DB6F6D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412" y="2617822"/>
            <a:ext cx="79890" cy="86376"/>
          </a:xfrm>
          <a:custGeom xmlns:a="http://schemas.openxmlformats.org/drawingml/2006/main">
            <a:pathLst>
              <a:path w="79890" h="86376">
                <a:moveTo>
                  <a:pt x="41538" y="33259"/>
                </a:moveTo>
                <a:lnTo>
                  <a:pt x="29716" y="5967"/>
                </a:lnTo>
                <a:lnTo>
                  <a:pt x="49226" y="0"/>
                </a:lnTo>
                <a:lnTo>
                  <a:pt x="79890" y="70791"/>
                </a:lnTo>
                <a:lnTo>
                  <a:pt x="60380" y="76758"/>
                </a:lnTo>
                <a:lnTo>
                  <a:pt x="57193" y="69399"/>
                </a:lnTo>
                <a:cubicBezTo>
                  <a:pt x="55823" y="73193"/>
                  <a:pt x="53799" y="76344"/>
                  <a:pt x="51149" y="78631"/>
                </a:cubicBezTo>
                <a:cubicBezTo>
                  <a:pt x="48499" y="80919"/>
                  <a:pt x="45163" y="82783"/>
                  <a:pt x="40951" y="84071"/>
                </a:cubicBezTo>
                <a:cubicBezTo>
                  <a:pt x="33413" y="86376"/>
                  <a:pt x="26267" y="85819"/>
                  <a:pt x="19362" y="82340"/>
                </a:cubicBezTo>
                <a:cubicBezTo>
                  <a:pt x="12346" y="78895"/>
                  <a:pt x="7234" y="73180"/>
                  <a:pt x="3845" y="65356"/>
                </a:cubicBezTo>
                <a:cubicBezTo>
                  <a:pt x="456" y="57532"/>
                  <a:pt x="0" y="50393"/>
                  <a:pt x="2699" y="43871"/>
                </a:cubicBezTo>
                <a:cubicBezTo>
                  <a:pt x="5287" y="37383"/>
                  <a:pt x="10294" y="33004"/>
                  <a:pt x="17832" y="30698"/>
                </a:cubicBezTo>
                <a:cubicBezTo>
                  <a:pt x="22045" y="29410"/>
                  <a:pt x="26026" y="29036"/>
                  <a:pt x="29845" y="29450"/>
                </a:cubicBezTo>
                <a:cubicBezTo>
                  <a:pt x="33665" y="29865"/>
                  <a:pt x="37586" y="31091"/>
                  <a:pt x="41538" y="33259"/>
                </a:cubicBezTo>
                <a:close/>
                <a:moveTo>
                  <a:pt x="43073" y="70131"/>
                </a:moveTo>
                <a:cubicBezTo>
                  <a:pt x="47174" y="68876"/>
                  <a:pt x="49754" y="66716"/>
                  <a:pt x="50841" y="63430"/>
                </a:cubicBezTo>
                <a:cubicBezTo>
                  <a:pt x="51969" y="60237"/>
                  <a:pt x="51463" y="56172"/>
                  <a:pt x="49365" y="51329"/>
                </a:cubicBezTo>
                <a:cubicBezTo>
                  <a:pt x="47267" y="46485"/>
                  <a:pt x="44585" y="43192"/>
                  <a:pt x="41238" y="41261"/>
                </a:cubicBezTo>
                <a:cubicBezTo>
                  <a:pt x="37932" y="39425"/>
                  <a:pt x="34263" y="39070"/>
                  <a:pt x="30162" y="40324"/>
                </a:cubicBezTo>
                <a:cubicBezTo>
                  <a:pt x="25949" y="41613"/>
                  <a:pt x="23410" y="43866"/>
                  <a:pt x="22283" y="47059"/>
                </a:cubicBezTo>
                <a:cubicBezTo>
                  <a:pt x="21195" y="50345"/>
                  <a:pt x="21771" y="54283"/>
                  <a:pt x="23869" y="59126"/>
                </a:cubicBezTo>
                <a:cubicBezTo>
                  <a:pt x="25967" y="63970"/>
                  <a:pt x="28579" y="67391"/>
                  <a:pt x="31885" y="69227"/>
                </a:cubicBezTo>
                <a:cubicBezTo>
                  <a:pt x="35232" y="71158"/>
                  <a:pt x="38860" y="71419"/>
                  <a:pt x="43073" y="70131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3068B3-FBE8-4A0C-A9E4-66D9061829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5262" y="2606193"/>
            <a:ext cx="50063" cy="76724"/>
          </a:xfrm>
          <a:custGeom xmlns:a="http://schemas.openxmlformats.org/drawingml/2006/main">
            <a:pathLst>
              <a:path w="50063" h="76724">
                <a:moveTo>
                  <a:pt x="8594" y="25773"/>
                </a:moveTo>
                <a:lnTo>
                  <a:pt x="27993" y="19840"/>
                </a:lnTo>
                <a:lnTo>
                  <a:pt x="50063" y="70791"/>
                </a:lnTo>
                <a:lnTo>
                  <a:pt x="30664" y="76724"/>
                </a:lnTo>
                <a:lnTo>
                  <a:pt x="8594" y="25773"/>
                </a:lnTo>
                <a:close/>
                <a:moveTo>
                  <a:pt x="0" y="5933"/>
                </a:moveTo>
                <a:lnTo>
                  <a:pt x="19399" y="0"/>
                </a:lnTo>
                <a:lnTo>
                  <a:pt x="25169" y="13320"/>
                </a:lnTo>
                <a:lnTo>
                  <a:pt x="5770" y="19253"/>
                </a:lnTo>
                <a:lnTo>
                  <a:pt x="0" y="593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8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FB6BD86B-AD2B-473F-81DF-98B1E33BAE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6795" y="103463"/>
            <a:ext cx="9011" cy="2421387"/>
          </a:xfrm>
          <a:custGeom xmlns:a="http://schemas.openxmlformats.org/drawingml/2006/main">
            <a:pathLst>
              <a:path w="9011" h="2421387">
                <a:moveTo>
                  <a:pt x="0" y="2421387"/>
                </a:moveTo>
                <a:lnTo>
                  <a:pt x="0" y="0"/>
                </a:lnTo>
                <a:lnTo>
                  <a:pt x="9011" y="0"/>
                </a:lnTo>
                <a:lnTo>
                  <a:pt x="9011" y="2421387"/>
                </a:lnTo>
                <a:lnTo>
                  <a:pt x="0" y="2421387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072EC7-B259-4DD8-8262-C9FE46F3E9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290" y="2738561"/>
            <a:ext cx="102354" cy="81677"/>
          </a:xfrm>
          <a:custGeom xmlns:a="http://schemas.openxmlformats.org/drawingml/2006/main">
            <a:pathLst>
              <a:path w="102354" h="81677">
                <a:moveTo>
                  <a:pt x="42630" y="34808"/>
                </a:moveTo>
                <a:cubicBezTo>
                  <a:pt x="46953" y="33486"/>
                  <a:pt x="49774" y="31885"/>
                  <a:pt x="51054" y="29911"/>
                </a:cubicBezTo>
                <a:cubicBezTo>
                  <a:pt x="52373" y="28031"/>
                  <a:pt x="52403" y="25490"/>
                  <a:pt x="51031" y="22323"/>
                </a:cubicBezTo>
                <a:cubicBezTo>
                  <a:pt x="49699" y="19250"/>
                  <a:pt x="47733" y="17319"/>
                  <a:pt x="45284" y="16592"/>
                </a:cubicBezTo>
                <a:cubicBezTo>
                  <a:pt x="42835" y="15864"/>
                  <a:pt x="39408" y="16068"/>
                  <a:pt x="35085" y="17390"/>
                </a:cubicBezTo>
                <a:lnTo>
                  <a:pt x="26327" y="20068"/>
                </a:lnTo>
                <a:lnTo>
                  <a:pt x="33872" y="37487"/>
                </a:lnTo>
                <a:lnTo>
                  <a:pt x="42630" y="34808"/>
                </a:lnTo>
                <a:close/>
                <a:moveTo>
                  <a:pt x="39118" y="49596"/>
                </a:moveTo>
                <a:lnTo>
                  <a:pt x="50253" y="75304"/>
                </a:lnTo>
                <a:lnTo>
                  <a:pt x="29413" y="81677"/>
                </a:lnTo>
                <a:lnTo>
                  <a:pt x="0" y="13774"/>
                </a:lnTo>
                <a:lnTo>
                  <a:pt x="31815" y="4044"/>
                </a:lnTo>
                <a:cubicBezTo>
                  <a:pt x="42457" y="790"/>
                  <a:pt x="50902" y="0"/>
                  <a:pt x="57182" y="1455"/>
                </a:cubicBezTo>
                <a:cubicBezTo>
                  <a:pt x="63350" y="2944"/>
                  <a:pt x="67958" y="6915"/>
                  <a:pt x="70742" y="13342"/>
                </a:cubicBezTo>
                <a:cubicBezTo>
                  <a:pt x="72678" y="17813"/>
                  <a:pt x="72962" y="21945"/>
                  <a:pt x="71663" y="25613"/>
                </a:cubicBezTo>
                <a:cubicBezTo>
                  <a:pt x="70253" y="29314"/>
                  <a:pt x="67301" y="32643"/>
                  <a:pt x="62767" y="35506"/>
                </a:cubicBezTo>
                <a:cubicBezTo>
                  <a:pt x="65891" y="35184"/>
                  <a:pt x="69006" y="35708"/>
                  <a:pt x="72030" y="36893"/>
                </a:cubicBezTo>
                <a:cubicBezTo>
                  <a:pt x="75094" y="38171"/>
                  <a:pt x="78673" y="40346"/>
                  <a:pt x="82695" y="43547"/>
                </a:cubicBezTo>
                <a:lnTo>
                  <a:pt x="102354" y="59370"/>
                </a:lnTo>
                <a:lnTo>
                  <a:pt x="80184" y="66150"/>
                </a:lnTo>
                <a:lnTo>
                  <a:pt x="63015" y="52308"/>
                </a:lnTo>
                <a:cubicBezTo>
                  <a:pt x="59567" y="49565"/>
                  <a:pt x="56452" y="47881"/>
                  <a:pt x="53892" y="47187"/>
                </a:cubicBezTo>
                <a:cubicBezTo>
                  <a:pt x="51372" y="46586"/>
                  <a:pt x="48318" y="46782"/>
                  <a:pt x="44993" y="47799"/>
                </a:cubicBezTo>
                <a:lnTo>
                  <a:pt x="39118" y="49596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9F75C1-61B8-4861-AB64-3E5D30665C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0437" y="2725012"/>
            <a:ext cx="83039" cy="66401"/>
          </a:xfrm>
          <a:custGeom xmlns:a="http://schemas.openxmlformats.org/drawingml/2006/main">
            <a:pathLst>
              <a:path w="83039" h="66401">
                <a:moveTo>
                  <a:pt x="13476" y="49757"/>
                </a:moveTo>
                <a:lnTo>
                  <a:pt x="0" y="18646"/>
                </a:lnTo>
                <a:lnTo>
                  <a:pt x="19510" y="12679"/>
                </a:lnTo>
                <a:lnTo>
                  <a:pt x="21729" y="17802"/>
                </a:lnTo>
                <a:cubicBezTo>
                  <a:pt x="22940" y="20597"/>
                  <a:pt x="24322" y="24077"/>
                  <a:pt x="26137" y="28269"/>
                </a:cubicBezTo>
                <a:cubicBezTo>
                  <a:pt x="27953" y="32460"/>
                  <a:pt x="29163" y="35255"/>
                  <a:pt x="29728" y="36559"/>
                </a:cubicBezTo>
                <a:cubicBezTo>
                  <a:pt x="31503" y="40657"/>
                  <a:pt x="32905" y="43604"/>
                  <a:pt x="33894" y="45306"/>
                </a:cubicBezTo>
                <a:cubicBezTo>
                  <a:pt x="34922" y="47101"/>
                  <a:pt x="35931" y="48269"/>
                  <a:pt x="36918" y="48811"/>
                </a:cubicBezTo>
                <a:cubicBezTo>
                  <a:pt x="38179" y="49692"/>
                  <a:pt x="39539" y="50225"/>
                  <a:pt x="41112" y="50377"/>
                </a:cubicBezTo>
                <a:cubicBezTo>
                  <a:pt x="42573" y="50563"/>
                  <a:pt x="44135" y="50401"/>
                  <a:pt x="45909" y="49859"/>
                </a:cubicBezTo>
                <a:cubicBezTo>
                  <a:pt x="49900" y="48639"/>
                  <a:pt x="52549" y="46351"/>
                  <a:pt x="53748" y="43031"/>
                </a:cubicBezTo>
                <a:cubicBezTo>
                  <a:pt x="54835" y="39745"/>
                  <a:pt x="54481" y="35740"/>
                  <a:pt x="52463" y="31082"/>
                </a:cubicBezTo>
                <a:lnTo>
                  <a:pt x="41570" y="5933"/>
                </a:lnTo>
                <a:lnTo>
                  <a:pt x="60969" y="0"/>
                </a:lnTo>
                <a:lnTo>
                  <a:pt x="83039" y="50951"/>
                </a:lnTo>
                <a:lnTo>
                  <a:pt x="63640" y="56884"/>
                </a:lnTo>
                <a:lnTo>
                  <a:pt x="60452" y="49525"/>
                </a:lnTo>
                <a:cubicBezTo>
                  <a:pt x="58861" y="53387"/>
                  <a:pt x="56726" y="56572"/>
                  <a:pt x="53965" y="58893"/>
                </a:cubicBezTo>
                <a:cubicBezTo>
                  <a:pt x="51204" y="61214"/>
                  <a:pt x="47980" y="63044"/>
                  <a:pt x="44100" y="64231"/>
                </a:cubicBezTo>
                <a:cubicBezTo>
                  <a:pt x="37005" y="66401"/>
                  <a:pt x="30918" y="66258"/>
                  <a:pt x="25726" y="63837"/>
                </a:cubicBezTo>
                <a:cubicBezTo>
                  <a:pt x="20535" y="61417"/>
                  <a:pt x="16462" y="56650"/>
                  <a:pt x="13476" y="49757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2C962B-6F5F-48E8-8EEA-D6DF3E590D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0517" y="2706423"/>
            <a:ext cx="68862" cy="62794"/>
          </a:xfrm>
          <a:custGeom xmlns:a="http://schemas.openxmlformats.org/drawingml/2006/main">
            <a:pathLst>
              <a:path w="68862" h="62794">
                <a:moveTo>
                  <a:pt x="47533" y="0"/>
                </a:moveTo>
                <a:lnTo>
                  <a:pt x="52899" y="12388"/>
                </a:lnTo>
                <a:cubicBezTo>
                  <a:pt x="48081" y="12279"/>
                  <a:pt x="43606" y="12382"/>
                  <a:pt x="39514" y="12790"/>
                </a:cubicBezTo>
                <a:cubicBezTo>
                  <a:pt x="35312" y="13231"/>
                  <a:pt x="31492" y="13977"/>
                  <a:pt x="28056" y="15028"/>
                </a:cubicBezTo>
                <a:cubicBezTo>
                  <a:pt x="24287" y="16181"/>
                  <a:pt x="21828" y="17460"/>
                  <a:pt x="20377" y="18748"/>
                </a:cubicBezTo>
                <a:cubicBezTo>
                  <a:pt x="18926" y="20036"/>
                  <a:pt x="18564" y="21518"/>
                  <a:pt x="19250" y="23101"/>
                </a:cubicBezTo>
                <a:cubicBezTo>
                  <a:pt x="19815" y="24405"/>
                  <a:pt x="20924" y="25226"/>
                  <a:pt x="22537" y="25472"/>
                </a:cubicBezTo>
                <a:cubicBezTo>
                  <a:pt x="24190" y="25810"/>
                  <a:pt x="26830" y="25530"/>
                  <a:pt x="30539" y="24818"/>
                </a:cubicBezTo>
                <a:lnTo>
                  <a:pt x="34136" y="24139"/>
                </a:lnTo>
                <a:cubicBezTo>
                  <a:pt x="44487" y="22240"/>
                  <a:pt x="51864" y="21882"/>
                  <a:pt x="56349" y="23253"/>
                </a:cubicBezTo>
                <a:cubicBezTo>
                  <a:pt x="60835" y="24624"/>
                  <a:pt x="64263" y="27900"/>
                  <a:pt x="66522" y="33116"/>
                </a:cubicBezTo>
                <a:cubicBezTo>
                  <a:pt x="68862" y="38519"/>
                  <a:pt x="68199" y="43363"/>
                  <a:pt x="64602" y="47522"/>
                </a:cubicBezTo>
                <a:cubicBezTo>
                  <a:pt x="61006" y="51681"/>
                  <a:pt x="54476" y="55155"/>
                  <a:pt x="45053" y="58037"/>
                </a:cubicBezTo>
                <a:cubicBezTo>
                  <a:pt x="41063" y="59257"/>
                  <a:pt x="36729" y="60266"/>
                  <a:pt x="32315" y="61089"/>
                </a:cubicBezTo>
                <a:cubicBezTo>
                  <a:pt x="27790" y="61945"/>
                  <a:pt x="23033" y="62556"/>
                  <a:pt x="18115" y="62794"/>
                </a:cubicBezTo>
                <a:lnTo>
                  <a:pt x="12749" y="50406"/>
                </a:lnTo>
                <a:cubicBezTo>
                  <a:pt x="17244" y="50930"/>
                  <a:pt x="21759" y="50920"/>
                  <a:pt x="26184" y="50411"/>
                </a:cubicBezTo>
                <a:cubicBezTo>
                  <a:pt x="30497" y="49936"/>
                  <a:pt x="34871" y="49020"/>
                  <a:pt x="39083" y="47732"/>
                </a:cubicBezTo>
                <a:cubicBezTo>
                  <a:pt x="42852" y="46579"/>
                  <a:pt x="45462" y="45359"/>
                  <a:pt x="47054" y="43817"/>
                </a:cubicBezTo>
                <a:cubicBezTo>
                  <a:pt x="48575" y="42403"/>
                  <a:pt x="49008" y="40793"/>
                  <a:pt x="48242" y="39024"/>
                </a:cubicBezTo>
                <a:cubicBezTo>
                  <a:pt x="47596" y="37533"/>
                  <a:pt x="46487" y="36712"/>
                  <a:pt x="44834" y="36374"/>
                </a:cubicBezTo>
                <a:cubicBezTo>
                  <a:pt x="43181" y="36035"/>
                  <a:pt x="40279" y="36290"/>
                  <a:pt x="36237" y="37104"/>
                </a:cubicBezTo>
                <a:lnTo>
                  <a:pt x="32640" y="37783"/>
                </a:lnTo>
                <a:cubicBezTo>
                  <a:pt x="23630" y="39589"/>
                  <a:pt x="16918" y="39743"/>
                  <a:pt x="12392" y="38279"/>
                </a:cubicBezTo>
                <a:cubicBezTo>
                  <a:pt x="7796" y="36942"/>
                  <a:pt x="4519" y="33725"/>
                  <a:pt x="2340" y="28695"/>
                </a:cubicBezTo>
                <a:cubicBezTo>
                  <a:pt x="0" y="23292"/>
                  <a:pt x="371" y="18643"/>
                  <a:pt x="3676" y="14679"/>
                </a:cubicBezTo>
                <a:cubicBezTo>
                  <a:pt x="6980" y="10714"/>
                  <a:pt x="13177" y="7342"/>
                  <a:pt x="22267" y="4562"/>
                </a:cubicBezTo>
                <a:cubicBezTo>
                  <a:pt x="25814" y="3478"/>
                  <a:pt x="29594" y="2638"/>
                  <a:pt x="33786" y="1883"/>
                </a:cubicBezTo>
                <a:cubicBezTo>
                  <a:pt x="37978" y="1129"/>
                  <a:pt x="42473" y="492"/>
                  <a:pt x="47533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0B913B-3E14-4AB3-8F46-3BB5D8FD7D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6475" y="2686251"/>
            <a:ext cx="68862" cy="62794"/>
          </a:xfrm>
          <a:custGeom xmlns:a="http://schemas.openxmlformats.org/drawingml/2006/main">
            <a:pathLst>
              <a:path w="68862" h="62794">
                <a:moveTo>
                  <a:pt x="47533" y="0"/>
                </a:moveTo>
                <a:lnTo>
                  <a:pt x="52899" y="12388"/>
                </a:lnTo>
                <a:cubicBezTo>
                  <a:pt x="48081" y="12279"/>
                  <a:pt x="43606" y="12382"/>
                  <a:pt x="39514" y="12790"/>
                </a:cubicBezTo>
                <a:cubicBezTo>
                  <a:pt x="35312" y="13231"/>
                  <a:pt x="31492" y="13977"/>
                  <a:pt x="28056" y="15028"/>
                </a:cubicBezTo>
                <a:cubicBezTo>
                  <a:pt x="24287" y="16181"/>
                  <a:pt x="21828" y="17460"/>
                  <a:pt x="20377" y="18748"/>
                </a:cubicBezTo>
                <a:cubicBezTo>
                  <a:pt x="18926" y="20036"/>
                  <a:pt x="18564" y="21518"/>
                  <a:pt x="19250" y="23101"/>
                </a:cubicBezTo>
                <a:cubicBezTo>
                  <a:pt x="19815" y="24405"/>
                  <a:pt x="20924" y="25226"/>
                  <a:pt x="22537" y="25472"/>
                </a:cubicBezTo>
                <a:cubicBezTo>
                  <a:pt x="24190" y="25810"/>
                  <a:pt x="26830" y="25530"/>
                  <a:pt x="30539" y="24818"/>
                </a:cubicBezTo>
                <a:lnTo>
                  <a:pt x="34136" y="24139"/>
                </a:lnTo>
                <a:cubicBezTo>
                  <a:pt x="44487" y="22240"/>
                  <a:pt x="51864" y="21882"/>
                  <a:pt x="56349" y="23253"/>
                </a:cubicBezTo>
                <a:cubicBezTo>
                  <a:pt x="60835" y="24624"/>
                  <a:pt x="64263" y="27900"/>
                  <a:pt x="66522" y="33116"/>
                </a:cubicBezTo>
                <a:cubicBezTo>
                  <a:pt x="68862" y="38519"/>
                  <a:pt x="68199" y="43363"/>
                  <a:pt x="64602" y="47522"/>
                </a:cubicBezTo>
                <a:cubicBezTo>
                  <a:pt x="61006" y="51681"/>
                  <a:pt x="54476" y="55155"/>
                  <a:pt x="45053" y="58037"/>
                </a:cubicBezTo>
                <a:cubicBezTo>
                  <a:pt x="41063" y="59257"/>
                  <a:pt x="36729" y="60266"/>
                  <a:pt x="32315" y="61089"/>
                </a:cubicBezTo>
                <a:cubicBezTo>
                  <a:pt x="27790" y="61945"/>
                  <a:pt x="23033" y="62556"/>
                  <a:pt x="18115" y="62794"/>
                </a:cubicBezTo>
                <a:lnTo>
                  <a:pt x="12749" y="50406"/>
                </a:lnTo>
                <a:cubicBezTo>
                  <a:pt x="17244" y="50930"/>
                  <a:pt x="21759" y="50920"/>
                  <a:pt x="26184" y="50411"/>
                </a:cubicBezTo>
                <a:cubicBezTo>
                  <a:pt x="30497" y="49936"/>
                  <a:pt x="34871" y="49020"/>
                  <a:pt x="39083" y="47732"/>
                </a:cubicBezTo>
                <a:cubicBezTo>
                  <a:pt x="42852" y="46579"/>
                  <a:pt x="45462" y="45359"/>
                  <a:pt x="47054" y="43817"/>
                </a:cubicBezTo>
                <a:cubicBezTo>
                  <a:pt x="48575" y="42403"/>
                  <a:pt x="49008" y="40793"/>
                  <a:pt x="48242" y="39024"/>
                </a:cubicBezTo>
                <a:cubicBezTo>
                  <a:pt x="47596" y="37533"/>
                  <a:pt x="46487" y="36712"/>
                  <a:pt x="44834" y="36374"/>
                </a:cubicBezTo>
                <a:cubicBezTo>
                  <a:pt x="43181" y="36035"/>
                  <a:pt x="40279" y="36290"/>
                  <a:pt x="36237" y="37104"/>
                </a:cubicBezTo>
                <a:lnTo>
                  <a:pt x="32640" y="37783"/>
                </a:lnTo>
                <a:cubicBezTo>
                  <a:pt x="23630" y="39589"/>
                  <a:pt x="16918" y="39743"/>
                  <a:pt x="12392" y="38279"/>
                </a:cubicBezTo>
                <a:cubicBezTo>
                  <a:pt x="7796" y="36942"/>
                  <a:pt x="4519" y="33725"/>
                  <a:pt x="2340" y="28695"/>
                </a:cubicBezTo>
                <a:cubicBezTo>
                  <a:pt x="0" y="23292"/>
                  <a:pt x="371" y="18643"/>
                  <a:pt x="3676" y="14679"/>
                </a:cubicBezTo>
                <a:cubicBezTo>
                  <a:pt x="6980" y="10714"/>
                  <a:pt x="13177" y="7342"/>
                  <a:pt x="22267" y="4562"/>
                </a:cubicBezTo>
                <a:cubicBezTo>
                  <a:pt x="25814" y="3478"/>
                  <a:pt x="29594" y="2638"/>
                  <a:pt x="33786" y="1883"/>
                </a:cubicBezTo>
                <a:cubicBezTo>
                  <a:pt x="37978" y="1129"/>
                  <a:pt x="42473" y="492"/>
                  <a:pt x="47533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5BE0F1-9EEB-497F-B5F8-C65F4DC507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03350" y="2653199"/>
            <a:ext cx="50063" cy="76724"/>
          </a:xfrm>
          <a:custGeom xmlns:a="http://schemas.openxmlformats.org/drawingml/2006/main">
            <a:pathLst>
              <a:path w="50063" h="76724">
                <a:moveTo>
                  <a:pt x="8594" y="25773"/>
                </a:moveTo>
                <a:lnTo>
                  <a:pt x="27993" y="19840"/>
                </a:lnTo>
                <a:lnTo>
                  <a:pt x="50063" y="70791"/>
                </a:lnTo>
                <a:lnTo>
                  <a:pt x="30664" y="76724"/>
                </a:lnTo>
                <a:lnTo>
                  <a:pt x="8594" y="25773"/>
                </a:lnTo>
                <a:close/>
                <a:moveTo>
                  <a:pt x="0" y="5933"/>
                </a:moveTo>
                <a:lnTo>
                  <a:pt x="19399" y="0"/>
                </a:lnTo>
                <a:lnTo>
                  <a:pt x="25169" y="13320"/>
                </a:lnTo>
                <a:lnTo>
                  <a:pt x="5770" y="19253"/>
                </a:lnTo>
                <a:lnTo>
                  <a:pt x="0" y="593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002EBD-71DE-43C4-89F5-9F1DA356DD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1348" y="2654367"/>
            <a:ext cx="77445" cy="62055"/>
          </a:xfrm>
          <a:custGeom xmlns:a="http://schemas.openxmlformats.org/drawingml/2006/main">
            <a:pathLst>
              <a:path w="77445" h="62055">
                <a:moveTo>
                  <a:pt x="37922" y="32708"/>
                </a:moveTo>
                <a:cubicBezTo>
                  <a:pt x="33821" y="33962"/>
                  <a:pt x="30999" y="35563"/>
                  <a:pt x="29488" y="37291"/>
                </a:cubicBezTo>
                <a:cubicBezTo>
                  <a:pt x="27977" y="39019"/>
                  <a:pt x="27705" y="41001"/>
                  <a:pt x="28674" y="43236"/>
                </a:cubicBezTo>
                <a:cubicBezTo>
                  <a:pt x="29561" y="45286"/>
                  <a:pt x="31064" y="46725"/>
                  <a:pt x="33211" y="47334"/>
                </a:cubicBezTo>
                <a:cubicBezTo>
                  <a:pt x="35398" y="48036"/>
                  <a:pt x="37968" y="47883"/>
                  <a:pt x="40850" y="47002"/>
                </a:cubicBezTo>
                <a:cubicBezTo>
                  <a:pt x="44508" y="45883"/>
                  <a:pt x="47168" y="43909"/>
                  <a:pt x="48639" y="40928"/>
                </a:cubicBezTo>
                <a:cubicBezTo>
                  <a:pt x="50109" y="37947"/>
                  <a:pt x="50269" y="34839"/>
                  <a:pt x="48817" y="31485"/>
                </a:cubicBezTo>
                <a:lnTo>
                  <a:pt x="48010" y="29622"/>
                </a:lnTo>
                <a:lnTo>
                  <a:pt x="37922" y="32708"/>
                </a:lnTo>
                <a:close/>
                <a:moveTo>
                  <a:pt x="64857" y="17508"/>
                </a:moveTo>
                <a:lnTo>
                  <a:pt x="77445" y="46569"/>
                </a:lnTo>
                <a:lnTo>
                  <a:pt x="57935" y="52536"/>
                </a:lnTo>
                <a:lnTo>
                  <a:pt x="54667" y="44991"/>
                </a:lnTo>
                <a:cubicBezTo>
                  <a:pt x="53378" y="48972"/>
                  <a:pt x="51465" y="52089"/>
                  <a:pt x="48815" y="54376"/>
                </a:cubicBezTo>
                <a:cubicBezTo>
                  <a:pt x="46054" y="56697"/>
                  <a:pt x="42497" y="58629"/>
                  <a:pt x="37841" y="60053"/>
                </a:cubicBezTo>
                <a:cubicBezTo>
                  <a:pt x="31522" y="61985"/>
                  <a:pt x="25778" y="62055"/>
                  <a:pt x="20566" y="60167"/>
                </a:cubicBezTo>
                <a:cubicBezTo>
                  <a:pt x="15285" y="58407"/>
                  <a:pt x="11665" y="54978"/>
                  <a:pt x="9527" y="50042"/>
                </a:cubicBezTo>
                <a:cubicBezTo>
                  <a:pt x="6945" y="44080"/>
                  <a:pt x="7487" y="38956"/>
                  <a:pt x="11154" y="34670"/>
                </a:cubicBezTo>
                <a:cubicBezTo>
                  <a:pt x="14821" y="30384"/>
                  <a:pt x="21865" y="26648"/>
                  <a:pt x="32396" y="23427"/>
                </a:cubicBezTo>
                <a:lnTo>
                  <a:pt x="43814" y="19935"/>
                </a:lnTo>
                <a:lnTo>
                  <a:pt x="43249" y="18631"/>
                </a:lnTo>
                <a:cubicBezTo>
                  <a:pt x="42159" y="16116"/>
                  <a:pt x="40133" y="14626"/>
                  <a:pt x="37170" y="14161"/>
                </a:cubicBezTo>
                <a:cubicBezTo>
                  <a:pt x="34207" y="13696"/>
                  <a:pt x="30155" y="14197"/>
                  <a:pt x="25056" y="15756"/>
                </a:cubicBezTo>
                <a:cubicBezTo>
                  <a:pt x="20844" y="17045"/>
                  <a:pt x="17125" y="18604"/>
                  <a:pt x="13901" y="20434"/>
                </a:cubicBezTo>
                <a:cubicBezTo>
                  <a:pt x="10676" y="22264"/>
                  <a:pt x="7794" y="24306"/>
                  <a:pt x="5366" y="26525"/>
                </a:cubicBezTo>
                <a:lnTo>
                  <a:pt x="0" y="14137"/>
                </a:lnTo>
                <a:cubicBezTo>
                  <a:pt x="3738" y="12044"/>
                  <a:pt x="7558" y="10137"/>
                  <a:pt x="11568" y="8383"/>
                </a:cubicBezTo>
                <a:cubicBezTo>
                  <a:pt x="15619" y="6723"/>
                  <a:pt x="19711" y="5155"/>
                  <a:pt x="23923" y="3867"/>
                </a:cubicBezTo>
                <a:cubicBezTo>
                  <a:pt x="34787" y="544"/>
                  <a:pt x="43464" y="0"/>
                  <a:pt x="49915" y="2141"/>
                </a:cubicBezTo>
                <a:cubicBezTo>
                  <a:pt x="56366" y="4282"/>
                  <a:pt x="61347" y="9404"/>
                  <a:pt x="64857" y="17508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09B7ED-D4D4-444C-866D-DB72E9D220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24791" y="2629010"/>
            <a:ext cx="83039" cy="66401"/>
          </a:xfrm>
          <a:custGeom xmlns:a="http://schemas.openxmlformats.org/drawingml/2006/main">
            <a:pathLst>
              <a:path w="83039" h="66401">
                <a:moveTo>
                  <a:pt x="69603" y="16737"/>
                </a:moveTo>
                <a:lnTo>
                  <a:pt x="83039" y="47754"/>
                </a:lnTo>
                <a:lnTo>
                  <a:pt x="63529" y="53721"/>
                </a:lnTo>
                <a:lnTo>
                  <a:pt x="61350" y="48691"/>
                </a:lnTo>
                <a:lnTo>
                  <a:pt x="53240" y="29969"/>
                </a:lnTo>
                <a:cubicBezTo>
                  <a:pt x="51344" y="25591"/>
                  <a:pt x="49942" y="22644"/>
                  <a:pt x="48994" y="21036"/>
                </a:cubicBezTo>
                <a:cubicBezTo>
                  <a:pt x="48046" y="19427"/>
                  <a:pt x="47078" y="18351"/>
                  <a:pt x="46161" y="17683"/>
                </a:cubicBezTo>
                <a:cubicBezTo>
                  <a:pt x="44941" y="16895"/>
                  <a:pt x="43580" y="16362"/>
                  <a:pt x="42008" y="16210"/>
                </a:cubicBezTo>
                <a:cubicBezTo>
                  <a:pt x="40436" y="16058"/>
                  <a:pt x="38722" y="16160"/>
                  <a:pt x="37170" y="16635"/>
                </a:cubicBezTo>
                <a:cubicBezTo>
                  <a:pt x="33069" y="17889"/>
                  <a:pt x="30419" y="20176"/>
                  <a:pt x="29332" y="23462"/>
                </a:cubicBezTo>
                <a:cubicBezTo>
                  <a:pt x="28133" y="26782"/>
                  <a:pt x="28598" y="30754"/>
                  <a:pt x="30616" y="35411"/>
                </a:cubicBezTo>
                <a:lnTo>
                  <a:pt x="41469" y="60468"/>
                </a:lnTo>
                <a:lnTo>
                  <a:pt x="22070" y="66401"/>
                </a:lnTo>
                <a:lnTo>
                  <a:pt x="0" y="15450"/>
                </a:lnTo>
                <a:lnTo>
                  <a:pt x="19399" y="9517"/>
                </a:lnTo>
                <a:lnTo>
                  <a:pt x="22627" y="16969"/>
                </a:lnTo>
                <a:cubicBezTo>
                  <a:pt x="24218" y="13106"/>
                  <a:pt x="26283" y="10049"/>
                  <a:pt x="29003" y="7635"/>
                </a:cubicBezTo>
                <a:cubicBezTo>
                  <a:pt x="31724" y="5220"/>
                  <a:pt x="35059" y="3356"/>
                  <a:pt x="39050" y="2136"/>
                </a:cubicBezTo>
                <a:cubicBezTo>
                  <a:pt x="46034" y="0"/>
                  <a:pt x="52161" y="236"/>
                  <a:pt x="57353" y="2656"/>
                </a:cubicBezTo>
                <a:cubicBezTo>
                  <a:pt x="62474" y="5204"/>
                  <a:pt x="66618" y="9844"/>
                  <a:pt x="69603" y="16737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6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9D59AA72-E724-43F3-ACB2-90E475D696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8186" y="103463"/>
            <a:ext cx="9011" cy="2421387"/>
          </a:xfrm>
          <a:custGeom xmlns:a="http://schemas.openxmlformats.org/drawingml/2006/main">
            <a:pathLst>
              <a:path w="9011" h="2421387">
                <a:moveTo>
                  <a:pt x="0" y="2421387"/>
                </a:moveTo>
                <a:lnTo>
                  <a:pt x="0" y="0"/>
                </a:lnTo>
                <a:lnTo>
                  <a:pt x="9011" y="0"/>
                </a:lnTo>
                <a:lnTo>
                  <a:pt x="9011" y="2421387"/>
                </a:lnTo>
                <a:lnTo>
                  <a:pt x="0" y="2421387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1BC14E-4211-4C26-8F4E-5DFEE32FB2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30183" y="2739717"/>
            <a:ext cx="81654" cy="80002"/>
          </a:xfrm>
          <a:custGeom xmlns:a="http://schemas.openxmlformats.org/drawingml/2006/main">
            <a:pathLst>
              <a:path w="81654" h="80002">
                <a:moveTo>
                  <a:pt x="53658" y="0"/>
                </a:moveTo>
                <a:lnTo>
                  <a:pt x="59872" y="14344"/>
                </a:lnTo>
                <a:cubicBezTo>
                  <a:pt x="54711" y="14024"/>
                  <a:pt x="49864" y="14135"/>
                  <a:pt x="45288" y="14585"/>
                </a:cubicBezTo>
                <a:cubicBezTo>
                  <a:pt x="40713" y="15035"/>
                  <a:pt x="36520" y="15790"/>
                  <a:pt x="32751" y="16943"/>
                </a:cubicBezTo>
                <a:cubicBezTo>
                  <a:pt x="27763" y="18468"/>
                  <a:pt x="24387" y="20239"/>
                  <a:pt x="22433" y="22103"/>
                </a:cubicBezTo>
                <a:cubicBezTo>
                  <a:pt x="20478" y="23966"/>
                  <a:pt x="20136" y="26075"/>
                  <a:pt x="21185" y="28497"/>
                </a:cubicBezTo>
                <a:cubicBezTo>
                  <a:pt x="21992" y="30360"/>
                  <a:pt x="23414" y="31613"/>
                  <a:pt x="25480" y="32036"/>
                </a:cubicBezTo>
                <a:cubicBezTo>
                  <a:pt x="27476" y="32586"/>
                  <a:pt x="30832" y="32509"/>
                  <a:pt x="35367" y="31965"/>
                </a:cubicBezTo>
                <a:lnTo>
                  <a:pt x="44881" y="30744"/>
                </a:lnTo>
                <a:cubicBezTo>
                  <a:pt x="54394" y="29522"/>
                  <a:pt x="61833" y="29884"/>
                  <a:pt x="66933" y="31805"/>
                </a:cubicBezTo>
                <a:cubicBezTo>
                  <a:pt x="72074" y="33819"/>
                  <a:pt x="75965" y="37587"/>
                  <a:pt x="78427" y="43269"/>
                </a:cubicBezTo>
                <a:cubicBezTo>
                  <a:pt x="81654" y="50721"/>
                  <a:pt x="81415" y="57123"/>
                  <a:pt x="77667" y="62383"/>
                </a:cubicBezTo>
                <a:cubicBezTo>
                  <a:pt x="73920" y="67643"/>
                  <a:pt x="66705" y="71854"/>
                  <a:pt x="55842" y="75176"/>
                </a:cubicBezTo>
                <a:cubicBezTo>
                  <a:pt x="50742" y="76736"/>
                  <a:pt x="45331" y="77863"/>
                  <a:pt x="39909" y="78678"/>
                </a:cubicBezTo>
                <a:cubicBezTo>
                  <a:pt x="34376" y="79526"/>
                  <a:pt x="28681" y="80002"/>
                  <a:pt x="22856" y="79884"/>
                </a:cubicBezTo>
                <a:lnTo>
                  <a:pt x="16441" y="65074"/>
                </a:lnTo>
                <a:cubicBezTo>
                  <a:pt x="22549" y="65843"/>
                  <a:pt x="28304" y="66088"/>
                  <a:pt x="33665" y="65714"/>
                </a:cubicBezTo>
                <a:cubicBezTo>
                  <a:pt x="38957" y="65467"/>
                  <a:pt x="43854" y="64602"/>
                  <a:pt x="48399" y="63212"/>
                </a:cubicBezTo>
                <a:cubicBezTo>
                  <a:pt x="52833" y="61856"/>
                  <a:pt x="56139" y="60212"/>
                  <a:pt x="58013" y="58162"/>
                </a:cubicBezTo>
                <a:cubicBezTo>
                  <a:pt x="59886" y="56112"/>
                  <a:pt x="60339" y="53969"/>
                  <a:pt x="59290" y="51548"/>
                </a:cubicBezTo>
                <a:cubicBezTo>
                  <a:pt x="58403" y="49498"/>
                  <a:pt x="56790" y="48093"/>
                  <a:pt x="54643" y="47484"/>
                </a:cubicBezTo>
                <a:cubicBezTo>
                  <a:pt x="52496" y="46875"/>
                  <a:pt x="48797" y="46740"/>
                  <a:pt x="43516" y="47300"/>
                </a:cubicBezTo>
                <a:lnTo>
                  <a:pt x="34778" y="48285"/>
                </a:lnTo>
                <a:cubicBezTo>
                  <a:pt x="26040" y="49269"/>
                  <a:pt x="19156" y="48737"/>
                  <a:pt x="14016" y="46723"/>
                </a:cubicBezTo>
                <a:cubicBezTo>
                  <a:pt x="8875" y="44709"/>
                  <a:pt x="5245" y="40967"/>
                  <a:pt x="2905" y="35564"/>
                </a:cubicBezTo>
                <a:cubicBezTo>
                  <a:pt x="0" y="28858"/>
                  <a:pt x="290" y="22862"/>
                  <a:pt x="3927" y="17636"/>
                </a:cubicBezTo>
                <a:cubicBezTo>
                  <a:pt x="7452" y="12444"/>
                  <a:pt x="14183" y="8275"/>
                  <a:pt x="23938" y="5292"/>
                </a:cubicBezTo>
                <a:cubicBezTo>
                  <a:pt x="28373" y="3936"/>
                  <a:pt x="33039" y="2825"/>
                  <a:pt x="37936" y="1960"/>
                </a:cubicBezTo>
                <a:cubicBezTo>
                  <a:pt x="42834" y="1095"/>
                  <a:pt x="48075" y="442"/>
                  <a:pt x="53658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A53CE6-4969-4524-B2C4-C22132522E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12983" y="2732026"/>
            <a:ext cx="79900" cy="85783"/>
          </a:xfrm>
          <a:custGeom xmlns:a="http://schemas.openxmlformats.org/drawingml/2006/main">
            <a:pathLst>
              <a:path w="79900" h="85783">
                <a:moveTo>
                  <a:pt x="38282" y="53211"/>
                </a:moveTo>
                <a:lnTo>
                  <a:pt x="49821" y="79851"/>
                </a:lnTo>
                <a:lnTo>
                  <a:pt x="30422" y="85783"/>
                </a:lnTo>
                <a:lnTo>
                  <a:pt x="0" y="15552"/>
                </a:lnTo>
                <a:lnTo>
                  <a:pt x="19399" y="9619"/>
                </a:lnTo>
                <a:lnTo>
                  <a:pt x="22627" y="17070"/>
                </a:lnTo>
                <a:cubicBezTo>
                  <a:pt x="23996" y="13276"/>
                  <a:pt x="25951" y="10252"/>
                  <a:pt x="28671" y="7838"/>
                </a:cubicBezTo>
                <a:cubicBezTo>
                  <a:pt x="31280" y="5458"/>
                  <a:pt x="34727" y="3560"/>
                  <a:pt x="38939" y="2271"/>
                </a:cubicBezTo>
                <a:cubicBezTo>
                  <a:pt x="46366" y="0"/>
                  <a:pt x="53552" y="650"/>
                  <a:pt x="60609" y="4188"/>
                </a:cubicBezTo>
                <a:cubicBezTo>
                  <a:pt x="67554" y="7761"/>
                  <a:pt x="72777" y="13442"/>
                  <a:pt x="76166" y="21266"/>
                </a:cubicBezTo>
                <a:cubicBezTo>
                  <a:pt x="79555" y="29090"/>
                  <a:pt x="79900" y="36263"/>
                  <a:pt x="77272" y="42658"/>
                </a:cubicBezTo>
                <a:cubicBezTo>
                  <a:pt x="74533" y="49086"/>
                  <a:pt x="69485" y="53373"/>
                  <a:pt x="62058" y="55644"/>
                </a:cubicBezTo>
                <a:cubicBezTo>
                  <a:pt x="57845" y="56932"/>
                  <a:pt x="53754" y="57340"/>
                  <a:pt x="49974" y="57019"/>
                </a:cubicBezTo>
                <a:cubicBezTo>
                  <a:pt x="46084" y="56732"/>
                  <a:pt x="42233" y="55378"/>
                  <a:pt x="38282" y="53211"/>
                </a:cubicBezTo>
                <a:close/>
                <a:moveTo>
                  <a:pt x="36858" y="16305"/>
                </a:moveTo>
                <a:cubicBezTo>
                  <a:pt x="32645" y="17593"/>
                  <a:pt x="30106" y="19846"/>
                  <a:pt x="28979" y="23039"/>
                </a:cubicBezTo>
                <a:cubicBezTo>
                  <a:pt x="27891" y="26325"/>
                  <a:pt x="28356" y="30297"/>
                  <a:pt x="30454" y="35141"/>
                </a:cubicBezTo>
                <a:cubicBezTo>
                  <a:pt x="32552" y="39984"/>
                  <a:pt x="35275" y="43371"/>
                  <a:pt x="38581" y="45208"/>
                </a:cubicBezTo>
                <a:cubicBezTo>
                  <a:pt x="41928" y="47138"/>
                  <a:pt x="45556" y="47400"/>
                  <a:pt x="49769" y="46111"/>
                </a:cubicBezTo>
                <a:cubicBezTo>
                  <a:pt x="53870" y="44857"/>
                  <a:pt x="56450" y="42697"/>
                  <a:pt x="57537" y="39411"/>
                </a:cubicBezTo>
                <a:cubicBezTo>
                  <a:pt x="58665" y="36218"/>
                  <a:pt x="58159" y="32153"/>
                  <a:pt x="56061" y="27309"/>
                </a:cubicBezTo>
                <a:cubicBezTo>
                  <a:pt x="53963" y="22466"/>
                  <a:pt x="51281" y="19172"/>
                  <a:pt x="47934" y="17242"/>
                </a:cubicBezTo>
                <a:cubicBezTo>
                  <a:pt x="44628" y="15405"/>
                  <a:pt x="40959" y="15050"/>
                  <a:pt x="36858" y="1630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5608B9-B4FA-45CA-A4B5-F4E3BE6A90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93734" y="2710327"/>
            <a:ext cx="77445" cy="62055"/>
          </a:xfrm>
          <a:custGeom xmlns:a="http://schemas.openxmlformats.org/drawingml/2006/main">
            <a:pathLst>
              <a:path w="77445" h="62055">
                <a:moveTo>
                  <a:pt x="37922" y="32708"/>
                </a:moveTo>
                <a:cubicBezTo>
                  <a:pt x="33821" y="33962"/>
                  <a:pt x="30999" y="35563"/>
                  <a:pt x="29488" y="37291"/>
                </a:cubicBezTo>
                <a:cubicBezTo>
                  <a:pt x="27977" y="39019"/>
                  <a:pt x="27705" y="41001"/>
                  <a:pt x="28674" y="43236"/>
                </a:cubicBezTo>
                <a:cubicBezTo>
                  <a:pt x="29561" y="45286"/>
                  <a:pt x="31064" y="46725"/>
                  <a:pt x="33211" y="47334"/>
                </a:cubicBezTo>
                <a:cubicBezTo>
                  <a:pt x="35398" y="48036"/>
                  <a:pt x="37968" y="47883"/>
                  <a:pt x="40850" y="47002"/>
                </a:cubicBezTo>
                <a:cubicBezTo>
                  <a:pt x="44508" y="45883"/>
                  <a:pt x="47168" y="43909"/>
                  <a:pt x="48639" y="40928"/>
                </a:cubicBezTo>
                <a:cubicBezTo>
                  <a:pt x="50109" y="37947"/>
                  <a:pt x="50269" y="34839"/>
                  <a:pt x="48817" y="31485"/>
                </a:cubicBezTo>
                <a:lnTo>
                  <a:pt x="48010" y="29622"/>
                </a:lnTo>
                <a:lnTo>
                  <a:pt x="37922" y="32708"/>
                </a:lnTo>
                <a:close/>
                <a:moveTo>
                  <a:pt x="64857" y="17508"/>
                </a:moveTo>
                <a:lnTo>
                  <a:pt x="77445" y="46569"/>
                </a:lnTo>
                <a:lnTo>
                  <a:pt x="57935" y="52536"/>
                </a:lnTo>
                <a:lnTo>
                  <a:pt x="54667" y="44991"/>
                </a:lnTo>
                <a:cubicBezTo>
                  <a:pt x="53378" y="48972"/>
                  <a:pt x="51465" y="52089"/>
                  <a:pt x="48815" y="54376"/>
                </a:cubicBezTo>
                <a:cubicBezTo>
                  <a:pt x="46054" y="56697"/>
                  <a:pt x="42497" y="58629"/>
                  <a:pt x="37841" y="60053"/>
                </a:cubicBezTo>
                <a:cubicBezTo>
                  <a:pt x="31522" y="61985"/>
                  <a:pt x="25778" y="62055"/>
                  <a:pt x="20566" y="60167"/>
                </a:cubicBezTo>
                <a:cubicBezTo>
                  <a:pt x="15285" y="58407"/>
                  <a:pt x="11665" y="54978"/>
                  <a:pt x="9527" y="50042"/>
                </a:cubicBezTo>
                <a:cubicBezTo>
                  <a:pt x="6945" y="44080"/>
                  <a:pt x="7487" y="38956"/>
                  <a:pt x="11154" y="34670"/>
                </a:cubicBezTo>
                <a:cubicBezTo>
                  <a:pt x="14821" y="30384"/>
                  <a:pt x="21865" y="26648"/>
                  <a:pt x="32396" y="23427"/>
                </a:cubicBezTo>
                <a:lnTo>
                  <a:pt x="43814" y="19935"/>
                </a:lnTo>
                <a:lnTo>
                  <a:pt x="43249" y="18631"/>
                </a:lnTo>
                <a:cubicBezTo>
                  <a:pt x="42159" y="16116"/>
                  <a:pt x="40133" y="14626"/>
                  <a:pt x="37170" y="14161"/>
                </a:cubicBezTo>
                <a:cubicBezTo>
                  <a:pt x="34207" y="13696"/>
                  <a:pt x="30155" y="14197"/>
                  <a:pt x="25056" y="15756"/>
                </a:cubicBezTo>
                <a:cubicBezTo>
                  <a:pt x="20844" y="17045"/>
                  <a:pt x="17125" y="18604"/>
                  <a:pt x="13901" y="20434"/>
                </a:cubicBezTo>
                <a:cubicBezTo>
                  <a:pt x="10676" y="22264"/>
                  <a:pt x="7794" y="24306"/>
                  <a:pt x="5366" y="26525"/>
                </a:cubicBezTo>
                <a:lnTo>
                  <a:pt x="0" y="14137"/>
                </a:lnTo>
                <a:cubicBezTo>
                  <a:pt x="3738" y="12044"/>
                  <a:pt x="7558" y="10137"/>
                  <a:pt x="11568" y="8383"/>
                </a:cubicBezTo>
                <a:cubicBezTo>
                  <a:pt x="15619" y="6723"/>
                  <a:pt x="19711" y="5155"/>
                  <a:pt x="23923" y="3867"/>
                </a:cubicBezTo>
                <a:cubicBezTo>
                  <a:pt x="34787" y="544"/>
                  <a:pt x="43464" y="0"/>
                  <a:pt x="49915" y="2141"/>
                </a:cubicBezTo>
                <a:cubicBezTo>
                  <a:pt x="56366" y="4282"/>
                  <a:pt x="61347" y="9404"/>
                  <a:pt x="64857" y="17508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C20581-5CF5-40C8-AAC0-3EBE4F54EF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67178" y="2684970"/>
            <a:ext cx="83039" cy="66401"/>
          </a:xfrm>
          <a:custGeom xmlns:a="http://schemas.openxmlformats.org/drawingml/2006/main">
            <a:pathLst>
              <a:path w="83039" h="66401">
                <a:moveTo>
                  <a:pt x="69603" y="16737"/>
                </a:moveTo>
                <a:lnTo>
                  <a:pt x="83039" y="47754"/>
                </a:lnTo>
                <a:lnTo>
                  <a:pt x="63529" y="53721"/>
                </a:lnTo>
                <a:lnTo>
                  <a:pt x="61350" y="48691"/>
                </a:lnTo>
                <a:lnTo>
                  <a:pt x="53240" y="29969"/>
                </a:lnTo>
                <a:cubicBezTo>
                  <a:pt x="51344" y="25591"/>
                  <a:pt x="49942" y="22644"/>
                  <a:pt x="48994" y="21036"/>
                </a:cubicBezTo>
                <a:cubicBezTo>
                  <a:pt x="48046" y="19427"/>
                  <a:pt x="47078" y="18351"/>
                  <a:pt x="46161" y="17683"/>
                </a:cubicBezTo>
                <a:cubicBezTo>
                  <a:pt x="44941" y="16895"/>
                  <a:pt x="43580" y="16362"/>
                  <a:pt x="42008" y="16210"/>
                </a:cubicBezTo>
                <a:cubicBezTo>
                  <a:pt x="40436" y="16058"/>
                  <a:pt x="38722" y="16160"/>
                  <a:pt x="37170" y="16635"/>
                </a:cubicBezTo>
                <a:cubicBezTo>
                  <a:pt x="33069" y="17889"/>
                  <a:pt x="30419" y="20176"/>
                  <a:pt x="29332" y="23462"/>
                </a:cubicBezTo>
                <a:cubicBezTo>
                  <a:pt x="28133" y="26782"/>
                  <a:pt x="28598" y="30754"/>
                  <a:pt x="30616" y="35411"/>
                </a:cubicBezTo>
                <a:lnTo>
                  <a:pt x="41469" y="60468"/>
                </a:lnTo>
                <a:lnTo>
                  <a:pt x="22070" y="66401"/>
                </a:lnTo>
                <a:lnTo>
                  <a:pt x="0" y="15450"/>
                </a:lnTo>
                <a:lnTo>
                  <a:pt x="19399" y="9517"/>
                </a:lnTo>
                <a:lnTo>
                  <a:pt x="22627" y="16969"/>
                </a:lnTo>
                <a:cubicBezTo>
                  <a:pt x="24218" y="13106"/>
                  <a:pt x="26283" y="10049"/>
                  <a:pt x="29003" y="7635"/>
                </a:cubicBezTo>
                <a:cubicBezTo>
                  <a:pt x="31724" y="5220"/>
                  <a:pt x="35059" y="3356"/>
                  <a:pt x="39050" y="2136"/>
                </a:cubicBezTo>
                <a:cubicBezTo>
                  <a:pt x="46034" y="0"/>
                  <a:pt x="52161" y="236"/>
                  <a:pt x="57353" y="2656"/>
                </a:cubicBezTo>
                <a:cubicBezTo>
                  <a:pt x="62474" y="5204"/>
                  <a:pt x="66618" y="9844"/>
                  <a:pt x="69603" y="16737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CD5D82-F191-4A27-98A6-6A324F386D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37511" y="2650508"/>
            <a:ext cx="50063" cy="76724"/>
          </a:xfrm>
          <a:custGeom xmlns:a="http://schemas.openxmlformats.org/drawingml/2006/main">
            <a:pathLst>
              <a:path w="50063" h="76724">
                <a:moveTo>
                  <a:pt x="8594" y="25773"/>
                </a:moveTo>
                <a:lnTo>
                  <a:pt x="27993" y="19840"/>
                </a:lnTo>
                <a:lnTo>
                  <a:pt x="50063" y="70791"/>
                </a:lnTo>
                <a:lnTo>
                  <a:pt x="30664" y="76724"/>
                </a:lnTo>
                <a:lnTo>
                  <a:pt x="8594" y="25773"/>
                </a:lnTo>
                <a:close/>
                <a:moveTo>
                  <a:pt x="0" y="5933"/>
                </a:moveTo>
                <a:lnTo>
                  <a:pt x="19399" y="0"/>
                </a:lnTo>
                <a:lnTo>
                  <a:pt x="25169" y="13320"/>
                </a:lnTo>
                <a:lnTo>
                  <a:pt x="5770" y="19253"/>
                </a:lnTo>
                <a:lnTo>
                  <a:pt x="0" y="593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1DD3DB-49CC-4A77-86D2-E9EA79F39A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84615" y="2651760"/>
            <a:ext cx="68862" cy="62794"/>
          </a:xfrm>
          <a:custGeom xmlns:a="http://schemas.openxmlformats.org/drawingml/2006/main">
            <a:pathLst>
              <a:path w="68862" h="62794">
                <a:moveTo>
                  <a:pt x="47533" y="0"/>
                </a:moveTo>
                <a:lnTo>
                  <a:pt x="52899" y="12388"/>
                </a:lnTo>
                <a:cubicBezTo>
                  <a:pt x="48081" y="12279"/>
                  <a:pt x="43606" y="12382"/>
                  <a:pt x="39514" y="12790"/>
                </a:cubicBezTo>
                <a:cubicBezTo>
                  <a:pt x="35312" y="13231"/>
                  <a:pt x="31492" y="13977"/>
                  <a:pt x="28056" y="15028"/>
                </a:cubicBezTo>
                <a:cubicBezTo>
                  <a:pt x="24287" y="16181"/>
                  <a:pt x="21828" y="17460"/>
                  <a:pt x="20377" y="18748"/>
                </a:cubicBezTo>
                <a:cubicBezTo>
                  <a:pt x="18926" y="20036"/>
                  <a:pt x="18564" y="21518"/>
                  <a:pt x="19250" y="23101"/>
                </a:cubicBezTo>
                <a:cubicBezTo>
                  <a:pt x="19815" y="24405"/>
                  <a:pt x="20924" y="25226"/>
                  <a:pt x="22537" y="25472"/>
                </a:cubicBezTo>
                <a:cubicBezTo>
                  <a:pt x="24190" y="25810"/>
                  <a:pt x="26830" y="25530"/>
                  <a:pt x="30539" y="24818"/>
                </a:cubicBezTo>
                <a:lnTo>
                  <a:pt x="34136" y="24139"/>
                </a:lnTo>
                <a:cubicBezTo>
                  <a:pt x="44487" y="22240"/>
                  <a:pt x="51864" y="21882"/>
                  <a:pt x="56349" y="23253"/>
                </a:cubicBezTo>
                <a:cubicBezTo>
                  <a:pt x="60835" y="24624"/>
                  <a:pt x="64263" y="27900"/>
                  <a:pt x="66522" y="33116"/>
                </a:cubicBezTo>
                <a:cubicBezTo>
                  <a:pt x="68862" y="38519"/>
                  <a:pt x="68199" y="43363"/>
                  <a:pt x="64602" y="47522"/>
                </a:cubicBezTo>
                <a:cubicBezTo>
                  <a:pt x="61006" y="51681"/>
                  <a:pt x="54476" y="55155"/>
                  <a:pt x="45053" y="58037"/>
                </a:cubicBezTo>
                <a:cubicBezTo>
                  <a:pt x="41063" y="59257"/>
                  <a:pt x="36729" y="60266"/>
                  <a:pt x="32315" y="61089"/>
                </a:cubicBezTo>
                <a:cubicBezTo>
                  <a:pt x="27790" y="61945"/>
                  <a:pt x="23033" y="62556"/>
                  <a:pt x="18115" y="62794"/>
                </a:cubicBezTo>
                <a:lnTo>
                  <a:pt x="12749" y="50406"/>
                </a:lnTo>
                <a:cubicBezTo>
                  <a:pt x="17244" y="50930"/>
                  <a:pt x="21759" y="50920"/>
                  <a:pt x="26184" y="50411"/>
                </a:cubicBezTo>
                <a:cubicBezTo>
                  <a:pt x="30497" y="49936"/>
                  <a:pt x="34871" y="49020"/>
                  <a:pt x="39083" y="47732"/>
                </a:cubicBezTo>
                <a:cubicBezTo>
                  <a:pt x="42852" y="46579"/>
                  <a:pt x="45462" y="45359"/>
                  <a:pt x="47054" y="43817"/>
                </a:cubicBezTo>
                <a:cubicBezTo>
                  <a:pt x="48575" y="42403"/>
                  <a:pt x="49008" y="40793"/>
                  <a:pt x="48242" y="39024"/>
                </a:cubicBezTo>
                <a:cubicBezTo>
                  <a:pt x="47596" y="37533"/>
                  <a:pt x="46487" y="36712"/>
                  <a:pt x="44834" y="36374"/>
                </a:cubicBezTo>
                <a:cubicBezTo>
                  <a:pt x="43181" y="36035"/>
                  <a:pt x="40279" y="36290"/>
                  <a:pt x="36237" y="37104"/>
                </a:cubicBezTo>
                <a:lnTo>
                  <a:pt x="32640" y="37783"/>
                </a:lnTo>
                <a:cubicBezTo>
                  <a:pt x="23630" y="39589"/>
                  <a:pt x="16918" y="39743"/>
                  <a:pt x="12392" y="38279"/>
                </a:cubicBezTo>
                <a:cubicBezTo>
                  <a:pt x="7796" y="36942"/>
                  <a:pt x="4519" y="33725"/>
                  <a:pt x="2340" y="28695"/>
                </a:cubicBezTo>
                <a:cubicBezTo>
                  <a:pt x="0" y="23292"/>
                  <a:pt x="371" y="18643"/>
                  <a:pt x="3676" y="14679"/>
                </a:cubicBezTo>
                <a:cubicBezTo>
                  <a:pt x="6980" y="10714"/>
                  <a:pt x="13177" y="7342"/>
                  <a:pt x="22267" y="4562"/>
                </a:cubicBezTo>
                <a:cubicBezTo>
                  <a:pt x="25814" y="3478"/>
                  <a:pt x="29594" y="2638"/>
                  <a:pt x="33786" y="1883"/>
                </a:cubicBezTo>
                <a:cubicBezTo>
                  <a:pt x="37978" y="1129"/>
                  <a:pt x="42473" y="492"/>
                  <a:pt x="47533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7612A2-F9B6-4AFE-BCBF-4C3FEA2451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41491" y="2618708"/>
            <a:ext cx="91633" cy="76724"/>
          </a:xfrm>
          <a:custGeom xmlns:a="http://schemas.openxmlformats.org/drawingml/2006/main">
            <a:pathLst>
              <a:path w="91633" h="76724">
                <a:moveTo>
                  <a:pt x="78197" y="27060"/>
                </a:moveTo>
                <a:lnTo>
                  <a:pt x="91633" y="58077"/>
                </a:lnTo>
                <a:lnTo>
                  <a:pt x="72123" y="64044"/>
                </a:lnTo>
                <a:lnTo>
                  <a:pt x="69944" y="59014"/>
                </a:lnTo>
                <a:lnTo>
                  <a:pt x="61875" y="40385"/>
                </a:lnTo>
                <a:cubicBezTo>
                  <a:pt x="59938" y="35914"/>
                  <a:pt x="58536" y="32967"/>
                  <a:pt x="57588" y="31359"/>
                </a:cubicBezTo>
                <a:cubicBezTo>
                  <a:pt x="56640" y="29750"/>
                  <a:pt x="55672" y="28675"/>
                  <a:pt x="54755" y="28006"/>
                </a:cubicBezTo>
                <a:cubicBezTo>
                  <a:pt x="53535" y="27218"/>
                  <a:pt x="52174" y="26685"/>
                  <a:pt x="50602" y="26533"/>
                </a:cubicBezTo>
                <a:cubicBezTo>
                  <a:pt x="49029" y="26381"/>
                  <a:pt x="47316" y="26483"/>
                  <a:pt x="45764" y="26958"/>
                </a:cubicBezTo>
                <a:cubicBezTo>
                  <a:pt x="41663" y="28212"/>
                  <a:pt x="39013" y="30499"/>
                  <a:pt x="37925" y="33786"/>
                </a:cubicBezTo>
                <a:cubicBezTo>
                  <a:pt x="36727" y="37106"/>
                  <a:pt x="37192" y="41077"/>
                  <a:pt x="39210" y="45735"/>
                </a:cubicBezTo>
                <a:lnTo>
                  <a:pt x="50063" y="70791"/>
                </a:lnTo>
                <a:lnTo>
                  <a:pt x="30664" y="76724"/>
                </a:lnTo>
                <a:lnTo>
                  <a:pt x="0" y="5933"/>
                </a:lnTo>
                <a:lnTo>
                  <a:pt x="19399" y="0"/>
                </a:lnTo>
                <a:lnTo>
                  <a:pt x="31221" y="27292"/>
                </a:lnTo>
                <a:cubicBezTo>
                  <a:pt x="32812" y="23430"/>
                  <a:pt x="34877" y="20372"/>
                  <a:pt x="37597" y="17958"/>
                </a:cubicBezTo>
                <a:cubicBezTo>
                  <a:pt x="40318" y="15543"/>
                  <a:pt x="43653" y="13679"/>
                  <a:pt x="47644" y="12459"/>
                </a:cubicBezTo>
                <a:cubicBezTo>
                  <a:pt x="54628" y="10323"/>
                  <a:pt x="60755" y="10559"/>
                  <a:pt x="65947" y="12979"/>
                </a:cubicBezTo>
                <a:cubicBezTo>
                  <a:pt x="71068" y="15527"/>
                  <a:pt x="75211" y="20167"/>
                  <a:pt x="78197" y="2706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4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6D50B87E-5D65-4C98-86C2-1A18D2CA96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5041" y="250294"/>
            <a:ext cx="3128346" cy="9011"/>
          </a:xfrm>
          <a:custGeom xmlns:a="http://schemas.openxmlformats.org/drawingml/2006/main">
            <a:pathLst>
              <a:path w="3128346" h="9011">
                <a:moveTo>
                  <a:pt x="0" y="0"/>
                </a:moveTo>
                <a:lnTo>
                  <a:pt x="3128346" y="0"/>
                </a:lnTo>
                <a:lnTo>
                  <a:pt x="3128346" y="9011"/>
                </a:lnTo>
                <a:lnTo>
                  <a:pt x="0" y="901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F9EC57-9F0A-4552-9B2B-F2290A28A6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41671" y="315780"/>
            <a:ext cx="95919" cy="87708"/>
          </a:xfrm>
          <a:custGeom xmlns:a="http://schemas.openxmlformats.org/drawingml/2006/main">
            <a:pathLst>
              <a:path w="95919" h="87708">
                <a:moveTo>
                  <a:pt x="0" y="25128"/>
                </a:moveTo>
                <a:lnTo>
                  <a:pt x="51796" y="0"/>
                </a:lnTo>
                <a:lnTo>
                  <a:pt x="60172" y="12190"/>
                </a:lnTo>
                <a:lnTo>
                  <a:pt x="27582" y="28000"/>
                </a:lnTo>
                <a:lnTo>
                  <a:pt x="35604" y="39675"/>
                </a:lnTo>
                <a:lnTo>
                  <a:pt x="66253" y="24806"/>
                </a:lnTo>
                <a:lnTo>
                  <a:pt x="74628" y="36996"/>
                </a:lnTo>
                <a:lnTo>
                  <a:pt x="43980" y="51865"/>
                </a:lnTo>
                <a:lnTo>
                  <a:pt x="53830" y="66200"/>
                </a:lnTo>
                <a:lnTo>
                  <a:pt x="87543" y="49845"/>
                </a:lnTo>
                <a:lnTo>
                  <a:pt x="95919" y="62035"/>
                </a:lnTo>
                <a:lnTo>
                  <a:pt x="42999" y="87708"/>
                </a:lnTo>
                <a:lnTo>
                  <a:pt x="0" y="25128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882766-90A7-4411-9B3C-CDA1EC2845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21264" y="284227"/>
            <a:ext cx="122167" cy="85856"/>
          </a:xfrm>
          <a:custGeom xmlns:a="http://schemas.openxmlformats.org/drawingml/2006/main">
            <a:pathLst>
              <a:path w="122167" h="85856">
                <a:moveTo>
                  <a:pt x="57266" y="21534"/>
                </a:moveTo>
                <a:cubicBezTo>
                  <a:pt x="57508" y="17525"/>
                  <a:pt x="58690" y="14090"/>
                  <a:pt x="60693" y="11058"/>
                </a:cubicBezTo>
                <a:cubicBezTo>
                  <a:pt x="62696" y="8026"/>
                  <a:pt x="65639" y="5569"/>
                  <a:pt x="69419" y="3735"/>
                </a:cubicBezTo>
                <a:cubicBezTo>
                  <a:pt x="75753" y="662"/>
                  <a:pt x="81836" y="0"/>
                  <a:pt x="87449" y="1627"/>
                </a:cubicBezTo>
                <a:cubicBezTo>
                  <a:pt x="93121" y="3339"/>
                  <a:pt x="98161" y="7304"/>
                  <a:pt x="102525" y="13656"/>
                </a:cubicBezTo>
                <a:lnTo>
                  <a:pt x="122167" y="42242"/>
                </a:lnTo>
                <a:lnTo>
                  <a:pt x="104186" y="50965"/>
                </a:lnTo>
                <a:lnTo>
                  <a:pt x="87376" y="26499"/>
                </a:lnTo>
                <a:cubicBezTo>
                  <a:pt x="87140" y="26156"/>
                  <a:pt x="86947" y="25677"/>
                  <a:pt x="86711" y="25334"/>
                </a:cubicBezTo>
                <a:cubicBezTo>
                  <a:pt x="86475" y="24990"/>
                  <a:pt x="86063" y="24390"/>
                  <a:pt x="85532" y="23617"/>
                </a:cubicBezTo>
                <a:cubicBezTo>
                  <a:pt x="83290" y="20355"/>
                  <a:pt x="81026" y="18249"/>
                  <a:pt x="78840" y="17249"/>
                </a:cubicBezTo>
                <a:cubicBezTo>
                  <a:pt x="76612" y="16384"/>
                  <a:pt x="74242" y="16504"/>
                  <a:pt x="71688" y="17743"/>
                </a:cubicBezTo>
                <a:cubicBezTo>
                  <a:pt x="68214" y="19428"/>
                  <a:pt x="66486" y="21869"/>
                  <a:pt x="66240" y="25078"/>
                </a:cubicBezTo>
                <a:cubicBezTo>
                  <a:pt x="66052" y="28374"/>
                  <a:pt x="67331" y="32218"/>
                  <a:pt x="70339" y="36596"/>
                </a:cubicBezTo>
                <a:lnTo>
                  <a:pt x="86206" y="59688"/>
                </a:lnTo>
                <a:lnTo>
                  <a:pt x="68225" y="68411"/>
                </a:lnTo>
                <a:lnTo>
                  <a:pt x="51415" y="43945"/>
                </a:lnTo>
                <a:cubicBezTo>
                  <a:pt x="47876" y="38795"/>
                  <a:pt x="44962" y="35744"/>
                  <a:pt x="42879" y="34694"/>
                </a:cubicBezTo>
                <a:cubicBezTo>
                  <a:pt x="40855" y="33731"/>
                  <a:pt x="38383" y="33900"/>
                  <a:pt x="35727" y="35188"/>
                </a:cubicBezTo>
                <a:cubicBezTo>
                  <a:pt x="32253" y="36873"/>
                  <a:pt x="30423" y="39364"/>
                  <a:pt x="30176" y="42574"/>
                </a:cubicBezTo>
                <a:cubicBezTo>
                  <a:pt x="29989" y="45870"/>
                  <a:pt x="31370" y="49663"/>
                  <a:pt x="34378" y="54041"/>
                </a:cubicBezTo>
                <a:lnTo>
                  <a:pt x="50245" y="77133"/>
                </a:lnTo>
                <a:lnTo>
                  <a:pt x="32264" y="85856"/>
                </a:lnTo>
                <a:lnTo>
                  <a:pt x="0" y="38900"/>
                </a:lnTo>
                <a:lnTo>
                  <a:pt x="17981" y="30177"/>
                </a:lnTo>
                <a:lnTo>
                  <a:pt x="22699" y="37044"/>
                </a:lnTo>
                <a:cubicBezTo>
                  <a:pt x="23075" y="33428"/>
                  <a:pt x="24273" y="30215"/>
                  <a:pt x="26189" y="27454"/>
                </a:cubicBezTo>
                <a:cubicBezTo>
                  <a:pt x="28106" y="24692"/>
                  <a:pt x="30699" y="22519"/>
                  <a:pt x="34173" y="20834"/>
                </a:cubicBezTo>
                <a:cubicBezTo>
                  <a:pt x="37953" y="19000"/>
                  <a:pt x="41914" y="18223"/>
                  <a:pt x="45938" y="18331"/>
                </a:cubicBezTo>
                <a:cubicBezTo>
                  <a:pt x="49963" y="18439"/>
                  <a:pt x="53744" y="19580"/>
                  <a:pt x="57266" y="2153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39BEAD-6B4A-4AE8-AA57-39221F5E26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33010" y="251387"/>
            <a:ext cx="74919" cy="61414"/>
          </a:xfrm>
          <a:custGeom xmlns:a="http://schemas.openxmlformats.org/drawingml/2006/main">
            <a:pathLst>
              <a:path w="74919" h="61414">
                <a:moveTo>
                  <a:pt x="27977" y="16775"/>
                </a:moveTo>
                <a:cubicBezTo>
                  <a:pt x="23992" y="18708"/>
                  <a:pt x="21753" y="21397"/>
                  <a:pt x="21362" y="24792"/>
                </a:cubicBezTo>
                <a:cubicBezTo>
                  <a:pt x="20970" y="28187"/>
                  <a:pt x="22308" y="32116"/>
                  <a:pt x="25375" y="36580"/>
                </a:cubicBezTo>
                <a:cubicBezTo>
                  <a:pt x="28501" y="41130"/>
                  <a:pt x="31882" y="44068"/>
                  <a:pt x="35577" y="45480"/>
                </a:cubicBezTo>
                <a:cubicBezTo>
                  <a:pt x="39271" y="46892"/>
                  <a:pt x="43103" y="46522"/>
                  <a:pt x="47087" y="44589"/>
                </a:cubicBezTo>
                <a:cubicBezTo>
                  <a:pt x="50969" y="42705"/>
                  <a:pt x="53165" y="40152"/>
                  <a:pt x="53557" y="36757"/>
                </a:cubicBezTo>
                <a:cubicBezTo>
                  <a:pt x="53949" y="33362"/>
                  <a:pt x="52713" y="29383"/>
                  <a:pt x="49587" y="24834"/>
                </a:cubicBezTo>
                <a:cubicBezTo>
                  <a:pt x="46520" y="20370"/>
                  <a:pt x="43037" y="17481"/>
                  <a:pt x="39342" y="16069"/>
                </a:cubicBezTo>
                <a:cubicBezTo>
                  <a:pt x="35647" y="14657"/>
                  <a:pt x="31859" y="14892"/>
                  <a:pt x="27977" y="16775"/>
                </a:cubicBezTo>
                <a:close/>
                <a:moveTo>
                  <a:pt x="20604" y="6045"/>
                </a:moveTo>
                <a:cubicBezTo>
                  <a:pt x="30207" y="1386"/>
                  <a:pt x="39198" y="0"/>
                  <a:pt x="47562" y="1665"/>
                </a:cubicBezTo>
                <a:cubicBezTo>
                  <a:pt x="55985" y="3417"/>
                  <a:pt x="62872" y="8088"/>
                  <a:pt x="68181" y="15813"/>
                </a:cubicBezTo>
                <a:cubicBezTo>
                  <a:pt x="73489" y="23539"/>
                  <a:pt x="74919" y="30972"/>
                  <a:pt x="72453" y="37891"/>
                </a:cubicBezTo>
                <a:cubicBezTo>
                  <a:pt x="69988" y="44810"/>
                  <a:pt x="64005" y="50574"/>
                  <a:pt x="54401" y="55233"/>
                </a:cubicBezTo>
                <a:cubicBezTo>
                  <a:pt x="44798" y="59892"/>
                  <a:pt x="35763" y="61414"/>
                  <a:pt x="27400" y="59748"/>
                </a:cubicBezTo>
                <a:cubicBezTo>
                  <a:pt x="18934" y="58132"/>
                  <a:pt x="12090" y="53326"/>
                  <a:pt x="6781" y="45600"/>
                </a:cubicBezTo>
                <a:cubicBezTo>
                  <a:pt x="1473" y="37874"/>
                  <a:pt x="0" y="30577"/>
                  <a:pt x="2509" y="23522"/>
                </a:cubicBezTo>
                <a:cubicBezTo>
                  <a:pt x="4974" y="16603"/>
                  <a:pt x="11000" y="10704"/>
                  <a:pt x="20604" y="604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6BA947-D64C-4A99-BCA6-1B0EA57771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0497" y="214613"/>
            <a:ext cx="76142" cy="64165"/>
          </a:xfrm>
          <a:custGeom xmlns:a="http://schemas.openxmlformats.org/drawingml/2006/main">
            <a:pathLst>
              <a:path w="76142" h="64165">
                <a:moveTo>
                  <a:pt x="17878" y="0"/>
                </a:moveTo>
                <a:lnTo>
                  <a:pt x="27021" y="13306"/>
                </a:lnTo>
                <a:lnTo>
                  <a:pt x="45410" y="4385"/>
                </a:lnTo>
                <a:lnTo>
                  <a:pt x="52783" y="15115"/>
                </a:lnTo>
                <a:lnTo>
                  <a:pt x="34394" y="24036"/>
                </a:lnTo>
                <a:lnTo>
                  <a:pt x="48078" y="43952"/>
                </a:lnTo>
                <a:cubicBezTo>
                  <a:pt x="49612" y="46184"/>
                  <a:pt x="51125" y="47395"/>
                  <a:pt x="52678" y="47672"/>
                </a:cubicBezTo>
                <a:cubicBezTo>
                  <a:pt x="54230" y="47949"/>
                  <a:pt x="56509" y="47301"/>
                  <a:pt x="59574" y="45815"/>
                </a:cubicBezTo>
                <a:lnTo>
                  <a:pt x="68769" y="41354"/>
                </a:lnTo>
                <a:lnTo>
                  <a:pt x="76142" y="52084"/>
                </a:lnTo>
                <a:lnTo>
                  <a:pt x="60817" y="59519"/>
                </a:lnTo>
                <a:cubicBezTo>
                  <a:pt x="53768" y="62939"/>
                  <a:pt x="47936" y="64165"/>
                  <a:pt x="43263" y="63113"/>
                </a:cubicBezTo>
                <a:cubicBezTo>
                  <a:pt x="38649" y="62147"/>
                  <a:pt x="34328" y="58634"/>
                  <a:pt x="30200" y="52625"/>
                </a:cubicBezTo>
                <a:lnTo>
                  <a:pt x="16515" y="32710"/>
                </a:lnTo>
                <a:lnTo>
                  <a:pt x="7627" y="37021"/>
                </a:lnTo>
                <a:lnTo>
                  <a:pt x="254" y="26291"/>
                </a:lnTo>
                <a:lnTo>
                  <a:pt x="9142" y="21979"/>
                </a:lnTo>
                <a:lnTo>
                  <a:pt x="0" y="8673"/>
                </a:lnTo>
                <a:lnTo>
                  <a:pt x="17878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33B280-DC00-4328-81B9-3AC45D5510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34275" y="186736"/>
            <a:ext cx="62706" cy="73914"/>
          </a:xfrm>
          <a:custGeom xmlns:a="http://schemas.openxmlformats.org/drawingml/2006/main">
            <a:pathLst>
              <a:path w="62706" h="73914">
                <a:moveTo>
                  <a:pt x="12563" y="26958"/>
                </a:moveTo>
                <a:lnTo>
                  <a:pt x="30442" y="18285"/>
                </a:lnTo>
                <a:lnTo>
                  <a:pt x="62706" y="65241"/>
                </a:lnTo>
                <a:lnTo>
                  <a:pt x="44827" y="73914"/>
                </a:lnTo>
                <a:lnTo>
                  <a:pt x="12563" y="26958"/>
                </a:lnTo>
                <a:close/>
                <a:moveTo>
                  <a:pt x="0" y="8673"/>
                </a:moveTo>
                <a:lnTo>
                  <a:pt x="17878" y="0"/>
                </a:lnTo>
                <a:lnTo>
                  <a:pt x="26313" y="12276"/>
                </a:lnTo>
                <a:lnTo>
                  <a:pt x="8435" y="20949"/>
                </a:lnTo>
                <a:lnTo>
                  <a:pt x="0" y="867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3553C8-E8B4-4458-AFF2-3B3103E6CB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7072" y="176648"/>
            <a:ext cx="74919" cy="61414"/>
          </a:xfrm>
          <a:custGeom xmlns:a="http://schemas.openxmlformats.org/drawingml/2006/main">
            <a:pathLst>
              <a:path w="74919" h="61414">
                <a:moveTo>
                  <a:pt x="27977" y="16775"/>
                </a:moveTo>
                <a:cubicBezTo>
                  <a:pt x="23992" y="18708"/>
                  <a:pt x="21753" y="21397"/>
                  <a:pt x="21362" y="24792"/>
                </a:cubicBezTo>
                <a:cubicBezTo>
                  <a:pt x="20970" y="28187"/>
                  <a:pt x="22308" y="32116"/>
                  <a:pt x="25375" y="36580"/>
                </a:cubicBezTo>
                <a:cubicBezTo>
                  <a:pt x="28501" y="41130"/>
                  <a:pt x="31882" y="44068"/>
                  <a:pt x="35577" y="45480"/>
                </a:cubicBezTo>
                <a:cubicBezTo>
                  <a:pt x="39271" y="46892"/>
                  <a:pt x="43103" y="46522"/>
                  <a:pt x="47087" y="44589"/>
                </a:cubicBezTo>
                <a:cubicBezTo>
                  <a:pt x="50969" y="42705"/>
                  <a:pt x="53165" y="40152"/>
                  <a:pt x="53557" y="36757"/>
                </a:cubicBezTo>
                <a:cubicBezTo>
                  <a:pt x="53949" y="33362"/>
                  <a:pt x="52713" y="29383"/>
                  <a:pt x="49587" y="24834"/>
                </a:cubicBezTo>
                <a:cubicBezTo>
                  <a:pt x="46520" y="20370"/>
                  <a:pt x="43037" y="17481"/>
                  <a:pt x="39342" y="16069"/>
                </a:cubicBezTo>
                <a:cubicBezTo>
                  <a:pt x="35647" y="14657"/>
                  <a:pt x="31859" y="14892"/>
                  <a:pt x="27977" y="16775"/>
                </a:cubicBezTo>
                <a:close/>
                <a:moveTo>
                  <a:pt x="20604" y="6045"/>
                </a:moveTo>
                <a:cubicBezTo>
                  <a:pt x="30207" y="1386"/>
                  <a:pt x="39198" y="0"/>
                  <a:pt x="47562" y="1665"/>
                </a:cubicBezTo>
                <a:cubicBezTo>
                  <a:pt x="55985" y="3417"/>
                  <a:pt x="62872" y="8088"/>
                  <a:pt x="68181" y="15813"/>
                </a:cubicBezTo>
                <a:cubicBezTo>
                  <a:pt x="73489" y="23539"/>
                  <a:pt x="74919" y="30972"/>
                  <a:pt x="72453" y="37891"/>
                </a:cubicBezTo>
                <a:cubicBezTo>
                  <a:pt x="69988" y="44810"/>
                  <a:pt x="64005" y="50574"/>
                  <a:pt x="54401" y="55233"/>
                </a:cubicBezTo>
                <a:cubicBezTo>
                  <a:pt x="44798" y="59892"/>
                  <a:pt x="35763" y="61414"/>
                  <a:pt x="27400" y="59748"/>
                </a:cubicBezTo>
                <a:cubicBezTo>
                  <a:pt x="18934" y="58132"/>
                  <a:pt x="12090" y="53326"/>
                  <a:pt x="6781" y="45600"/>
                </a:cubicBezTo>
                <a:cubicBezTo>
                  <a:pt x="1473" y="37874"/>
                  <a:pt x="0" y="30577"/>
                  <a:pt x="2509" y="23522"/>
                </a:cubicBezTo>
                <a:cubicBezTo>
                  <a:pt x="4974" y="16603"/>
                  <a:pt x="11000" y="10704"/>
                  <a:pt x="20604" y="604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CFFB2D-33DC-4056-8E48-C4A7DF72B5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52065" y="140052"/>
            <a:ext cx="88453" cy="69550"/>
          </a:xfrm>
          <a:custGeom xmlns:a="http://schemas.openxmlformats.org/drawingml/2006/main">
            <a:pathLst>
              <a:path w="88453" h="69550">
                <a:moveTo>
                  <a:pt x="68812" y="13706"/>
                </a:moveTo>
                <a:lnTo>
                  <a:pt x="88453" y="42291"/>
                </a:lnTo>
                <a:lnTo>
                  <a:pt x="70473" y="51014"/>
                </a:lnTo>
                <a:lnTo>
                  <a:pt x="67288" y="46379"/>
                </a:lnTo>
                <a:lnTo>
                  <a:pt x="55432" y="29124"/>
                </a:lnTo>
                <a:cubicBezTo>
                  <a:pt x="52660" y="25090"/>
                  <a:pt x="50670" y="22392"/>
                  <a:pt x="49404" y="20946"/>
                </a:cubicBezTo>
                <a:cubicBezTo>
                  <a:pt x="48138" y="19500"/>
                  <a:pt x="46963" y="18582"/>
                  <a:pt x="45921" y="18058"/>
                </a:cubicBezTo>
                <a:cubicBezTo>
                  <a:pt x="44557" y="17460"/>
                  <a:pt x="43107" y="17134"/>
                  <a:pt x="41527" y="17213"/>
                </a:cubicBezTo>
                <a:cubicBezTo>
                  <a:pt x="39947" y="17293"/>
                  <a:pt x="38281" y="17643"/>
                  <a:pt x="36850" y="18337"/>
                </a:cubicBezTo>
                <a:cubicBezTo>
                  <a:pt x="33070" y="20171"/>
                  <a:pt x="30933" y="22810"/>
                  <a:pt x="30542" y="26205"/>
                </a:cubicBezTo>
                <a:cubicBezTo>
                  <a:pt x="30048" y="29650"/>
                  <a:pt x="31327" y="33493"/>
                  <a:pt x="34276" y="37785"/>
                </a:cubicBezTo>
                <a:lnTo>
                  <a:pt x="50142" y="60877"/>
                </a:lnTo>
                <a:lnTo>
                  <a:pt x="32264" y="69550"/>
                </a:lnTo>
                <a:lnTo>
                  <a:pt x="0" y="22594"/>
                </a:lnTo>
                <a:lnTo>
                  <a:pt x="17878" y="13921"/>
                </a:lnTo>
                <a:lnTo>
                  <a:pt x="22597" y="20788"/>
                </a:lnTo>
                <a:cubicBezTo>
                  <a:pt x="23366" y="16753"/>
                  <a:pt x="24768" y="13440"/>
                  <a:pt x="26948" y="10666"/>
                </a:cubicBezTo>
                <a:cubicBezTo>
                  <a:pt x="29128" y="7891"/>
                  <a:pt x="32027" y="5569"/>
                  <a:pt x="35705" y="3784"/>
                </a:cubicBezTo>
                <a:cubicBezTo>
                  <a:pt x="42141" y="662"/>
                  <a:pt x="48225" y="0"/>
                  <a:pt x="53838" y="1627"/>
                </a:cubicBezTo>
                <a:cubicBezTo>
                  <a:pt x="59407" y="3388"/>
                  <a:pt x="64447" y="7353"/>
                  <a:pt x="68812" y="13706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23DB39-A3CB-4F4E-B3C7-8A5B014B66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26839" y="107654"/>
            <a:ext cx="71906" cy="66133"/>
          </a:xfrm>
          <a:custGeom xmlns:a="http://schemas.openxmlformats.org/drawingml/2006/main">
            <a:pathLst>
              <a:path w="71906" h="66133">
                <a:moveTo>
                  <a:pt x="42592" y="0"/>
                </a:moveTo>
                <a:lnTo>
                  <a:pt x="50437" y="11417"/>
                </a:lnTo>
                <a:cubicBezTo>
                  <a:pt x="45670" y="12013"/>
                  <a:pt x="41284" y="12767"/>
                  <a:pt x="37339" y="13765"/>
                </a:cubicBezTo>
                <a:cubicBezTo>
                  <a:pt x="33291" y="14813"/>
                  <a:pt x="29684" y="16105"/>
                  <a:pt x="26517" y="17642"/>
                </a:cubicBezTo>
                <a:cubicBezTo>
                  <a:pt x="23044" y="19327"/>
                  <a:pt x="20887" y="20946"/>
                  <a:pt x="19724" y="22425"/>
                </a:cubicBezTo>
                <a:cubicBezTo>
                  <a:pt x="18561" y="23905"/>
                  <a:pt x="18511" y="25418"/>
                  <a:pt x="19513" y="26877"/>
                </a:cubicBezTo>
                <a:cubicBezTo>
                  <a:pt x="20339" y="28079"/>
                  <a:pt x="21601" y="28726"/>
                  <a:pt x="23240" y="28732"/>
                </a:cubicBezTo>
                <a:cubicBezTo>
                  <a:pt x="24938" y="28824"/>
                  <a:pt x="27480" y="28163"/>
                  <a:pt x="30985" y="26920"/>
                </a:cubicBezTo>
                <a:lnTo>
                  <a:pt x="34388" y="25727"/>
                </a:lnTo>
                <a:cubicBezTo>
                  <a:pt x="44188" y="22346"/>
                  <a:pt x="51380" y="20918"/>
                  <a:pt x="56080" y="21613"/>
                </a:cubicBezTo>
                <a:cubicBezTo>
                  <a:pt x="60781" y="22309"/>
                  <a:pt x="64834" y="25035"/>
                  <a:pt x="68137" y="29842"/>
                </a:cubicBezTo>
                <a:cubicBezTo>
                  <a:pt x="71558" y="34821"/>
                  <a:pt x="71906" y="39689"/>
                  <a:pt x="69223" y="44310"/>
                </a:cubicBezTo>
                <a:cubicBezTo>
                  <a:pt x="66541" y="48930"/>
                  <a:pt x="60828" y="53304"/>
                  <a:pt x="52144" y="57517"/>
                </a:cubicBezTo>
                <a:cubicBezTo>
                  <a:pt x="48467" y="59301"/>
                  <a:pt x="44407" y="60927"/>
                  <a:pt x="40230" y="62381"/>
                </a:cubicBezTo>
                <a:cubicBezTo>
                  <a:pt x="35951" y="63885"/>
                  <a:pt x="31393" y="65180"/>
                  <a:pt x="26598" y="66133"/>
                </a:cubicBezTo>
                <a:lnTo>
                  <a:pt x="18754" y="54715"/>
                </a:lnTo>
                <a:cubicBezTo>
                  <a:pt x="23289" y="54575"/>
                  <a:pt x="27733" y="53907"/>
                  <a:pt x="31985" y="52760"/>
                </a:cubicBezTo>
                <a:cubicBezTo>
                  <a:pt x="36135" y="51663"/>
                  <a:pt x="40253" y="50123"/>
                  <a:pt x="44135" y="48239"/>
                </a:cubicBezTo>
                <a:cubicBezTo>
                  <a:pt x="47609" y="46554"/>
                  <a:pt x="49927" y="44972"/>
                  <a:pt x="51176" y="43221"/>
                </a:cubicBezTo>
                <a:cubicBezTo>
                  <a:pt x="52382" y="41606"/>
                  <a:pt x="52476" y="39958"/>
                  <a:pt x="51355" y="38327"/>
                </a:cubicBezTo>
                <a:cubicBezTo>
                  <a:pt x="50411" y="36954"/>
                  <a:pt x="49149" y="36307"/>
                  <a:pt x="47452" y="36215"/>
                </a:cubicBezTo>
                <a:cubicBezTo>
                  <a:pt x="45754" y="36123"/>
                  <a:pt x="42948" y="36797"/>
                  <a:pt x="39136" y="38189"/>
                </a:cubicBezTo>
                <a:lnTo>
                  <a:pt x="35733" y="39382"/>
                </a:lnTo>
                <a:cubicBezTo>
                  <a:pt x="27234" y="42475"/>
                  <a:pt x="20655" y="43606"/>
                  <a:pt x="15896" y="42825"/>
                </a:cubicBezTo>
                <a:cubicBezTo>
                  <a:pt x="11093" y="42179"/>
                  <a:pt x="7201" y="39488"/>
                  <a:pt x="4016" y="34853"/>
                </a:cubicBezTo>
                <a:cubicBezTo>
                  <a:pt x="595" y="29874"/>
                  <a:pt x="0" y="25241"/>
                  <a:pt x="2435" y="20855"/>
                </a:cubicBezTo>
                <a:cubicBezTo>
                  <a:pt x="4870" y="16469"/>
                  <a:pt x="10276" y="12244"/>
                  <a:pt x="18653" y="8180"/>
                </a:cubicBezTo>
                <a:cubicBezTo>
                  <a:pt x="21923" y="6594"/>
                  <a:pt x="25471" y="5216"/>
                  <a:pt x="29444" y="3861"/>
                </a:cubicBezTo>
                <a:cubicBezTo>
                  <a:pt x="33416" y="2506"/>
                  <a:pt x="37711" y="1223"/>
                  <a:pt x="42592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3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5E6CF3D4-404C-4859-A2BA-82AF9BB73C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5041" y="552967"/>
            <a:ext cx="3128346" cy="9011"/>
          </a:xfrm>
          <a:custGeom xmlns:a="http://schemas.openxmlformats.org/drawingml/2006/main">
            <a:pathLst>
              <a:path w="3128346" h="9011">
                <a:moveTo>
                  <a:pt x="0" y="0"/>
                </a:moveTo>
                <a:lnTo>
                  <a:pt x="3128346" y="0"/>
                </a:lnTo>
                <a:lnTo>
                  <a:pt x="3128346" y="9011"/>
                </a:lnTo>
                <a:lnTo>
                  <a:pt x="0" y="901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CB6DF6-F8F0-4D55-A8A9-E8862CEEDD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49588" y="552954"/>
            <a:ext cx="125853" cy="102775"/>
          </a:xfrm>
          <a:custGeom xmlns:a="http://schemas.openxmlformats.org/drawingml/2006/main">
            <a:pathLst>
              <a:path w="125853" h="102775">
                <a:moveTo>
                  <a:pt x="0" y="40195"/>
                </a:moveTo>
                <a:lnTo>
                  <a:pt x="24417" y="28349"/>
                </a:lnTo>
                <a:lnTo>
                  <a:pt x="64379" y="53601"/>
                </a:lnTo>
                <a:lnTo>
                  <a:pt x="58437" y="11845"/>
                </a:lnTo>
                <a:lnTo>
                  <a:pt x="82854" y="0"/>
                </a:lnTo>
                <a:lnTo>
                  <a:pt x="125853" y="62580"/>
                </a:lnTo>
                <a:lnTo>
                  <a:pt x="107668" y="71402"/>
                </a:lnTo>
                <a:lnTo>
                  <a:pt x="76230" y="25647"/>
                </a:lnTo>
                <a:lnTo>
                  <a:pt x="82247" y="67710"/>
                </a:lnTo>
                <a:lnTo>
                  <a:pt x="70089" y="73608"/>
                </a:lnTo>
                <a:lnTo>
                  <a:pt x="29746" y="48198"/>
                </a:lnTo>
                <a:lnTo>
                  <a:pt x="61184" y="93953"/>
                </a:lnTo>
                <a:lnTo>
                  <a:pt x="42999" y="102775"/>
                </a:lnTo>
                <a:lnTo>
                  <a:pt x="0" y="40195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35E3C1-FEAF-4531-9664-1F3C624914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66349" y="539807"/>
            <a:ext cx="74919" cy="61414"/>
          </a:xfrm>
          <a:custGeom xmlns:a="http://schemas.openxmlformats.org/drawingml/2006/main">
            <a:pathLst>
              <a:path w="74919" h="61414">
                <a:moveTo>
                  <a:pt x="27977" y="16775"/>
                </a:moveTo>
                <a:cubicBezTo>
                  <a:pt x="23992" y="18708"/>
                  <a:pt x="21753" y="21397"/>
                  <a:pt x="21362" y="24792"/>
                </a:cubicBezTo>
                <a:cubicBezTo>
                  <a:pt x="20970" y="28187"/>
                  <a:pt x="22308" y="32116"/>
                  <a:pt x="25375" y="36580"/>
                </a:cubicBezTo>
                <a:cubicBezTo>
                  <a:pt x="28501" y="41130"/>
                  <a:pt x="31882" y="44068"/>
                  <a:pt x="35577" y="45480"/>
                </a:cubicBezTo>
                <a:cubicBezTo>
                  <a:pt x="39271" y="46892"/>
                  <a:pt x="43103" y="46522"/>
                  <a:pt x="47087" y="44589"/>
                </a:cubicBezTo>
                <a:cubicBezTo>
                  <a:pt x="50969" y="42705"/>
                  <a:pt x="53165" y="40152"/>
                  <a:pt x="53557" y="36757"/>
                </a:cubicBezTo>
                <a:cubicBezTo>
                  <a:pt x="53949" y="33362"/>
                  <a:pt x="52713" y="29383"/>
                  <a:pt x="49587" y="24834"/>
                </a:cubicBezTo>
                <a:cubicBezTo>
                  <a:pt x="46520" y="20370"/>
                  <a:pt x="43037" y="17481"/>
                  <a:pt x="39342" y="16069"/>
                </a:cubicBezTo>
                <a:cubicBezTo>
                  <a:pt x="35647" y="14657"/>
                  <a:pt x="31859" y="14892"/>
                  <a:pt x="27977" y="16775"/>
                </a:cubicBezTo>
                <a:close/>
                <a:moveTo>
                  <a:pt x="20604" y="6045"/>
                </a:moveTo>
                <a:cubicBezTo>
                  <a:pt x="30207" y="1386"/>
                  <a:pt x="39198" y="0"/>
                  <a:pt x="47562" y="1665"/>
                </a:cubicBezTo>
                <a:cubicBezTo>
                  <a:pt x="55985" y="3417"/>
                  <a:pt x="62872" y="8088"/>
                  <a:pt x="68181" y="15813"/>
                </a:cubicBezTo>
                <a:cubicBezTo>
                  <a:pt x="73489" y="23539"/>
                  <a:pt x="74919" y="30972"/>
                  <a:pt x="72453" y="37891"/>
                </a:cubicBezTo>
                <a:cubicBezTo>
                  <a:pt x="69988" y="44810"/>
                  <a:pt x="64005" y="50574"/>
                  <a:pt x="54401" y="55233"/>
                </a:cubicBezTo>
                <a:cubicBezTo>
                  <a:pt x="44798" y="59892"/>
                  <a:pt x="35763" y="61414"/>
                  <a:pt x="27400" y="59748"/>
                </a:cubicBezTo>
                <a:cubicBezTo>
                  <a:pt x="18934" y="58132"/>
                  <a:pt x="12090" y="53326"/>
                  <a:pt x="6781" y="45600"/>
                </a:cubicBezTo>
                <a:cubicBezTo>
                  <a:pt x="1473" y="37874"/>
                  <a:pt x="0" y="30577"/>
                  <a:pt x="2509" y="23522"/>
                </a:cubicBezTo>
                <a:cubicBezTo>
                  <a:pt x="4974" y="16603"/>
                  <a:pt x="11000" y="10704"/>
                  <a:pt x="20604" y="604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013244-7CA4-4050-9D0A-EAE04AA5C2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31343" y="504911"/>
            <a:ext cx="50266" cy="67851"/>
          </a:xfrm>
          <a:custGeom xmlns:a="http://schemas.openxmlformats.org/drawingml/2006/main">
            <a:pathLst>
              <a:path w="50266" h="67851">
                <a:moveTo>
                  <a:pt x="50266" y="13563"/>
                </a:moveTo>
                <a:cubicBezTo>
                  <a:pt x="48219" y="13755"/>
                  <a:pt x="46392" y="14070"/>
                  <a:pt x="44623" y="14470"/>
                </a:cubicBezTo>
                <a:cubicBezTo>
                  <a:pt x="42914" y="14956"/>
                  <a:pt x="41263" y="15527"/>
                  <a:pt x="39731" y="16271"/>
                </a:cubicBezTo>
                <a:cubicBezTo>
                  <a:pt x="35134" y="18501"/>
                  <a:pt x="32443" y="21523"/>
                  <a:pt x="31642" y="25116"/>
                </a:cubicBezTo>
                <a:cubicBezTo>
                  <a:pt x="30901" y="28795"/>
                  <a:pt x="32093" y="32910"/>
                  <a:pt x="35279" y="37545"/>
                </a:cubicBezTo>
                <a:lnTo>
                  <a:pt x="50142" y="59178"/>
                </a:lnTo>
                <a:lnTo>
                  <a:pt x="32264" y="67851"/>
                </a:lnTo>
                <a:lnTo>
                  <a:pt x="0" y="20895"/>
                </a:lnTo>
                <a:lnTo>
                  <a:pt x="17878" y="12221"/>
                </a:lnTo>
                <a:lnTo>
                  <a:pt x="23187" y="19947"/>
                </a:lnTo>
                <a:cubicBezTo>
                  <a:pt x="23311" y="15767"/>
                  <a:pt x="24332" y="12296"/>
                  <a:pt x="26453" y="9435"/>
                </a:cubicBezTo>
                <a:cubicBezTo>
                  <a:pt x="28472" y="6624"/>
                  <a:pt x="31517" y="4117"/>
                  <a:pt x="35705" y="2085"/>
                </a:cubicBezTo>
                <a:cubicBezTo>
                  <a:pt x="36318" y="1788"/>
                  <a:pt x="36990" y="1576"/>
                  <a:pt x="37705" y="1229"/>
                </a:cubicBezTo>
                <a:cubicBezTo>
                  <a:pt x="38318" y="932"/>
                  <a:pt x="39399" y="522"/>
                  <a:pt x="40947" y="0"/>
                </a:cubicBezTo>
                <a:lnTo>
                  <a:pt x="50266" y="1356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3D89DA-665F-419A-8F79-12484C650A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83308" y="482048"/>
            <a:ext cx="82971" cy="63692"/>
          </a:xfrm>
          <a:custGeom xmlns:a="http://schemas.openxmlformats.org/drawingml/2006/main">
            <a:pathLst>
              <a:path w="82971" h="63692">
                <a:moveTo>
                  <a:pt x="41184" y="33019"/>
                </a:moveTo>
                <a:cubicBezTo>
                  <a:pt x="37404" y="34853"/>
                  <a:pt x="34956" y="36842"/>
                  <a:pt x="33825" y="38764"/>
                </a:cubicBezTo>
                <a:cubicBezTo>
                  <a:pt x="32694" y="40686"/>
                  <a:pt x="32836" y="42677"/>
                  <a:pt x="34252" y="44738"/>
                </a:cubicBezTo>
                <a:cubicBezTo>
                  <a:pt x="35549" y="46626"/>
                  <a:pt x="37326" y="47824"/>
                  <a:pt x="39567" y="48111"/>
                </a:cubicBezTo>
                <a:cubicBezTo>
                  <a:pt x="41866" y="48484"/>
                  <a:pt x="44365" y="47958"/>
                  <a:pt x="47021" y="46669"/>
                </a:cubicBezTo>
                <a:cubicBezTo>
                  <a:pt x="50393" y="45034"/>
                  <a:pt x="52604" y="42702"/>
                  <a:pt x="53436" y="39551"/>
                </a:cubicBezTo>
                <a:cubicBezTo>
                  <a:pt x="54268" y="36401"/>
                  <a:pt x="53784" y="33316"/>
                  <a:pt x="51660" y="30226"/>
                </a:cubicBezTo>
                <a:lnTo>
                  <a:pt x="50481" y="28509"/>
                </a:lnTo>
                <a:lnTo>
                  <a:pt x="41184" y="33019"/>
                </a:lnTo>
                <a:close/>
                <a:moveTo>
                  <a:pt x="64568" y="14121"/>
                </a:moveTo>
                <a:lnTo>
                  <a:pt x="82971" y="40904"/>
                </a:lnTo>
                <a:lnTo>
                  <a:pt x="64991" y="49627"/>
                </a:lnTo>
                <a:lnTo>
                  <a:pt x="60213" y="42673"/>
                </a:lnTo>
                <a:cubicBezTo>
                  <a:pt x="59766" y="46781"/>
                  <a:pt x="58526" y="50130"/>
                  <a:pt x="56389" y="52769"/>
                </a:cubicBezTo>
                <a:cubicBezTo>
                  <a:pt x="54150" y="55458"/>
                  <a:pt x="51046" y="57879"/>
                  <a:pt x="46755" y="59961"/>
                </a:cubicBezTo>
                <a:cubicBezTo>
                  <a:pt x="40932" y="62786"/>
                  <a:pt x="35289" y="63692"/>
                  <a:pt x="29767" y="62594"/>
                </a:cubicBezTo>
                <a:cubicBezTo>
                  <a:pt x="24201" y="61631"/>
                  <a:pt x="19928" y="58783"/>
                  <a:pt x="16802" y="54233"/>
                </a:cubicBezTo>
                <a:cubicBezTo>
                  <a:pt x="13027" y="48739"/>
                  <a:pt x="12503" y="43614"/>
                  <a:pt x="15228" y="38858"/>
                </a:cubicBezTo>
                <a:cubicBezTo>
                  <a:pt x="17954" y="34102"/>
                  <a:pt x="24118" y="29395"/>
                  <a:pt x="33824" y="24686"/>
                </a:cubicBezTo>
                <a:lnTo>
                  <a:pt x="44346" y="19581"/>
                </a:lnTo>
                <a:lnTo>
                  <a:pt x="43521" y="18380"/>
                </a:lnTo>
                <a:cubicBezTo>
                  <a:pt x="41928" y="16062"/>
                  <a:pt x="39625" y="14890"/>
                  <a:pt x="36610" y="14864"/>
                </a:cubicBezTo>
                <a:cubicBezTo>
                  <a:pt x="33596" y="14839"/>
                  <a:pt x="29710" y="15923"/>
                  <a:pt x="25010" y="18203"/>
                </a:cubicBezTo>
                <a:cubicBezTo>
                  <a:pt x="21128" y="20086"/>
                  <a:pt x="17788" y="22164"/>
                  <a:pt x="14991" y="24437"/>
                </a:cubicBezTo>
                <a:cubicBezTo>
                  <a:pt x="12193" y="26710"/>
                  <a:pt x="9777" y="29141"/>
                  <a:pt x="7845" y="31681"/>
                </a:cubicBezTo>
                <a:lnTo>
                  <a:pt x="0" y="20264"/>
                </a:lnTo>
                <a:cubicBezTo>
                  <a:pt x="3249" y="17657"/>
                  <a:pt x="6616" y="15223"/>
                  <a:pt x="10204" y="12910"/>
                </a:cubicBezTo>
                <a:cubicBezTo>
                  <a:pt x="13850" y="10683"/>
                  <a:pt x="17555" y="8542"/>
                  <a:pt x="21437" y="6659"/>
                </a:cubicBezTo>
                <a:cubicBezTo>
                  <a:pt x="31449" y="1802"/>
                  <a:pt x="39882" y="0"/>
                  <a:pt x="46678" y="1167"/>
                </a:cubicBezTo>
                <a:cubicBezTo>
                  <a:pt x="53473" y="2334"/>
                  <a:pt x="59437" y="6652"/>
                  <a:pt x="64568" y="14121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992296-4044-406F-A34C-9D93B308C0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8105" y="440959"/>
            <a:ext cx="62706" cy="73914"/>
          </a:xfrm>
          <a:custGeom xmlns:a="http://schemas.openxmlformats.org/drawingml/2006/main">
            <a:pathLst>
              <a:path w="62706" h="73914">
                <a:moveTo>
                  <a:pt x="0" y="8673"/>
                </a:moveTo>
                <a:lnTo>
                  <a:pt x="17878" y="0"/>
                </a:lnTo>
                <a:lnTo>
                  <a:pt x="62706" y="65241"/>
                </a:lnTo>
                <a:lnTo>
                  <a:pt x="44827" y="73914"/>
                </a:lnTo>
                <a:lnTo>
                  <a:pt x="0" y="867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79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4B67923F-0754-4F2B-BF44-C8675659E7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5041" y="855641"/>
            <a:ext cx="3128346" cy="9011"/>
          </a:xfrm>
          <a:custGeom xmlns:a="http://schemas.openxmlformats.org/drawingml/2006/main">
            <a:pathLst>
              <a:path w="3128346" h="9011">
                <a:moveTo>
                  <a:pt x="0" y="0"/>
                </a:moveTo>
                <a:lnTo>
                  <a:pt x="3128346" y="0"/>
                </a:lnTo>
                <a:lnTo>
                  <a:pt x="3128346" y="9011"/>
                </a:lnTo>
                <a:lnTo>
                  <a:pt x="0" y="901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875DEB-1444-44DE-839A-4A3F58B9B6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60228" y="894443"/>
            <a:ext cx="91144" cy="79299"/>
          </a:xfrm>
          <a:custGeom xmlns:a="http://schemas.openxmlformats.org/drawingml/2006/main">
            <a:pathLst>
              <a:path w="91144" h="79299">
                <a:moveTo>
                  <a:pt x="91144" y="55627"/>
                </a:moveTo>
                <a:cubicBezTo>
                  <a:pt x="88630" y="58906"/>
                  <a:pt x="85778" y="61893"/>
                  <a:pt x="82470" y="64413"/>
                </a:cubicBezTo>
                <a:cubicBezTo>
                  <a:pt x="79060" y="66983"/>
                  <a:pt x="75370" y="69345"/>
                  <a:pt x="71284" y="71328"/>
                </a:cubicBezTo>
                <a:cubicBezTo>
                  <a:pt x="58820" y="77374"/>
                  <a:pt x="47066" y="79299"/>
                  <a:pt x="35802" y="76981"/>
                </a:cubicBezTo>
                <a:cubicBezTo>
                  <a:pt x="24596" y="74748"/>
                  <a:pt x="15594" y="68585"/>
                  <a:pt x="8693" y="58542"/>
                </a:cubicBezTo>
                <a:cubicBezTo>
                  <a:pt x="1851" y="48584"/>
                  <a:pt x="0" y="38952"/>
                  <a:pt x="3243" y="29595"/>
                </a:cubicBezTo>
                <a:cubicBezTo>
                  <a:pt x="6485" y="20239"/>
                  <a:pt x="14287" y="12562"/>
                  <a:pt x="26751" y="6516"/>
                </a:cubicBezTo>
                <a:cubicBezTo>
                  <a:pt x="30838" y="4533"/>
                  <a:pt x="35117" y="3030"/>
                  <a:pt x="39530" y="1919"/>
                </a:cubicBezTo>
                <a:cubicBezTo>
                  <a:pt x="43841" y="858"/>
                  <a:pt x="48286" y="189"/>
                  <a:pt x="52923" y="0"/>
                </a:cubicBezTo>
                <a:lnTo>
                  <a:pt x="61829" y="12962"/>
                </a:lnTo>
                <a:cubicBezTo>
                  <a:pt x="56838" y="12637"/>
                  <a:pt x="52362" y="12863"/>
                  <a:pt x="48240" y="13603"/>
                </a:cubicBezTo>
                <a:cubicBezTo>
                  <a:pt x="44117" y="14344"/>
                  <a:pt x="40085" y="15613"/>
                  <a:pt x="36305" y="17447"/>
                </a:cubicBezTo>
                <a:cubicBezTo>
                  <a:pt x="29358" y="20817"/>
                  <a:pt x="25241" y="25333"/>
                  <a:pt x="23896" y="30907"/>
                </a:cubicBezTo>
                <a:cubicBezTo>
                  <a:pt x="22550" y="36482"/>
                  <a:pt x="24089" y="42488"/>
                  <a:pt x="28512" y="48927"/>
                </a:cubicBezTo>
                <a:cubicBezTo>
                  <a:pt x="32995" y="55451"/>
                  <a:pt x="38416" y="59574"/>
                  <a:pt x="44835" y="61382"/>
                </a:cubicBezTo>
                <a:cubicBezTo>
                  <a:pt x="51253" y="63190"/>
                  <a:pt x="57906" y="62366"/>
                  <a:pt x="64853" y="58995"/>
                </a:cubicBezTo>
                <a:cubicBezTo>
                  <a:pt x="68633" y="57162"/>
                  <a:pt x="72016" y="54948"/>
                  <a:pt x="74841" y="52319"/>
                </a:cubicBezTo>
                <a:cubicBezTo>
                  <a:pt x="77666" y="49689"/>
                  <a:pt x="80078" y="46459"/>
                  <a:pt x="82238" y="42664"/>
                </a:cubicBezTo>
                <a:lnTo>
                  <a:pt x="91144" y="55627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2028C8-E463-4490-9CA8-775E29EFE4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35975" y="872250"/>
            <a:ext cx="88453" cy="69636"/>
          </a:xfrm>
          <a:custGeom xmlns:a="http://schemas.openxmlformats.org/drawingml/2006/main">
            <a:pathLst>
              <a:path w="88453" h="69636">
                <a:moveTo>
                  <a:pt x="19700" y="55931"/>
                </a:moveTo>
                <a:lnTo>
                  <a:pt x="0" y="27259"/>
                </a:lnTo>
                <a:lnTo>
                  <a:pt x="17981" y="18536"/>
                </a:lnTo>
                <a:lnTo>
                  <a:pt x="21225" y="23258"/>
                </a:lnTo>
                <a:cubicBezTo>
                  <a:pt x="22994" y="25833"/>
                  <a:pt x="25074" y="29059"/>
                  <a:pt x="27729" y="32922"/>
                </a:cubicBezTo>
                <a:cubicBezTo>
                  <a:pt x="30383" y="36785"/>
                  <a:pt x="32152" y="39360"/>
                  <a:pt x="32978" y="40562"/>
                </a:cubicBezTo>
                <a:cubicBezTo>
                  <a:pt x="35573" y="44339"/>
                  <a:pt x="37563" y="47036"/>
                  <a:pt x="38888" y="48568"/>
                </a:cubicBezTo>
                <a:cubicBezTo>
                  <a:pt x="40272" y="50186"/>
                  <a:pt x="41507" y="51189"/>
                  <a:pt x="42591" y="51579"/>
                </a:cubicBezTo>
                <a:cubicBezTo>
                  <a:pt x="44014" y="52262"/>
                  <a:pt x="45465" y="52589"/>
                  <a:pt x="47044" y="52509"/>
                </a:cubicBezTo>
                <a:cubicBezTo>
                  <a:pt x="48522" y="52479"/>
                  <a:pt x="50027" y="52092"/>
                  <a:pt x="51662" y="51299"/>
                </a:cubicBezTo>
                <a:cubicBezTo>
                  <a:pt x="55340" y="49515"/>
                  <a:pt x="57477" y="46876"/>
                  <a:pt x="57970" y="43431"/>
                </a:cubicBezTo>
                <a:cubicBezTo>
                  <a:pt x="58362" y="40036"/>
                  <a:pt x="57186" y="36143"/>
                  <a:pt x="54236" y="31851"/>
                </a:cubicBezTo>
                <a:lnTo>
                  <a:pt x="38311" y="8673"/>
                </a:lnTo>
                <a:lnTo>
                  <a:pt x="56189" y="0"/>
                </a:lnTo>
                <a:lnTo>
                  <a:pt x="88453" y="46956"/>
                </a:lnTo>
                <a:lnTo>
                  <a:pt x="70575" y="55630"/>
                </a:lnTo>
                <a:lnTo>
                  <a:pt x="65915" y="48848"/>
                </a:lnTo>
                <a:cubicBezTo>
                  <a:pt x="65146" y="52884"/>
                  <a:pt x="63701" y="56332"/>
                  <a:pt x="61462" y="59020"/>
                </a:cubicBezTo>
                <a:cubicBezTo>
                  <a:pt x="59223" y="61709"/>
                  <a:pt x="56426" y="63982"/>
                  <a:pt x="52850" y="65716"/>
                </a:cubicBezTo>
                <a:cubicBezTo>
                  <a:pt x="46312" y="68888"/>
                  <a:pt x="40287" y="69636"/>
                  <a:pt x="34675" y="68010"/>
                </a:cubicBezTo>
                <a:cubicBezTo>
                  <a:pt x="29062" y="66383"/>
                  <a:pt x="24065" y="62283"/>
                  <a:pt x="19700" y="55931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14DB8D-C26E-4C71-826A-1A57080740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96764" y="836966"/>
            <a:ext cx="62706" cy="73914"/>
          </a:xfrm>
          <a:custGeom xmlns:a="http://schemas.openxmlformats.org/drawingml/2006/main">
            <a:pathLst>
              <a:path w="62706" h="73914">
                <a:moveTo>
                  <a:pt x="0" y="8673"/>
                </a:moveTo>
                <a:lnTo>
                  <a:pt x="17878" y="0"/>
                </a:lnTo>
                <a:lnTo>
                  <a:pt x="62706" y="65241"/>
                </a:lnTo>
                <a:lnTo>
                  <a:pt x="44827" y="73914"/>
                </a:lnTo>
                <a:lnTo>
                  <a:pt x="0" y="867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6B40ED-0D43-4AF6-9EBC-93F7AB0FD6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36861" y="824152"/>
            <a:ext cx="76142" cy="64165"/>
          </a:xfrm>
          <a:custGeom xmlns:a="http://schemas.openxmlformats.org/drawingml/2006/main">
            <a:pathLst>
              <a:path w="76142" h="64165">
                <a:moveTo>
                  <a:pt x="17878" y="0"/>
                </a:moveTo>
                <a:lnTo>
                  <a:pt x="27021" y="13306"/>
                </a:lnTo>
                <a:lnTo>
                  <a:pt x="45410" y="4385"/>
                </a:lnTo>
                <a:lnTo>
                  <a:pt x="52783" y="15115"/>
                </a:lnTo>
                <a:lnTo>
                  <a:pt x="34394" y="24036"/>
                </a:lnTo>
                <a:lnTo>
                  <a:pt x="48078" y="43952"/>
                </a:lnTo>
                <a:cubicBezTo>
                  <a:pt x="49612" y="46184"/>
                  <a:pt x="51125" y="47395"/>
                  <a:pt x="52678" y="47672"/>
                </a:cubicBezTo>
                <a:cubicBezTo>
                  <a:pt x="54230" y="47949"/>
                  <a:pt x="56509" y="47301"/>
                  <a:pt x="59574" y="45815"/>
                </a:cubicBezTo>
                <a:lnTo>
                  <a:pt x="68769" y="41354"/>
                </a:lnTo>
                <a:lnTo>
                  <a:pt x="76142" y="52084"/>
                </a:lnTo>
                <a:lnTo>
                  <a:pt x="60817" y="59519"/>
                </a:lnTo>
                <a:cubicBezTo>
                  <a:pt x="53768" y="62939"/>
                  <a:pt x="47936" y="64165"/>
                  <a:pt x="43263" y="63113"/>
                </a:cubicBezTo>
                <a:cubicBezTo>
                  <a:pt x="38649" y="62147"/>
                  <a:pt x="34328" y="58634"/>
                  <a:pt x="30200" y="52625"/>
                </a:cubicBezTo>
                <a:lnTo>
                  <a:pt x="16515" y="32710"/>
                </a:lnTo>
                <a:lnTo>
                  <a:pt x="7627" y="37021"/>
                </a:lnTo>
                <a:lnTo>
                  <a:pt x="254" y="26291"/>
                </a:lnTo>
                <a:lnTo>
                  <a:pt x="9142" y="21979"/>
                </a:lnTo>
                <a:lnTo>
                  <a:pt x="0" y="8673"/>
                </a:lnTo>
                <a:lnTo>
                  <a:pt x="17878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C995A6-CF89-481F-B7A9-DC96C2B03F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2590" y="796272"/>
            <a:ext cx="88453" cy="69636"/>
          </a:xfrm>
          <a:custGeom xmlns:a="http://schemas.openxmlformats.org/drawingml/2006/main">
            <a:pathLst>
              <a:path w="88453" h="69636">
                <a:moveTo>
                  <a:pt x="19700" y="55931"/>
                </a:moveTo>
                <a:lnTo>
                  <a:pt x="0" y="27259"/>
                </a:lnTo>
                <a:lnTo>
                  <a:pt x="17981" y="18536"/>
                </a:lnTo>
                <a:lnTo>
                  <a:pt x="21225" y="23258"/>
                </a:lnTo>
                <a:cubicBezTo>
                  <a:pt x="22994" y="25833"/>
                  <a:pt x="25074" y="29059"/>
                  <a:pt x="27729" y="32922"/>
                </a:cubicBezTo>
                <a:cubicBezTo>
                  <a:pt x="30383" y="36785"/>
                  <a:pt x="32152" y="39360"/>
                  <a:pt x="32978" y="40562"/>
                </a:cubicBezTo>
                <a:cubicBezTo>
                  <a:pt x="35573" y="44339"/>
                  <a:pt x="37563" y="47036"/>
                  <a:pt x="38888" y="48568"/>
                </a:cubicBezTo>
                <a:cubicBezTo>
                  <a:pt x="40272" y="50186"/>
                  <a:pt x="41507" y="51189"/>
                  <a:pt x="42591" y="51579"/>
                </a:cubicBezTo>
                <a:cubicBezTo>
                  <a:pt x="44014" y="52262"/>
                  <a:pt x="45465" y="52589"/>
                  <a:pt x="47044" y="52509"/>
                </a:cubicBezTo>
                <a:cubicBezTo>
                  <a:pt x="48522" y="52479"/>
                  <a:pt x="50027" y="52092"/>
                  <a:pt x="51662" y="51299"/>
                </a:cubicBezTo>
                <a:cubicBezTo>
                  <a:pt x="55340" y="49515"/>
                  <a:pt x="57477" y="46876"/>
                  <a:pt x="57970" y="43431"/>
                </a:cubicBezTo>
                <a:cubicBezTo>
                  <a:pt x="58362" y="40036"/>
                  <a:pt x="57186" y="36143"/>
                  <a:pt x="54236" y="31851"/>
                </a:cubicBezTo>
                <a:lnTo>
                  <a:pt x="38311" y="8673"/>
                </a:lnTo>
                <a:lnTo>
                  <a:pt x="56189" y="0"/>
                </a:lnTo>
                <a:lnTo>
                  <a:pt x="88453" y="46956"/>
                </a:lnTo>
                <a:lnTo>
                  <a:pt x="70575" y="55630"/>
                </a:lnTo>
                <a:lnTo>
                  <a:pt x="65915" y="48848"/>
                </a:lnTo>
                <a:cubicBezTo>
                  <a:pt x="65146" y="52884"/>
                  <a:pt x="63701" y="56332"/>
                  <a:pt x="61462" y="59020"/>
                </a:cubicBezTo>
                <a:cubicBezTo>
                  <a:pt x="59223" y="61709"/>
                  <a:pt x="56426" y="63982"/>
                  <a:pt x="52850" y="65716"/>
                </a:cubicBezTo>
                <a:cubicBezTo>
                  <a:pt x="46312" y="68888"/>
                  <a:pt x="40287" y="69636"/>
                  <a:pt x="34675" y="68010"/>
                </a:cubicBezTo>
                <a:cubicBezTo>
                  <a:pt x="29062" y="66383"/>
                  <a:pt x="24065" y="62283"/>
                  <a:pt x="19700" y="55931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088FE3-AF33-4913-B23D-D4CB4A8762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5942" y="767051"/>
            <a:ext cx="50266" cy="67851"/>
          </a:xfrm>
          <a:custGeom xmlns:a="http://schemas.openxmlformats.org/drawingml/2006/main">
            <a:pathLst>
              <a:path w="50266" h="67851">
                <a:moveTo>
                  <a:pt x="50266" y="13563"/>
                </a:moveTo>
                <a:cubicBezTo>
                  <a:pt x="48219" y="13755"/>
                  <a:pt x="46392" y="14070"/>
                  <a:pt x="44623" y="14470"/>
                </a:cubicBezTo>
                <a:cubicBezTo>
                  <a:pt x="42914" y="14956"/>
                  <a:pt x="41263" y="15527"/>
                  <a:pt x="39731" y="16271"/>
                </a:cubicBezTo>
                <a:cubicBezTo>
                  <a:pt x="35134" y="18501"/>
                  <a:pt x="32443" y="21523"/>
                  <a:pt x="31642" y="25116"/>
                </a:cubicBezTo>
                <a:cubicBezTo>
                  <a:pt x="30901" y="28795"/>
                  <a:pt x="32093" y="32910"/>
                  <a:pt x="35279" y="37545"/>
                </a:cubicBezTo>
                <a:lnTo>
                  <a:pt x="50142" y="59178"/>
                </a:lnTo>
                <a:lnTo>
                  <a:pt x="32264" y="67851"/>
                </a:lnTo>
                <a:lnTo>
                  <a:pt x="0" y="20895"/>
                </a:lnTo>
                <a:lnTo>
                  <a:pt x="17878" y="12221"/>
                </a:lnTo>
                <a:lnTo>
                  <a:pt x="23187" y="19947"/>
                </a:lnTo>
                <a:cubicBezTo>
                  <a:pt x="23311" y="15767"/>
                  <a:pt x="24332" y="12296"/>
                  <a:pt x="26453" y="9435"/>
                </a:cubicBezTo>
                <a:cubicBezTo>
                  <a:pt x="28472" y="6624"/>
                  <a:pt x="31517" y="4117"/>
                  <a:pt x="35705" y="2085"/>
                </a:cubicBezTo>
                <a:cubicBezTo>
                  <a:pt x="36318" y="1788"/>
                  <a:pt x="36990" y="1576"/>
                  <a:pt x="37705" y="1229"/>
                </a:cubicBezTo>
                <a:cubicBezTo>
                  <a:pt x="38318" y="932"/>
                  <a:pt x="39399" y="522"/>
                  <a:pt x="40947" y="0"/>
                </a:cubicBezTo>
                <a:lnTo>
                  <a:pt x="50266" y="1356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AB77EE-7CC7-4B10-93CF-F397280EAB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21660" y="744010"/>
            <a:ext cx="78089" cy="60670"/>
          </a:xfrm>
          <a:custGeom xmlns:a="http://schemas.openxmlformats.org/drawingml/2006/main">
            <a:pathLst>
              <a:path w="78089" h="60670">
                <a:moveTo>
                  <a:pt x="66471" y="15790"/>
                </a:moveTo>
                <a:lnTo>
                  <a:pt x="69420" y="20083"/>
                </a:lnTo>
                <a:lnTo>
                  <a:pt x="27636" y="40353"/>
                </a:lnTo>
                <a:cubicBezTo>
                  <a:pt x="30463" y="43675"/>
                  <a:pt x="33824" y="45592"/>
                  <a:pt x="37660" y="46021"/>
                </a:cubicBezTo>
                <a:cubicBezTo>
                  <a:pt x="41453" y="46584"/>
                  <a:pt x="45618" y="45708"/>
                  <a:pt x="50318" y="43428"/>
                </a:cubicBezTo>
                <a:cubicBezTo>
                  <a:pt x="53995" y="41644"/>
                  <a:pt x="57583" y="39332"/>
                  <a:pt x="60918" y="36454"/>
                </a:cubicBezTo>
                <a:cubicBezTo>
                  <a:pt x="64152" y="33627"/>
                  <a:pt x="67235" y="30185"/>
                  <a:pt x="70126" y="26264"/>
                </a:cubicBezTo>
                <a:lnTo>
                  <a:pt x="78089" y="37853"/>
                </a:lnTo>
                <a:cubicBezTo>
                  <a:pt x="74742" y="41308"/>
                  <a:pt x="71202" y="44285"/>
                  <a:pt x="67426" y="46918"/>
                </a:cubicBezTo>
                <a:cubicBezTo>
                  <a:pt x="63607" y="49686"/>
                  <a:pt x="59655" y="52061"/>
                  <a:pt x="55466" y="54093"/>
                </a:cubicBezTo>
                <a:cubicBezTo>
                  <a:pt x="45352" y="59000"/>
                  <a:pt x="36011" y="60670"/>
                  <a:pt x="27443" y="59104"/>
                </a:cubicBezTo>
                <a:cubicBezTo>
                  <a:pt x="18875" y="57538"/>
                  <a:pt x="11987" y="52867"/>
                  <a:pt x="6620" y="45055"/>
                </a:cubicBezTo>
                <a:cubicBezTo>
                  <a:pt x="1370" y="37415"/>
                  <a:pt x="0" y="30068"/>
                  <a:pt x="2509" y="23013"/>
                </a:cubicBezTo>
                <a:cubicBezTo>
                  <a:pt x="5017" y="15959"/>
                  <a:pt x="11044" y="10059"/>
                  <a:pt x="20647" y="5401"/>
                </a:cubicBezTo>
                <a:cubicBezTo>
                  <a:pt x="29433" y="1138"/>
                  <a:pt x="37913" y="0"/>
                  <a:pt x="46293" y="1887"/>
                </a:cubicBezTo>
                <a:cubicBezTo>
                  <a:pt x="54673" y="3773"/>
                  <a:pt x="61399" y="8408"/>
                  <a:pt x="66471" y="15790"/>
                </a:cubicBezTo>
                <a:close/>
                <a:moveTo>
                  <a:pt x="44661" y="19733"/>
                </a:moveTo>
                <a:cubicBezTo>
                  <a:pt x="42715" y="16900"/>
                  <a:pt x="40100" y="15078"/>
                  <a:pt x="36980" y="14302"/>
                </a:cubicBezTo>
                <a:cubicBezTo>
                  <a:pt x="33757" y="13577"/>
                  <a:pt x="30554" y="13872"/>
                  <a:pt x="27387" y="15408"/>
                </a:cubicBezTo>
                <a:cubicBezTo>
                  <a:pt x="23913" y="17093"/>
                  <a:pt x="21643" y="19339"/>
                  <a:pt x="20618" y="22011"/>
                </a:cubicBezTo>
                <a:cubicBezTo>
                  <a:pt x="19593" y="24683"/>
                  <a:pt x="19858" y="27645"/>
                  <a:pt x="21470" y="30983"/>
                </a:cubicBezTo>
                <a:lnTo>
                  <a:pt x="44661" y="1973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7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DAD739BB-DCBF-4EB7-B3E2-0F07805981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5041" y="1158314"/>
            <a:ext cx="3128346" cy="9011"/>
          </a:xfrm>
          <a:custGeom xmlns:a="http://schemas.openxmlformats.org/drawingml/2006/main">
            <a:pathLst>
              <a:path w="3128346" h="9011">
                <a:moveTo>
                  <a:pt x="0" y="0"/>
                </a:moveTo>
                <a:lnTo>
                  <a:pt x="3128346" y="0"/>
                </a:lnTo>
                <a:lnTo>
                  <a:pt x="3128346" y="9011"/>
                </a:lnTo>
                <a:lnTo>
                  <a:pt x="0" y="901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C30E2C-FAD0-42D9-83C4-361E9C1320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22618" y="1159788"/>
            <a:ext cx="110222" cy="83572"/>
          </a:xfrm>
          <a:custGeom xmlns:a="http://schemas.openxmlformats.org/drawingml/2006/main">
            <a:pathLst>
              <a:path w="110222" h="83572">
                <a:moveTo>
                  <a:pt x="46329" y="35487"/>
                </a:moveTo>
                <a:cubicBezTo>
                  <a:pt x="50313" y="33554"/>
                  <a:pt x="52761" y="31565"/>
                  <a:pt x="53613" y="29435"/>
                </a:cubicBezTo>
                <a:cubicBezTo>
                  <a:pt x="54524" y="27391"/>
                  <a:pt x="54028" y="24884"/>
                  <a:pt x="52022" y="21966"/>
                </a:cubicBezTo>
                <a:cubicBezTo>
                  <a:pt x="50076" y="19133"/>
                  <a:pt x="47741" y="17519"/>
                  <a:pt x="45178" y="17159"/>
                </a:cubicBezTo>
                <a:cubicBezTo>
                  <a:pt x="42616" y="16800"/>
                  <a:pt x="39283" y="17501"/>
                  <a:pt x="35299" y="19434"/>
                </a:cubicBezTo>
                <a:lnTo>
                  <a:pt x="27228" y="23349"/>
                </a:lnTo>
                <a:lnTo>
                  <a:pt x="38258" y="39402"/>
                </a:lnTo>
                <a:lnTo>
                  <a:pt x="46329" y="35487"/>
                </a:lnTo>
                <a:close/>
                <a:moveTo>
                  <a:pt x="45926" y="50562"/>
                </a:moveTo>
                <a:lnTo>
                  <a:pt x="62205" y="74255"/>
                </a:lnTo>
                <a:lnTo>
                  <a:pt x="42999" y="83572"/>
                </a:lnTo>
                <a:lnTo>
                  <a:pt x="0" y="20992"/>
                </a:lnTo>
                <a:lnTo>
                  <a:pt x="29321" y="6768"/>
                </a:lnTo>
                <a:cubicBezTo>
                  <a:pt x="39128" y="2010"/>
                  <a:pt x="47282" y="0"/>
                  <a:pt x="53767" y="517"/>
                </a:cubicBezTo>
                <a:cubicBezTo>
                  <a:pt x="60150" y="1083"/>
                  <a:pt x="65508" y="4321"/>
                  <a:pt x="69577" y="10244"/>
                </a:cubicBezTo>
                <a:cubicBezTo>
                  <a:pt x="72409" y="14365"/>
                  <a:pt x="73542" y="18393"/>
                  <a:pt x="73021" y="22194"/>
                </a:cubicBezTo>
                <a:cubicBezTo>
                  <a:pt x="72397" y="26045"/>
                  <a:pt x="70178" y="29754"/>
                  <a:pt x="66305" y="33236"/>
                </a:cubicBezTo>
                <a:cubicBezTo>
                  <a:pt x="69315" y="32462"/>
                  <a:pt x="72490" y="32524"/>
                  <a:pt x="75713" y="33250"/>
                </a:cubicBezTo>
                <a:cubicBezTo>
                  <a:pt x="78995" y="34061"/>
                  <a:pt x="82969" y="35682"/>
                  <a:pt x="87592" y="38246"/>
                </a:cubicBezTo>
                <a:lnTo>
                  <a:pt x="110222" y="50960"/>
                </a:lnTo>
                <a:lnTo>
                  <a:pt x="89789" y="60873"/>
                </a:lnTo>
                <a:lnTo>
                  <a:pt x="70021" y="49746"/>
                </a:lnTo>
                <a:cubicBezTo>
                  <a:pt x="66059" y="47548"/>
                  <a:pt x="62643" y="46343"/>
                  <a:pt x="59978" y="46034"/>
                </a:cubicBezTo>
                <a:cubicBezTo>
                  <a:pt x="57372" y="45810"/>
                  <a:pt x="54406" y="46448"/>
                  <a:pt x="51341" y="47935"/>
                </a:cubicBezTo>
                <a:lnTo>
                  <a:pt x="45926" y="50562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D16D87-049F-4C73-83EA-469885E31D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6393" y="1138591"/>
            <a:ext cx="74919" cy="61414"/>
          </a:xfrm>
          <a:custGeom xmlns:a="http://schemas.openxmlformats.org/drawingml/2006/main">
            <a:pathLst>
              <a:path w="74919" h="61414">
                <a:moveTo>
                  <a:pt x="27977" y="16775"/>
                </a:moveTo>
                <a:cubicBezTo>
                  <a:pt x="23992" y="18708"/>
                  <a:pt x="21753" y="21397"/>
                  <a:pt x="21362" y="24792"/>
                </a:cubicBezTo>
                <a:cubicBezTo>
                  <a:pt x="20970" y="28187"/>
                  <a:pt x="22308" y="32116"/>
                  <a:pt x="25375" y="36580"/>
                </a:cubicBezTo>
                <a:cubicBezTo>
                  <a:pt x="28501" y="41130"/>
                  <a:pt x="31882" y="44068"/>
                  <a:pt x="35577" y="45480"/>
                </a:cubicBezTo>
                <a:cubicBezTo>
                  <a:pt x="39271" y="46892"/>
                  <a:pt x="43103" y="46522"/>
                  <a:pt x="47087" y="44589"/>
                </a:cubicBezTo>
                <a:cubicBezTo>
                  <a:pt x="50969" y="42705"/>
                  <a:pt x="53165" y="40152"/>
                  <a:pt x="53557" y="36757"/>
                </a:cubicBezTo>
                <a:cubicBezTo>
                  <a:pt x="53949" y="33362"/>
                  <a:pt x="52713" y="29383"/>
                  <a:pt x="49587" y="24834"/>
                </a:cubicBezTo>
                <a:cubicBezTo>
                  <a:pt x="46520" y="20370"/>
                  <a:pt x="43037" y="17481"/>
                  <a:pt x="39342" y="16069"/>
                </a:cubicBezTo>
                <a:cubicBezTo>
                  <a:pt x="35647" y="14657"/>
                  <a:pt x="31859" y="14892"/>
                  <a:pt x="27977" y="16775"/>
                </a:cubicBezTo>
                <a:close/>
                <a:moveTo>
                  <a:pt x="20604" y="6045"/>
                </a:moveTo>
                <a:cubicBezTo>
                  <a:pt x="30207" y="1386"/>
                  <a:pt x="39198" y="0"/>
                  <a:pt x="47562" y="1665"/>
                </a:cubicBezTo>
                <a:cubicBezTo>
                  <a:pt x="55985" y="3417"/>
                  <a:pt x="62872" y="8088"/>
                  <a:pt x="68181" y="15813"/>
                </a:cubicBezTo>
                <a:cubicBezTo>
                  <a:pt x="73489" y="23539"/>
                  <a:pt x="74919" y="30972"/>
                  <a:pt x="72453" y="37891"/>
                </a:cubicBezTo>
                <a:cubicBezTo>
                  <a:pt x="69988" y="44810"/>
                  <a:pt x="64005" y="50574"/>
                  <a:pt x="54401" y="55233"/>
                </a:cubicBezTo>
                <a:cubicBezTo>
                  <a:pt x="44798" y="59892"/>
                  <a:pt x="35763" y="61414"/>
                  <a:pt x="27400" y="59748"/>
                </a:cubicBezTo>
                <a:cubicBezTo>
                  <a:pt x="18934" y="58132"/>
                  <a:pt x="12090" y="53326"/>
                  <a:pt x="6781" y="45600"/>
                </a:cubicBezTo>
                <a:cubicBezTo>
                  <a:pt x="1473" y="37874"/>
                  <a:pt x="0" y="30577"/>
                  <a:pt x="2509" y="23522"/>
                </a:cubicBezTo>
                <a:cubicBezTo>
                  <a:pt x="4974" y="16603"/>
                  <a:pt x="11000" y="10704"/>
                  <a:pt x="20604" y="604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B5E454-3875-45B0-8BAF-5F1CBD46EE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8822" y="1097631"/>
            <a:ext cx="62706" cy="73914"/>
          </a:xfrm>
          <a:custGeom xmlns:a="http://schemas.openxmlformats.org/drawingml/2006/main">
            <a:pathLst>
              <a:path w="62706" h="73914">
                <a:moveTo>
                  <a:pt x="0" y="8673"/>
                </a:moveTo>
                <a:lnTo>
                  <a:pt x="17878" y="0"/>
                </a:lnTo>
                <a:lnTo>
                  <a:pt x="62706" y="65241"/>
                </a:lnTo>
                <a:lnTo>
                  <a:pt x="44827" y="73914"/>
                </a:lnTo>
                <a:lnTo>
                  <a:pt x="0" y="867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D13F56-9C44-4B1D-BC83-E9350B5AE6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21781" y="1088087"/>
            <a:ext cx="78089" cy="60670"/>
          </a:xfrm>
          <a:custGeom xmlns:a="http://schemas.openxmlformats.org/drawingml/2006/main">
            <a:pathLst>
              <a:path w="78089" h="60670">
                <a:moveTo>
                  <a:pt x="66471" y="15790"/>
                </a:moveTo>
                <a:lnTo>
                  <a:pt x="69420" y="20083"/>
                </a:lnTo>
                <a:lnTo>
                  <a:pt x="27636" y="40353"/>
                </a:lnTo>
                <a:cubicBezTo>
                  <a:pt x="30463" y="43675"/>
                  <a:pt x="33824" y="45592"/>
                  <a:pt x="37660" y="46021"/>
                </a:cubicBezTo>
                <a:cubicBezTo>
                  <a:pt x="41453" y="46584"/>
                  <a:pt x="45618" y="45708"/>
                  <a:pt x="50318" y="43428"/>
                </a:cubicBezTo>
                <a:cubicBezTo>
                  <a:pt x="53995" y="41644"/>
                  <a:pt x="57583" y="39332"/>
                  <a:pt x="60918" y="36454"/>
                </a:cubicBezTo>
                <a:cubicBezTo>
                  <a:pt x="64152" y="33627"/>
                  <a:pt x="67235" y="30185"/>
                  <a:pt x="70126" y="26264"/>
                </a:cubicBezTo>
                <a:lnTo>
                  <a:pt x="78089" y="37853"/>
                </a:lnTo>
                <a:cubicBezTo>
                  <a:pt x="74742" y="41308"/>
                  <a:pt x="71202" y="44285"/>
                  <a:pt x="67426" y="46918"/>
                </a:cubicBezTo>
                <a:cubicBezTo>
                  <a:pt x="63607" y="49686"/>
                  <a:pt x="59655" y="52061"/>
                  <a:pt x="55466" y="54093"/>
                </a:cubicBezTo>
                <a:cubicBezTo>
                  <a:pt x="45352" y="59000"/>
                  <a:pt x="36011" y="60670"/>
                  <a:pt x="27443" y="59104"/>
                </a:cubicBezTo>
                <a:cubicBezTo>
                  <a:pt x="18875" y="57538"/>
                  <a:pt x="11987" y="52867"/>
                  <a:pt x="6620" y="45055"/>
                </a:cubicBezTo>
                <a:cubicBezTo>
                  <a:pt x="1370" y="37415"/>
                  <a:pt x="0" y="30068"/>
                  <a:pt x="2509" y="23013"/>
                </a:cubicBezTo>
                <a:cubicBezTo>
                  <a:pt x="5017" y="15959"/>
                  <a:pt x="11044" y="10059"/>
                  <a:pt x="20647" y="5401"/>
                </a:cubicBezTo>
                <a:cubicBezTo>
                  <a:pt x="29433" y="1138"/>
                  <a:pt x="37913" y="0"/>
                  <a:pt x="46293" y="1887"/>
                </a:cubicBezTo>
                <a:cubicBezTo>
                  <a:pt x="54673" y="3773"/>
                  <a:pt x="61399" y="8408"/>
                  <a:pt x="66471" y="15790"/>
                </a:cubicBezTo>
                <a:close/>
                <a:moveTo>
                  <a:pt x="44661" y="19733"/>
                </a:moveTo>
                <a:cubicBezTo>
                  <a:pt x="42715" y="16900"/>
                  <a:pt x="40100" y="15078"/>
                  <a:pt x="36980" y="14302"/>
                </a:cubicBezTo>
                <a:cubicBezTo>
                  <a:pt x="33757" y="13577"/>
                  <a:pt x="30554" y="13872"/>
                  <a:pt x="27387" y="15408"/>
                </a:cubicBezTo>
                <a:cubicBezTo>
                  <a:pt x="23913" y="17093"/>
                  <a:pt x="21643" y="19339"/>
                  <a:pt x="20618" y="22011"/>
                </a:cubicBezTo>
                <a:cubicBezTo>
                  <a:pt x="19593" y="24683"/>
                  <a:pt x="19858" y="27645"/>
                  <a:pt x="21470" y="30983"/>
                </a:cubicBezTo>
                <a:lnTo>
                  <a:pt x="44661" y="1973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2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47D339DE-14A3-4EFF-BB53-89C2D8563C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5041" y="1460987"/>
            <a:ext cx="3128346" cy="9011"/>
          </a:xfrm>
          <a:custGeom xmlns:a="http://schemas.openxmlformats.org/drawingml/2006/main">
            <a:pathLst>
              <a:path w="3128346" h="9011">
                <a:moveTo>
                  <a:pt x="0" y="0"/>
                </a:moveTo>
                <a:lnTo>
                  <a:pt x="3128346" y="0"/>
                </a:lnTo>
                <a:lnTo>
                  <a:pt x="3128346" y="9011"/>
                </a:lnTo>
                <a:lnTo>
                  <a:pt x="0" y="901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0EA885-9648-467B-89C3-58F6B4140E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5438" y="1575783"/>
            <a:ext cx="110222" cy="83572"/>
          </a:xfrm>
          <a:custGeom xmlns:a="http://schemas.openxmlformats.org/drawingml/2006/main">
            <a:pathLst>
              <a:path w="110222" h="83572">
                <a:moveTo>
                  <a:pt x="46329" y="35487"/>
                </a:moveTo>
                <a:cubicBezTo>
                  <a:pt x="50313" y="33554"/>
                  <a:pt x="52761" y="31565"/>
                  <a:pt x="53613" y="29435"/>
                </a:cubicBezTo>
                <a:cubicBezTo>
                  <a:pt x="54524" y="27391"/>
                  <a:pt x="54028" y="24884"/>
                  <a:pt x="52022" y="21966"/>
                </a:cubicBezTo>
                <a:cubicBezTo>
                  <a:pt x="50076" y="19133"/>
                  <a:pt x="47741" y="17519"/>
                  <a:pt x="45178" y="17159"/>
                </a:cubicBezTo>
                <a:cubicBezTo>
                  <a:pt x="42616" y="16800"/>
                  <a:pt x="39283" y="17501"/>
                  <a:pt x="35299" y="19434"/>
                </a:cubicBezTo>
                <a:lnTo>
                  <a:pt x="27228" y="23349"/>
                </a:lnTo>
                <a:lnTo>
                  <a:pt x="38258" y="39402"/>
                </a:lnTo>
                <a:lnTo>
                  <a:pt x="46329" y="35487"/>
                </a:lnTo>
                <a:close/>
                <a:moveTo>
                  <a:pt x="45926" y="50562"/>
                </a:moveTo>
                <a:lnTo>
                  <a:pt x="62205" y="74255"/>
                </a:lnTo>
                <a:lnTo>
                  <a:pt x="42999" y="83572"/>
                </a:lnTo>
                <a:lnTo>
                  <a:pt x="0" y="20992"/>
                </a:lnTo>
                <a:lnTo>
                  <a:pt x="29321" y="6768"/>
                </a:lnTo>
                <a:cubicBezTo>
                  <a:pt x="39128" y="2010"/>
                  <a:pt x="47282" y="0"/>
                  <a:pt x="53767" y="517"/>
                </a:cubicBezTo>
                <a:cubicBezTo>
                  <a:pt x="60150" y="1083"/>
                  <a:pt x="65508" y="4321"/>
                  <a:pt x="69577" y="10244"/>
                </a:cubicBezTo>
                <a:cubicBezTo>
                  <a:pt x="72409" y="14365"/>
                  <a:pt x="73542" y="18393"/>
                  <a:pt x="73021" y="22194"/>
                </a:cubicBezTo>
                <a:cubicBezTo>
                  <a:pt x="72397" y="26045"/>
                  <a:pt x="70178" y="29754"/>
                  <a:pt x="66305" y="33236"/>
                </a:cubicBezTo>
                <a:cubicBezTo>
                  <a:pt x="69315" y="32462"/>
                  <a:pt x="72490" y="32524"/>
                  <a:pt x="75713" y="33250"/>
                </a:cubicBezTo>
                <a:cubicBezTo>
                  <a:pt x="78995" y="34061"/>
                  <a:pt x="82969" y="35682"/>
                  <a:pt x="87592" y="38246"/>
                </a:cubicBezTo>
                <a:lnTo>
                  <a:pt x="110222" y="50960"/>
                </a:lnTo>
                <a:lnTo>
                  <a:pt x="89789" y="60873"/>
                </a:lnTo>
                <a:lnTo>
                  <a:pt x="70021" y="49746"/>
                </a:lnTo>
                <a:cubicBezTo>
                  <a:pt x="66059" y="47548"/>
                  <a:pt x="62643" y="46343"/>
                  <a:pt x="59978" y="46034"/>
                </a:cubicBezTo>
                <a:cubicBezTo>
                  <a:pt x="57372" y="45810"/>
                  <a:pt x="54406" y="46448"/>
                  <a:pt x="51341" y="47935"/>
                </a:cubicBezTo>
                <a:lnTo>
                  <a:pt x="45926" y="50562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16B35A-5428-4D0E-8A7C-993F68052F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49374" y="1555130"/>
            <a:ext cx="78089" cy="60670"/>
          </a:xfrm>
          <a:custGeom xmlns:a="http://schemas.openxmlformats.org/drawingml/2006/main">
            <a:pathLst>
              <a:path w="78089" h="60670">
                <a:moveTo>
                  <a:pt x="66471" y="15790"/>
                </a:moveTo>
                <a:lnTo>
                  <a:pt x="69420" y="20083"/>
                </a:lnTo>
                <a:lnTo>
                  <a:pt x="27636" y="40353"/>
                </a:lnTo>
                <a:cubicBezTo>
                  <a:pt x="30463" y="43675"/>
                  <a:pt x="33824" y="45592"/>
                  <a:pt x="37660" y="46021"/>
                </a:cubicBezTo>
                <a:cubicBezTo>
                  <a:pt x="41453" y="46584"/>
                  <a:pt x="45618" y="45708"/>
                  <a:pt x="50318" y="43428"/>
                </a:cubicBezTo>
                <a:cubicBezTo>
                  <a:pt x="53995" y="41644"/>
                  <a:pt x="57583" y="39332"/>
                  <a:pt x="60918" y="36454"/>
                </a:cubicBezTo>
                <a:cubicBezTo>
                  <a:pt x="64152" y="33627"/>
                  <a:pt x="67235" y="30185"/>
                  <a:pt x="70126" y="26264"/>
                </a:cubicBezTo>
                <a:lnTo>
                  <a:pt x="78089" y="37853"/>
                </a:lnTo>
                <a:cubicBezTo>
                  <a:pt x="74742" y="41308"/>
                  <a:pt x="71202" y="44285"/>
                  <a:pt x="67426" y="46918"/>
                </a:cubicBezTo>
                <a:cubicBezTo>
                  <a:pt x="63607" y="49686"/>
                  <a:pt x="59655" y="52061"/>
                  <a:pt x="55466" y="54093"/>
                </a:cubicBezTo>
                <a:cubicBezTo>
                  <a:pt x="45352" y="59000"/>
                  <a:pt x="36011" y="60670"/>
                  <a:pt x="27443" y="59104"/>
                </a:cubicBezTo>
                <a:cubicBezTo>
                  <a:pt x="18875" y="57538"/>
                  <a:pt x="11987" y="52867"/>
                  <a:pt x="6620" y="45055"/>
                </a:cubicBezTo>
                <a:cubicBezTo>
                  <a:pt x="1370" y="37415"/>
                  <a:pt x="0" y="30068"/>
                  <a:pt x="2509" y="23013"/>
                </a:cubicBezTo>
                <a:cubicBezTo>
                  <a:pt x="5017" y="15959"/>
                  <a:pt x="11044" y="10059"/>
                  <a:pt x="20647" y="5401"/>
                </a:cubicBezTo>
                <a:cubicBezTo>
                  <a:pt x="29433" y="1138"/>
                  <a:pt x="37913" y="0"/>
                  <a:pt x="46293" y="1887"/>
                </a:cubicBezTo>
                <a:cubicBezTo>
                  <a:pt x="54673" y="3773"/>
                  <a:pt x="61399" y="8408"/>
                  <a:pt x="66471" y="15790"/>
                </a:cubicBezTo>
                <a:close/>
                <a:moveTo>
                  <a:pt x="44661" y="19733"/>
                </a:moveTo>
                <a:cubicBezTo>
                  <a:pt x="42715" y="16900"/>
                  <a:pt x="40100" y="15078"/>
                  <a:pt x="36980" y="14302"/>
                </a:cubicBezTo>
                <a:cubicBezTo>
                  <a:pt x="33757" y="13577"/>
                  <a:pt x="30554" y="13872"/>
                  <a:pt x="27387" y="15408"/>
                </a:cubicBezTo>
                <a:cubicBezTo>
                  <a:pt x="23913" y="17093"/>
                  <a:pt x="21643" y="19339"/>
                  <a:pt x="20618" y="22011"/>
                </a:cubicBezTo>
                <a:cubicBezTo>
                  <a:pt x="19593" y="24683"/>
                  <a:pt x="19858" y="27645"/>
                  <a:pt x="21470" y="30983"/>
                </a:cubicBezTo>
                <a:lnTo>
                  <a:pt x="44661" y="1973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053E4F-6FBD-4341-BCD6-3E4C6B75D6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00724" y="1514071"/>
            <a:ext cx="62706" cy="73914"/>
          </a:xfrm>
          <a:custGeom xmlns:a="http://schemas.openxmlformats.org/drawingml/2006/main">
            <a:pathLst>
              <a:path w="62706" h="73914">
                <a:moveTo>
                  <a:pt x="0" y="8673"/>
                </a:moveTo>
                <a:lnTo>
                  <a:pt x="17878" y="0"/>
                </a:lnTo>
                <a:lnTo>
                  <a:pt x="62706" y="65241"/>
                </a:lnTo>
                <a:lnTo>
                  <a:pt x="44827" y="73914"/>
                </a:lnTo>
                <a:lnTo>
                  <a:pt x="0" y="867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E249B7-48F7-45A0-A82B-2AFA1EA2B6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49929" y="1504707"/>
            <a:ext cx="82971" cy="63692"/>
          </a:xfrm>
          <a:custGeom xmlns:a="http://schemas.openxmlformats.org/drawingml/2006/main">
            <a:pathLst>
              <a:path w="82971" h="63692">
                <a:moveTo>
                  <a:pt x="41184" y="33019"/>
                </a:moveTo>
                <a:cubicBezTo>
                  <a:pt x="37404" y="34853"/>
                  <a:pt x="34956" y="36842"/>
                  <a:pt x="33825" y="38764"/>
                </a:cubicBezTo>
                <a:cubicBezTo>
                  <a:pt x="32694" y="40686"/>
                  <a:pt x="32836" y="42677"/>
                  <a:pt x="34252" y="44738"/>
                </a:cubicBezTo>
                <a:cubicBezTo>
                  <a:pt x="35549" y="46626"/>
                  <a:pt x="37326" y="47824"/>
                  <a:pt x="39567" y="48111"/>
                </a:cubicBezTo>
                <a:cubicBezTo>
                  <a:pt x="41866" y="48484"/>
                  <a:pt x="44365" y="47958"/>
                  <a:pt x="47021" y="46669"/>
                </a:cubicBezTo>
                <a:cubicBezTo>
                  <a:pt x="50393" y="45034"/>
                  <a:pt x="52604" y="42702"/>
                  <a:pt x="53436" y="39551"/>
                </a:cubicBezTo>
                <a:cubicBezTo>
                  <a:pt x="54268" y="36401"/>
                  <a:pt x="53784" y="33316"/>
                  <a:pt x="51660" y="30226"/>
                </a:cubicBezTo>
                <a:lnTo>
                  <a:pt x="50481" y="28509"/>
                </a:lnTo>
                <a:lnTo>
                  <a:pt x="41184" y="33019"/>
                </a:lnTo>
                <a:close/>
                <a:moveTo>
                  <a:pt x="64568" y="14121"/>
                </a:moveTo>
                <a:lnTo>
                  <a:pt x="82971" y="40904"/>
                </a:lnTo>
                <a:lnTo>
                  <a:pt x="64991" y="49627"/>
                </a:lnTo>
                <a:lnTo>
                  <a:pt x="60213" y="42673"/>
                </a:lnTo>
                <a:cubicBezTo>
                  <a:pt x="59766" y="46781"/>
                  <a:pt x="58526" y="50130"/>
                  <a:pt x="56389" y="52769"/>
                </a:cubicBezTo>
                <a:cubicBezTo>
                  <a:pt x="54150" y="55458"/>
                  <a:pt x="51046" y="57879"/>
                  <a:pt x="46755" y="59961"/>
                </a:cubicBezTo>
                <a:cubicBezTo>
                  <a:pt x="40932" y="62786"/>
                  <a:pt x="35289" y="63692"/>
                  <a:pt x="29767" y="62594"/>
                </a:cubicBezTo>
                <a:cubicBezTo>
                  <a:pt x="24201" y="61631"/>
                  <a:pt x="19928" y="58783"/>
                  <a:pt x="16802" y="54233"/>
                </a:cubicBezTo>
                <a:cubicBezTo>
                  <a:pt x="13027" y="48739"/>
                  <a:pt x="12503" y="43614"/>
                  <a:pt x="15228" y="38858"/>
                </a:cubicBezTo>
                <a:cubicBezTo>
                  <a:pt x="17954" y="34102"/>
                  <a:pt x="24118" y="29395"/>
                  <a:pt x="33824" y="24686"/>
                </a:cubicBezTo>
                <a:lnTo>
                  <a:pt x="44346" y="19581"/>
                </a:lnTo>
                <a:lnTo>
                  <a:pt x="43521" y="18380"/>
                </a:lnTo>
                <a:cubicBezTo>
                  <a:pt x="41928" y="16062"/>
                  <a:pt x="39625" y="14890"/>
                  <a:pt x="36610" y="14864"/>
                </a:cubicBezTo>
                <a:cubicBezTo>
                  <a:pt x="33596" y="14839"/>
                  <a:pt x="29710" y="15923"/>
                  <a:pt x="25010" y="18203"/>
                </a:cubicBezTo>
                <a:cubicBezTo>
                  <a:pt x="21128" y="20086"/>
                  <a:pt x="17788" y="22164"/>
                  <a:pt x="14991" y="24437"/>
                </a:cubicBezTo>
                <a:cubicBezTo>
                  <a:pt x="12193" y="26710"/>
                  <a:pt x="9777" y="29141"/>
                  <a:pt x="7845" y="31681"/>
                </a:cubicBezTo>
                <a:lnTo>
                  <a:pt x="0" y="20264"/>
                </a:lnTo>
                <a:cubicBezTo>
                  <a:pt x="3249" y="17657"/>
                  <a:pt x="6616" y="15223"/>
                  <a:pt x="10204" y="12910"/>
                </a:cubicBezTo>
                <a:cubicBezTo>
                  <a:pt x="13850" y="10683"/>
                  <a:pt x="17555" y="8542"/>
                  <a:pt x="21437" y="6659"/>
                </a:cubicBezTo>
                <a:cubicBezTo>
                  <a:pt x="31449" y="1802"/>
                  <a:pt x="39882" y="0"/>
                  <a:pt x="46678" y="1167"/>
                </a:cubicBezTo>
                <a:cubicBezTo>
                  <a:pt x="53473" y="2334"/>
                  <a:pt x="59437" y="6652"/>
                  <a:pt x="64568" y="14121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202743-F772-4E5A-9FB8-71F95B37EF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09781" y="1467803"/>
            <a:ext cx="76142" cy="64165"/>
          </a:xfrm>
          <a:custGeom xmlns:a="http://schemas.openxmlformats.org/drawingml/2006/main">
            <a:pathLst>
              <a:path w="76142" h="64165">
                <a:moveTo>
                  <a:pt x="17878" y="0"/>
                </a:moveTo>
                <a:lnTo>
                  <a:pt x="27021" y="13306"/>
                </a:lnTo>
                <a:lnTo>
                  <a:pt x="45410" y="4385"/>
                </a:lnTo>
                <a:lnTo>
                  <a:pt x="52783" y="15115"/>
                </a:lnTo>
                <a:lnTo>
                  <a:pt x="34394" y="24036"/>
                </a:lnTo>
                <a:lnTo>
                  <a:pt x="48078" y="43952"/>
                </a:lnTo>
                <a:cubicBezTo>
                  <a:pt x="49612" y="46184"/>
                  <a:pt x="51125" y="47395"/>
                  <a:pt x="52678" y="47672"/>
                </a:cubicBezTo>
                <a:cubicBezTo>
                  <a:pt x="54230" y="47949"/>
                  <a:pt x="56509" y="47301"/>
                  <a:pt x="59574" y="45815"/>
                </a:cubicBezTo>
                <a:lnTo>
                  <a:pt x="68769" y="41354"/>
                </a:lnTo>
                <a:lnTo>
                  <a:pt x="76142" y="52084"/>
                </a:lnTo>
                <a:lnTo>
                  <a:pt x="60817" y="59519"/>
                </a:lnTo>
                <a:cubicBezTo>
                  <a:pt x="53768" y="62939"/>
                  <a:pt x="47936" y="64165"/>
                  <a:pt x="43263" y="63113"/>
                </a:cubicBezTo>
                <a:cubicBezTo>
                  <a:pt x="38649" y="62147"/>
                  <a:pt x="34328" y="58634"/>
                  <a:pt x="30200" y="52625"/>
                </a:cubicBezTo>
                <a:lnTo>
                  <a:pt x="16515" y="32710"/>
                </a:lnTo>
                <a:lnTo>
                  <a:pt x="7627" y="37021"/>
                </a:lnTo>
                <a:lnTo>
                  <a:pt x="254" y="26291"/>
                </a:lnTo>
                <a:lnTo>
                  <a:pt x="9142" y="21979"/>
                </a:lnTo>
                <a:lnTo>
                  <a:pt x="0" y="8673"/>
                </a:lnTo>
                <a:lnTo>
                  <a:pt x="17878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480769-82AE-4BBC-AE24-F41E0B722A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53558" y="1439927"/>
            <a:ext cx="62706" cy="73914"/>
          </a:xfrm>
          <a:custGeom xmlns:a="http://schemas.openxmlformats.org/drawingml/2006/main">
            <a:pathLst>
              <a:path w="62706" h="73914">
                <a:moveTo>
                  <a:pt x="12563" y="26958"/>
                </a:moveTo>
                <a:lnTo>
                  <a:pt x="30442" y="18285"/>
                </a:lnTo>
                <a:lnTo>
                  <a:pt x="62706" y="65241"/>
                </a:lnTo>
                <a:lnTo>
                  <a:pt x="44827" y="73914"/>
                </a:lnTo>
                <a:lnTo>
                  <a:pt x="12563" y="26958"/>
                </a:lnTo>
                <a:close/>
                <a:moveTo>
                  <a:pt x="0" y="8673"/>
                </a:moveTo>
                <a:lnTo>
                  <a:pt x="17878" y="0"/>
                </a:lnTo>
                <a:lnTo>
                  <a:pt x="26313" y="12276"/>
                </a:lnTo>
                <a:lnTo>
                  <a:pt x="8435" y="20949"/>
                </a:lnTo>
                <a:lnTo>
                  <a:pt x="0" y="867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B37590-1B12-4C1E-B7A3-9EE11D008E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06355" y="1429838"/>
            <a:ext cx="74919" cy="61414"/>
          </a:xfrm>
          <a:custGeom xmlns:a="http://schemas.openxmlformats.org/drawingml/2006/main">
            <a:pathLst>
              <a:path w="74919" h="61414">
                <a:moveTo>
                  <a:pt x="27977" y="16775"/>
                </a:moveTo>
                <a:cubicBezTo>
                  <a:pt x="23992" y="18708"/>
                  <a:pt x="21753" y="21397"/>
                  <a:pt x="21362" y="24792"/>
                </a:cubicBezTo>
                <a:cubicBezTo>
                  <a:pt x="20970" y="28187"/>
                  <a:pt x="22308" y="32116"/>
                  <a:pt x="25375" y="36580"/>
                </a:cubicBezTo>
                <a:cubicBezTo>
                  <a:pt x="28501" y="41130"/>
                  <a:pt x="31882" y="44068"/>
                  <a:pt x="35577" y="45480"/>
                </a:cubicBezTo>
                <a:cubicBezTo>
                  <a:pt x="39271" y="46892"/>
                  <a:pt x="43103" y="46522"/>
                  <a:pt x="47087" y="44589"/>
                </a:cubicBezTo>
                <a:cubicBezTo>
                  <a:pt x="50969" y="42705"/>
                  <a:pt x="53165" y="40152"/>
                  <a:pt x="53557" y="36757"/>
                </a:cubicBezTo>
                <a:cubicBezTo>
                  <a:pt x="53949" y="33362"/>
                  <a:pt x="52713" y="29383"/>
                  <a:pt x="49587" y="24834"/>
                </a:cubicBezTo>
                <a:cubicBezTo>
                  <a:pt x="46520" y="20370"/>
                  <a:pt x="43037" y="17481"/>
                  <a:pt x="39342" y="16069"/>
                </a:cubicBezTo>
                <a:cubicBezTo>
                  <a:pt x="35647" y="14657"/>
                  <a:pt x="31859" y="14892"/>
                  <a:pt x="27977" y="16775"/>
                </a:cubicBezTo>
                <a:close/>
                <a:moveTo>
                  <a:pt x="20604" y="6045"/>
                </a:moveTo>
                <a:cubicBezTo>
                  <a:pt x="30207" y="1386"/>
                  <a:pt x="39198" y="0"/>
                  <a:pt x="47562" y="1665"/>
                </a:cubicBezTo>
                <a:cubicBezTo>
                  <a:pt x="55985" y="3417"/>
                  <a:pt x="62872" y="8088"/>
                  <a:pt x="68181" y="15813"/>
                </a:cubicBezTo>
                <a:cubicBezTo>
                  <a:pt x="73489" y="23539"/>
                  <a:pt x="74919" y="30972"/>
                  <a:pt x="72453" y="37891"/>
                </a:cubicBezTo>
                <a:cubicBezTo>
                  <a:pt x="69988" y="44810"/>
                  <a:pt x="64005" y="50574"/>
                  <a:pt x="54401" y="55233"/>
                </a:cubicBezTo>
                <a:cubicBezTo>
                  <a:pt x="44798" y="59892"/>
                  <a:pt x="35763" y="61414"/>
                  <a:pt x="27400" y="59748"/>
                </a:cubicBezTo>
                <a:cubicBezTo>
                  <a:pt x="18934" y="58132"/>
                  <a:pt x="12090" y="53326"/>
                  <a:pt x="6781" y="45600"/>
                </a:cubicBezTo>
                <a:cubicBezTo>
                  <a:pt x="1473" y="37874"/>
                  <a:pt x="0" y="30577"/>
                  <a:pt x="2509" y="23522"/>
                </a:cubicBezTo>
                <a:cubicBezTo>
                  <a:pt x="4974" y="16603"/>
                  <a:pt x="11000" y="10704"/>
                  <a:pt x="20604" y="604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4CFFDF-3465-4F1B-B508-492E02FA39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71349" y="1393242"/>
            <a:ext cx="88453" cy="69550"/>
          </a:xfrm>
          <a:custGeom xmlns:a="http://schemas.openxmlformats.org/drawingml/2006/main">
            <a:pathLst>
              <a:path w="88453" h="69550">
                <a:moveTo>
                  <a:pt x="68812" y="13706"/>
                </a:moveTo>
                <a:lnTo>
                  <a:pt x="88453" y="42291"/>
                </a:lnTo>
                <a:lnTo>
                  <a:pt x="70473" y="51014"/>
                </a:lnTo>
                <a:lnTo>
                  <a:pt x="67288" y="46379"/>
                </a:lnTo>
                <a:lnTo>
                  <a:pt x="55432" y="29124"/>
                </a:lnTo>
                <a:cubicBezTo>
                  <a:pt x="52660" y="25090"/>
                  <a:pt x="50670" y="22392"/>
                  <a:pt x="49404" y="20946"/>
                </a:cubicBezTo>
                <a:cubicBezTo>
                  <a:pt x="48138" y="19500"/>
                  <a:pt x="46963" y="18582"/>
                  <a:pt x="45921" y="18058"/>
                </a:cubicBezTo>
                <a:cubicBezTo>
                  <a:pt x="44557" y="17460"/>
                  <a:pt x="43107" y="17134"/>
                  <a:pt x="41527" y="17213"/>
                </a:cubicBezTo>
                <a:cubicBezTo>
                  <a:pt x="39947" y="17293"/>
                  <a:pt x="38281" y="17643"/>
                  <a:pt x="36850" y="18337"/>
                </a:cubicBezTo>
                <a:cubicBezTo>
                  <a:pt x="33070" y="20171"/>
                  <a:pt x="30933" y="22810"/>
                  <a:pt x="30542" y="26205"/>
                </a:cubicBezTo>
                <a:cubicBezTo>
                  <a:pt x="30048" y="29650"/>
                  <a:pt x="31327" y="33493"/>
                  <a:pt x="34276" y="37785"/>
                </a:cubicBezTo>
                <a:lnTo>
                  <a:pt x="50142" y="60877"/>
                </a:lnTo>
                <a:lnTo>
                  <a:pt x="32264" y="69550"/>
                </a:lnTo>
                <a:lnTo>
                  <a:pt x="0" y="22594"/>
                </a:lnTo>
                <a:lnTo>
                  <a:pt x="17878" y="13921"/>
                </a:lnTo>
                <a:lnTo>
                  <a:pt x="22597" y="20788"/>
                </a:lnTo>
                <a:cubicBezTo>
                  <a:pt x="23366" y="16753"/>
                  <a:pt x="24768" y="13440"/>
                  <a:pt x="26948" y="10666"/>
                </a:cubicBezTo>
                <a:cubicBezTo>
                  <a:pt x="29128" y="7891"/>
                  <a:pt x="32027" y="5569"/>
                  <a:pt x="35705" y="3784"/>
                </a:cubicBezTo>
                <a:cubicBezTo>
                  <a:pt x="42141" y="662"/>
                  <a:pt x="48225" y="0"/>
                  <a:pt x="53838" y="1627"/>
                </a:cubicBezTo>
                <a:cubicBezTo>
                  <a:pt x="59407" y="3388"/>
                  <a:pt x="64447" y="7353"/>
                  <a:pt x="68812" y="13706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4F65D0-F7DE-4C50-A58B-0CCEFF1802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46122" y="1360845"/>
            <a:ext cx="71906" cy="66133"/>
          </a:xfrm>
          <a:custGeom xmlns:a="http://schemas.openxmlformats.org/drawingml/2006/main">
            <a:pathLst>
              <a:path w="71906" h="66133">
                <a:moveTo>
                  <a:pt x="42592" y="0"/>
                </a:moveTo>
                <a:lnTo>
                  <a:pt x="50437" y="11417"/>
                </a:lnTo>
                <a:cubicBezTo>
                  <a:pt x="45670" y="12013"/>
                  <a:pt x="41284" y="12767"/>
                  <a:pt x="37339" y="13765"/>
                </a:cubicBezTo>
                <a:cubicBezTo>
                  <a:pt x="33291" y="14813"/>
                  <a:pt x="29684" y="16105"/>
                  <a:pt x="26517" y="17642"/>
                </a:cubicBezTo>
                <a:cubicBezTo>
                  <a:pt x="23044" y="19327"/>
                  <a:pt x="20887" y="20946"/>
                  <a:pt x="19724" y="22425"/>
                </a:cubicBezTo>
                <a:cubicBezTo>
                  <a:pt x="18561" y="23905"/>
                  <a:pt x="18511" y="25418"/>
                  <a:pt x="19513" y="26877"/>
                </a:cubicBezTo>
                <a:cubicBezTo>
                  <a:pt x="20339" y="28079"/>
                  <a:pt x="21601" y="28726"/>
                  <a:pt x="23240" y="28732"/>
                </a:cubicBezTo>
                <a:cubicBezTo>
                  <a:pt x="24938" y="28824"/>
                  <a:pt x="27480" y="28163"/>
                  <a:pt x="30985" y="26920"/>
                </a:cubicBezTo>
                <a:lnTo>
                  <a:pt x="34388" y="25727"/>
                </a:lnTo>
                <a:cubicBezTo>
                  <a:pt x="44188" y="22346"/>
                  <a:pt x="51380" y="20918"/>
                  <a:pt x="56080" y="21613"/>
                </a:cubicBezTo>
                <a:cubicBezTo>
                  <a:pt x="60781" y="22309"/>
                  <a:pt x="64834" y="25035"/>
                  <a:pt x="68137" y="29842"/>
                </a:cubicBezTo>
                <a:cubicBezTo>
                  <a:pt x="71558" y="34821"/>
                  <a:pt x="71906" y="39689"/>
                  <a:pt x="69223" y="44310"/>
                </a:cubicBezTo>
                <a:cubicBezTo>
                  <a:pt x="66541" y="48930"/>
                  <a:pt x="60828" y="53304"/>
                  <a:pt x="52144" y="57517"/>
                </a:cubicBezTo>
                <a:cubicBezTo>
                  <a:pt x="48467" y="59301"/>
                  <a:pt x="44407" y="60927"/>
                  <a:pt x="40230" y="62381"/>
                </a:cubicBezTo>
                <a:cubicBezTo>
                  <a:pt x="35951" y="63885"/>
                  <a:pt x="31393" y="65180"/>
                  <a:pt x="26598" y="66133"/>
                </a:cubicBezTo>
                <a:lnTo>
                  <a:pt x="18754" y="54715"/>
                </a:lnTo>
                <a:cubicBezTo>
                  <a:pt x="23289" y="54575"/>
                  <a:pt x="27733" y="53907"/>
                  <a:pt x="31985" y="52760"/>
                </a:cubicBezTo>
                <a:cubicBezTo>
                  <a:pt x="36135" y="51663"/>
                  <a:pt x="40253" y="50123"/>
                  <a:pt x="44135" y="48239"/>
                </a:cubicBezTo>
                <a:cubicBezTo>
                  <a:pt x="47609" y="46554"/>
                  <a:pt x="49927" y="44972"/>
                  <a:pt x="51176" y="43221"/>
                </a:cubicBezTo>
                <a:cubicBezTo>
                  <a:pt x="52382" y="41606"/>
                  <a:pt x="52476" y="39958"/>
                  <a:pt x="51355" y="38327"/>
                </a:cubicBezTo>
                <a:cubicBezTo>
                  <a:pt x="50411" y="36954"/>
                  <a:pt x="49149" y="36307"/>
                  <a:pt x="47452" y="36215"/>
                </a:cubicBezTo>
                <a:cubicBezTo>
                  <a:pt x="45754" y="36123"/>
                  <a:pt x="42948" y="36797"/>
                  <a:pt x="39136" y="38189"/>
                </a:cubicBezTo>
                <a:lnTo>
                  <a:pt x="35733" y="39382"/>
                </a:lnTo>
                <a:cubicBezTo>
                  <a:pt x="27234" y="42475"/>
                  <a:pt x="20655" y="43606"/>
                  <a:pt x="15896" y="42825"/>
                </a:cubicBezTo>
                <a:cubicBezTo>
                  <a:pt x="11093" y="42179"/>
                  <a:pt x="7201" y="39488"/>
                  <a:pt x="4016" y="34853"/>
                </a:cubicBezTo>
                <a:cubicBezTo>
                  <a:pt x="595" y="29874"/>
                  <a:pt x="0" y="25241"/>
                  <a:pt x="2435" y="20855"/>
                </a:cubicBezTo>
                <a:cubicBezTo>
                  <a:pt x="4870" y="16469"/>
                  <a:pt x="10276" y="12244"/>
                  <a:pt x="18653" y="8180"/>
                </a:cubicBezTo>
                <a:cubicBezTo>
                  <a:pt x="21923" y="6594"/>
                  <a:pt x="25471" y="5216"/>
                  <a:pt x="29444" y="3861"/>
                </a:cubicBezTo>
                <a:cubicBezTo>
                  <a:pt x="33416" y="2506"/>
                  <a:pt x="37711" y="1223"/>
                  <a:pt x="42592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F0DA6A-EDD5-48F1-A542-03066FBEF9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2312" y="1324101"/>
            <a:ext cx="101017" cy="73914"/>
          </a:xfrm>
          <a:custGeom xmlns:a="http://schemas.openxmlformats.org/drawingml/2006/main">
            <a:pathLst>
              <a:path w="101017" h="73914">
                <a:moveTo>
                  <a:pt x="81375" y="18070"/>
                </a:moveTo>
                <a:lnTo>
                  <a:pt x="101017" y="46655"/>
                </a:lnTo>
                <a:lnTo>
                  <a:pt x="83036" y="55378"/>
                </a:lnTo>
                <a:lnTo>
                  <a:pt x="79851" y="50743"/>
                </a:lnTo>
                <a:lnTo>
                  <a:pt x="68054" y="33574"/>
                </a:lnTo>
                <a:cubicBezTo>
                  <a:pt x="65223" y="29454"/>
                  <a:pt x="63234" y="26756"/>
                  <a:pt x="61967" y="25310"/>
                </a:cubicBezTo>
                <a:cubicBezTo>
                  <a:pt x="60701" y="23864"/>
                  <a:pt x="59526" y="22946"/>
                  <a:pt x="58484" y="22421"/>
                </a:cubicBezTo>
                <a:cubicBezTo>
                  <a:pt x="57120" y="21824"/>
                  <a:pt x="55670" y="21498"/>
                  <a:pt x="54090" y="21577"/>
                </a:cubicBezTo>
                <a:cubicBezTo>
                  <a:pt x="52510" y="21657"/>
                  <a:pt x="50844" y="22007"/>
                  <a:pt x="49414" y="22701"/>
                </a:cubicBezTo>
                <a:cubicBezTo>
                  <a:pt x="45634" y="24535"/>
                  <a:pt x="43497" y="27174"/>
                  <a:pt x="43105" y="30569"/>
                </a:cubicBezTo>
                <a:cubicBezTo>
                  <a:pt x="42611" y="34013"/>
                  <a:pt x="43890" y="37857"/>
                  <a:pt x="46839" y="42149"/>
                </a:cubicBezTo>
                <a:lnTo>
                  <a:pt x="62706" y="65241"/>
                </a:lnTo>
                <a:lnTo>
                  <a:pt x="44827" y="73914"/>
                </a:lnTo>
                <a:lnTo>
                  <a:pt x="0" y="8673"/>
                </a:lnTo>
                <a:lnTo>
                  <a:pt x="17878" y="0"/>
                </a:lnTo>
                <a:lnTo>
                  <a:pt x="35161" y="25152"/>
                </a:lnTo>
                <a:cubicBezTo>
                  <a:pt x="35929" y="21117"/>
                  <a:pt x="37331" y="17804"/>
                  <a:pt x="39511" y="15029"/>
                </a:cubicBezTo>
                <a:cubicBezTo>
                  <a:pt x="41691" y="12255"/>
                  <a:pt x="44591" y="9933"/>
                  <a:pt x="48269" y="8148"/>
                </a:cubicBezTo>
                <a:cubicBezTo>
                  <a:pt x="54705" y="5026"/>
                  <a:pt x="60788" y="4364"/>
                  <a:pt x="66401" y="5990"/>
                </a:cubicBezTo>
                <a:cubicBezTo>
                  <a:pt x="71971" y="7752"/>
                  <a:pt x="77010" y="11717"/>
                  <a:pt x="81375" y="1807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4AF764-9C25-42A9-89F5-C51AC85A7A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5052" y="1288813"/>
            <a:ext cx="62706" cy="73914"/>
          </a:xfrm>
          <a:custGeom xmlns:a="http://schemas.openxmlformats.org/drawingml/2006/main">
            <a:pathLst>
              <a:path w="62706" h="73914">
                <a:moveTo>
                  <a:pt x="12563" y="26958"/>
                </a:moveTo>
                <a:lnTo>
                  <a:pt x="30442" y="18285"/>
                </a:lnTo>
                <a:lnTo>
                  <a:pt x="62706" y="65241"/>
                </a:lnTo>
                <a:lnTo>
                  <a:pt x="44827" y="73914"/>
                </a:lnTo>
                <a:lnTo>
                  <a:pt x="12563" y="26958"/>
                </a:lnTo>
                <a:close/>
                <a:moveTo>
                  <a:pt x="0" y="8673"/>
                </a:moveTo>
                <a:lnTo>
                  <a:pt x="17878" y="0"/>
                </a:lnTo>
                <a:lnTo>
                  <a:pt x="26313" y="12276"/>
                </a:lnTo>
                <a:lnTo>
                  <a:pt x="8435" y="20949"/>
                </a:lnTo>
                <a:lnTo>
                  <a:pt x="0" y="867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1ABB3F-B651-4016-A673-7D8B9A04D5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12656" y="1276282"/>
            <a:ext cx="82967" cy="87215"/>
          </a:xfrm>
          <a:custGeom xmlns:a="http://schemas.openxmlformats.org/drawingml/2006/main">
            <a:pathLst>
              <a:path w="82967" h="87215">
                <a:moveTo>
                  <a:pt x="45483" y="53990"/>
                </a:moveTo>
                <a:lnTo>
                  <a:pt x="62352" y="78541"/>
                </a:lnTo>
                <a:lnTo>
                  <a:pt x="44474" y="87215"/>
                </a:lnTo>
                <a:lnTo>
                  <a:pt x="0" y="22489"/>
                </a:lnTo>
                <a:lnTo>
                  <a:pt x="17878" y="13815"/>
                </a:lnTo>
                <a:lnTo>
                  <a:pt x="22597" y="20683"/>
                </a:lnTo>
                <a:cubicBezTo>
                  <a:pt x="23162" y="16746"/>
                  <a:pt x="24461" y="13483"/>
                  <a:pt x="26641" y="10709"/>
                </a:cubicBezTo>
                <a:cubicBezTo>
                  <a:pt x="28719" y="7984"/>
                  <a:pt x="31721" y="5612"/>
                  <a:pt x="35603" y="3729"/>
                </a:cubicBezTo>
                <a:cubicBezTo>
                  <a:pt x="42448" y="408"/>
                  <a:pt x="49659" y="0"/>
                  <a:pt x="57340" y="2455"/>
                </a:cubicBezTo>
                <a:cubicBezTo>
                  <a:pt x="64918" y="4959"/>
                  <a:pt x="71235" y="9792"/>
                  <a:pt x="76190" y="17003"/>
                </a:cubicBezTo>
                <a:cubicBezTo>
                  <a:pt x="81144" y="24214"/>
                  <a:pt x="82967" y="31227"/>
                  <a:pt x="81700" y="37908"/>
                </a:cubicBezTo>
                <a:cubicBezTo>
                  <a:pt x="80331" y="44639"/>
                  <a:pt x="76245" y="49596"/>
                  <a:pt x="69401" y="52917"/>
                </a:cubicBezTo>
                <a:cubicBezTo>
                  <a:pt x="65518" y="54800"/>
                  <a:pt x="61573" y="55799"/>
                  <a:pt x="57785" y="56034"/>
                </a:cubicBezTo>
                <a:cubicBezTo>
                  <a:pt x="53894" y="56319"/>
                  <a:pt x="49822" y="55548"/>
                  <a:pt x="45483" y="53990"/>
                </a:cubicBezTo>
                <a:close/>
                <a:moveTo>
                  <a:pt x="36453" y="17852"/>
                </a:moveTo>
                <a:cubicBezTo>
                  <a:pt x="32571" y="19736"/>
                  <a:pt x="30536" y="22325"/>
                  <a:pt x="30086" y="25634"/>
                </a:cubicBezTo>
                <a:cubicBezTo>
                  <a:pt x="29694" y="29029"/>
                  <a:pt x="30973" y="32873"/>
                  <a:pt x="34040" y="37337"/>
                </a:cubicBezTo>
                <a:cubicBezTo>
                  <a:pt x="37107" y="41800"/>
                  <a:pt x="40488" y="44739"/>
                  <a:pt x="44124" y="46065"/>
                </a:cubicBezTo>
                <a:cubicBezTo>
                  <a:pt x="47819" y="47477"/>
                  <a:pt x="51446" y="47206"/>
                  <a:pt x="55328" y="45322"/>
                </a:cubicBezTo>
                <a:cubicBezTo>
                  <a:pt x="59108" y="43489"/>
                  <a:pt x="61202" y="40985"/>
                  <a:pt x="61594" y="37590"/>
                </a:cubicBezTo>
                <a:cubicBezTo>
                  <a:pt x="62044" y="34281"/>
                  <a:pt x="60707" y="30352"/>
                  <a:pt x="57639" y="25888"/>
                </a:cubicBezTo>
                <a:cubicBezTo>
                  <a:pt x="54572" y="21424"/>
                  <a:pt x="51250" y="18572"/>
                  <a:pt x="47555" y="17159"/>
                </a:cubicBezTo>
                <a:cubicBezTo>
                  <a:pt x="43920" y="15833"/>
                  <a:pt x="40233" y="16019"/>
                  <a:pt x="36453" y="1785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5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9FDE437C-AB10-458E-85D5-45A8D9ADE5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5041" y="1763661"/>
            <a:ext cx="3128346" cy="9011"/>
          </a:xfrm>
          <a:custGeom xmlns:a="http://schemas.openxmlformats.org/drawingml/2006/main">
            <a:pathLst>
              <a:path w="3128346" h="9011">
                <a:moveTo>
                  <a:pt x="0" y="0"/>
                </a:moveTo>
                <a:lnTo>
                  <a:pt x="3128346" y="0"/>
                </a:lnTo>
                <a:lnTo>
                  <a:pt x="3128346" y="9011"/>
                </a:lnTo>
                <a:lnTo>
                  <a:pt x="0" y="901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190A37-D792-4422-8151-74C2205D2D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13443" y="1827101"/>
            <a:ext cx="95919" cy="71898"/>
          </a:xfrm>
          <a:custGeom xmlns:a="http://schemas.openxmlformats.org/drawingml/2006/main">
            <a:pathLst>
              <a:path w="95919" h="71898">
                <a:moveTo>
                  <a:pt x="0" y="9318"/>
                </a:moveTo>
                <a:lnTo>
                  <a:pt x="19207" y="0"/>
                </a:lnTo>
                <a:lnTo>
                  <a:pt x="53830" y="50390"/>
                </a:lnTo>
                <a:lnTo>
                  <a:pt x="87543" y="34035"/>
                </a:lnTo>
                <a:lnTo>
                  <a:pt x="95919" y="46225"/>
                </a:lnTo>
                <a:lnTo>
                  <a:pt x="42999" y="71898"/>
                </a:lnTo>
                <a:lnTo>
                  <a:pt x="0" y="9318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36FA1C-266E-42C7-9F64-20B68CF9AE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93790" y="1801366"/>
            <a:ext cx="78089" cy="60670"/>
          </a:xfrm>
          <a:custGeom xmlns:a="http://schemas.openxmlformats.org/drawingml/2006/main">
            <a:pathLst>
              <a:path w="78089" h="60670">
                <a:moveTo>
                  <a:pt x="66471" y="15790"/>
                </a:moveTo>
                <a:lnTo>
                  <a:pt x="69420" y="20083"/>
                </a:lnTo>
                <a:lnTo>
                  <a:pt x="27636" y="40353"/>
                </a:lnTo>
                <a:cubicBezTo>
                  <a:pt x="30463" y="43675"/>
                  <a:pt x="33824" y="45592"/>
                  <a:pt x="37660" y="46021"/>
                </a:cubicBezTo>
                <a:cubicBezTo>
                  <a:pt x="41453" y="46584"/>
                  <a:pt x="45618" y="45708"/>
                  <a:pt x="50318" y="43428"/>
                </a:cubicBezTo>
                <a:cubicBezTo>
                  <a:pt x="53995" y="41644"/>
                  <a:pt x="57583" y="39332"/>
                  <a:pt x="60918" y="36454"/>
                </a:cubicBezTo>
                <a:cubicBezTo>
                  <a:pt x="64152" y="33627"/>
                  <a:pt x="67235" y="30185"/>
                  <a:pt x="70126" y="26264"/>
                </a:cubicBezTo>
                <a:lnTo>
                  <a:pt x="78089" y="37853"/>
                </a:lnTo>
                <a:cubicBezTo>
                  <a:pt x="74742" y="41308"/>
                  <a:pt x="71202" y="44285"/>
                  <a:pt x="67426" y="46918"/>
                </a:cubicBezTo>
                <a:cubicBezTo>
                  <a:pt x="63607" y="49686"/>
                  <a:pt x="59655" y="52061"/>
                  <a:pt x="55466" y="54093"/>
                </a:cubicBezTo>
                <a:cubicBezTo>
                  <a:pt x="45352" y="59000"/>
                  <a:pt x="36011" y="60670"/>
                  <a:pt x="27443" y="59104"/>
                </a:cubicBezTo>
                <a:cubicBezTo>
                  <a:pt x="18875" y="57538"/>
                  <a:pt x="11987" y="52867"/>
                  <a:pt x="6620" y="45055"/>
                </a:cubicBezTo>
                <a:cubicBezTo>
                  <a:pt x="1370" y="37415"/>
                  <a:pt x="0" y="30068"/>
                  <a:pt x="2509" y="23013"/>
                </a:cubicBezTo>
                <a:cubicBezTo>
                  <a:pt x="5017" y="15959"/>
                  <a:pt x="11044" y="10059"/>
                  <a:pt x="20647" y="5401"/>
                </a:cubicBezTo>
                <a:cubicBezTo>
                  <a:pt x="29433" y="1138"/>
                  <a:pt x="37913" y="0"/>
                  <a:pt x="46293" y="1887"/>
                </a:cubicBezTo>
                <a:cubicBezTo>
                  <a:pt x="54673" y="3773"/>
                  <a:pt x="61399" y="8408"/>
                  <a:pt x="66471" y="15790"/>
                </a:cubicBezTo>
                <a:close/>
                <a:moveTo>
                  <a:pt x="44661" y="19733"/>
                </a:moveTo>
                <a:cubicBezTo>
                  <a:pt x="42715" y="16900"/>
                  <a:pt x="40100" y="15078"/>
                  <a:pt x="36980" y="14302"/>
                </a:cubicBezTo>
                <a:cubicBezTo>
                  <a:pt x="33757" y="13577"/>
                  <a:pt x="30554" y="13872"/>
                  <a:pt x="27387" y="15408"/>
                </a:cubicBezTo>
                <a:cubicBezTo>
                  <a:pt x="23913" y="17093"/>
                  <a:pt x="21643" y="19339"/>
                  <a:pt x="20618" y="22011"/>
                </a:cubicBezTo>
                <a:cubicBezTo>
                  <a:pt x="19593" y="24683"/>
                  <a:pt x="19858" y="27645"/>
                  <a:pt x="21470" y="30983"/>
                </a:cubicBezTo>
                <a:lnTo>
                  <a:pt x="44661" y="1973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391AB7-B5CA-4F36-9215-D3B89BC11F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62884" y="1760105"/>
            <a:ext cx="86048" cy="88438"/>
          </a:xfrm>
          <a:custGeom xmlns:a="http://schemas.openxmlformats.org/drawingml/2006/main">
            <a:pathLst>
              <a:path w="86048" h="88438">
                <a:moveTo>
                  <a:pt x="59603" y="47696"/>
                </a:moveTo>
                <a:cubicBezTo>
                  <a:pt x="59038" y="51632"/>
                  <a:pt x="57696" y="55031"/>
                  <a:pt x="55618" y="57756"/>
                </a:cubicBezTo>
                <a:cubicBezTo>
                  <a:pt x="53540" y="60481"/>
                  <a:pt x="50581" y="62717"/>
                  <a:pt x="46699" y="64600"/>
                </a:cubicBezTo>
                <a:cubicBezTo>
                  <a:pt x="39854" y="67921"/>
                  <a:pt x="32702" y="68415"/>
                  <a:pt x="25080" y="66046"/>
                </a:cubicBezTo>
                <a:cubicBezTo>
                  <a:pt x="17518" y="63763"/>
                  <a:pt x="11421" y="59052"/>
                  <a:pt x="6584" y="52013"/>
                </a:cubicBezTo>
                <a:cubicBezTo>
                  <a:pt x="1806" y="45060"/>
                  <a:pt x="0" y="38267"/>
                  <a:pt x="1428" y="31623"/>
                </a:cubicBezTo>
                <a:cubicBezTo>
                  <a:pt x="2856" y="24978"/>
                  <a:pt x="6882" y="19935"/>
                  <a:pt x="13727" y="16614"/>
                </a:cubicBezTo>
                <a:cubicBezTo>
                  <a:pt x="17609" y="14731"/>
                  <a:pt x="21453" y="13782"/>
                  <a:pt x="25300" y="13632"/>
                </a:cubicBezTo>
                <a:cubicBezTo>
                  <a:pt x="29148" y="13482"/>
                  <a:pt x="33263" y="14119"/>
                  <a:pt x="37602" y="15676"/>
                </a:cubicBezTo>
                <a:lnTo>
                  <a:pt x="32824" y="8723"/>
                </a:lnTo>
                <a:lnTo>
                  <a:pt x="50805" y="0"/>
                </a:lnTo>
                <a:lnTo>
                  <a:pt x="79825" y="42235"/>
                </a:lnTo>
                <a:cubicBezTo>
                  <a:pt x="84956" y="49703"/>
                  <a:pt x="86048" y="56843"/>
                  <a:pt x="83040" y="63567"/>
                </a:cubicBezTo>
                <a:cubicBezTo>
                  <a:pt x="80032" y="70291"/>
                  <a:pt x="73275" y="76316"/>
                  <a:pt x="62547" y="81520"/>
                </a:cubicBezTo>
                <a:cubicBezTo>
                  <a:pt x="59074" y="83205"/>
                  <a:pt x="55526" y="84584"/>
                  <a:pt x="51962" y="85740"/>
                </a:cubicBezTo>
                <a:cubicBezTo>
                  <a:pt x="48338" y="86811"/>
                  <a:pt x="44597" y="87710"/>
                  <a:pt x="40738" y="88438"/>
                </a:cubicBezTo>
                <a:lnTo>
                  <a:pt x="32717" y="76763"/>
                </a:lnTo>
                <a:cubicBezTo>
                  <a:pt x="36784" y="76736"/>
                  <a:pt x="40616" y="76365"/>
                  <a:pt x="44212" y="75651"/>
                </a:cubicBezTo>
                <a:cubicBezTo>
                  <a:pt x="47646" y="74900"/>
                  <a:pt x="50904" y="73892"/>
                  <a:pt x="53969" y="72405"/>
                </a:cubicBezTo>
                <a:cubicBezTo>
                  <a:pt x="59792" y="69580"/>
                  <a:pt x="63316" y="66383"/>
                  <a:pt x="64600" y="62898"/>
                </a:cubicBezTo>
                <a:cubicBezTo>
                  <a:pt x="65781" y="59464"/>
                  <a:pt x="64970" y="55508"/>
                  <a:pt x="61844" y="50958"/>
                </a:cubicBezTo>
                <a:lnTo>
                  <a:pt x="59603" y="47696"/>
                </a:lnTo>
                <a:close/>
                <a:moveTo>
                  <a:pt x="27800" y="24209"/>
                </a:moveTo>
                <a:cubicBezTo>
                  <a:pt x="24122" y="25993"/>
                  <a:pt x="21985" y="28632"/>
                  <a:pt x="21475" y="31855"/>
                </a:cubicBezTo>
                <a:cubicBezTo>
                  <a:pt x="21025" y="35164"/>
                  <a:pt x="22244" y="38922"/>
                  <a:pt x="25076" y="43042"/>
                </a:cubicBezTo>
                <a:cubicBezTo>
                  <a:pt x="28025" y="47335"/>
                  <a:pt x="31186" y="50151"/>
                  <a:pt x="34762" y="51391"/>
                </a:cubicBezTo>
                <a:cubicBezTo>
                  <a:pt x="38339" y="52632"/>
                  <a:pt x="41967" y="52360"/>
                  <a:pt x="45849" y="50477"/>
                </a:cubicBezTo>
                <a:cubicBezTo>
                  <a:pt x="49527" y="48693"/>
                  <a:pt x="51722" y="46139"/>
                  <a:pt x="52173" y="42830"/>
                </a:cubicBezTo>
                <a:cubicBezTo>
                  <a:pt x="52683" y="39607"/>
                  <a:pt x="51463" y="35849"/>
                  <a:pt x="48573" y="31643"/>
                </a:cubicBezTo>
                <a:cubicBezTo>
                  <a:pt x="45742" y="27523"/>
                  <a:pt x="42479" y="24756"/>
                  <a:pt x="38843" y="23430"/>
                </a:cubicBezTo>
                <a:cubicBezTo>
                  <a:pt x="35266" y="22189"/>
                  <a:pt x="31478" y="22424"/>
                  <a:pt x="27800" y="2420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8F0AED-D6CF-4648-B538-8A11DF093A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32452" y="1732455"/>
            <a:ext cx="82971" cy="63692"/>
          </a:xfrm>
          <a:custGeom xmlns:a="http://schemas.openxmlformats.org/drawingml/2006/main">
            <a:pathLst>
              <a:path w="82971" h="63692">
                <a:moveTo>
                  <a:pt x="41184" y="33019"/>
                </a:moveTo>
                <a:cubicBezTo>
                  <a:pt x="37404" y="34853"/>
                  <a:pt x="34956" y="36842"/>
                  <a:pt x="33825" y="38764"/>
                </a:cubicBezTo>
                <a:cubicBezTo>
                  <a:pt x="32694" y="40686"/>
                  <a:pt x="32836" y="42677"/>
                  <a:pt x="34252" y="44738"/>
                </a:cubicBezTo>
                <a:cubicBezTo>
                  <a:pt x="35549" y="46626"/>
                  <a:pt x="37326" y="47824"/>
                  <a:pt x="39567" y="48111"/>
                </a:cubicBezTo>
                <a:cubicBezTo>
                  <a:pt x="41866" y="48484"/>
                  <a:pt x="44365" y="47958"/>
                  <a:pt x="47021" y="46669"/>
                </a:cubicBezTo>
                <a:cubicBezTo>
                  <a:pt x="50393" y="45034"/>
                  <a:pt x="52604" y="42702"/>
                  <a:pt x="53436" y="39551"/>
                </a:cubicBezTo>
                <a:cubicBezTo>
                  <a:pt x="54268" y="36401"/>
                  <a:pt x="53784" y="33316"/>
                  <a:pt x="51660" y="30226"/>
                </a:cubicBezTo>
                <a:lnTo>
                  <a:pt x="50481" y="28509"/>
                </a:lnTo>
                <a:lnTo>
                  <a:pt x="41184" y="33019"/>
                </a:lnTo>
                <a:close/>
                <a:moveTo>
                  <a:pt x="64568" y="14121"/>
                </a:moveTo>
                <a:lnTo>
                  <a:pt x="82971" y="40904"/>
                </a:lnTo>
                <a:lnTo>
                  <a:pt x="64991" y="49627"/>
                </a:lnTo>
                <a:lnTo>
                  <a:pt x="60213" y="42673"/>
                </a:lnTo>
                <a:cubicBezTo>
                  <a:pt x="59766" y="46781"/>
                  <a:pt x="58526" y="50130"/>
                  <a:pt x="56389" y="52769"/>
                </a:cubicBezTo>
                <a:cubicBezTo>
                  <a:pt x="54150" y="55458"/>
                  <a:pt x="51046" y="57879"/>
                  <a:pt x="46755" y="59961"/>
                </a:cubicBezTo>
                <a:cubicBezTo>
                  <a:pt x="40932" y="62786"/>
                  <a:pt x="35289" y="63692"/>
                  <a:pt x="29767" y="62594"/>
                </a:cubicBezTo>
                <a:cubicBezTo>
                  <a:pt x="24201" y="61631"/>
                  <a:pt x="19928" y="58783"/>
                  <a:pt x="16802" y="54233"/>
                </a:cubicBezTo>
                <a:cubicBezTo>
                  <a:pt x="13027" y="48739"/>
                  <a:pt x="12503" y="43614"/>
                  <a:pt x="15228" y="38858"/>
                </a:cubicBezTo>
                <a:cubicBezTo>
                  <a:pt x="17954" y="34102"/>
                  <a:pt x="24118" y="29395"/>
                  <a:pt x="33824" y="24686"/>
                </a:cubicBezTo>
                <a:lnTo>
                  <a:pt x="44346" y="19581"/>
                </a:lnTo>
                <a:lnTo>
                  <a:pt x="43521" y="18380"/>
                </a:lnTo>
                <a:cubicBezTo>
                  <a:pt x="41928" y="16062"/>
                  <a:pt x="39625" y="14890"/>
                  <a:pt x="36610" y="14864"/>
                </a:cubicBezTo>
                <a:cubicBezTo>
                  <a:pt x="33596" y="14839"/>
                  <a:pt x="29710" y="15923"/>
                  <a:pt x="25010" y="18203"/>
                </a:cubicBezTo>
                <a:cubicBezTo>
                  <a:pt x="21128" y="20086"/>
                  <a:pt x="17788" y="22164"/>
                  <a:pt x="14991" y="24437"/>
                </a:cubicBezTo>
                <a:cubicBezTo>
                  <a:pt x="12193" y="26710"/>
                  <a:pt x="9777" y="29141"/>
                  <a:pt x="7845" y="31681"/>
                </a:cubicBezTo>
                <a:lnTo>
                  <a:pt x="0" y="20264"/>
                </a:lnTo>
                <a:cubicBezTo>
                  <a:pt x="3249" y="17657"/>
                  <a:pt x="6616" y="15223"/>
                  <a:pt x="10204" y="12910"/>
                </a:cubicBezTo>
                <a:cubicBezTo>
                  <a:pt x="13850" y="10683"/>
                  <a:pt x="17555" y="8542"/>
                  <a:pt x="21437" y="6659"/>
                </a:cubicBezTo>
                <a:cubicBezTo>
                  <a:pt x="31449" y="1802"/>
                  <a:pt x="39882" y="0"/>
                  <a:pt x="46678" y="1167"/>
                </a:cubicBezTo>
                <a:cubicBezTo>
                  <a:pt x="53473" y="2334"/>
                  <a:pt x="59437" y="6652"/>
                  <a:pt x="64568" y="14121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2034EA-85DB-46CB-AFC5-169C011598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7249" y="1691366"/>
            <a:ext cx="62706" cy="73914"/>
          </a:xfrm>
          <a:custGeom xmlns:a="http://schemas.openxmlformats.org/drawingml/2006/main">
            <a:pathLst>
              <a:path w="62706" h="73914">
                <a:moveTo>
                  <a:pt x="0" y="8673"/>
                </a:moveTo>
                <a:lnTo>
                  <a:pt x="17878" y="0"/>
                </a:lnTo>
                <a:lnTo>
                  <a:pt x="62706" y="65241"/>
                </a:lnTo>
                <a:lnTo>
                  <a:pt x="44827" y="73914"/>
                </a:lnTo>
                <a:lnTo>
                  <a:pt x="0" y="867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84A433-8018-46B4-9B4E-7AE68C27CE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2290" y="1674366"/>
            <a:ext cx="62706" cy="73914"/>
          </a:xfrm>
          <a:custGeom xmlns:a="http://schemas.openxmlformats.org/drawingml/2006/main">
            <a:pathLst>
              <a:path w="62706" h="73914">
                <a:moveTo>
                  <a:pt x="12563" y="26958"/>
                </a:moveTo>
                <a:lnTo>
                  <a:pt x="30442" y="18285"/>
                </a:lnTo>
                <a:lnTo>
                  <a:pt x="62706" y="65241"/>
                </a:lnTo>
                <a:lnTo>
                  <a:pt x="44827" y="73914"/>
                </a:lnTo>
                <a:lnTo>
                  <a:pt x="12563" y="26958"/>
                </a:lnTo>
                <a:close/>
                <a:moveTo>
                  <a:pt x="0" y="8673"/>
                </a:moveTo>
                <a:lnTo>
                  <a:pt x="17878" y="0"/>
                </a:lnTo>
                <a:lnTo>
                  <a:pt x="26313" y="12276"/>
                </a:lnTo>
                <a:lnTo>
                  <a:pt x="8435" y="20949"/>
                </a:lnTo>
                <a:lnTo>
                  <a:pt x="0" y="867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00E801-0703-43E6-BE31-D6EF0EFB51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2387" y="1661553"/>
            <a:ext cx="76142" cy="64165"/>
          </a:xfrm>
          <a:custGeom xmlns:a="http://schemas.openxmlformats.org/drawingml/2006/main">
            <a:pathLst>
              <a:path w="76142" h="64165">
                <a:moveTo>
                  <a:pt x="17878" y="0"/>
                </a:moveTo>
                <a:lnTo>
                  <a:pt x="27021" y="13306"/>
                </a:lnTo>
                <a:lnTo>
                  <a:pt x="45410" y="4385"/>
                </a:lnTo>
                <a:lnTo>
                  <a:pt x="52783" y="15115"/>
                </a:lnTo>
                <a:lnTo>
                  <a:pt x="34394" y="24036"/>
                </a:lnTo>
                <a:lnTo>
                  <a:pt x="48078" y="43952"/>
                </a:lnTo>
                <a:cubicBezTo>
                  <a:pt x="49612" y="46184"/>
                  <a:pt x="51125" y="47395"/>
                  <a:pt x="52678" y="47672"/>
                </a:cubicBezTo>
                <a:cubicBezTo>
                  <a:pt x="54230" y="47949"/>
                  <a:pt x="56509" y="47301"/>
                  <a:pt x="59574" y="45815"/>
                </a:cubicBezTo>
                <a:lnTo>
                  <a:pt x="68769" y="41354"/>
                </a:lnTo>
                <a:lnTo>
                  <a:pt x="76142" y="52084"/>
                </a:lnTo>
                <a:lnTo>
                  <a:pt x="60817" y="59519"/>
                </a:lnTo>
                <a:cubicBezTo>
                  <a:pt x="53768" y="62939"/>
                  <a:pt x="47936" y="64165"/>
                  <a:pt x="43263" y="63113"/>
                </a:cubicBezTo>
                <a:cubicBezTo>
                  <a:pt x="38649" y="62147"/>
                  <a:pt x="34328" y="58634"/>
                  <a:pt x="30200" y="52625"/>
                </a:cubicBezTo>
                <a:lnTo>
                  <a:pt x="16515" y="32710"/>
                </a:lnTo>
                <a:lnTo>
                  <a:pt x="7627" y="37021"/>
                </a:lnTo>
                <a:lnTo>
                  <a:pt x="254" y="26291"/>
                </a:lnTo>
                <a:lnTo>
                  <a:pt x="9142" y="21979"/>
                </a:lnTo>
                <a:lnTo>
                  <a:pt x="0" y="8673"/>
                </a:lnTo>
                <a:lnTo>
                  <a:pt x="17878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C2821A-C85A-4757-BE7F-656179F04F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11373" y="1633375"/>
            <a:ext cx="76407" cy="91879"/>
          </a:xfrm>
          <a:custGeom xmlns:a="http://schemas.openxmlformats.org/drawingml/2006/main">
            <a:pathLst>
              <a:path w="76407" h="91879">
                <a:moveTo>
                  <a:pt x="0" y="30827"/>
                </a:moveTo>
                <a:lnTo>
                  <a:pt x="17878" y="22154"/>
                </a:lnTo>
                <a:lnTo>
                  <a:pt x="54779" y="46717"/>
                </a:lnTo>
                <a:lnTo>
                  <a:pt x="45667" y="8673"/>
                </a:lnTo>
                <a:lnTo>
                  <a:pt x="63545" y="0"/>
                </a:lnTo>
                <a:lnTo>
                  <a:pt x="75320" y="62734"/>
                </a:lnTo>
                <a:cubicBezTo>
                  <a:pt x="76407" y="69074"/>
                  <a:pt x="76185" y="74103"/>
                  <a:pt x="74536" y="77650"/>
                </a:cubicBezTo>
                <a:cubicBezTo>
                  <a:pt x="72784" y="81247"/>
                  <a:pt x="69362" y="84395"/>
                  <a:pt x="64254" y="86873"/>
                </a:cubicBezTo>
                <a:lnTo>
                  <a:pt x="53936" y="91879"/>
                </a:lnTo>
                <a:lnTo>
                  <a:pt x="47153" y="82007"/>
                </a:lnTo>
                <a:lnTo>
                  <a:pt x="52772" y="79281"/>
                </a:lnTo>
                <a:cubicBezTo>
                  <a:pt x="55734" y="77844"/>
                  <a:pt x="57585" y="76374"/>
                  <a:pt x="58484" y="74907"/>
                </a:cubicBezTo>
                <a:cubicBezTo>
                  <a:pt x="59325" y="73355"/>
                  <a:pt x="59343" y="71400"/>
                  <a:pt x="58745" y="68943"/>
                </a:cubicBezTo>
                <a:lnTo>
                  <a:pt x="58371" y="67408"/>
                </a:lnTo>
                <a:lnTo>
                  <a:pt x="0" y="30827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4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08BA1AB0-2B79-4DB7-B5E8-6D4D48FD7C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5041" y="2066334"/>
            <a:ext cx="3128346" cy="9011"/>
          </a:xfrm>
          <a:custGeom xmlns:a="http://schemas.openxmlformats.org/drawingml/2006/main">
            <a:pathLst>
              <a:path w="3128346" h="9011">
                <a:moveTo>
                  <a:pt x="0" y="0"/>
                </a:moveTo>
                <a:lnTo>
                  <a:pt x="3128346" y="0"/>
                </a:lnTo>
                <a:lnTo>
                  <a:pt x="3128346" y="9011"/>
                </a:lnTo>
                <a:lnTo>
                  <a:pt x="0" y="901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613FAA-9CB1-4158-BA30-9E51902E32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78884" y="2150439"/>
            <a:ext cx="80803" cy="84319"/>
          </a:xfrm>
          <a:custGeom xmlns:a="http://schemas.openxmlformats.org/drawingml/2006/main">
            <a:pathLst>
              <a:path w="80803" h="84319">
                <a:moveTo>
                  <a:pt x="0" y="21739"/>
                </a:moveTo>
                <a:lnTo>
                  <a:pt x="31875" y="6276"/>
                </a:lnTo>
                <a:cubicBezTo>
                  <a:pt x="41274" y="1716"/>
                  <a:pt x="49766" y="0"/>
                  <a:pt x="57292" y="1041"/>
                </a:cubicBezTo>
                <a:cubicBezTo>
                  <a:pt x="64878" y="2169"/>
                  <a:pt x="70853" y="5909"/>
                  <a:pt x="75335" y="12433"/>
                </a:cubicBezTo>
                <a:cubicBezTo>
                  <a:pt x="79877" y="19043"/>
                  <a:pt x="80803" y="25347"/>
                  <a:pt x="78113" y="31344"/>
                </a:cubicBezTo>
                <a:cubicBezTo>
                  <a:pt x="75424" y="37342"/>
                  <a:pt x="69350" y="42578"/>
                  <a:pt x="59951" y="47137"/>
                </a:cubicBezTo>
                <a:lnTo>
                  <a:pt x="47283" y="53283"/>
                </a:lnTo>
                <a:lnTo>
                  <a:pt x="62205" y="75001"/>
                </a:lnTo>
                <a:lnTo>
                  <a:pt x="42999" y="84319"/>
                </a:lnTo>
                <a:lnTo>
                  <a:pt x="0" y="21739"/>
                </a:lnTo>
                <a:close/>
                <a:moveTo>
                  <a:pt x="27228" y="24096"/>
                </a:moveTo>
                <a:lnTo>
                  <a:pt x="39261" y="41608"/>
                </a:lnTo>
                <a:lnTo>
                  <a:pt x="49886" y="36454"/>
                </a:lnTo>
                <a:cubicBezTo>
                  <a:pt x="53564" y="34670"/>
                  <a:pt x="55952" y="32595"/>
                  <a:pt x="56934" y="30059"/>
                </a:cubicBezTo>
                <a:cubicBezTo>
                  <a:pt x="57915" y="27522"/>
                  <a:pt x="57462" y="24881"/>
                  <a:pt x="55516" y="22048"/>
                </a:cubicBezTo>
                <a:cubicBezTo>
                  <a:pt x="53629" y="19301"/>
                  <a:pt x="51132" y="17650"/>
                  <a:pt x="48027" y="17096"/>
                </a:cubicBezTo>
                <a:cubicBezTo>
                  <a:pt x="44922" y="16542"/>
                  <a:pt x="41531" y="17158"/>
                  <a:pt x="37853" y="18942"/>
                </a:cubicBezTo>
                <a:lnTo>
                  <a:pt x="27228" y="24096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2108EB-4B9C-4964-A8A3-C3A86EC1AF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68879" y="2131822"/>
            <a:ext cx="74919" cy="61414"/>
          </a:xfrm>
          <a:custGeom xmlns:a="http://schemas.openxmlformats.org/drawingml/2006/main">
            <a:pathLst>
              <a:path w="74919" h="61414">
                <a:moveTo>
                  <a:pt x="27977" y="16775"/>
                </a:moveTo>
                <a:cubicBezTo>
                  <a:pt x="23992" y="18708"/>
                  <a:pt x="21753" y="21397"/>
                  <a:pt x="21362" y="24792"/>
                </a:cubicBezTo>
                <a:cubicBezTo>
                  <a:pt x="20970" y="28187"/>
                  <a:pt x="22308" y="32116"/>
                  <a:pt x="25375" y="36580"/>
                </a:cubicBezTo>
                <a:cubicBezTo>
                  <a:pt x="28501" y="41130"/>
                  <a:pt x="31882" y="44068"/>
                  <a:pt x="35577" y="45480"/>
                </a:cubicBezTo>
                <a:cubicBezTo>
                  <a:pt x="39271" y="46892"/>
                  <a:pt x="43103" y="46522"/>
                  <a:pt x="47087" y="44589"/>
                </a:cubicBezTo>
                <a:cubicBezTo>
                  <a:pt x="50969" y="42705"/>
                  <a:pt x="53165" y="40152"/>
                  <a:pt x="53557" y="36757"/>
                </a:cubicBezTo>
                <a:cubicBezTo>
                  <a:pt x="53949" y="33362"/>
                  <a:pt x="52713" y="29383"/>
                  <a:pt x="49587" y="24834"/>
                </a:cubicBezTo>
                <a:cubicBezTo>
                  <a:pt x="46520" y="20370"/>
                  <a:pt x="43037" y="17481"/>
                  <a:pt x="39342" y="16069"/>
                </a:cubicBezTo>
                <a:cubicBezTo>
                  <a:pt x="35647" y="14657"/>
                  <a:pt x="31859" y="14892"/>
                  <a:pt x="27977" y="16775"/>
                </a:cubicBezTo>
                <a:close/>
                <a:moveTo>
                  <a:pt x="20604" y="6045"/>
                </a:moveTo>
                <a:cubicBezTo>
                  <a:pt x="30207" y="1386"/>
                  <a:pt x="39198" y="0"/>
                  <a:pt x="47562" y="1665"/>
                </a:cubicBezTo>
                <a:cubicBezTo>
                  <a:pt x="55985" y="3417"/>
                  <a:pt x="62872" y="8088"/>
                  <a:pt x="68181" y="15813"/>
                </a:cubicBezTo>
                <a:cubicBezTo>
                  <a:pt x="73489" y="23539"/>
                  <a:pt x="74919" y="30972"/>
                  <a:pt x="72453" y="37891"/>
                </a:cubicBezTo>
                <a:cubicBezTo>
                  <a:pt x="69988" y="44810"/>
                  <a:pt x="64005" y="50574"/>
                  <a:pt x="54401" y="55233"/>
                </a:cubicBezTo>
                <a:cubicBezTo>
                  <a:pt x="44798" y="59892"/>
                  <a:pt x="35763" y="61414"/>
                  <a:pt x="27400" y="59748"/>
                </a:cubicBezTo>
                <a:cubicBezTo>
                  <a:pt x="18934" y="58132"/>
                  <a:pt x="12090" y="53326"/>
                  <a:pt x="6781" y="45600"/>
                </a:cubicBezTo>
                <a:cubicBezTo>
                  <a:pt x="1473" y="37874"/>
                  <a:pt x="0" y="30577"/>
                  <a:pt x="2509" y="23522"/>
                </a:cubicBezTo>
                <a:cubicBezTo>
                  <a:pt x="4974" y="16603"/>
                  <a:pt x="11000" y="10704"/>
                  <a:pt x="20604" y="604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24E747-57E2-4EF2-8927-ECD840C379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21310" y="2090862"/>
            <a:ext cx="62706" cy="73914"/>
          </a:xfrm>
          <a:custGeom xmlns:a="http://schemas.openxmlformats.org/drawingml/2006/main">
            <a:pathLst>
              <a:path w="62706" h="73914">
                <a:moveTo>
                  <a:pt x="0" y="8673"/>
                </a:moveTo>
                <a:lnTo>
                  <a:pt x="17878" y="0"/>
                </a:lnTo>
                <a:lnTo>
                  <a:pt x="62706" y="65241"/>
                </a:lnTo>
                <a:lnTo>
                  <a:pt x="44827" y="73914"/>
                </a:lnTo>
                <a:lnTo>
                  <a:pt x="0" y="867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DBBADE-6F26-44F6-976F-D900CF1049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56351" y="2073862"/>
            <a:ext cx="62706" cy="73914"/>
          </a:xfrm>
          <a:custGeom xmlns:a="http://schemas.openxmlformats.org/drawingml/2006/main">
            <a:pathLst>
              <a:path w="62706" h="73914">
                <a:moveTo>
                  <a:pt x="12563" y="26958"/>
                </a:moveTo>
                <a:lnTo>
                  <a:pt x="30442" y="18285"/>
                </a:lnTo>
                <a:lnTo>
                  <a:pt x="62706" y="65241"/>
                </a:lnTo>
                <a:lnTo>
                  <a:pt x="44827" y="73914"/>
                </a:lnTo>
                <a:lnTo>
                  <a:pt x="12563" y="26958"/>
                </a:lnTo>
                <a:close/>
                <a:moveTo>
                  <a:pt x="0" y="8673"/>
                </a:moveTo>
                <a:lnTo>
                  <a:pt x="17878" y="0"/>
                </a:lnTo>
                <a:lnTo>
                  <a:pt x="26313" y="12276"/>
                </a:lnTo>
                <a:lnTo>
                  <a:pt x="8435" y="20949"/>
                </a:lnTo>
                <a:lnTo>
                  <a:pt x="0" y="867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967A13-B810-4BBE-AB52-AE2CA1BD2B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96448" y="2061049"/>
            <a:ext cx="76142" cy="64165"/>
          </a:xfrm>
          <a:custGeom xmlns:a="http://schemas.openxmlformats.org/drawingml/2006/main">
            <a:pathLst>
              <a:path w="76142" h="64165">
                <a:moveTo>
                  <a:pt x="17878" y="0"/>
                </a:moveTo>
                <a:lnTo>
                  <a:pt x="27021" y="13306"/>
                </a:lnTo>
                <a:lnTo>
                  <a:pt x="45410" y="4385"/>
                </a:lnTo>
                <a:lnTo>
                  <a:pt x="52783" y="15115"/>
                </a:lnTo>
                <a:lnTo>
                  <a:pt x="34394" y="24036"/>
                </a:lnTo>
                <a:lnTo>
                  <a:pt x="48078" y="43952"/>
                </a:lnTo>
                <a:cubicBezTo>
                  <a:pt x="49612" y="46184"/>
                  <a:pt x="51125" y="47395"/>
                  <a:pt x="52678" y="47672"/>
                </a:cubicBezTo>
                <a:cubicBezTo>
                  <a:pt x="54230" y="47949"/>
                  <a:pt x="56509" y="47301"/>
                  <a:pt x="59574" y="45815"/>
                </a:cubicBezTo>
                <a:lnTo>
                  <a:pt x="68769" y="41354"/>
                </a:lnTo>
                <a:lnTo>
                  <a:pt x="76142" y="52084"/>
                </a:lnTo>
                <a:lnTo>
                  <a:pt x="60817" y="59519"/>
                </a:lnTo>
                <a:cubicBezTo>
                  <a:pt x="53768" y="62939"/>
                  <a:pt x="47936" y="64165"/>
                  <a:pt x="43263" y="63113"/>
                </a:cubicBezTo>
                <a:cubicBezTo>
                  <a:pt x="38649" y="62147"/>
                  <a:pt x="34328" y="58634"/>
                  <a:pt x="30200" y="52625"/>
                </a:cubicBezTo>
                <a:lnTo>
                  <a:pt x="16515" y="32710"/>
                </a:lnTo>
                <a:lnTo>
                  <a:pt x="7627" y="37021"/>
                </a:lnTo>
                <a:lnTo>
                  <a:pt x="254" y="26291"/>
                </a:lnTo>
                <a:lnTo>
                  <a:pt x="9142" y="21979"/>
                </a:lnTo>
                <a:lnTo>
                  <a:pt x="0" y="8673"/>
                </a:lnTo>
                <a:lnTo>
                  <a:pt x="17878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0CCF1A-A796-46AE-A03A-457E802924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58142" y="2040629"/>
            <a:ext cx="78089" cy="60670"/>
          </a:xfrm>
          <a:custGeom xmlns:a="http://schemas.openxmlformats.org/drawingml/2006/main">
            <a:pathLst>
              <a:path w="78089" h="60670">
                <a:moveTo>
                  <a:pt x="66471" y="15790"/>
                </a:moveTo>
                <a:lnTo>
                  <a:pt x="69420" y="20083"/>
                </a:lnTo>
                <a:lnTo>
                  <a:pt x="27636" y="40353"/>
                </a:lnTo>
                <a:cubicBezTo>
                  <a:pt x="30463" y="43675"/>
                  <a:pt x="33824" y="45592"/>
                  <a:pt x="37660" y="46021"/>
                </a:cubicBezTo>
                <a:cubicBezTo>
                  <a:pt x="41453" y="46584"/>
                  <a:pt x="45618" y="45708"/>
                  <a:pt x="50318" y="43428"/>
                </a:cubicBezTo>
                <a:cubicBezTo>
                  <a:pt x="53995" y="41644"/>
                  <a:pt x="57583" y="39332"/>
                  <a:pt x="60918" y="36454"/>
                </a:cubicBezTo>
                <a:cubicBezTo>
                  <a:pt x="64152" y="33627"/>
                  <a:pt x="67235" y="30185"/>
                  <a:pt x="70126" y="26264"/>
                </a:cubicBezTo>
                <a:lnTo>
                  <a:pt x="78089" y="37853"/>
                </a:lnTo>
                <a:cubicBezTo>
                  <a:pt x="74742" y="41308"/>
                  <a:pt x="71202" y="44285"/>
                  <a:pt x="67426" y="46918"/>
                </a:cubicBezTo>
                <a:cubicBezTo>
                  <a:pt x="63607" y="49686"/>
                  <a:pt x="59655" y="52061"/>
                  <a:pt x="55466" y="54093"/>
                </a:cubicBezTo>
                <a:cubicBezTo>
                  <a:pt x="45352" y="59000"/>
                  <a:pt x="36011" y="60670"/>
                  <a:pt x="27443" y="59104"/>
                </a:cubicBezTo>
                <a:cubicBezTo>
                  <a:pt x="18875" y="57538"/>
                  <a:pt x="11987" y="52867"/>
                  <a:pt x="6620" y="45055"/>
                </a:cubicBezTo>
                <a:cubicBezTo>
                  <a:pt x="1370" y="37415"/>
                  <a:pt x="0" y="30068"/>
                  <a:pt x="2509" y="23013"/>
                </a:cubicBezTo>
                <a:cubicBezTo>
                  <a:pt x="5017" y="15959"/>
                  <a:pt x="11044" y="10059"/>
                  <a:pt x="20647" y="5401"/>
                </a:cubicBezTo>
                <a:cubicBezTo>
                  <a:pt x="29433" y="1138"/>
                  <a:pt x="37913" y="0"/>
                  <a:pt x="46293" y="1887"/>
                </a:cubicBezTo>
                <a:cubicBezTo>
                  <a:pt x="54673" y="3773"/>
                  <a:pt x="61399" y="8408"/>
                  <a:pt x="66471" y="15790"/>
                </a:cubicBezTo>
                <a:close/>
                <a:moveTo>
                  <a:pt x="44661" y="19733"/>
                </a:moveTo>
                <a:cubicBezTo>
                  <a:pt x="42715" y="16900"/>
                  <a:pt x="40100" y="15078"/>
                  <a:pt x="36980" y="14302"/>
                </a:cubicBezTo>
                <a:cubicBezTo>
                  <a:pt x="33757" y="13577"/>
                  <a:pt x="30554" y="13872"/>
                  <a:pt x="27387" y="15408"/>
                </a:cubicBezTo>
                <a:cubicBezTo>
                  <a:pt x="23913" y="17093"/>
                  <a:pt x="21643" y="19339"/>
                  <a:pt x="20618" y="22011"/>
                </a:cubicBezTo>
                <a:cubicBezTo>
                  <a:pt x="19593" y="24683"/>
                  <a:pt x="19858" y="27645"/>
                  <a:pt x="21470" y="30983"/>
                </a:cubicBezTo>
                <a:lnTo>
                  <a:pt x="44661" y="1973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8A2294-6132-44C1-9C50-A078BC39A6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22056" y="2003933"/>
            <a:ext cx="88453" cy="69550"/>
          </a:xfrm>
          <a:custGeom xmlns:a="http://schemas.openxmlformats.org/drawingml/2006/main">
            <a:pathLst>
              <a:path w="88453" h="69550">
                <a:moveTo>
                  <a:pt x="68812" y="13706"/>
                </a:moveTo>
                <a:lnTo>
                  <a:pt x="88453" y="42291"/>
                </a:lnTo>
                <a:lnTo>
                  <a:pt x="70473" y="51014"/>
                </a:lnTo>
                <a:lnTo>
                  <a:pt x="67288" y="46379"/>
                </a:lnTo>
                <a:lnTo>
                  <a:pt x="55432" y="29124"/>
                </a:lnTo>
                <a:cubicBezTo>
                  <a:pt x="52660" y="25090"/>
                  <a:pt x="50670" y="22392"/>
                  <a:pt x="49404" y="20946"/>
                </a:cubicBezTo>
                <a:cubicBezTo>
                  <a:pt x="48138" y="19500"/>
                  <a:pt x="46963" y="18582"/>
                  <a:pt x="45921" y="18058"/>
                </a:cubicBezTo>
                <a:cubicBezTo>
                  <a:pt x="44557" y="17460"/>
                  <a:pt x="43107" y="17134"/>
                  <a:pt x="41527" y="17213"/>
                </a:cubicBezTo>
                <a:cubicBezTo>
                  <a:pt x="39947" y="17293"/>
                  <a:pt x="38281" y="17643"/>
                  <a:pt x="36850" y="18337"/>
                </a:cubicBezTo>
                <a:cubicBezTo>
                  <a:pt x="33070" y="20171"/>
                  <a:pt x="30933" y="22810"/>
                  <a:pt x="30542" y="26205"/>
                </a:cubicBezTo>
                <a:cubicBezTo>
                  <a:pt x="30048" y="29650"/>
                  <a:pt x="31327" y="33493"/>
                  <a:pt x="34276" y="37785"/>
                </a:cubicBezTo>
                <a:lnTo>
                  <a:pt x="50142" y="60877"/>
                </a:lnTo>
                <a:lnTo>
                  <a:pt x="32264" y="69550"/>
                </a:lnTo>
                <a:lnTo>
                  <a:pt x="0" y="22594"/>
                </a:lnTo>
                <a:lnTo>
                  <a:pt x="17878" y="13921"/>
                </a:lnTo>
                <a:lnTo>
                  <a:pt x="22597" y="20788"/>
                </a:lnTo>
                <a:cubicBezTo>
                  <a:pt x="23366" y="16753"/>
                  <a:pt x="24768" y="13440"/>
                  <a:pt x="26948" y="10666"/>
                </a:cubicBezTo>
                <a:cubicBezTo>
                  <a:pt x="29128" y="7891"/>
                  <a:pt x="32027" y="5569"/>
                  <a:pt x="35705" y="3784"/>
                </a:cubicBezTo>
                <a:cubicBezTo>
                  <a:pt x="42141" y="662"/>
                  <a:pt x="48225" y="0"/>
                  <a:pt x="53838" y="1627"/>
                </a:cubicBezTo>
                <a:cubicBezTo>
                  <a:pt x="59407" y="3388"/>
                  <a:pt x="64447" y="7353"/>
                  <a:pt x="68812" y="13706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A46885-2FC0-4C59-A4DC-40C11AF041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00148" y="1971738"/>
            <a:ext cx="78089" cy="60670"/>
          </a:xfrm>
          <a:custGeom xmlns:a="http://schemas.openxmlformats.org/drawingml/2006/main">
            <a:pathLst>
              <a:path w="78089" h="60670">
                <a:moveTo>
                  <a:pt x="66471" y="15790"/>
                </a:moveTo>
                <a:lnTo>
                  <a:pt x="69420" y="20083"/>
                </a:lnTo>
                <a:lnTo>
                  <a:pt x="27636" y="40353"/>
                </a:lnTo>
                <a:cubicBezTo>
                  <a:pt x="30463" y="43675"/>
                  <a:pt x="33824" y="45592"/>
                  <a:pt x="37660" y="46021"/>
                </a:cubicBezTo>
                <a:cubicBezTo>
                  <a:pt x="41453" y="46584"/>
                  <a:pt x="45618" y="45708"/>
                  <a:pt x="50318" y="43428"/>
                </a:cubicBezTo>
                <a:cubicBezTo>
                  <a:pt x="53995" y="41644"/>
                  <a:pt x="57583" y="39332"/>
                  <a:pt x="60918" y="36454"/>
                </a:cubicBezTo>
                <a:cubicBezTo>
                  <a:pt x="64152" y="33627"/>
                  <a:pt x="67235" y="30185"/>
                  <a:pt x="70126" y="26264"/>
                </a:cubicBezTo>
                <a:lnTo>
                  <a:pt x="78089" y="37853"/>
                </a:lnTo>
                <a:cubicBezTo>
                  <a:pt x="74742" y="41308"/>
                  <a:pt x="71202" y="44285"/>
                  <a:pt x="67426" y="46918"/>
                </a:cubicBezTo>
                <a:cubicBezTo>
                  <a:pt x="63607" y="49686"/>
                  <a:pt x="59655" y="52061"/>
                  <a:pt x="55466" y="54093"/>
                </a:cubicBezTo>
                <a:cubicBezTo>
                  <a:pt x="45352" y="59000"/>
                  <a:pt x="36011" y="60670"/>
                  <a:pt x="27443" y="59104"/>
                </a:cubicBezTo>
                <a:cubicBezTo>
                  <a:pt x="18875" y="57538"/>
                  <a:pt x="11987" y="52867"/>
                  <a:pt x="6620" y="45055"/>
                </a:cubicBezTo>
                <a:cubicBezTo>
                  <a:pt x="1370" y="37415"/>
                  <a:pt x="0" y="30068"/>
                  <a:pt x="2509" y="23013"/>
                </a:cubicBezTo>
                <a:cubicBezTo>
                  <a:pt x="5017" y="15959"/>
                  <a:pt x="11044" y="10059"/>
                  <a:pt x="20647" y="5401"/>
                </a:cubicBezTo>
                <a:cubicBezTo>
                  <a:pt x="29433" y="1138"/>
                  <a:pt x="37913" y="0"/>
                  <a:pt x="46293" y="1887"/>
                </a:cubicBezTo>
                <a:cubicBezTo>
                  <a:pt x="54673" y="3773"/>
                  <a:pt x="61399" y="8408"/>
                  <a:pt x="66471" y="15790"/>
                </a:cubicBezTo>
                <a:close/>
                <a:moveTo>
                  <a:pt x="44661" y="19733"/>
                </a:moveTo>
                <a:cubicBezTo>
                  <a:pt x="42715" y="16900"/>
                  <a:pt x="40100" y="15078"/>
                  <a:pt x="36980" y="14302"/>
                </a:cubicBezTo>
                <a:cubicBezTo>
                  <a:pt x="33757" y="13577"/>
                  <a:pt x="30554" y="13872"/>
                  <a:pt x="27387" y="15408"/>
                </a:cubicBezTo>
                <a:cubicBezTo>
                  <a:pt x="23913" y="17093"/>
                  <a:pt x="21643" y="19339"/>
                  <a:pt x="20618" y="22011"/>
                </a:cubicBezTo>
                <a:cubicBezTo>
                  <a:pt x="19593" y="24683"/>
                  <a:pt x="19858" y="27645"/>
                  <a:pt x="21470" y="30983"/>
                </a:cubicBezTo>
                <a:lnTo>
                  <a:pt x="44661" y="1973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2D1560-8C97-4C79-A194-979457911B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6095" y="1937933"/>
            <a:ext cx="71906" cy="66133"/>
          </a:xfrm>
          <a:custGeom xmlns:a="http://schemas.openxmlformats.org/drawingml/2006/main">
            <a:pathLst>
              <a:path w="71906" h="66133">
                <a:moveTo>
                  <a:pt x="42592" y="0"/>
                </a:moveTo>
                <a:lnTo>
                  <a:pt x="50437" y="11417"/>
                </a:lnTo>
                <a:cubicBezTo>
                  <a:pt x="45670" y="12013"/>
                  <a:pt x="41284" y="12767"/>
                  <a:pt x="37339" y="13765"/>
                </a:cubicBezTo>
                <a:cubicBezTo>
                  <a:pt x="33291" y="14813"/>
                  <a:pt x="29684" y="16105"/>
                  <a:pt x="26517" y="17642"/>
                </a:cubicBezTo>
                <a:cubicBezTo>
                  <a:pt x="23044" y="19327"/>
                  <a:pt x="20887" y="20946"/>
                  <a:pt x="19724" y="22425"/>
                </a:cubicBezTo>
                <a:cubicBezTo>
                  <a:pt x="18561" y="23905"/>
                  <a:pt x="18511" y="25418"/>
                  <a:pt x="19513" y="26877"/>
                </a:cubicBezTo>
                <a:cubicBezTo>
                  <a:pt x="20339" y="28079"/>
                  <a:pt x="21601" y="28726"/>
                  <a:pt x="23240" y="28732"/>
                </a:cubicBezTo>
                <a:cubicBezTo>
                  <a:pt x="24938" y="28824"/>
                  <a:pt x="27480" y="28163"/>
                  <a:pt x="30985" y="26920"/>
                </a:cubicBezTo>
                <a:lnTo>
                  <a:pt x="34388" y="25727"/>
                </a:lnTo>
                <a:cubicBezTo>
                  <a:pt x="44188" y="22346"/>
                  <a:pt x="51380" y="20918"/>
                  <a:pt x="56080" y="21613"/>
                </a:cubicBezTo>
                <a:cubicBezTo>
                  <a:pt x="60781" y="22309"/>
                  <a:pt x="64834" y="25035"/>
                  <a:pt x="68137" y="29842"/>
                </a:cubicBezTo>
                <a:cubicBezTo>
                  <a:pt x="71558" y="34821"/>
                  <a:pt x="71906" y="39689"/>
                  <a:pt x="69223" y="44310"/>
                </a:cubicBezTo>
                <a:cubicBezTo>
                  <a:pt x="66541" y="48930"/>
                  <a:pt x="60828" y="53304"/>
                  <a:pt x="52144" y="57517"/>
                </a:cubicBezTo>
                <a:cubicBezTo>
                  <a:pt x="48467" y="59301"/>
                  <a:pt x="44407" y="60927"/>
                  <a:pt x="40230" y="62381"/>
                </a:cubicBezTo>
                <a:cubicBezTo>
                  <a:pt x="35951" y="63885"/>
                  <a:pt x="31393" y="65180"/>
                  <a:pt x="26598" y="66133"/>
                </a:cubicBezTo>
                <a:lnTo>
                  <a:pt x="18754" y="54715"/>
                </a:lnTo>
                <a:cubicBezTo>
                  <a:pt x="23289" y="54575"/>
                  <a:pt x="27733" y="53907"/>
                  <a:pt x="31985" y="52760"/>
                </a:cubicBezTo>
                <a:cubicBezTo>
                  <a:pt x="36135" y="51663"/>
                  <a:pt x="40253" y="50123"/>
                  <a:pt x="44135" y="48239"/>
                </a:cubicBezTo>
                <a:cubicBezTo>
                  <a:pt x="47609" y="46554"/>
                  <a:pt x="49927" y="44972"/>
                  <a:pt x="51176" y="43221"/>
                </a:cubicBezTo>
                <a:cubicBezTo>
                  <a:pt x="52382" y="41606"/>
                  <a:pt x="52476" y="39958"/>
                  <a:pt x="51355" y="38327"/>
                </a:cubicBezTo>
                <a:cubicBezTo>
                  <a:pt x="50411" y="36954"/>
                  <a:pt x="49149" y="36307"/>
                  <a:pt x="47452" y="36215"/>
                </a:cubicBezTo>
                <a:cubicBezTo>
                  <a:pt x="45754" y="36123"/>
                  <a:pt x="42948" y="36797"/>
                  <a:pt x="39136" y="38189"/>
                </a:cubicBezTo>
                <a:lnTo>
                  <a:pt x="35733" y="39382"/>
                </a:lnTo>
                <a:cubicBezTo>
                  <a:pt x="27234" y="42475"/>
                  <a:pt x="20655" y="43606"/>
                  <a:pt x="15896" y="42825"/>
                </a:cubicBezTo>
                <a:cubicBezTo>
                  <a:pt x="11093" y="42179"/>
                  <a:pt x="7201" y="39488"/>
                  <a:pt x="4016" y="34853"/>
                </a:cubicBezTo>
                <a:cubicBezTo>
                  <a:pt x="595" y="29874"/>
                  <a:pt x="0" y="25241"/>
                  <a:pt x="2435" y="20855"/>
                </a:cubicBezTo>
                <a:cubicBezTo>
                  <a:pt x="4870" y="16469"/>
                  <a:pt x="10276" y="12244"/>
                  <a:pt x="18653" y="8180"/>
                </a:cubicBezTo>
                <a:cubicBezTo>
                  <a:pt x="21923" y="6594"/>
                  <a:pt x="25471" y="5216"/>
                  <a:pt x="29444" y="3861"/>
                </a:cubicBezTo>
                <a:cubicBezTo>
                  <a:pt x="33416" y="2506"/>
                  <a:pt x="37711" y="1223"/>
                  <a:pt x="42592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F8C9F2-62CE-459A-B7D1-D851F30B57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26882" y="1908444"/>
            <a:ext cx="71906" cy="66133"/>
          </a:xfrm>
          <a:custGeom xmlns:a="http://schemas.openxmlformats.org/drawingml/2006/main">
            <a:pathLst>
              <a:path w="71906" h="66133">
                <a:moveTo>
                  <a:pt x="42592" y="0"/>
                </a:moveTo>
                <a:lnTo>
                  <a:pt x="50437" y="11417"/>
                </a:lnTo>
                <a:cubicBezTo>
                  <a:pt x="45670" y="12013"/>
                  <a:pt x="41284" y="12767"/>
                  <a:pt x="37339" y="13765"/>
                </a:cubicBezTo>
                <a:cubicBezTo>
                  <a:pt x="33291" y="14813"/>
                  <a:pt x="29684" y="16105"/>
                  <a:pt x="26517" y="17642"/>
                </a:cubicBezTo>
                <a:cubicBezTo>
                  <a:pt x="23044" y="19327"/>
                  <a:pt x="20887" y="20946"/>
                  <a:pt x="19724" y="22425"/>
                </a:cubicBezTo>
                <a:cubicBezTo>
                  <a:pt x="18561" y="23905"/>
                  <a:pt x="18511" y="25418"/>
                  <a:pt x="19513" y="26877"/>
                </a:cubicBezTo>
                <a:cubicBezTo>
                  <a:pt x="20339" y="28079"/>
                  <a:pt x="21601" y="28726"/>
                  <a:pt x="23240" y="28732"/>
                </a:cubicBezTo>
                <a:cubicBezTo>
                  <a:pt x="24938" y="28824"/>
                  <a:pt x="27480" y="28163"/>
                  <a:pt x="30985" y="26920"/>
                </a:cubicBezTo>
                <a:lnTo>
                  <a:pt x="34388" y="25727"/>
                </a:lnTo>
                <a:cubicBezTo>
                  <a:pt x="44188" y="22346"/>
                  <a:pt x="51380" y="20918"/>
                  <a:pt x="56080" y="21613"/>
                </a:cubicBezTo>
                <a:cubicBezTo>
                  <a:pt x="60781" y="22309"/>
                  <a:pt x="64834" y="25035"/>
                  <a:pt x="68137" y="29842"/>
                </a:cubicBezTo>
                <a:cubicBezTo>
                  <a:pt x="71558" y="34821"/>
                  <a:pt x="71906" y="39689"/>
                  <a:pt x="69223" y="44310"/>
                </a:cubicBezTo>
                <a:cubicBezTo>
                  <a:pt x="66541" y="48930"/>
                  <a:pt x="60828" y="53304"/>
                  <a:pt x="52144" y="57517"/>
                </a:cubicBezTo>
                <a:cubicBezTo>
                  <a:pt x="48467" y="59301"/>
                  <a:pt x="44407" y="60927"/>
                  <a:pt x="40230" y="62381"/>
                </a:cubicBezTo>
                <a:cubicBezTo>
                  <a:pt x="35951" y="63885"/>
                  <a:pt x="31393" y="65180"/>
                  <a:pt x="26598" y="66133"/>
                </a:cubicBezTo>
                <a:lnTo>
                  <a:pt x="18754" y="54715"/>
                </a:lnTo>
                <a:cubicBezTo>
                  <a:pt x="23289" y="54575"/>
                  <a:pt x="27733" y="53907"/>
                  <a:pt x="31985" y="52760"/>
                </a:cubicBezTo>
                <a:cubicBezTo>
                  <a:pt x="36135" y="51663"/>
                  <a:pt x="40253" y="50123"/>
                  <a:pt x="44135" y="48239"/>
                </a:cubicBezTo>
                <a:cubicBezTo>
                  <a:pt x="47609" y="46554"/>
                  <a:pt x="49927" y="44972"/>
                  <a:pt x="51176" y="43221"/>
                </a:cubicBezTo>
                <a:cubicBezTo>
                  <a:pt x="52382" y="41606"/>
                  <a:pt x="52476" y="39958"/>
                  <a:pt x="51355" y="38327"/>
                </a:cubicBezTo>
                <a:cubicBezTo>
                  <a:pt x="50411" y="36954"/>
                  <a:pt x="49149" y="36307"/>
                  <a:pt x="47452" y="36215"/>
                </a:cubicBezTo>
                <a:cubicBezTo>
                  <a:pt x="45754" y="36123"/>
                  <a:pt x="42948" y="36797"/>
                  <a:pt x="39136" y="38189"/>
                </a:cubicBezTo>
                <a:lnTo>
                  <a:pt x="35733" y="39382"/>
                </a:lnTo>
                <a:cubicBezTo>
                  <a:pt x="27234" y="42475"/>
                  <a:pt x="20655" y="43606"/>
                  <a:pt x="15896" y="42825"/>
                </a:cubicBezTo>
                <a:cubicBezTo>
                  <a:pt x="11093" y="42179"/>
                  <a:pt x="7201" y="39488"/>
                  <a:pt x="4016" y="34853"/>
                </a:cubicBezTo>
                <a:cubicBezTo>
                  <a:pt x="595" y="29874"/>
                  <a:pt x="0" y="25241"/>
                  <a:pt x="2435" y="20855"/>
                </a:cubicBezTo>
                <a:cubicBezTo>
                  <a:pt x="4870" y="16469"/>
                  <a:pt x="10276" y="12244"/>
                  <a:pt x="18653" y="8180"/>
                </a:cubicBezTo>
                <a:cubicBezTo>
                  <a:pt x="21923" y="6594"/>
                  <a:pt x="25471" y="5216"/>
                  <a:pt x="29444" y="3861"/>
                </a:cubicBezTo>
                <a:cubicBezTo>
                  <a:pt x="33416" y="2506"/>
                  <a:pt x="37711" y="1223"/>
                  <a:pt x="42592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5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9D273C92-CE08-4535-BB06-46B9CBF98A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5041" y="2369008"/>
            <a:ext cx="3128346" cy="9011"/>
          </a:xfrm>
          <a:custGeom xmlns:a="http://schemas.openxmlformats.org/drawingml/2006/main">
            <a:pathLst>
              <a:path w="3128346" h="9011">
                <a:moveTo>
                  <a:pt x="0" y="0"/>
                </a:moveTo>
                <a:lnTo>
                  <a:pt x="3128346" y="0"/>
                </a:lnTo>
                <a:lnTo>
                  <a:pt x="3128346" y="9011"/>
                </a:lnTo>
                <a:lnTo>
                  <a:pt x="0" y="901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83785D-980C-43B5-A51E-B15763F324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18358" y="2467670"/>
            <a:ext cx="86972" cy="83165"/>
          </a:xfrm>
          <a:custGeom xmlns:a="http://schemas.openxmlformats.org/drawingml/2006/main">
            <a:pathLst>
              <a:path w="86972" h="83165">
                <a:moveTo>
                  <a:pt x="47833" y="0"/>
                </a:moveTo>
                <a:lnTo>
                  <a:pt x="56916" y="13220"/>
                </a:lnTo>
                <a:cubicBezTo>
                  <a:pt x="51768" y="13657"/>
                  <a:pt x="47017" y="14474"/>
                  <a:pt x="42604" y="15585"/>
                </a:cubicBezTo>
                <a:cubicBezTo>
                  <a:pt x="38191" y="16696"/>
                  <a:pt x="34218" y="18051"/>
                  <a:pt x="30745" y="19736"/>
                </a:cubicBezTo>
                <a:cubicBezTo>
                  <a:pt x="26147" y="21966"/>
                  <a:pt x="23189" y="24202"/>
                  <a:pt x="21649" y="26323"/>
                </a:cubicBezTo>
                <a:cubicBezTo>
                  <a:pt x="20109" y="28443"/>
                  <a:pt x="20208" y="30570"/>
                  <a:pt x="21742" y="32802"/>
                </a:cubicBezTo>
                <a:cubicBezTo>
                  <a:pt x="22922" y="34519"/>
                  <a:pt x="24581" y="35545"/>
                  <a:pt x="26703" y="35660"/>
                </a:cubicBezTo>
                <a:cubicBezTo>
                  <a:pt x="28782" y="35911"/>
                  <a:pt x="32071" y="35345"/>
                  <a:pt x="36425" y="34149"/>
                </a:cubicBezTo>
                <a:lnTo>
                  <a:pt x="45542" y="31557"/>
                </a:lnTo>
                <a:cubicBezTo>
                  <a:pt x="54659" y="28966"/>
                  <a:pt x="62059" y="28237"/>
                  <a:pt x="67479" y="29385"/>
                </a:cubicBezTo>
                <a:cubicBezTo>
                  <a:pt x="72958" y="30619"/>
                  <a:pt x="77569" y="33761"/>
                  <a:pt x="81167" y="38998"/>
                </a:cubicBezTo>
                <a:cubicBezTo>
                  <a:pt x="85885" y="45865"/>
                  <a:pt x="86972" y="52205"/>
                  <a:pt x="84369" y="57932"/>
                </a:cubicBezTo>
                <a:cubicBezTo>
                  <a:pt x="81766" y="63659"/>
                  <a:pt x="75531" y="68858"/>
                  <a:pt x="65519" y="73715"/>
                </a:cubicBezTo>
                <a:cubicBezTo>
                  <a:pt x="60819" y="75995"/>
                  <a:pt x="55723" y="77896"/>
                  <a:pt x="50551" y="79489"/>
                </a:cubicBezTo>
                <a:cubicBezTo>
                  <a:pt x="45278" y="81131"/>
                  <a:pt x="39768" y="82431"/>
                  <a:pt x="34007" y="83165"/>
                </a:cubicBezTo>
                <a:lnTo>
                  <a:pt x="24629" y="69516"/>
                </a:lnTo>
                <a:cubicBezTo>
                  <a:pt x="30803" y="69382"/>
                  <a:pt x="36521" y="68783"/>
                  <a:pt x="41724" y="67632"/>
                </a:cubicBezTo>
                <a:cubicBezTo>
                  <a:pt x="46884" y="66617"/>
                  <a:pt x="51528" y="65051"/>
                  <a:pt x="55717" y="63019"/>
                </a:cubicBezTo>
                <a:cubicBezTo>
                  <a:pt x="59803" y="61036"/>
                  <a:pt x="62719" y="58935"/>
                  <a:pt x="64141" y="56643"/>
                </a:cubicBezTo>
                <a:cubicBezTo>
                  <a:pt x="65562" y="54351"/>
                  <a:pt x="65565" y="52175"/>
                  <a:pt x="64032" y="49943"/>
                </a:cubicBezTo>
                <a:cubicBezTo>
                  <a:pt x="62734" y="48054"/>
                  <a:pt x="60855" y="46905"/>
                  <a:pt x="58615" y="46619"/>
                </a:cubicBezTo>
                <a:cubicBezTo>
                  <a:pt x="56375" y="46332"/>
                  <a:pt x="52704" y="46739"/>
                  <a:pt x="47619" y="48062"/>
                </a:cubicBezTo>
                <a:lnTo>
                  <a:pt x="39218" y="50306"/>
                </a:lnTo>
                <a:cubicBezTo>
                  <a:pt x="30816" y="52551"/>
                  <a:pt x="23927" y="53031"/>
                  <a:pt x="18448" y="51798"/>
                </a:cubicBezTo>
                <a:cubicBezTo>
                  <a:pt x="12969" y="50564"/>
                  <a:pt x="8621" y="47408"/>
                  <a:pt x="5200" y="42429"/>
                </a:cubicBezTo>
                <a:cubicBezTo>
                  <a:pt x="953" y="36249"/>
                  <a:pt x="0" y="30301"/>
                  <a:pt x="2501" y="24624"/>
                </a:cubicBezTo>
                <a:cubicBezTo>
                  <a:pt x="4900" y="18996"/>
                  <a:pt x="10668" y="13909"/>
                  <a:pt x="19658" y="9548"/>
                </a:cubicBezTo>
                <a:cubicBezTo>
                  <a:pt x="23745" y="7565"/>
                  <a:pt x="28110" y="5791"/>
                  <a:pt x="32755" y="4224"/>
                </a:cubicBezTo>
                <a:cubicBezTo>
                  <a:pt x="37400" y="2658"/>
                  <a:pt x="42426" y="1250"/>
                  <a:pt x="47833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5EA065-11EA-418E-A84E-4B8AED6282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98112" y="2451836"/>
            <a:ext cx="82971" cy="63692"/>
          </a:xfrm>
          <a:custGeom xmlns:a="http://schemas.openxmlformats.org/drawingml/2006/main">
            <a:pathLst>
              <a:path w="82971" h="63692">
                <a:moveTo>
                  <a:pt x="41184" y="33019"/>
                </a:moveTo>
                <a:cubicBezTo>
                  <a:pt x="37404" y="34853"/>
                  <a:pt x="34956" y="36842"/>
                  <a:pt x="33825" y="38764"/>
                </a:cubicBezTo>
                <a:cubicBezTo>
                  <a:pt x="32694" y="40686"/>
                  <a:pt x="32836" y="42677"/>
                  <a:pt x="34252" y="44738"/>
                </a:cubicBezTo>
                <a:cubicBezTo>
                  <a:pt x="35549" y="46626"/>
                  <a:pt x="37326" y="47824"/>
                  <a:pt x="39567" y="48111"/>
                </a:cubicBezTo>
                <a:cubicBezTo>
                  <a:pt x="41866" y="48484"/>
                  <a:pt x="44365" y="47958"/>
                  <a:pt x="47021" y="46669"/>
                </a:cubicBezTo>
                <a:cubicBezTo>
                  <a:pt x="50393" y="45034"/>
                  <a:pt x="52604" y="42702"/>
                  <a:pt x="53436" y="39551"/>
                </a:cubicBezTo>
                <a:cubicBezTo>
                  <a:pt x="54268" y="36401"/>
                  <a:pt x="53784" y="33316"/>
                  <a:pt x="51660" y="30226"/>
                </a:cubicBezTo>
                <a:lnTo>
                  <a:pt x="50481" y="28509"/>
                </a:lnTo>
                <a:lnTo>
                  <a:pt x="41184" y="33019"/>
                </a:lnTo>
                <a:close/>
                <a:moveTo>
                  <a:pt x="64568" y="14121"/>
                </a:moveTo>
                <a:lnTo>
                  <a:pt x="82971" y="40904"/>
                </a:lnTo>
                <a:lnTo>
                  <a:pt x="64991" y="49627"/>
                </a:lnTo>
                <a:lnTo>
                  <a:pt x="60213" y="42673"/>
                </a:lnTo>
                <a:cubicBezTo>
                  <a:pt x="59766" y="46781"/>
                  <a:pt x="58526" y="50130"/>
                  <a:pt x="56389" y="52769"/>
                </a:cubicBezTo>
                <a:cubicBezTo>
                  <a:pt x="54150" y="55458"/>
                  <a:pt x="51046" y="57879"/>
                  <a:pt x="46755" y="59961"/>
                </a:cubicBezTo>
                <a:cubicBezTo>
                  <a:pt x="40932" y="62786"/>
                  <a:pt x="35289" y="63692"/>
                  <a:pt x="29767" y="62594"/>
                </a:cubicBezTo>
                <a:cubicBezTo>
                  <a:pt x="24201" y="61631"/>
                  <a:pt x="19928" y="58783"/>
                  <a:pt x="16802" y="54233"/>
                </a:cubicBezTo>
                <a:cubicBezTo>
                  <a:pt x="13027" y="48739"/>
                  <a:pt x="12503" y="43614"/>
                  <a:pt x="15228" y="38858"/>
                </a:cubicBezTo>
                <a:cubicBezTo>
                  <a:pt x="17954" y="34102"/>
                  <a:pt x="24118" y="29395"/>
                  <a:pt x="33824" y="24686"/>
                </a:cubicBezTo>
                <a:lnTo>
                  <a:pt x="44346" y="19581"/>
                </a:lnTo>
                <a:lnTo>
                  <a:pt x="43521" y="18380"/>
                </a:lnTo>
                <a:cubicBezTo>
                  <a:pt x="41928" y="16062"/>
                  <a:pt x="39625" y="14890"/>
                  <a:pt x="36610" y="14864"/>
                </a:cubicBezTo>
                <a:cubicBezTo>
                  <a:pt x="33596" y="14839"/>
                  <a:pt x="29710" y="15923"/>
                  <a:pt x="25010" y="18203"/>
                </a:cubicBezTo>
                <a:cubicBezTo>
                  <a:pt x="21128" y="20086"/>
                  <a:pt x="17788" y="22164"/>
                  <a:pt x="14991" y="24437"/>
                </a:cubicBezTo>
                <a:cubicBezTo>
                  <a:pt x="12193" y="26710"/>
                  <a:pt x="9777" y="29141"/>
                  <a:pt x="7845" y="31681"/>
                </a:cubicBezTo>
                <a:lnTo>
                  <a:pt x="0" y="20264"/>
                </a:lnTo>
                <a:cubicBezTo>
                  <a:pt x="3249" y="17657"/>
                  <a:pt x="6616" y="15223"/>
                  <a:pt x="10204" y="12910"/>
                </a:cubicBezTo>
                <a:cubicBezTo>
                  <a:pt x="13850" y="10683"/>
                  <a:pt x="17555" y="8542"/>
                  <a:pt x="21437" y="6659"/>
                </a:cubicBezTo>
                <a:cubicBezTo>
                  <a:pt x="31449" y="1802"/>
                  <a:pt x="39882" y="0"/>
                  <a:pt x="46678" y="1167"/>
                </a:cubicBezTo>
                <a:cubicBezTo>
                  <a:pt x="53473" y="2334"/>
                  <a:pt x="59437" y="6652"/>
                  <a:pt x="64568" y="14121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0791E6-0A37-40E4-A686-13D87F589F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70766" y="2417257"/>
            <a:ext cx="71182" cy="61516"/>
          </a:xfrm>
          <a:custGeom xmlns:a="http://schemas.openxmlformats.org/drawingml/2006/main">
            <a:pathLst>
              <a:path w="71182" h="61516">
                <a:moveTo>
                  <a:pt x="40865" y="0"/>
                </a:moveTo>
                <a:lnTo>
                  <a:pt x="49299" y="12276"/>
                </a:lnTo>
                <a:cubicBezTo>
                  <a:pt x="45904" y="12092"/>
                  <a:pt x="42744" y="12251"/>
                  <a:pt x="39820" y="12754"/>
                </a:cubicBezTo>
                <a:cubicBezTo>
                  <a:pt x="36896" y="13256"/>
                  <a:pt x="34106" y="14152"/>
                  <a:pt x="31552" y="15391"/>
                </a:cubicBezTo>
                <a:cubicBezTo>
                  <a:pt x="26546" y="17820"/>
                  <a:pt x="23549" y="20991"/>
                  <a:pt x="22442" y="24732"/>
                </a:cubicBezTo>
                <a:cubicBezTo>
                  <a:pt x="21233" y="28524"/>
                  <a:pt x="22264" y="32602"/>
                  <a:pt x="25273" y="36980"/>
                </a:cubicBezTo>
                <a:cubicBezTo>
                  <a:pt x="28340" y="41444"/>
                  <a:pt x="32027" y="44233"/>
                  <a:pt x="36539" y="45249"/>
                </a:cubicBezTo>
                <a:cubicBezTo>
                  <a:pt x="40949" y="46315"/>
                  <a:pt x="45657" y="45633"/>
                  <a:pt x="50663" y="43204"/>
                </a:cubicBezTo>
                <a:cubicBezTo>
                  <a:pt x="53421" y="41866"/>
                  <a:pt x="55842" y="40234"/>
                  <a:pt x="57924" y="38309"/>
                </a:cubicBezTo>
                <a:cubicBezTo>
                  <a:pt x="59904" y="36432"/>
                  <a:pt x="61546" y="34262"/>
                  <a:pt x="62748" y="31848"/>
                </a:cubicBezTo>
                <a:lnTo>
                  <a:pt x="71182" y="44124"/>
                </a:lnTo>
                <a:cubicBezTo>
                  <a:pt x="68911" y="46370"/>
                  <a:pt x="66464" y="48358"/>
                  <a:pt x="63898" y="50175"/>
                </a:cubicBezTo>
                <a:cubicBezTo>
                  <a:pt x="61274" y="51906"/>
                  <a:pt x="58590" y="53552"/>
                  <a:pt x="55729" y="54939"/>
                </a:cubicBezTo>
                <a:cubicBezTo>
                  <a:pt x="45615" y="59846"/>
                  <a:pt x="36274" y="61516"/>
                  <a:pt x="27604" y="60000"/>
                </a:cubicBezTo>
                <a:cubicBezTo>
                  <a:pt x="18934" y="58483"/>
                  <a:pt x="11987" y="53726"/>
                  <a:pt x="6679" y="46000"/>
                </a:cubicBezTo>
                <a:cubicBezTo>
                  <a:pt x="1370" y="38274"/>
                  <a:pt x="0" y="30927"/>
                  <a:pt x="2713" y="23774"/>
                </a:cubicBezTo>
                <a:cubicBezTo>
                  <a:pt x="5485" y="16706"/>
                  <a:pt x="11818" y="10658"/>
                  <a:pt x="21932" y="5751"/>
                </a:cubicBezTo>
                <a:cubicBezTo>
                  <a:pt x="24792" y="4363"/>
                  <a:pt x="27830" y="3233"/>
                  <a:pt x="30985" y="2275"/>
                </a:cubicBezTo>
                <a:cubicBezTo>
                  <a:pt x="34141" y="1316"/>
                  <a:pt x="37414" y="529"/>
                  <a:pt x="40865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FD9A12-4DDE-4B63-9885-338E4DBA06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26054" y="2387420"/>
            <a:ext cx="50266" cy="67851"/>
          </a:xfrm>
          <a:custGeom xmlns:a="http://schemas.openxmlformats.org/drawingml/2006/main">
            <a:pathLst>
              <a:path w="50266" h="67851">
                <a:moveTo>
                  <a:pt x="50266" y="13563"/>
                </a:moveTo>
                <a:cubicBezTo>
                  <a:pt x="48219" y="13755"/>
                  <a:pt x="46392" y="14070"/>
                  <a:pt x="44623" y="14470"/>
                </a:cubicBezTo>
                <a:cubicBezTo>
                  <a:pt x="42914" y="14956"/>
                  <a:pt x="41263" y="15527"/>
                  <a:pt x="39731" y="16271"/>
                </a:cubicBezTo>
                <a:cubicBezTo>
                  <a:pt x="35134" y="18501"/>
                  <a:pt x="32443" y="21523"/>
                  <a:pt x="31642" y="25116"/>
                </a:cubicBezTo>
                <a:cubicBezTo>
                  <a:pt x="30901" y="28795"/>
                  <a:pt x="32093" y="32910"/>
                  <a:pt x="35279" y="37545"/>
                </a:cubicBezTo>
                <a:lnTo>
                  <a:pt x="50142" y="59178"/>
                </a:lnTo>
                <a:lnTo>
                  <a:pt x="32264" y="67851"/>
                </a:lnTo>
                <a:lnTo>
                  <a:pt x="0" y="20895"/>
                </a:lnTo>
                <a:lnTo>
                  <a:pt x="17878" y="12221"/>
                </a:lnTo>
                <a:lnTo>
                  <a:pt x="23187" y="19947"/>
                </a:lnTo>
                <a:cubicBezTo>
                  <a:pt x="23311" y="15767"/>
                  <a:pt x="24332" y="12296"/>
                  <a:pt x="26453" y="9435"/>
                </a:cubicBezTo>
                <a:cubicBezTo>
                  <a:pt x="28472" y="6624"/>
                  <a:pt x="31517" y="4117"/>
                  <a:pt x="35705" y="2085"/>
                </a:cubicBezTo>
                <a:cubicBezTo>
                  <a:pt x="36318" y="1788"/>
                  <a:pt x="36990" y="1576"/>
                  <a:pt x="37705" y="1229"/>
                </a:cubicBezTo>
                <a:cubicBezTo>
                  <a:pt x="38318" y="932"/>
                  <a:pt x="39399" y="522"/>
                  <a:pt x="40947" y="0"/>
                </a:cubicBezTo>
                <a:lnTo>
                  <a:pt x="50266" y="1356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56F2ED-BD67-42CC-B7F0-7BA6FD6A1F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81773" y="2364379"/>
            <a:ext cx="78089" cy="60670"/>
          </a:xfrm>
          <a:custGeom xmlns:a="http://schemas.openxmlformats.org/drawingml/2006/main">
            <a:pathLst>
              <a:path w="78089" h="60670">
                <a:moveTo>
                  <a:pt x="66471" y="15790"/>
                </a:moveTo>
                <a:lnTo>
                  <a:pt x="69420" y="20083"/>
                </a:lnTo>
                <a:lnTo>
                  <a:pt x="27636" y="40353"/>
                </a:lnTo>
                <a:cubicBezTo>
                  <a:pt x="30463" y="43675"/>
                  <a:pt x="33824" y="45592"/>
                  <a:pt x="37660" y="46021"/>
                </a:cubicBezTo>
                <a:cubicBezTo>
                  <a:pt x="41453" y="46584"/>
                  <a:pt x="45618" y="45708"/>
                  <a:pt x="50318" y="43428"/>
                </a:cubicBezTo>
                <a:cubicBezTo>
                  <a:pt x="53995" y="41644"/>
                  <a:pt x="57583" y="39332"/>
                  <a:pt x="60918" y="36454"/>
                </a:cubicBezTo>
                <a:cubicBezTo>
                  <a:pt x="64152" y="33627"/>
                  <a:pt x="67235" y="30185"/>
                  <a:pt x="70126" y="26264"/>
                </a:cubicBezTo>
                <a:lnTo>
                  <a:pt x="78089" y="37853"/>
                </a:lnTo>
                <a:cubicBezTo>
                  <a:pt x="74742" y="41308"/>
                  <a:pt x="71202" y="44285"/>
                  <a:pt x="67426" y="46918"/>
                </a:cubicBezTo>
                <a:cubicBezTo>
                  <a:pt x="63607" y="49686"/>
                  <a:pt x="59655" y="52061"/>
                  <a:pt x="55466" y="54093"/>
                </a:cubicBezTo>
                <a:cubicBezTo>
                  <a:pt x="45352" y="59000"/>
                  <a:pt x="36011" y="60670"/>
                  <a:pt x="27443" y="59104"/>
                </a:cubicBezTo>
                <a:cubicBezTo>
                  <a:pt x="18875" y="57538"/>
                  <a:pt x="11987" y="52867"/>
                  <a:pt x="6620" y="45055"/>
                </a:cubicBezTo>
                <a:cubicBezTo>
                  <a:pt x="1370" y="37415"/>
                  <a:pt x="0" y="30068"/>
                  <a:pt x="2509" y="23013"/>
                </a:cubicBezTo>
                <a:cubicBezTo>
                  <a:pt x="5017" y="15959"/>
                  <a:pt x="11044" y="10059"/>
                  <a:pt x="20647" y="5401"/>
                </a:cubicBezTo>
                <a:cubicBezTo>
                  <a:pt x="29433" y="1138"/>
                  <a:pt x="37913" y="0"/>
                  <a:pt x="46293" y="1887"/>
                </a:cubicBezTo>
                <a:cubicBezTo>
                  <a:pt x="54673" y="3773"/>
                  <a:pt x="61399" y="8408"/>
                  <a:pt x="66471" y="15790"/>
                </a:cubicBezTo>
                <a:close/>
                <a:moveTo>
                  <a:pt x="44661" y="19733"/>
                </a:moveTo>
                <a:cubicBezTo>
                  <a:pt x="42715" y="16900"/>
                  <a:pt x="40100" y="15078"/>
                  <a:pt x="36980" y="14302"/>
                </a:cubicBezTo>
                <a:cubicBezTo>
                  <a:pt x="33757" y="13577"/>
                  <a:pt x="30554" y="13872"/>
                  <a:pt x="27387" y="15408"/>
                </a:cubicBezTo>
                <a:cubicBezTo>
                  <a:pt x="23913" y="17093"/>
                  <a:pt x="21643" y="19339"/>
                  <a:pt x="20618" y="22011"/>
                </a:cubicBezTo>
                <a:cubicBezTo>
                  <a:pt x="19593" y="24683"/>
                  <a:pt x="19858" y="27645"/>
                  <a:pt x="21470" y="30983"/>
                </a:cubicBezTo>
                <a:lnTo>
                  <a:pt x="44661" y="1973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E888BB-A5B0-49E7-8041-1214F5B585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51043" y="2304833"/>
            <a:ext cx="82892" cy="87865"/>
          </a:xfrm>
          <a:custGeom xmlns:a="http://schemas.openxmlformats.org/drawingml/2006/main">
            <a:pathLst>
              <a:path w="82892" h="87865">
                <a:moveTo>
                  <a:pt x="37366" y="33875"/>
                </a:moveTo>
                <a:lnTo>
                  <a:pt x="20084" y="8723"/>
                </a:lnTo>
                <a:lnTo>
                  <a:pt x="38064" y="0"/>
                </a:lnTo>
                <a:lnTo>
                  <a:pt x="82892" y="65241"/>
                </a:lnTo>
                <a:lnTo>
                  <a:pt x="64911" y="73964"/>
                </a:lnTo>
                <a:lnTo>
                  <a:pt x="60252" y="67182"/>
                </a:lnTo>
                <a:cubicBezTo>
                  <a:pt x="59687" y="71119"/>
                  <a:pt x="58344" y="74517"/>
                  <a:pt x="56207" y="77156"/>
                </a:cubicBezTo>
                <a:cubicBezTo>
                  <a:pt x="54071" y="79795"/>
                  <a:pt x="51171" y="82118"/>
                  <a:pt x="47289" y="84001"/>
                </a:cubicBezTo>
                <a:cubicBezTo>
                  <a:pt x="40342" y="87371"/>
                  <a:pt x="33189" y="87865"/>
                  <a:pt x="25670" y="85447"/>
                </a:cubicBezTo>
                <a:cubicBezTo>
                  <a:pt x="18049" y="83078"/>
                  <a:pt x="11834" y="78195"/>
                  <a:pt x="6879" y="70984"/>
                </a:cubicBezTo>
                <a:cubicBezTo>
                  <a:pt x="1924" y="63774"/>
                  <a:pt x="0" y="56810"/>
                  <a:pt x="1310" y="49993"/>
                </a:cubicBezTo>
                <a:cubicBezTo>
                  <a:pt x="2518" y="43227"/>
                  <a:pt x="6544" y="38183"/>
                  <a:pt x="13491" y="34813"/>
                </a:cubicBezTo>
                <a:cubicBezTo>
                  <a:pt x="17373" y="32929"/>
                  <a:pt x="21217" y="31981"/>
                  <a:pt x="25064" y="31831"/>
                </a:cubicBezTo>
                <a:cubicBezTo>
                  <a:pt x="28912" y="31681"/>
                  <a:pt x="33027" y="32318"/>
                  <a:pt x="37366" y="33875"/>
                </a:cubicBezTo>
                <a:close/>
                <a:moveTo>
                  <a:pt x="46497" y="69963"/>
                </a:moveTo>
                <a:cubicBezTo>
                  <a:pt x="50277" y="68129"/>
                  <a:pt x="52371" y="65626"/>
                  <a:pt x="52763" y="62231"/>
                </a:cubicBezTo>
                <a:cubicBezTo>
                  <a:pt x="53214" y="58922"/>
                  <a:pt x="51876" y="54993"/>
                  <a:pt x="48809" y="50529"/>
                </a:cubicBezTo>
                <a:cubicBezTo>
                  <a:pt x="45742" y="46065"/>
                  <a:pt x="42420" y="43213"/>
                  <a:pt x="38725" y="41800"/>
                </a:cubicBezTo>
                <a:cubicBezTo>
                  <a:pt x="35089" y="40474"/>
                  <a:pt x="31403" y="40660"/>
                  <a:pt x="27623" y="42493"/>
                </a:cubicBezTo>
                <a:cubicBezTo>
                  <a:pt x="23741" y="44377"/>
                  <a:pt x="21706" y="46966"/>
                  <a:pt x="21255" y="50275"/>
                </a:cubicBezTo>
                <a:cubicBezTo>
                  <a:pt x="20863" y="53670"/>
                  <a:pt x="22244" y="57464"/>
                  <a:pt x="25311" y="61928"/>
                </a:cubicBezTo>
                <a:cubicBezTo>
                  <a:pt x="28379" y="66392"/>
                  <a:pt x="31657" y="69379"/>
                  <a:pt x="35293" y="70706"/>
                </a:cubicBezTo>
                <a:cubicBezTo>
                  <a:pt x="38988" y="72118"/>
                  <a:pt x="42615" y="71847"/>
                  <a:pt x="46497" y="6996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C03491-DF8F-485A-8CDC-C69ABE3134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47337" y="2270136"/>
            <a:ext cx="73844" cy="67128"/>
          </a:xfrm>
          <a:custGeom xmlns:a="http://schemas.openxmlformats.org/drawingml/2006/main">
            <a:pathLst>
              <a:path w="73844" h="67128">
                <a:moveTo>
                  <a:pt x="0" y="30827"/>
                </a:moveTo>
                <a:lnTo>
                  <a:pt x="17878" y="22154"/>
                </a:lnTo>
                <a:lnTo>
                  <a:pt x="54068" y="47863"/>
                </a:lnTo>
                <a:lnTo>
                  <a:pt x="45667" y="8673"/>
                </a:lnTo>
                <a:lnTo>
                  <a:pt x="63545" y="0"/>
                </a:lnTo>
                <a:lnTo>
                  <a:pt x="73844" y="57612"/>
                </a:lnTo>
                <a:lnTo>
                  <a:pt x="54229" y="67128"/>
                </a:lnTo>
                <a:lnTo>
                  <a:pt x="0" y="30827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AE2264-4BDB-4111-A2A4-36C9EF4B9C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2596" y="2245906"/>
            <a:ext cx="82971" cy="63692"/>
          </a:xfrm>
          <a:custGeom xmlns:a="http://schemas.openxmlformats.org/drawingml/2006/main">
            <a:pathLst>
              <a:path w="82971" h="63692">
                <a:moveTo>
                  <a:pt x="41184" y="33019"/>
                </a:moveTo>
                <a:cubicBezTo>
                  <a:pt x="37404" y="34853"/>
                  <a:pt x="34956" y="36842"/>
                  <a:pt x="33825" y="38764"/>
                </a:cubicBezTo>
                <a:cubicBezTo>
                  <a:pt x="32694" y="40686"/>
                  <a:pt x="32836" y="42677"/>
                  <a:pt x="34252" y="44738"/>
                </a:cubicBezTo>
                <a:cubicBezTo>
                  <a:pt x="35549" y="46626"/>
                  <a:pt x="37326" y="47824"/>
                  <a:pt x="39567" y="48111"/>
                </a:cubicBezTo>
                <a:cubicBezTo>
                  <a:pt x="41866" y="48484"/>
                  <a:pt x="44365" y="47958"/>
                  <a:pt x="47021" y="46669"/>
                </a:cubicBezTo>
                <a:cubicBezTo>
                  <a:pt x="50393" y="45034"/>
                  <a:pt x="52604" y="42702"/>
                  <a:pt x="53436" y="39551"/>
                </a:cubicBezTo>
                <a:cubicBezTo>
                  <a:pt x="54268" y="36401"/>
                  <a:pt x="53784" y="33316"/>
                  <a:pt x="51660" y="30226"/>
                </a:cubicBezTo>
                <a:lnTo>
                  <a:pt x="50481" y="28509"/>
                </a:lnTo>
                <a:lnTo>
                  <a:pt x="41184" y="33019"/>
                </a:lnTo>
                <a:close/>
                <a:moveTo>
                  <a:pt x="64568" y="14121"/>
                </a:moveTo>
                <a:lnTo>
                  <a:pt x="82971" y="40904"/>
                </a:lnTo>
                <a:lnTo>
                  <a:pt x="64991" y="49627"/>
                </a:lnTo>
                <a:lnTo>
                  <a:pt x="60213" y="42673"/>
                </a:lnTo>
                <a:cubicBezTo>
                  <a:pt x="59766" y="46781"/>
                  <a:pt x="58526" y="50130"/>
                  <a:pt x="56389" y="52769"/>
                </a:cubicBezTo>
                <a:cubicBezTo>
                  <a:pt x="54150" y="55458"/>
                  <a:pt x="51046" y="57879"/>
                  <a:pt x="46755" y="59961"/>
                </a:cubicBezTo>
                <a:cubicBezTo>
                  <a:pt x="40932" y="62786"/>
                  <a:pt x="35289" y="63692"/>
                  <a:pt x="29767" y="62594"/>
                </a:cubicBezTo>
                <a:cubicBezTo>
                  <a:pt x="24201" y="61631"/>
                  <a:pt x="19928" y="58783"/>
                  <a:pt x="16802" y="54233"/>
                </a:cubicBezTo>
                <a:cubicBezTo>
                  <a:pt x="13027" y="48739"/>
                  <a:pt x="12503" y="43614"/>
                  <a:pt x="15228" y="38858"/>
                </a:cubicBezTo>
                <a:cubicBezTo>
                  <a:pt x="17954" y="34102"/>
                  <a:pt x="24118" y="29395"/>
                  <a:pt x="33824" y="24686"/>
                </a:cubicBezTo>
                <a:lnTo>
                  <a:pt x="44346" y="19581"/>
                </a:lnTo>
                <a:lnTo>
                  <a:pt x="43521" y="18380"/>
                </a:lnTo>
                <a:cubicBezTo>
                  <a:pt x="41928" y="16062"/>
                  <a:pt x="39625" y="14890"/>
                  <a:pt x="36610" y="14864"/>
                </a:cubicBezTo>
                <a:cubicBezTo>
                  <a:pt x="33596" y="14839"/>
                  <a:pt x="29710" y="15923"/>
                  <a:pt x="25010" y="18203"/>
                </a:cubicBezTo>
                <a:cubicBezTo>
                  <a:pt x="21128" y="20086"/>
                  <a:pt x="17788" y="22164"/>
                  <a:pt x="14991" y="24437"/>
                </a:cubicBezTo>
                <a:cubicBezTo>
                  <a:pt x="12193" y="26710"/>
                  <a:pt x="9777" y="29141"/>
                  <a:pt x="7845" y="31681"/>
                </a:cubicBezTo>
                <a:lnTo>
                  <a:pt x="0" y="20264"/>
                </a:lnTo>
                <a:cubicBezTo>
                  <a:pt x="3249" y="17657"/>
                  <a:pt x="6616" y="15223"/>
                  <a:pt x="10204" y="12910"/>
                </a:cubicBezTo>
                <a:cubicBezTo>
                  <a:pt x="13850" y="10683"/>
                  <a:pt x="17555" y="8542"/>
                  <a:pt x="21437" y="6659"/>
                </a:cubicBezTo>
                <a:cubicBezTo>
                  <a:pt x="31449" y="1802"/>
                  <a:pt x="39882" y="0"/>
                  <a:pt x="46678" y="1167"/>
                </a:cubicBezTo>
                <a:cubicBezTo>
                  <a:pt x="53473" y="2334"/>
                  <a:pt x="59437" y="6652"/>
                  <a:pt x="64568" y="14121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0F2083-D554-43DB-8876-803DC8332C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7393" y="2204817"/>
            <a:ext cx="62706" cy="73914"/>
          </a:xfrm>
          <a:custGeom xmlns:a="http://schemas.openxmlformats.org/drawingml/2006/main">
            <a:pathLst>
              <a:path w="62706" h="73914">
                <a:moveTo>
                  <a:pt x="0" y="8673"/>
                </a:moveTo>
                <a:lnTo>
                  <a:pt x="17878" y="0"/>
                </a:lnTo>
                <a:lnTo>
                  <a:pt x="62706" y="65241"/>
                </a:lnTo>
                <a:lnTo>
                  <a:pt x="44827" y="73914"/>
                </a:lnTo>
                <a:lnTo>
                  <a:pt x="0" y="867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4292A5-5DE8-43F9-84C5-7CD152530F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27032" y="2195072"/>
            <a:ext cx="71906" cy="66133"/>
          </a:xfrm>
          <a:custGeom xmlns:a="http://schemas.openxmlformats.org/drawingml/2006/main">
            <a:pathLst>
              <a:path w="71906" h="66133">
                <a:moveTo>
                  <a:pt x="42592" y="0"/>
                </a:moveTo>
                <a:lnTo>
                  <a:pt x="50437" y="11417"/>
                </a:lnTo>
                <a:cubicBezTo>
                  <a:pt x="45670" y="12013"/>
                  <a:pt x="41284" y="12767"/>
                  <a:pt x="37339" y="13765"/>
                </a:cubicBezTo>
                <a:cubicBezTo>
                  <a:pt x="33291" y="14813"/>
                  <a:pt x="29684" y="16105"/>
                  <a:pt x="26517" y="17642"/>
                </a:cubicBezTo>
                <a:cubicBezTo>
                  <a:pt x="23044" y="19327"/>
                  <a:pt x="20887" y="20946"/>
                  <a:pt x="19724" y="22425"/>
                </a:cubicBezTo>
                <a:cubicBezTo>
                  <a:pt x="18561" y="23905"/>
                  <a:pt x="18511" y="25418"/>
                  <a:pt x="19513" y="26877"/>
                </a:cubicBezTo>
                <a:cubicBezTo>
                  <a:pt x="20339" y="28079"/>
                  <a:pt x="21601" y="28726"/>
                  <a:pt x="23240" y="28732"/>
                </a:cubicBezTo>
                <a:cubicBezTo>
                  <a:pt x="24938" y="28824"/>
                  <a:pt x="27480" y="28163"/>
                  <a:pt x="30985" y="26920"/>
                </a:cubicBezTo>
                <a:lnTo>
                  <a:pt x="34388" y="25727"/>
                </a:lnTo>
                <a:cubicBezTo>
                  <a:pt x="44188" y="22346"/>
                  <a:pt x="51380" y="20918"/>
                  <a:pt x="56080" y="21613"/>
                </a:cubicBezTo>
                <a:cubicBezTo>
                  <a:pt x="60781" y="22309"/>
                  <a:pt x="64834" y="25035"/>
                  <a:pt x="68137" y="29842"/>
                </a:cubicBezTo>
                <a:cubicBezTo>
                  <a:pt x="71558" y="34821"/>
                  <a:pt x="71906" y="39689"/>
                  <a:pt x="69223" y="44310"/>
                </a:cubicBezTo>
                <a:cubicBezTo>
                  <a:pt x="66541" y="48930"/>
                  <a:pt x="60828" y="53304"/>
                  <a:pt x="52144" y="57517"/>
                </a:cubicBezTo>
                <a:cubicBezTo>
                  <a:pt x="48467" y="59301"/>
                  <a:pt x="44407" y="60927"/>
                  <a:pt x="40230" y="62381"/>
                </a:cubicBezTo>
                <a:cubicBezTo>
                  <a:pt x="35951" y="63885"/>
                  <a:pt x="31393" y="65180"/>
                  <a:pt x="26598" y="66133"/>
                </a:cubicBezTo>
                <a:lnTo>
                  <a:pt x="18754" y="54715"/>
                </a:lnTo>
                <a:cubicBezTo>
                  <a:pt x="23289" y="54575"/>
                  <a:pt x="27733" y="53907"/>
                  <a:pt x="31985" y="52760"/>
                </a:cubicBezTo>
                <a:cubicBezTo>
                  <a:pt x="36135" y="51663"/>
                  <a:pt x="40253" y="50123"/>
                  <a:pt x="44135" y="48239"/>
                </a:cubicBezTo>
                <a:cubicBezTo>
                  <a:pt x="47609" y="46554"/>
                  <a:pt x="49927" y="44972"/>
                  <a:pt x="51176" y="43221"/>
                </a:cubicBezTo>
                <a:cubicBezTo>
                  <a:pt x="52382" y="41606"/>
                  <a:pt x="52476" y="39958"/>
                  <a:pt x="51355" y="38327"/>
                </a:cubicBezTo>
                <a:cubicBezTo>
                  <a:pt x="50411" y="36954"/>
                  <a:pt x="49149" y="36307"/>
                  <a:pt x="47452" y="36215"/>
                </a:cubicBezTo>
                <a:cubicBezTo>
                  <a:pt x="45754" y="36123"/>
                  <a:pt x="42948" y="36797"/>
                  <a:pt x="39136" y="38189"/>
                </a:cubicBezTo>
                <a:lnTo>
                  <a:pt x="35733" y="39382"/>
                </a:lnTo>
                <a:cubicBezTo>
                  <a:pt x="27234" y="42475"/>
                  <a:pt x="20655" y="43606"/>
                  <a:pt x="15896" y="42825"/>
                </a:cubicBezTo>
                <a:cubicBezTo>
                  <a:pt x="11093" y="42179"/>
                  <a:pt x="7201" y="39488"/>
                  <a:pt x="4016" y="34853"/>
                </a:cubicBezTo>
                <a:cubicBezTo>
                  <a:pt x="595" y="29874"/>
                  <a:pt x="0" y="25241"/>
                  <a:pt x="2435" y="20855"/>
                </a:cubicBezTo>
                <a:cubicBezTo>
                  <a:pt x="4870" y="16469"/>
                  <a:pt x="10276" y="12244"/>
                  <a:pt x="18653" y="8180"/>
                </a:cubicBezTo>
                <a:cubicBezTo>
                  <a:pt x="21923" y="6594"/>
                  <a:pt x="25471" y="5216"/>
                  <a:pt x="29444" y="3861"/>
                </a:cubicBezTo>
                <a:cubicBezTo>
                  <a:pt x="33416" y="2506"/>
                  <a:pt x="37711" y="1223"/>
                  <a:pt x="42592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39E8D5-C56F-4ABE-AB3A-F7D2D4CBBD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5041" y="103463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1CCB8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8E7971-C5C0-4CD1-97C1-90F77071BC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432" y="103463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CCD9ED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490FB4-30B7-415C-B867-A165E22DD3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7823" y="103463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E9D5C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D274DE-6C70-4AB3-AD66-235238FA68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9214" y="103463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7B599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3A5A0B-B2B4-46D3-97B7-CE6271CCDA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0605" y="103463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C5D6F2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0255A3-64BF-4158-AE65-C06E7981AA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21996" y="103463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CAD8E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4A0CCA-2815-487C-8CC4-85ABF4939E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5041" y="406136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B404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A706B5-DD2F-4B39-B78D-766E558194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432" y="406136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49A7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7129E9-CE9E-4737-8DE7-FA977CB49C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7823" y="406136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E36B5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F6A70A-EA63-4A8B-9796-CE3D755CE8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9214" y="406136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B70D28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F5FF2D-9287-4E5C-A166-F6F27FA554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0605" y="406136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DF634E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14FA8D-30C7-4708-9394-79D882E0E2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21996" y="406136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E9785D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B44F9E-DB2F-45CF-9376-6C813AFF71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5041" y="708810"/>
            <a:ext cx="521391" cy="302674"/>
          </a:xfrm>
          <a:custGeom xmlns:a="http://schemas.openxmlformats.org/drawingml/2006/main">
            <a:pathLst>
              <a:path w="521391" h="302674">
                <a:moveTo>
                  <a:pt x="0" y="0"/>
                </a:moveTo>
                <a:lnTo>
                  <a:pt x="521391" y="0"/>
                </a:lnTo>
                <a:lnTo>
                  <a:pt x="521391" y="302674"/>
                </a:lnTo>
                <a:lnTo>
                  <a:pt x="0" y="302674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E3D9D3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3B0B28-A570-46EA-B206-A38F0E4D03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432" y="708810"/>
            <a:ext cx="521391" cy="302674"/>
          </a:xfrm>
          <a:custGeom xmlns:a="http://schemas.openxmlformats.org/drawingml/2006/main">
            <a:pathLst>
              <a:path w="521391" h="302674">
                <a:moveTo>
                  <a:pt x="0" y="0"/>
                </a:moveTo>
                <a:lnTo>
                  <a:pt x="521391" y="0"/>
                </a:lnTo>
                <a:lnTo>
                  <a:pt x="521391" y="302674"/>
                </a:lnTo>
                <a:lnTo>
                  <a:pt x="0" y="302674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465EC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435F0B-E256-4A33-AD49-BCA01D198B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7823" y="708810"/>
            <a:ext cx="521391" cy="302674"/>
          </a:xfrm>
          <a:custGeom xmlns:a="http://schemas.openxmlformats.org/drawingml/2006/main">
            <a:pathLst>
              <a:path w="521391" h="302674">
                <a:moveTo>
                  <a:pt x="0" y="0"/>
                </a:moveTo>
                <a:lnTo>
                  <a:pt x="521391" y="0"/>
                </a:lnTo>
                <a:lnTo>
                  <a:pt x="521391" y="302674"/>
                </a:lnTo>
                <a:lnTo>
                  <a:pt x="0" y="302674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445A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052CDA-B266-412A-9600-425CFF4A5C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9214" y="708810"/>
            <a:ext cx="521391" cy="302674"/>
          </a:xfrm>
          <a:custGeom xmlns:a="http://schemas.openxmlformats.org/drawingml/2006/main">
            <a:pathLst>
              <a:path w="521391" h="302674">
                <a:moveTo>
                  <a:pt x="0" y="0"/>
                </a:moveTo>
                <a:lnTo>
                  <a:pt x="521391" y="0"/>
                </a:lnTo>
                <a:lnTo>
                  <a:pt x="521391" y="302674"/>
                </a:lnTo>
                <a:lnTo>
                  <a:pt x="0" y="302674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DFDBD9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43858B-7208-4236-A6EA-0508D361FC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0605" y="708810"/>
            <a:ext cx="521391" cy="302674"/>
          </a:xfrm>
          <a:custGeom xmlns:a="http://schemas.openxmlformats.org/drawingml/2006/main">
            <a:pathLst>
              <a:path w="521391" h="302674">
                <a:moveTo>
                  <a:pt x="0" y="0"/>
                </a:moveTo>
                <a:lnTo>
                  <a:pt x="521391" y="0"/>
                </a:lnTo>
                <a:lnTo>
                  <a:pt x="521391" y="302674"/>
                </a:lnTo>
                <a:lnTo>
                  <a:pt x="0" y="302674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3B4CC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1D3A23-985C-44BB-A965-71937607C2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21996" y="708810"/>
            <a:ext cx="521391" cy="302674"/>
          </a:xfrm>
          <a:custGeom xmlns:a="http://schemas.openxmlformats.org/drawingml/2006/main">
            <a:pathLst>
              <a:path w="521391" h="302674">
                <a:moveTo>
                  <a:pt x="0" y="0"/>
                </a:moveTo>
                <a:lnTo>
                  <a:pt x="521391" y="0"/>
                </a:lnTo>
                <a:lnTo>
                  <a:pt x="521391" y="302674"/>
                </a:lnTo>
                <a:lnTo>
                  <a:pt x="0" y="302674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D5DBE5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B41AD1-AE4C-493D-8EBA-B241E214EB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5041" y="1011483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39577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9D8829-17DD-48CC-B5E6-1A555550BC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432" y="1011483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CEDAE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3C1C09-2C57-4646-B394-5B3ECE7D30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7823" y="1011483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E2DAD5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846D12-843A-415F-89C4-9B99312B0C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9214" y="1011483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18F71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834880-B30C-43B4-BB7A-ABD8266CAE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0605" y="1011483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BED2F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72D7FD-00ED-4955-AC2E-E8CF7809A6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21996" y="1011483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4987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CDFE77-6ED0-4272-BAB1-AB3C1119E6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5041" y="1314156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D7DCE3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37D173-5424-4AE3-AC86-AFFCBF3EFB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432" y="1314156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82A6F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B7F048-0717-4DF5-A3C9-AA359ECDE9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7823" y="1314156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96B7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ED1A32-1986-4CF2-926A-9BB63F8333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9214" y="1314156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DADCE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F4E418-B276-41C4-959C-5AEE759638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0605" y="1314156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82A6F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6B6FF7-CD1C-46F4-BF1A-FB23548140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21996" y="1314156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BED2F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429B2E-C549-4961-9006-E25D2E71F9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5041" y="1616830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EFCEBD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E3F67C-1EE2-431B-AE5C-107B4035AD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432" y="1616830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AEC9F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F3DD9E-1001-48FD-8100-B613E428D7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7823" y="1616830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97B8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9FD08A-523E-4412-A09B-6F218E3996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9214" y="1616830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E5D8D1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12AC33-1E6C-40B5-9C74-FD0DFFD05F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0605" y="1616830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7295F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3D61E8-CC1B-4CC2-BB69-479930D1DE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21996" y="1616830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96B7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8BFBCC-4908-4EBE-A989-3ADC18E0E8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5041" y="1919503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5A081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1599A2-7B8F-4D8C-9860-6325B6952D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432" y="1919503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EDD2C3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4B0668-E622-428E-A64A-3DC85CB911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7823" y="1919503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E0DBD8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11F282-D728-4F7C-A50C-E03F4679ED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9214" y="1919503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6A385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0843E8-B517-4BE7-A927-8873F08EC1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0605" y="1919503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BAD0F8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D1B9E5-E56C-4FDB-B4DB-2792337F10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21996" y="1919503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D8DCE2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A4696A-780C-48C0-A8A6-6536A7D628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5041" y="2222177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F6BFA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135A86-0219-48FB-AF06-F5584FFDAE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432" y="2222177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96B7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2CF644-00D2-44D6-B9E6-128B4F10F3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7823" y="2222177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C3D5F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EF36A6-1C0A-4993-A70B-94BC38032B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9214" y="2222177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E8765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4587F1-A22A-4F20-81B7-77085EE5FC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0605" y="2222177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7295F4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8E0F24-9666-47B0-9F6C-CF47A6173F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21996" y="2222177"/>
            <a:ext cx="521391" cy="302673"/>
          </a:xfrm>
          <a:custGeom xmlns:a="http://schemas.openxmlformats.org/drawingml/2006/main">
            <a:pathLst>
              <a:path w="521391" h="302673">
                <a:moveTo>
                  <a:pt x="0" y="0"/>
                </a:moveTo>
                <a:lnTo>
                  <a:pt x="521391" y="0"/>
                </a:lnTo>
                <a:lnTo>
                  <a:pt x="521391" y="302673"/>
                </a:lnTo>
                <a:lnTo>
                  <a:pt x="0" y="302673"/>
                </a:lnTo>
                <a:lnTo>
                  <a:pt x="0" y="0"/>
                </a:lnTo>
              </a:path>
            </a:pathLst>
          </a:custGeom>
          <a:solidFill xmlns:a="http://schemas.openxmlformats.org/drawingml/2006/main">
            <a:srgbClr val="6F92F3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D61944-076B-4C29-960D-00827FE240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178" y="208612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388C09-812F-4ED9-B516-3853083861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4412" y="263428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C4F630-0A4B-437F-9E23-F3D42946EC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5111" y="208612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0833F7-1788-4F1F-92BF-7A469C0C19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6626" y="208711"/>
            <a:ext cx="68421" cy="74739"/>
          </a:xfrm>
          <a:custGeom xmlns:a="http://schemas.openxmlformats.org/drawingml/2006/main">
            <a:pathLst>
              <a:path w="68421" h="74739">
                <a:moveTo>
                  <a:pt x="35390" y="37766"/>
                </a:moveTo>
                <a:cubicBezTo>
                  <a:pt x="31497" y="37766"/>
                  <a:pt x="28548" y="38856"/>
                  <a:pt x="26661" y="40938"/>
                </a:cubicBezTo>
                <a:cubicBezTo>
                  <a:pt x="24655" y="43119"/>
                  <a:pt x="23711" y="46291"/>
                  <a:pt x="23711" y="50454"/>
                </a:cubicBezTo>
                <a:cubicBezTo>
                  <a:pt x="23711" y="54716"/>
                  <a:pt x="24655" y="57888"/>
                  <a:pt x="26661" y="59970"/>
                </a:cubicBezTo>
                <a:cubicBezTo>
                  <a:pt x="28548" y="62151"/>
                  <a:pt x="31497" y="63142"/>
                  <a:pt x="35390" y="63142"/>
                </a:cubicBezTo>
                <a:cubicBezTo>
                  <a:pt x="39283" y="63142"/>
                  <a:pt x="42232" y="62151"/>
                  <a:pt x="44120" y="59970"/>
                </a:cubicBezTo>
                <a:cubicBezTo>
                  <a:pt x="46007" y="57888"/>
                  <a:pt x="47069" y="54716"/>
                  <a:pt x="47069" y="50454"/>
                </a:cubicBezTo>
                <a:cubicBezTo>
                  <a:pt x="47069" y="46291"/>
                  <a:pt x="46007" y="43119"/>
                  <a:pt x="44120" y="40938"/>
                </a:cubicBezTo>
                <a:cubicBezTo>
                  <a:pt x="42232" y="38856"/>
                  <a:pt x="39283" y="37766"/>
                  <a:pt x="35390" y="37766"/>
                </a:cubicBezTo>
                <a:close/>
                <a:moveTo>
                  <a:pt x="62758" y="3073"/>
                </a:moveTo>
                <a:lnTo>
                  <a:pt x="62758" y="16455"/>
                </a:lnTo>
                <a:cubicBezTo>
                  <a:pt x="59101" y="15067"/>
                  <a:pt x="55680" y="13976"/>
                  <a:pt x="52495" y="13283"/>
                </a:cubicBezTo>
                <a:cubicBezTo>
                  <a:pt x="49192" y="12589"/>
                  <a:pt x="46125" y="12192"/>
                  <a:pt x="43058" y="12192"/>
                </a:cubicBezTo>
                <a:cubicBezTo>
                  <a:pt x="36452" y="12192"/>
                  <a:pt x="31261" y="13778"/>
                  <a:pt x="27604" y="16851"/>
                </a:cubicBezTo>
                <a:cubicBezTo>
                  <a:pt x="23829" y="19924"/>
                  <a:pt x="21706" y="24484"/>
                  <a:pt x="21116" y="30530"/>
                </a:cubicBezTo>
                <a:cubicBezTo>
                  <a:pt x="23593" y="28944"/>
                  <a:pt x="26307" y="27755"/>
                  <a:pt x="29374" y="26962"/>
                </a:cubicBezTo>
                <a:cubicBezTo>
                  <a:pt x="32323" y="26169"/>
                  <a:pt x="35508" y="25772"/>
                  <a:pt x="39047" y="25772"/>
                </a:cubicBezTo>
                <a:cubicBezTo>
                  <a:pt x="47777" y="25772"/>
                  <a:pt x="54855" y="27953"/>
                  <a:pt x="60281" y="32314"/>
                </a:cubicBezTo>
                <a:cubicBezTo>
                  <a:pt x="65708" y="36676"/>
                  <a:pt x="68421" y="42326"/>
                  <a:pt x="68421" y="49264"/>
                </a:cubicBezTo>
                <a:cubicBezTo>
                  <a:pt x="68421" y="56996"/>
                  <a:pt x="65354" y="63241"/>
                  <a:pt x="59337" y="67801"/>
                </a:cubicBezTo>
                <a:cubicBezTo>
                  <a:pt x="53321" y="72459"/>
                  <a:pt x="45299" y="74739"/>
                  <a:pt x="35154" y="74739"/>
                </a:cubicBezTo>
                <a:cubicBezTo>
                  <a:pt x="23947" y="74739"/>
                  <a:pt x="15336" y="71666"/>
                  <a:pt x="9201" y="65322"/>
                </a:cubicBezTo>
                <a:cubicBezTo>
                  <a:pt x="3067" y="58979"/>
                  <a:pt x="0" y="50057"/>
                  <a:pt x="0" y="38361"/>
                </a:cubicBezTo>
                <a:cubicBezTo>
                  <a:pt x="0" y="26466"/>
                  <a:pt x="3539" y="17049"/>
                  <a:pt x="10735" y="10210"/>
                </a:cubicBezTo>
                <a:cubicBezTo>
                  <a:pt x="17813" y="3469"/>
                  <a:pt x="27722" y="0"/>
                  <a:pt x="40227" y="0"/>
                </a:cubicBezTo>
                <a:cubicBezTo>
                  <a:pt x="44120" y="0"/>
                  <a:pt x="47895" y="297"/>
                  <a:pt x="51670" y="793"/>
                </a:cubicBezTo>
                <a:cubicBezTo>
                  <a:pt x="55444" y="1289"/>
                  <a:pt x="59101" y="2082"/>
                  <a:pt x="62758" y="307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025C07-E36A-4403-A71B-193CF8A066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9569" y="208612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0FE7BA-A663-4186-8392-6798838770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5803" y="263428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E3ED27-1BAF-4B3F-BC38-6055FFA1A6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4260" y="208612"/>
            <a:ext cx="70780" cy="74838"/>
          </a:xfrm>
          <a:custGeom xmlns:a="http://schemas.openxmlformats.org/drawingml/2006/main">
            <a:pathLst>
              <a:path w="70780" h="74838">
                <a:moveTo>
                  <a:pt x="48602" y="37370"/>
                </a:moveTo>
                <a:cubicBezTo>
                  <a:pt x="48602" y="28349"/>
                  <a:pt x="47541" y="22005"/>
                  <a:pt x="45535" y="18239"/>
                </a:cubicBezTo>
                <a:cubicBezTo>
                  <a:pt x="43530" y="14571"/>
                  <a:pt x="40109" y="12688"/>
                  <a:pt x="35390" y="12688"/>
                </a:cubicBezTo>
                <a:cubicBezTo>
                  <a:pt x="30671" y="12688"/>
                  <a:pt x="27250" y="14571"/>
                  <a:pt x="25245" y="18239"/>
                </a:cubicBezTo>
                <a:cubicBezTo>
                  <a:pt x="23122" y="22005"/>
                  <a:pt x="22178" y="28349"/>
                  <a:pt x="22178" y="37370"/>
                </a:cubicBezTo>
                <a:cubicBezTo>
                  <a:pt x="22178" y="46489"/>
                  <a:pt x="23122" y="52932"/>
                  <a:pt x="25245" y="56699"/>
                </a:cubicBezTo>
                <a:cubicBezTo>
                  <a:pt x="27250" y="60465"/>
                  <a:pt x="30671" y="62250"/>
                  <a:pt x="35390" y="62250"/>
                </a:cubicBezTo>
                <a:cubicBezTo>
                  <a:pt x="40109" y="62250"/>
                  <a:pt x="43412" y="60465"/>
                  <a:pt x="45535" y="56699"/>
                </a:cubicBezTo>
                <a:cubicBezTo>
                  <a:pt x="47541" y="52932"/>
                  <a:pt x="48602" y="46489"/>
                  <a:pt x="48602" y="37370"/>
                </a:cubicBezTo>
                <a:close/>
                <a:moveTo>
                  <a:pt x="70780" y="37469"/>
                </a:moveTo>
                <a:cubicBezTo>
                  <a:pt x="70780" y="49463"/>
                  <a:pt x="67713" y="58681"/>
                  <a:pt x="61579" y="65124"/>
                </a:cubicBezTo>
                <a:cubicBezTo>
                  <a:pt x="55444" y="71666"/>
                  <a:pt x="46715" y="74838"/>
                  <a:pt x="35390" y="74838"/>
                </a:cubicBezTo>
                <a:cubicBezTo>
                  <a:pt x="24065" y="74838"/>
                  <a:pt x="15336" y="71666"/>
                  <a:pt x="9201" y="65124"/>
                </a:cubicBezTo>
                <a:cubicBezTo>
                  <a:pt x="3067" y="58681"/>
                  <a:pt x="0" y="49463"/>
                  <a:pt x="0" y="37469"/>
                </a:cubicBezTo>
                <a:cubicBezTo>
                  <a:pt x="0" y="25574"/>
                  <a:pt x="3067" y="16355"/>
                  <a:pt x="9201" y="9813"/>
                </a:cubicBezTo>
                <a:cubicBezTo>
                  <a:pt x="15336" y="3271"/>
                  <a:pt x="24065" y="0"/>
                  <a:pt x="35390" y="0"/>
                </a:cubicBezTo>
                <a:cubicBezTo>
                  <a:pt x="46715" y="0"/>
                  <a:pt x="55444" y="3271"/>
                  <a:pt x="61579" y="9813"/>
                </a:cubicBezTo>
                <a:cubicBezTo>
                  <a:pt x="67713" y="16355"/>
                  <a:pt x="70780" y="25574"/>
                  <a:pt x="70780" y="3746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394F46-1E37-4771-BA87-6A1B49A111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6011" y="209901"/>
            <a:ext cx="71370" cy="72261"/>
          </a:xfrm>
          <a:custGeom xmlns:a="http://schemas.openxmlformats.org/drawingml/2006/main">
            <a:pathLst>
              <a:path w="71370" h="72261">
                <a:moveTo>
                  <a:pt x="38103" y="15364"/>
                </a:moveTo>
                <a:lnTo>
                  <a:pt x="13802" y="45597"/>
                </a:lnTo>
                <a:lnTo>
                  <a:pt x="38103" y="45597"/>
                </a:lnTo>
                <a:lnTo>
                  <a:pt x="38103" y="15364"/>
                </a:lnTo>
                <a:close/>
                <a:moveTo>
                  <a:pt x="34446" y="0"/>
                </a:moveTo>
                <a:lnTo>
                  <a:pt x="59101" y="0"/>
                </a:lnTo>
                <a:lnTo>
                  <a:pt x="59101" y="45597"/>
                </a:lnTo>
                <a:lnTo>
                  <a:pt x="71370" y="45597"/>
                </a:lnTo>
                <a:lnTo>
                  <a:pt x="71370" y="59078"/>
                </a:lnTo>
                <a:lnTo>
                  <a:pt x="59101" y="59078"/>
                </a:lnTo>
                <a:lnTo>
                  <a:pt x="59101" y="72261"/>
                </a:lnTo>
                <a:lnTo>
                  <a:pt x="38103" y="72261"/>
                </a:lnTo>
                <a:lnTo>
                  <a:pt x="38103" y="59078"/>
                </a:lnTo>
                <a:lnTo>
                  <a:pt x="0" y="59078"/>
                </a:lnTo>
                <a:lnTo>
                  <a:pt x="0" y="43119"/>
                </a:lnTo>
                <a:lnTo>
                  <a:pt x="34446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4579F9-385C-427A-A0B1-F1F33A328C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0960" y="208612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EA94AC-31DB-4920-94C2-FF6AC8CEF2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7194" y="263428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73F2F3-D4EF-4DD4-B724-0A25311997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9308" y="208612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CABA2D-D117-47BA-9E00-0A9B82205A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9997" y="209901"/>
            <a:ext cx="64764" cy="72261"/>
          </a:xfrm>
          <a:custGeom xmlns:a="http://schemas.openxmlformats.org/drawingml/2006/main">
            <a:pathLst>
              <a:path w="64764" h="72261">
                <a:moveTo>
                  <a:pt x="0" y="0"/>
                </a:moveTo>
                <a:lnTo>
                  <a:pt x="64764" y="0"/>
                </a:lnTo>
                <a:lnTo>
                  <a:pt x="64764" y="10507"/>
                </a:lnTo>
                <a:lnTo>
                  <a:pt x="31261" y="72261"/>
                </a:lnTo>
                <a:lnTo>
                  <a:pt x="9673" y="72261"/>
                </a:lnTo>
                <a:lnTo>
                  <a:pt x="41406" y="13679"/>
                </a:lnTo>
                <a:lnTo>
                  <a:pt x="0" y="13679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043F9D-AF6A-4203-B898-C33157CACD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2351" y="208612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D5407D-DD8E-447D-8E1C-DF6DCD665E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8585" y="263428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CB00FA-DD2A-473D-87E7-23CB579DE3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0463" y="209901"/>
            <a:ext cx="64764" cy="73550"/>
          </a:xfrm>
          <a:custGeom xmlns:a="http://schemas.openxmlformats.org/drawingml/2006/main">
            <a:pathLst>
              <a:path w="64764" h="73550">
                <a:moveTo>
                  <a:pt x="3421" y="0"/>
                </a:moveTo>
                <a:lnTo>
                  <a:pt x="58512" y="0"/>
                </a:lnTo>
                <a:lnTo>
                  <a:pt x="58512" y="13679"/>
                </a:lnTo>
                <a:lnTo>
                  <a:pt x="21116" y="13679"/>
                </a:lnTo>
                <a:lnTo>
                  <a:pt x="21116" y="24880"/>
                </a:lnTo>
                <a:cubicBezTo>
                  <a:pt x="22768" y="24484"/>
                  <a:pt x="24419" y="24186"/>
                  <a:pt x="26189" y="23988"/>
                </a:cubicBezTo>
                <a:cubicBezTo>
                  <a:pt x="27840" y="23790"/>
                  <a:pt x="29610" y="23691"/>
                  <a:pt x="31497" y="23691"/>
                </a:cubicBezTo>
                <a:cubicBezTo>
                  <a:pt x="41996" y="23691"/>
                  <a:pt x="50136" y="25970"/>
                  <a:pt x="56034" y="30332"/>
                </a:cubicBezTo>
                <a:cubicBezTo>
                  <a:pt x="61815" y="34693"/>
                  <a:pt x="64764" y="40839"/>
                  <a:pt x="64764" y="48670"/>
                </a:cubicBezTo>
                <a:cubicBezTo>
                  <a:pt x="64764" y="56500"/>
                  <a:pt x="61579" y="62646"/>
                  <a:pt x="55209" y="67008"/>
                </a:cubicBezTo>
                <a:cubicBezTo>
                  <a:pt x="48838" y="71369"/>
                  <a:pt x="39991" y="73550"/>
                  <a:pt x="28784" y="73550"/>
                </a:cubicBezTo>
                <a:cubicBezTo>
                  <a:pt x="23829" y="73550"/>
                  <a:pt x="18993" y="73153"/>
                  <a:pt x="14274" y="72360"/>
                </a:cubicBezTo>
                <a:cubicBezTo>
                  <a:pt x="9437" y="71666"/>
                  <a:pt x="4719" y="70477"/>
                  <a:pt x="0" y="68891"/>
                </a:cubicBezTo>
                <a:lnTo>
                  <a:pt x="0" y="54221"/>
                </a:lnTo>
                <a:cubicBezTo>
                  <a:pt x="4719" y="56500"/>
                  <a:pt x="9083" y="58186"/>
                  <a:pt x="13330" y="59276"/>
                </a:cubicBezTo>
                <a:cubicBezTo>
                  <a:pt x="17577" y="60465"/>
                  <a:pt x="21470" y="60961"/>
                  <a:pt x="25245" y="60961"/>
                </a:cubicBezTo>
                <a:cubicBezTo>
                  <a:pt x="30553" y="60961"/>
                  <a:pt x="34800" y="59871"/>
                  <a:pt x="37867" y="57690"/>
                </a:cubicBezTo>
                <a:cubicBezTo>
                  <a:pt x="40935" y="55509"/>
                  <a:pt x="42586" y="52436"/>
                  <a:pt x="42586" y="48670"/>
                </a:cubicBezTo>
                <a:cubicBezTo>
                  <a:pt x="42586" y="44903"/>
                  <a:pt x="40935" y="41929"/>
                  <a:pt x="37867" y="39749"/>
                </a:cubicBezTo>
                <a:cubicBezTo>
                  <a:pt x="34800" y="37568"/>
                  <a:pt x="30553" y="36378"/>
                  <a:pt x="25245" y="36378"/>
                </a:cubicBezTo>
                <a:cubicBezTo>
                  <a:pt x="21942" y="36378"/>
                  <a:pt x="18521" y="36775"/>
                  <a:pt x="14982" y="37469"/>
                </a:cubicBezTo>
                <a:cubicBezTo>
                  <a:pt x="11443" y="38163"/>
                  <a:pt x="7550" y="39253"/>
                  <a:pt x="3421" y="40641"/>
                </a:cubicBezTo>
                <a:lnTo>
                  <a:pt x="3421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9B3428-6BAF-432F-B328-243AA61DBB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6815" y="209901"/>
            <a:ext cx="60635" cy="72261"/>
          </a:xfrm>
          <a:custGeom xmlns:a="http://schemas.openxmlformats.org/drawingml/2006/main">
            <a:pathLst>
              <a:path w="60635" h="72261">
                <a:moveTo>
                  <a:pt x="472" y="59375"/>
                </a:moveTo>
                <a:lnTo>
                  <a:pt x="20054" y="59375"/>
                </a:lnTo>
                <a:lnTo>
                  <a:pt x="20054" y="12688"/>
                </a:lnTo>
                <a:lnTo>
                  <a:pt x="0" y="16157"/>
                </a:lnTo>
                <a:lnTo>
                  <a:pt x="0" y="3469"/>
                </a:lnTo>
                <a:lnTo>
                  <a:pt x="19936" y="0"/>
                </a:lnTo>
                <a:lnTo>
                  <a:pt x="41052" y="0"/>
                </a:lnTo>
                <a:lnTo>
                  <a:pt x="41052" y="59375"/>
                </a:lnTo>
                <a:lnTo>
                  <a:pt x="60635" y="59375"/>
                </a:lnTo>
                <a:lnTo>
                  <a:pt x="60635" y="72261"/>
                </a:lnTo>
                <a:lnTo>
                  <a:pt x="472" y="72261"/>
                </a:lnTo>
                <a:lnTo>
                  <a:pt x="472" y="59375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20C858-A5C0-4BCA-8BAD-745CEDAF03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3742" y="208612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F3B648-0E12-4734-8E59-622600AF5A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9976" y="263428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EB3766-5F07-45F3-A4BC-66DD5E4071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8433" y="208612"/>
            <a:ext cx="70780" cy="74838"/>
          </a:xfrm>
          <a:custGeom xmlns:a="http://schemas.openxmlformats.org/drawingml/2006/main">
            <a:pathLst>
              <a:path w="70780" h="74838">
                <a:moveTo>
                  <a:pt x="48602" y="37370"/>
                </a:moveTo>
                <a:cubicBezTo>
                  <a:pt x="48602" y="28349"/>
                  <a:pt x="47541" y="22005"/>
                  <a:pt x="45535" y="18239"/>
                </a:cubicBezTo>
                <a:cubicBezTo>
                  <a:pt x="43530" y="14571"/>
                  <a:pt x="40109" y="12688"/>
                  <a:pt x="35390" y="12688"/>
                </a:cubicBezTo>
                <a:cubicBezTo>
                  <a:pt x="30671" y="12688"/>
                  <a:pt x="27250" y="14571"/>
                  <a:pt x="25245" y="18239"/>
                </a:cubicBezTo>
                <a:cubicBezTo>
                  <a:pt x="23122" y="22005"/>
                  <a:pt x="22178" y="28349"/>
                  <a:pt x="22178" y="37370"/>
                </a:cubicBezTo>
                <a:cubicBezTo>
                  <a:pt x="22178" y="46489"/>
                  <a:pt x="23122" y="52932"/>
                  <a:pt x="25245" y="56699"/>
                </a:cubicBezTo>
                <a:cubicBezTo>
                  <a:pt x="27250" y="60465"/>
                  <a:pt x="30671" y="62250"/>
                  <a:pt x="35390" y="62250"/>
                </a:cubicBezTo>
                <a:cubicBezTo>
                  <a:pt x="40109" y="62250"/>
                  <a:pt x="43412" y="60465"/>
                  <a:pt x="45535" y="56699"/>
                </a:cubicBezTo>
                <a:cubicBezTo>
                  <a:pt x="47541" y="52932"/>
                  <a:pt x="48602" y="46489"/>
                  <a:pt x="48602" y="37370"/>
                </a:cubicBezTo>
                <a:close/>
                <a:moveTo>
                  <a:pt x="70780" y="37469"/>
                </a:moveTo>
                <a:cubicBezTo>
                  <a:pt x="70780" y="49463"/>
                  <a:pt x="67713" y="58681"/>
                  <a:pt x="61579" y="65124"/>
                </a:cubicBezTo>
                <a:cubicBezTo>
                  <a:pt x="55444" y="71666"/>
                  <a:pt x="46715" y="74838"/>
                  <a:pt x="35390" y="74838"/>
                </a:cubicBezTo>
                <a:cubicBezTo>
                  <a:pt x="24065" y="74838"/>
                  <a:pt x="15336" y="71666"/>
                  <a:pt x="9201" y="65124"/>
                </a:cubicBezTo>
                <a:cubicBezTo>
                  <a:pt x="3067" y="58681"/>
                  <a:pt x="0" y="49463"/>
                  <a:pt x="0" y="37469"/>
                </a:cubicBezTo>
                <a:cubicBezTo>
                  <a:pt x="0" y="25574"/>
                  <a:pt x="3067" y="16355"/>
                  <a:pt x="9201" y="9813"/>
                </a:cubicBezTo>
                <a:cubicBezTo>
                  <a:pt x="15336" y="3271"/>
                  <a:pt x="24065" y="0"/>
                  <a:pt x="35390" y="0"/>
                </a:cubicBezTo>
                <a:cubicBezTo>
                  <a:pt x="46715" y="0"/>
                  <a:pt x="55444" y="3271"/>
                  <a:pt x="61579" y="9813"/>
                </a:cubicBezTo>
                <a:cubicBezTo>
                  <a:pt x="67713" y="16355"/>
                  <a:pt x="70780" y="25574"/>
                  <a:pt x="70780" y="3746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4BB915-1C69-468A-B366-E9C082FCB1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0538" y="208612"/>
            <a:ext cx="70780" cy="74838"/>
          </a:xfrm>
          <a:custGeom xmlns:a="http://schemas.openxmlformats.org/drawingml/2006/main">
            <a:pathLst>
              <a:path w="70780" h="74838">
                <a:moveTo>
                  <a:pt x="48602" y="37370"/>
                </a:moveTo>
                <a:cubicBezTo>
                  <a:pt x="48602" y="28349"/>
                  <a:pt x="47541" y="22005"/>
                  <a:pt x="45535" y="18239"/>
                </a:cubicBezTo>
                <a:cubicBezTo>
                  <a:pt x="43530" y="14571"/>
                  <a:pt x="40109" y="12688"/>
                  <a:pt x="35390" y="12688"/>
                </a:cubicBezTo>
                <a:cubicBezTo>
                  <a:pt x="30671" y="12688"/>
                  <a:pt x="27250" y="14571"/>
                  <a:pt x="25245" y="18239"/>
                </a:cubicBezTo>
                <a:cubicBezTo>
                  <a:pt x="23122" y="22005"/>
                  <a:pt x="22178" y="28349"/>
                  <a:pt x="22178" y="37370"/>
                </a:cubicBezTo>
                <a:cubicBezTo>
                  <a:pt x="22178" y="46489"/>
                  <a:pt x="23122" y="52932"/>
                  <a:pt x="25245" y="56699"/>
                </a:cubicBezTo>
                <a:cubicBezTo>
                  <a:pt x="27250" y="60465"/>
                  <a:pt x="30671" y="62250"/>
                  <a:pt x="35390" y="62250"/>
                </a:cubicBezTo>
                <a:cubicBezTo>
                  <a:pt x="40109" y="62250"/>
                  <a:pt x="43412" y="60465"/>
                  <a:pt x="45535" y="56699"/>
                </a:cubicBezTo>
                <a:cubicBezTo>
                  <a:pt x="47541" y="52932"/>
                  <a:pt x="48602" y="46489"/>
                  <a:pt x="48602" y="37370"/>
                </a:cubicBezTo>
                <a:close/>
                <a:moveTo>
                  <a:pt x="70780" y="37469"/>
                </a:moveTo>
                <a:cubicBezTo>
                  <a:pt x="70780" y="49463"/>
                  <a:pt x="67713" y="58681"/>
                  <a:pt x="61579" y="65124"/>
                </a:cubicBezTo>
                <a:cubicBezTo>
                  <a:pt x="55444" y="71666"/>
                  <a:pt x="46715" y="74838"/>
                  <a:pt x="35390" y="74838"/>
                </a:cubicBezTo>
                <a:cubicBezTo>
                  <a:pt x="24065" y="74838"/>
                  <a:pt x="15336" y="71666"/>
                  <a:pt x="9201" y="65124"/>
                </a:cubicBezTo>
                <a:cubicBezTo>
                  <a:pt x="3067" y="58681"/>
                  <a:pt x="0" y="49463"/>
                  <a:pt x="0" y="37469"/>
                </a:cubicBezTo>
                <a:cubicBezTo>
                  <a:pt x="0" y="25574"/>
                  <a:pt x="3067" y="16355"/>
                  <a:pt x="9201" y="9813"/>
                </a:cubicBezTo>
                <a:cubicBezTo>
                  <a:pt x="15336" y="3271"/>
                  <a:pt x="24065" y="0"/>
                  <a:pt x="35390" y="0"/>
                </a:cubicBezTo>
                <a:cubicBezTo>
                  <a:pt x="46715" y="0"/>
                  <a:pt x="55444" y="3271"/>
                  <a:pt x="61579" y="9813"/>
                </a:cubicBezTo>
                <a:cubicBezTo>
                  <a:pt x="67713" y="16355"/>
                  <a:pt x="70780" y="25574"/>
                  <a:pt x="70780" y="3746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283741-F67F-4C56-BAA5-A82476C0C0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133" y="208612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06F787-B430-4B78-B8F0-2CF0858E37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31367" y="263428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614CFE-38BD-4C80-BDAC-CCC1FCB48C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69824" y="208612"/>
            <a:ext cx="70780" cy="74838"/>
          </a:xfrm>
          <a:custGeom xmlns:a="http://schemas.openxmlformats.org/drawingml/2006/main">
            <a:pathLst>
              <a:path w="70780" h="74838">
                <a:moveTo>
                  <a:pt x="48602" y="37370"/>
                </a:moveTo>
                <a:cubicBezTo>
                  <a:pt x="48602" y="28349"/>
                  <a:pt x="47541" y="22005"/>
                  <a:pt x="45535" y="18239"/>
                </a:cubicBezTo>
                <a:cubicBezTo>
                  <a:pt x="43530" y="14571"/>
                  <a:pt x="40109" y="12688"/>
                  <a:pt x="35390" y="12688"/>
                </a:cubicBezTo>
                <a:cubicBezTo>
                  <a:pt x="30671" y="12688"/>
                  <a:pt x="27250" y="14571"/>
                  <a:pt x="25245" y="18239"/>
                </a:cubicBezTo>
                <a:cubicBezTo>
                  <a:pt x="23122" y="22005"/>
                  <a:pt x="22178" y="28349"/>
                  <a:pt x="22178" y="37370"/>
                </a:cubicBezTo>
                <a:cubicBezTo>
                  <a:pt x="22178" y="46489"/>
                  <a:pt x="23122" y="52932"/>
                  <a:pt x="25245" y="56699"/>
                </a:cubicBezTo>
                <a:cubicBezTo>
                  <a:pt x="27250" y="60465"/>
                  <a:pt x="30671" y="62250"/>
                  <a:pt x="35390" y="62250"/>
                </a:cubicBezTo>
                <a:cubicBezTo>
                  <a:pt x="40109" y="62250"/>
                  <a:pt x="43412" y="60465"/>
                  <a:pt x="45535" y="56699"/>
                </a:cubicBezTo>
                <a:cubicBezTo>
                  <a:pt x="47541" y="52932"/>
                  <a:pt x="48602" y="46489"/>
                  <a:pt x="48602" y="37370"/>
                </a:cubicBezTo>
                <a:close/>
                <a:moveTo>
                  <a:pt x="70780" y="37469"/>
                </a:moveTo>
                <a:cubicBezTo>
                  <a:pt x="70780" y="49463"/>
                  <a:pt x="67713" y="58681"/>
                  <a:pt x="61579" y="65124"/>
                </a:cubicBezTo>
                <a:cubicBezTo>
                  <a:pt x="55444" y="71666"/>
                  <a:pt x="46715" y="74838"/>
                  <a:pt x="35390" y="74838"/>
                </a:cubicBezTo>
                <a:cubicBezTo>
                  <a:pt x="24065" y="74838"/>
                  <a:pt x="15336" y="71666"/>
                  <a:pt x="9201" y="65124"/>
                </a:cubicBezTo>
                <a:cubicBezTo>
                  <a:pt x="3067" y="58681"/>
                  <a:pt x="0" y="49463"/>
                  <a:pt x="0" y="37469"/>
                </a:cubicBezTo>
                <a:cubicBezTo>
                  <a:pt x="0" y="25574"/>
                  <a:pt x="3067" y="16355"/>
                  <a:pt x="9201" y="9813"/>
                </a:cubicBezTo>
                <a:cubicBezTo>
                  <a:pt x="15336" y="3271"/>
                  <a:pt x="24065" y="0"/>
                  <a:pt x="35390" y="0"/>
                </a:cubicBezTo>
                <a:cubicBezTo>
                  <a:pt x="46715" y="0"/>
                  <a:pt x="55444" y="3271"/>
                  <a:pt x="61579" y="9813"/>
                </a:cubicBezTo>
                <a:cubicBezTo>
                  <a:pt x="67713" y="16355"/>
                  <a:pt x="70780" y="25574"/>
                  <a:pt x="70780" y="3746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D1AE77-0E2F-435C-B5C5-1CE3C589CB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54170" y="208612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ABA383-9DDF-4133-9553-49549E0E3D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5583" y="512574"/>
            <a:ext cx="71370" cy="72261"/>
          </a:xfrm>
          <a:custGeom xmlns:a="http://schemas.openxmlformats.org/drawingml/2006/main">
            <a:pathLst>
              <a:path w="71370" h="72261">
                <a:moveTo>
                  <a:pt x="38103" y="15364"/>
                </a:moveTo>
                <a:lnTo>
                  <a:pt x="13802" y="45597"/>
                </a:lnTo>
                <a:lnTo>
                  <a:pt x="38103" y="45597"/>
                </a:lnTo>
                <a:lnTo>
                  <a:pt x="38103" y="15364"/>
                </a:lnTo>
                <a:close/>
                <a:moveTo>
                  <a:pt x="34446" y="0"/>
                </a:moveTo>
                <a:lnTo>
                  <a:pt x="59101" y="0"/>
                </a:lnTo>
                <a:lnTo>
                  <a:pt x="59101" y="45597"/>
                </a:lnTo>
                <a:lnTo>
                  <a:pt x="71370" y="45597"/>
                </a:lnTo>
                <a:lnTo>
                  <a:pt x="71370" y="59078"/>
                </a:lnTo>
                <a:lnTo>
                  <a:pt x="59101" y="59078"/>
                </a:lnTo>
                <a:lnTo>
                  <a:pt x="59101" y="72261"/>
                </a:lnTo>
                <a:lnTo>
                  <a:pt x="38103" y="72261"/>
                </a:lnTo>
                <a:lnTo>
                  <a:pt x="38103" y="59078"/>
                </a:lnTo>
                <a:lnTo>
                  <a:pt x="0" y="59078"/>
                </a:lnTo>
                <a:lnTo>
                  <a:pt x="0" y="43119"/>
                </a:lnTo>
                <a:lnTo>
                  <a:pt x="34446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328D21-DABE-46CD-805C-A4388C49FB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4412" y="566101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03F9BE-9FF3-4F06-BB00-252A3EE0C6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0537" y="512574"/>
            <a:ext cx="60635" cy="72261"/>
          </a:xfrm>
          <a:custGeom xmlns:a="http://schemas.openxmlformats.org/drawingml/2006/main">
            <a:pathLst>
              <a:path w="60635" h="72261">
                <a:moveTo>
                  <a:pt x="472" y="59375"/>
                </a:moveTo>
                <a:lnTo>
                  <a:pt x="20054" y="59375"/>
                </a:lnTo>
                <a:lnTo>
                  <a:pt x="20054" y="12688"/>
                </a:lnTo>
                <a:lnTo>
                  <a:pt x="0" y="16157"/>
                </a:lnTo>
                <a:lnTo>
                  <a:pt x="0" y="3469"/>
                </a:lnTo>
                <a:lnTo>
                  <a:pt x="19936" y="0"/>
                </a:lnTo>
                <a:lnTo>
                  <a:pt x="41052" y="0"/>
                </a:lnTo>
                <a:lnTo>
                  <a:pt x="41052" y="59375"/>
                </a:lnTo>
                <a:lnTo>
                  <a:pt x="60635" y="59375"/>
                </a:lnTo>
                <a:lnTo>
                  <a:pt x="60635" y="72261"/>
                </a:lnTo>
                <a:lnTo>
                  <a:pt x="472" y="72261"/>
                </a:lnTo>
                <a:lnTo>
                  <a:pt x="472" y="5937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B532F8-9A8E-4C16-A6D3-76EB31D5AF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7216" y="512574"/>
            <a:ext cx="64764" cy="72261"/>
          </a:xfrm>
          <a:custGeom xmlns:a="http://schemas.openxmlformats.org/drawingml/2006/main">
            <a:pathLst>
              <a:path w="64764" h="72261">
                <a:moveTo>
                  <a:pt x="0" y="0"/>
                </a:moveTo>
                <a:lnTo>
                  <a:pt x="64764" y="0"/>
                </a:lnTo>
                <a:lnTo>
                  <a:pt x="64764" y="10507"/>
                </a:lnTo>
                <a:lnTo>
                  <a:pt x="31261" y="72261"/>
                </a:lnTo>
                <a:lnTo>
                  <a:pt x="9673" y="72261"/>
                </a:lnTo>
                <a:lnTo>
                  <a:pt x="41406" y="13679"/>
                </a:lnTo>
                <a:lnTo>
                  <a:pt x="0" y="13679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DD730F-1659-4659-A7F7-B01AE0C66A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9569" y="511286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A9CD6C-0BFE-43CA-B03E-197C230D58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5803" y="566101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DE0E30-86A6-488D-909C-D891888FC1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5912" y="511385"/>
            <a:ext cx="68421" cy="74739"/>
          </a:xfrm>
          <a:custGeom xmlns:a="http://schemas.openxmlformats.org/drawingml/2006/main">
            <a:pathLst>
              <a:path w="68421" h="74739">
                <a:moveTo>
                  <a:pt x="35390" y="37766"/>
                </a:moveTo>
                <a:cubicBezTo>
                  <a:pt x="31497" y="37766"/>
                  <a:pt x="28548" y="38856"/>
                  <a:pt x="26661" y="40938"/>
                </a:cubicBezTo>
                <a:cubicBezTo>
                  <a:pt x="24655" y="43119"/>
                  <a:pt x="23711" y="46291"/>
                  <a:pt x="23711" y="50454"/>
                </a:cubicBezTo>
                <a:cubicBezTo>
                  <a:pt x="23711" y="54716"/>
                  <a:pt x="24655" y="57888"/>
                  <a:pt x="26661" y="59970"/>
                </a:cubicBezTo>
                <a:cubicBezTo>
                  <a:pt x="28548" y="62151"/>
                  <a:pt x="31497" y="63142"/>
                  <a:pt x="35390" y="63142"/>
                </a:cubicBezTo>
                <a:cubicBezTo>
                  <a:pt x="39283" y="63142"/>
                  <a:pt x="42232" y="62151"/>
                  <a:pt x="44120" y="59970"/>
                </a:cubicBezTo>
                <a:cubicBezTo>
                  <a:pt x="46007" y="57888"/>
                  <a:pt x="47069" y="54716"/>
                  <a:pt x="47069" y="50454"/>
                </a:cubicBezTo>
                <a:cubicBezTo>
                  <a:pt x="47069" y="46291"/>
                  <a:pt x="46007" y="43119"/>
                  <a:pt x="44120" y="40938"/>
                </a:cubicBezTo>
                <a:cubicBezTo>
                  <a:pt x="42232" y="38856"/>
                  <a:pt x="39283" y="37766"/>
                  <a:pt x="35390" y="37766"/>
                </a:cubicBezTo>
                <a:close/>
                <a:moveTo>
                  <a:pt x="62758" y="3073"/>
                </a:moveTo>
                <a:lnTo>
                  <a:pt x="62758" y="16455"/>
                </a:lnTo>
                <a:cubicBezTo>
                  <a:pt x="59101" y="15067"/>
                  <a:pt x="55680" y="13976"/>
                  <a:pt x="52495" y="13283"/>
                </a:cubicBezTo>
                <a:cubicBezTo>
                  <a:pt x="49192" y="12589"/>
                  <a:pt x="46125" y="12192"/>
                  <a:pt x="43058" y="12192"/>
                </a:cubicBezTo>
                <a:cubicBezTo>
                  <a:pt x="36452" y="12192"/>
                  <a:pt x="31261" y="13778"/>
                  <a:pt x="27604" y="16851"/>
                </a:cubicBezTo>
                <a:cubicBezTo>
                  <a:pt x="23829" y="19924"/>
                  <a:pt x="21706" y="24484"/>
                  <a:pt x="21116" y="30530"/>
                </a:cubicBezTo>
                <a:cubicBezTo>
                  <a:pt x="23593" y="28944"/>
                  <a:pt x="26307" y="27755"/>
                  <a:pt x="29374" y="26962"/>
                </a:cubicBezTo>
                <a:cubicBezTo>
                  <a:pt x="32323" y="26169"/>
                  <a:pt x="35508" y="25772"/>
                  <a:pt x="39047" y="25772"/>
                </a:cubicBezTo>
                <a:cubicBezTo>
                  <a:pt x="47777" y="25772"/>
                  <a:pt x="54855" y="27953"/>
                  <a:pt x="60281" y="32314"/>
                </a:cubicBezTo>
                <a:cubicBezTo>
                  <a:pt x="65708" y="36676"/>
                  <a:pt x="68421" y="42326"/>
                  <a:pt x="68421" y="49264"/>
                </a:cubicBezTo>
                <a:cubicBezTo>
                  <a:pt x="68421" y="56996"/>
                  <a:pt x="65354" y="63241"/>
                  <a:pt x="59337" y="67801"/>
                </a:cubicBezTo>
                <a:cubicBezTo>
                  <a:pt x="53321" y="72459"/>
                  <a:pt x="45299" y="74739"/>
                  <a:pt x="35154" y="74739"/>
                </a:cubicBezTo>
                <a:cubicBezTo>
                  <a:pt x="23947" y="74739"/>
                  <a:pt x="15336" y="71666"/>
                  <a:pt x="9201" y="65322"/>
                </a:cubicBezTo>
                <a:cubicBezTo>
                  <a:pt x="3067" y="58979"/>
                  <a:pt x="0" y="50057"/>
                  <a:pt x="0" y="38361"/>
                </a:cubicBezTo>
                <a:cubicBezTo>
                  <a:pt x="0" y="26466"/>
                  <a:pt x="3539" y="17049"/>
                  <a:pt x="10735" y="10210"/>
                </a:cubicBezTo>
                <a:cubicBezTo>
                  <a:pt x="17813" y="3469"/>
                  <a:pt x="27722" y="0"/>
                  <a:pt x="40227" y="0"/>
                </a:cubicBezTo>
                <a:cubicBezTo>
                  <a:pt x="44120" y="0"/>
                  <a:pt x="47895" y="297"/>
                  <a:pt x="51670" y="793"/>
                </a:cubicBezTo>
                <a:cubicBezTo>
                  <a:pt x="55444" y="1289"/>
                  <a:pt x="59101" y="2082"/>
                  <a:pt x="62758" y="307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285812-7987-4ED2-9C6E-03A7B3BA5B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8607" y="512574"/>
            <a:ext cx="64764" cy="72261"/>
          </a:xfrm>
          <a:custGeom xmlns:a="http://schemas.openxmlformats.org/drawingml/2006/main">
            <a:pathLst>
              <a:path w="64764" h="72261">
                <a:moveTo>
                  <a:pt x="0" y="0"/>
                </a:moveTo>
                <a:lnTo>
                  <a:pt x="64764" y="0"/>
                </a:lnTo>
                <a:lnTo>
                  <a:pt x="64764" y="10507"/>
                </a:lnTo>
                <a:lnTo>
                  <a:pt x="31261" y="72261"/>
                </a:lnTo>
                <a:lnTo>
                  <a:pt x="9673" y="72261"/>
                </a:lnTo>
                <a:lnTo>
                  <a:pt x="41406" y="13679"/>
                </a:lnTo>
                <a:lnTo>
                  <a:pt x="0" y="13679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A67D52-97E0-49E5-B81A-A715F439DE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0960" y="511286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C63252-6162-4CAB-A221-5A53767817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7194" y="566101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F1EC5E-3D74-4C7F-8382-7C47D11416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7185" y="511286"/>
            <a:ext cx="67595" cy="74838"/>
          </a:xfrm>
          <a:custGeom xmlns:a="http://schemas.openxmlformats.org/drawingml/2006/main">
            <a:pathLst>
              <a:path w="67595" h="74838">
                <a:moveTo>
                  <a:pt x="33857" y="41235"/>
                </a:moveTo>
                <a:cubicBezTo>
                  <a:pt x="29610" y="41235"/>
                  <a:pt x="26425" y="42227"/>
                  <a:pt x="24301" y="44110"/>
                </a:cubicBezTo>
                <a:cubicBezTo>
                  <a:pt x="22060" y="45993"/>
                  <a:pt x="20998" y="48670"/>
                  <a:pt x="20998" y="52238"/>
                </a:cubicBezTo>
                <a:cubicBezTo>
                  <a:pt x="20998" y="55807"/>
                  <a:pt x="22060" y="58582"/>
                  <a:pt x="24301" y="60465"/>
                </a:cubicBezTo>
                <a:cubicBezTo>
                  <a:pt x="26425" y="62349"/>
                  <a:pt x="29610" y="63241"/>
                  <a:pt x="33857" y="63241"/>
                </a:cubicBezTo>
                <a:cubicBezTo>
                  <a:pt x="37867" y="63241"/>
                  <a:pt x="41052" y="62349"/>
                  <a:pt x="43294" y="60465"/>
                </a:cubicBezTo>
                <a:cubicBezTo>
                  <a:pt x="45417" y="58582"/>
                  <a:pt x="46597" y="55807"/>
                  <a:pt x="46597" y="52238"/>
                </a:cubicBezTo>
                <a:cubicBezTo>
                  <a:pt x="46597" y="48670"/>
                  <a:pt x="45417" y="45993"/>
                  <a:pt x="43294" y="44110"/>
                </a:cubicBezTo>
                <a:cubicBezTo>
                  <a:pt x="41052" y="42227"/>
                  <a:pt x="37867" y="41235"/>
                  <a:pt x="33857" y="41235"/>
                </a:cubicBezTo>
                <a:close/>
                <a:moveTo>
                  <a:pt x="17695" y="35090"/>
                </a:moveTo>
                <a:cubicBezTo>
                  <a:pt x="12504" y="33801"/>
                  <a:pt x="8494" y="31819"/>
                  <a:pt x="5898" y="29043"/>
                </a:cubicBezTo>
                <a:cubicBezTo>
                  <a:pt x="3185" y="26268"/>
                  <a:pt x="1887" y="22898"/>
                  <a:pt x="1887" y="18734"/>
                </a:cubicBezTo>
                <a:cubicBezTo>
                  <a:pt x="1887" y="12589"/>
                  <a:pt x="4601" y="7930"/>
                  <a:pt x="10027" y="4758"/>
                </a:cubicBezTo>
                <a:cubicBezTo>
                  <a:pt x="15454" y="1586"/>
                  <a:pt x="23357" y="0"/>
                  <a:pt x="33857" y="0"/>
                </a:cubicBezTo>
                <a:cubicBezTo>
                  <a:pt x="44238" y="0"/>
                  <a:pt x="52141" y="1586"/>
                  <a:pt x="57568" y="4758"/>
                </a:cubicBezTo>
                <a:cubicBezTo>
                  <a:pt x="62994" y="7930"/>
                  <a:pt x="65708" y="12589"/>
                  <a:pt x="65708" y="18734"/>
                </a:cubicBezTo>
                <a:cubicBezTo>
                  <a:pt x="65708" y="22898"/>
                  <a:pt x="64292" y="26268"/>
                  <a:pt x="61697" y="29043"/>
                </a:cubicBezTo>
                <a:cubicBezTo>
                  <a:pt x="58983" y="31819"/>
                  <a:pt x="55091" y="33801"/>
                  <a:pt x="49900" y="35090"/>
                </a:cubicBezTo>
                <a:cubicBezTo>
                  <a:pt x="55680" y="36477"/>
                  <a:pt x="60045" y="38658"/>
                  <a:pt x="63112" y="41731"/>
                </a:cubicBezTo>
                <a:cubicBezTo>
                  <a:pt x="66061" y="44804"/>
                  <a:pt x="67595" y="48670"/>
                  <a:pt x="67595" y="53229"/>
                </a:cubicBezTo>
                <a:cubicBezTo>
                  <a:pt x="67595" y="60366"/>
                  <a:pt x="64764" y="65818"/>
                  <a:pt x="59101" y="69387"/>
                </a:cubicBezTo>
                <a:cubicBezTo>
                  <a:pt x="53439" y="73054"/>
                  <a:pt x="44945" y="74838"/>
                  <a:pt x="33857" y="74838"/>
                </a:cubicBezTo>
                <a:cubicBezTo>
                  <a:pt x="22650" y="74838"/>
                  <a:pt x="14156" y="73054"/>
                  <a:pt x="8494" y="69387"/>
                </a:cubicBezTo>
                <a:cubicBezTo>
                  <a:pt x="2831" y="65818"/>
                  <a:pt x="0" y="60366"/>
                  <a:pt x="0" y="53229"/>
                </a:cubicBezTo>
                <a:cubicBezTo>
                  <a:pt x="0" y="48670"/>
                  <a:pt x="1416" y="44804"/>
                  <a:pt x="4483" y="41731"/>
                </a:cubicBezTo>
                <a:cubicBezTo>
                  <a:pt x="7432" y="38658"/>
                  <a:pt x="11797" y="36477"/>
                  <a:pt x="17695" y="35090"/>
                </a:cubicBezTo>
                <a:close/>
                <a:moveTo>
                  <a:pt x="22886" y="20618"/>
                </a:moveTo>
                <a:cubicBezTo>
                  <a:pt x="22886" y="23492"/>
                  <a:pt x="23829" y="25673"/>
                  <a:pt x="25717" y="27259"/>
                </a:cubicBezTo>
                <a:cubicBezTo>
                  <a:pt x="27604" y="28845"/>
                  <a:pt x="30318" y="29539"/>
                  <a:pt x="33857" y="29539"/>
                </a:cubicBezTo>
                <a:cubicBezTo>
                  <a:pt x="37278" y="29539"/>
                  <a:pt x="39991" y="28845"/>
                  <a:pt x="41878" y="27259"/>
                </a:cubicBezTo>
                <a:cubicBezTo>
                  <a:pt x="43766" y="25673"/>
                  <a:pt x="44709" y="23492"/>
                  <a:pt x="44709" y="20618"/>
                </a:cubicBezTo>
                <a:cubicBezTo>
                  <a:pt x="44709" y="17743"/>
                  <a:pt x="43766" y="15562"/>
                  <a:pt x="41878" y="13976"/>
                </a:cubicBezTo>
                <a:cubicBezTo>
                  <a:pt x="39991" y="12490"/>
                  <a:pt x="37278" y="11697"/>
                  <a:pt x="33857" y="11697"/>
                </a:cubicBezTo>
                <a:cubicBezTo>
                  <a:pt x="30318" y="11697"/>
                  <a:pt x="27604" y="12490"/>
                  <a:pt x="25717" y="14076"/>
                </a:cubicBezTo>
                <a:cubicBezTo>
                  <a:pt x="23829" y="15662"/>
                  <a:pt x="22886" y="17842"/>
                  <a:pt x="22886" y="20618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478BA2-5F93-4DEE-92D5-BBF9F043E2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9290" y="511286"/>
            <a:ext cx="67595" cy="74838"/>
          </a:xfrm>
          <a:custGeom xmlns:a="http://schemas.openxmlformats.org/drawingml/2006/main">
            <a:pathLst>
              <a:path w="67595" h="74838">
                <a:moveTo>
                  <a:pt x="33857" y="41235"/>
                </a:moveTo>
                <a:cubicBezTo>
                  <a:pt x="29610" y="41235"/>
                  <a:pt x="26425" y="42227"/>
                  <a:pt x="24301" y="44110"/>
                </a:cubicBezTo>
                <a:cubicBezTo>
                  <a:pt x="22060" y="45993"/>
                  <a:pt x="20998" y="48670"/>
                  <a:pt x="20998" y="52238"/>
                </a:cubicBezTo>
                <a:cubicBezTo>
                  <a:pt x="20998" y="55807"/>
                  <a:pt x="22060" y="58582"/>
                  <a:pt x="24301" y="60465"/>
                </a:cubicBezTo>
                <a:cubicBezTo>
                  <a:pt x="26425" y="62349"/>
                  <a:pt x="29610" y="63241"/>
                  <a:pt x="33857" y="63241"/>
                </a:cubicBezTo>
                <a:cubicBezTo>
                  <a:pt x="37867" y="63241"/>
                  <a:pt x="41052" y="62349"/>
                  <a:pt x="43294" y="60465"/>
                </a:cubicBezTo>
                <a:cubicBezTo>
                  <a:pt x="45417" y="58582"/>
                  <a:pt x="46597" y="55807"/>
                  <a:pt x="46597" y="52238"/>
                </a:cubicBezTo>
                <a:cubicBezTo>
                  <a:pt x="46597" y="48670"/>
                  <a:pt x="45417" y="45993"/>
                  <a:pt x="43294" y="44110"/>
                </a:cubicBezTo>
                <a:cubicBezTo>
                  <a:pt x="41052" y="42227"/>
                  <a:pt x="37867" y="41235"/>
                  <a:pt x="33857" y="41235"/>
                </a:cubicBezTo>
                <a:close/>
                <a:moveTo>
                  <a:pt x="17695" y="35090"/>
                </a:moveTo>
                <a:cubicBezTo>
                  <a:pt x="12504" y="33801"/>
                  <a:pt x="8494" y="31819"/>
                  <a:pt x="5898" y="29043"/>
                </a:cubicBezTo>
                <a:cubicBezTo>
                  <a:pt x="3185" y="26268"/>
                  <a:pt x="1887" y="22898"/>
                  <a:pt x="1887" y="18734"/>
                </a:cubicBezTo>
                <a:cubicBezTo>
                  <a:pt x="1887" y="12589"/>
                  <a:pt x="4601" y="7930"/>
                  <a:pt x="10027" y="4758"/>
                </a:cubicBezTo>
                <a:cubicBezTo>
                  <a:pt x="15454" y="1586"/>
                  <a:pt x="23357" y="0"/>
                  <a:pt x="33857" y="0"/>
                </a:cubicBezTo>
                <a:cubicBezTo>
                  <a:pt x="44238" y="0"/>
                  <a:pt x="52141" y="1586"/>
                  <a:pt x="57568" y="4758"/>
                </a:cubicBezTo>
                <a:cubicBezTo>
                  <a:pt x="62994" y="7930"/>
                  <a:pt x="65708" y="12589"/>
                  <a:pt x="65708" y="18734"/>
                </a:cubicBezTo>
                <a:cubicBezTo>
                  <a:pt x="65708" y="22898"/>
                  <a:pt x="64292" y="26268"/>
                  <a:pt x="61697" y="29043"/>
                </a:cubicBezTo>
                <a:cubicBezTo>
                  <a:pt x="58983" y="31819"/>
                  <a:pt x="55091" y="33801"/>
                  <a:pt x="49900" y="35090"/>
                </a:cubicBezTo>
                <a:cubicBezTo>
                  <a:pt x="55680" y="36477"/>
                  <a:pt x="60045" y="38658"/>
                  <a:pt x="63112" y="41731"/>
                </a:cubicBezTo>
                <a:cubicBezTo>
                  <a:pt x="66061" y="44804"/>
                  <a:pt x="67595" y="48670"/>
                  <a:pt x="67595" y="53229"/>
                </a:cubicBezTo>
                <a:cubicBezTo>
                  <a:pt x="67595" y="60366"/>
                  <a:pt x="64764" y="65818"/>
                  <a:pt x="59101" y="69387"/>
                </a:cubicBezTo>
                <a:cubicBezTo>
                  <a:pt x="53439" y="73054"/>
                  <a:pt x="44945" y="74838"/>
                  <a:pt x="33857" y="74838"/>
                </a:cubicBezTo>
                <a:cubicBezTo>
                  <a:pt x="22650" y="74838"/>
                  <a:pt x="14156" y="73054"/>
                  <a:pt x="8494" y="69387"/>
                </a:cubicBezTo>
                <a:cubicBezTo>
                  <a:pt x="2831" y="65818"/>
                  <a:pt x="0" y="60366"/>
                  <a:pt x="0" y="53229"/>
                </a:cubicBezTo>
                <a:cubicBezTo>
                  <a:pt x="0" y="48670"/>
                  <a:pt x="1416" y="44804"/>
                  <a:pt x="4483" y="41731"/>
                </a:cubicBezTo>
                <a:cubicBezTo>
                  <a:pt x="7432" y="38658"/>
                  <a:pt x="11797" y="36477"/>
                  <a:pt x="17695" y="35090"/>
                </a:cubicBezTo>
                <a:close/>
                <a:moveTo>
                  <a:pt x="22886" y="20618"/>
                </a:moveTo>
                <a:cubicBezTo>
                  <a:pt x="22886" y="23492"/>
                  <a:pt x="23829" y="25673"/>
                  <a:pt x="25717" y="27259"/>
                </a:cubicBezTo>
                <a:cubicBezTo>
                  <a:pt x="27604" y="28845"/>
                  <a:pt x="30318" y="29539"/>
                  <a:pt x="33857" y="29539"/>
                </a:cubicBezTo>
                <a:cubicBezTo>
                  <a:pt x="37278" y="29539"/>
                  <a:pt x="39991" y="28845"/>
                  <a:pt x="41878" y="27259"/>
                </a:cubicBezTo>
                <a:cubicBezTo>
                  <a:pt x="43766" y="25673"/>
                  <a:pt x="44709" y="23492"/>
                  <a:pt x="44709" y="20618"/>
                </a:cubicBezTo>
                <a:cubicBezTo>
                  <a:pt x="44709" y="17743"/>
                  <a:pt x="43766" y="15562"/>
                  <a:pt x="41878" y="13976"/>
                </a:cubicBezTo>
                <a:cubicBezTo>
                  <a:pt x="39991" y="12490"/>
                  <a:pt x="37278" y="11697"/>
                  <a:pt x="33857" y="11697"/>
                </a:cubicBezTo>
                <a:cubicBezTo>
                  <a:pt x="30318" y="11697"/>
                  <a:pt x="27604" y="12490"/>
                  <a:pt x="25717" y="14076"/>
                </a:cubicBezTo>
                <a:cubicBezTo>
                  <a:pt x="23829" y="15662"/>
                  <a:pt x="22886" y="17842"/>
                  <a:pt x="22886" y="20618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A68AB3-B752-4606-ABE3-E102D6E08A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755" y="512574"/>
            <a:ext cx="71370" cy="72261"/>
          </a:xfrm>
          <a:custGeom xmlns:a="http://schemas.openxmlformats.org/drawingml/2006/main">
            <a:pathLst>
              <a:path w="71370" h="72261">
                <a:moveTo>
                  <a:pt x="38103" y="15364"/>
                </a:moveTo>
                <a:lnTo>
                  <a:pt x="13802" y="45597"/>
                </a:lnTo>
                <a:lnTo>
                  <a:pt x="38103" y="45597"/>
                </a:lnTo>
                <a:lnTo>
                  <a:pt x="38103" y="15364"/>
                </a:lnTo>
                <a:close/>
                <a:moveTo>
                  <a:pt x="34446" y="0"/>
                </a:moveTo>
                <a:lnTo>
                  <a:pt x="59101" y="0"/>
                </a:lnTo>
                <a:lnTo>
                  <a:pt x="59101" y="45597"/>
                </a:lnTo>
                <a:lnTo>
                  <a:pt x="71370" y="45597"/>
                </a:lnTo>
                <a:lnTo>
                  <a:pt x="71370" y="59078"/>
                </a:lnTo>
                <a:lnTo>
                  <a:pt x="59101" y="59078"/>
                </a:lnTo>
                <a:lnTo>
                  <a:pt x="59101" y="72261"/>
                </a:lnTo>
                <a:lnTo>
                  <a:pt x="38103" y="72261"/>
                </a:lnTo>
                <a:lnTo>
                  <a:pt x="38103" y="59078"/>
                </a:lnTo>
                <a:lnTo>
                  <a:pt x="0" y="59078"/>
                </a:lnTo>
                <a:lnTo>
                  <a:pt x="0" y="43119"/>
                </a:lnTo>
                <a:lnTo>
                  <a:pt x="34446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1D9CAD-4599-452D-B291-79AEE0E1A6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8585" y="566101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19C836-8293-4EDA-A1B7-8EFAF4441D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4710" y="512574"/>
            <a:ext cx="60635" cy="72261"/>
          </a:xfrm>
          <a:custGeom xmlns:a="http://schemas.openxmlformats.org/drawingml/2006/main">
            <a:pathLst>
              <a:path w="60635" h="72261">
                <a:moveTo>
                  <a:pt x="472" y="59375"/>
                </a:moveTo>
                <a:lnTo>
                  <a:pt x="20054" y="59375"/>
                </a:lnTo>
                <a:lnTo>
                  <a:pt x="20054" y="12688"/>
                </a:lnTo>
                <a:lnTo>
                  <a:pt x="0" y="16157"/>
                </a:lnTo>
                <a:lnTo>
                  <a:pt x="0" y="3469"/>
                </a:lnTo>
                <a:lnTo>
                  <a:pt x="19936" y="0"/>
                </a:lnTo>
                <a:lnTo>
                  <a:pt x="41052" y="0"/>
                </a:lnTo>
                <a:lnTo>
                  <a:pt x="41052" y="59375"/>
                </a:lnTo>
                <a:lnTo>
                  <a:pt x="60635" y="59375"/>
                </a:lnTo>
                <a:lnTo>
                  <a:pt x="60635" y="72261"/>
                </a:lnTo>
                <a:lnTo>
                  <a:pt x="472" y="72261"/>
                </a:lnTo>
                <a:lnTo>
                  <a:pt x="472" y="5937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097E60-C516-4B03-8821-B7880E699E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2568" y="512574"/>
            <a:ext cx="64764" cy="73550"/>
          </a:xfrm>
          <a:custGeom xmlns:a="http://schemas.openxmlformats.org/drawingml/2006/main">
            <a:pathLst>
              <a:path w="64764" h="73550">
                <a:moveTo>
                  <a:pt x="3421" y="0"/>
                </a:moveTo>
                <a:lnTo>
                  <a:pt x="58512" y="0"/>
                </a:lnTo>
                <a:lnTo>
                  <a:pt x="58512" y="13679"/>
                </a:lnTo>
                <a:lnTo>
                  <a:pt x="21116" y="13679"/>
                </a:lnTo>
                <a:lnTo>
                  <a:pt x="21116" y="24880"/>
                </a:lnTo>
                <a:cubicBezTo>
                  <a:pt x="22768" y="24484"/>
                  <a:pt x="24419" y="24186"/>
                  <a:pt x="26189" y="23988"/>
                </a:cubicBezTo>
                <a:cubicBezTo>
                  <a:pt x="27840" y="23790"/>
                  <a:pt x="29610" y="23691"/>
                  <a:pt x="31497" y="23691"/>
                </a:cubicBezTo>
                <a:cubicBezTo>
                  <a:pt x="41996" y="23691"/>
                  <a:pt x="50136" y="25970"/>
                  <a:pt x="56034" y="30332"/>
                </a:cubicBezTo>
                <a:cubicBezTo>
                  <a:pt x="61815" y="34693"/>
                  <a:pt x="64764" y="40839"/>
                  <a:pt x="64764" y="48670"/>
                </a:cubicBezTo>
                <a:cubicBezTo>
                  <a:pt x="64764" y="56500"/>
                  <a:pt x="61579" y="62646"/>
                  <a:pt x="55209" y="67008"/>
                </a:cubicBezTo>
                <a:cubicBezTo>
                  <a:pt x="48838" y="71369"/>
                  <a:pt x="39991" y="73550"/>
                  <a:pt x="28784" y="73550"/>
                </a:cubicBezTo>
                <a:cubicBezTo>
                  <a:pt x="23829" y="73550"/>
                  <a:pt x="18993" y="73153"/>
                  <a:pt x="14274" y="72360"/>
                </a:cubicBezTo>
                <a:cubicBezTo>
                  <a:pt x="9437" y="71666"/>
                  <a:pt x="4719" y="70477"/>
                  <a:pt x="0" y="68891"/>
                </a:cubicBezTo>
                <a:lnTo>
                  <a:pt x="0" y="54221"/>
                </a:lnTo>
                <a:cubicBezTo>
                  <a:pt x="4719" y="56500"/>
                  <a:pt x="9083" y="58186"/>
                  <a:pt x="13330" y="59276"/>
                </a:cubicBezTo>
                <a:cubicBezTo>
                  <a:pt x="17577" y="60465"/>
                  <a:pt x="21470" y="60961"/>
                  <a:pt x="25245" y="60961"/>
                </a:cubicBezTo>
                <a:cubicBezTo>
                  <a:pt x="30553" y="60961"/>
                  <a:pt x="34800" y="59871"/>
                  <a:pt x="37867" y="57690"/>
                </a:cubicBezTo>
                <a:cubicBezTo>
                  <a:pt x="40935" y="55509"/>
                  <a:pt x="42586" y="52436"/>
                  <a:pt x="42586" y="48670"/>
                </a:cubicBezTo>
                <a:cubicBezTo>
                  <a:pt x="42586" y="44903"/>
                  <a:pt x="40935" y="41929"/>
                  <a:pt x="37867" y="39749"/>
                </a:cubicBezTo>
                <a:cubicBezTo>
                  <a:pt x="34800" y="37568"/>
                  <a:pt x="30553" y="36378"/>
                  <a:pt x="25245" y="36378"/>
                </a:cubicBezTo>
                <a:cubicBezTo>
                  <a:pt x="21942" y="36378"/>
                  <a:pt x="18521" y="36775"/>
                  <a:pt x="14982" y="37469"/>
                </a:cubicBezTo>
                <a:cubicBezTo>
                  <a:pt x="11443" y="38163"/>
                  <a:pt x="7550" y="39253"/>
                  <a:pt x="3421" y="40641"/>
                </a:cubicBezTo>
                <a:lnTo>
                  <a:pt x="3421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9A7549-8A94-45EF-9479-D199541AE6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3742" y="511286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E9BB34-522F-4F97-878C-ADF4AEA4FE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9976" y="566101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11A952-18A1-4DD4-A3EC-7482129E9F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8905" y="511385"/>
            <a:ext cx="68421" cy="74739"/>
          </a:xfrm>
          <a:custGeom xmlns:a="http://schemas.openxmlformats.org/drawingml/2006/main">
            <a:pathLst>
              <a:path w="68421" h="74739">
                <a:moveTo>
                  <a:pt x="5662" y="71865"/>
                </a:moveTo>
                <a:lnTo>
                  <a:pt x="5662" y="58483"/>
                </a:lnTo>
                <a:cubicBezTo>
                  <a:pt x="9201" y="59871"/>
                  <a:pt x="12504" y="60961"/>
                  <a:pt x="15808" y="61655"/>
                </a:cubicBezTo>
                <a:cubicBezTo>
                  <a:pt x="18993" y="62349"/>
                  <a:pt x="22178" y="62646"/>
                  <a:pt x="25363" y="62646"/>
                </a:cubicBezTo>
                <a:cubicBezTo>
                  <a:pt x="31969" y="62646"/>
                  <a:pt x="37042" y="61159"/>
                  <a:pt x="40817" y="58086"/>
                </a:cubicBezTo>
                <a:cubicBezTo>
                  <a:pt x="44474" y="55014"/>
                  <a:pt x="46597" y="50454"/>
                  <a:pt x="47305" y="44308"/>
                </a:cubicBezTo>
                <a:cubicBezTo>
                  <a:pt x="44709" y="45894"/>
                  <a:pt x="41878" y="47183"/>
                  <a:pt x="38929" y="47976"/>
                </a:cubicBezTo>
                <a:cubicBezTo>
                  <a:pt x="35980" y="48769"/>
                  <a:pt x="32795" y="49165"/>
                  <a:pt x="29374" y="49165"/>
                </a:cubicBezTo>
                <a:cubicBezTo>
                  <a:pt x="20526" y="49165"/>
                  <a:pt x="13448" y="47084"/>
                  <a:pt x="8022" y="42722"/>
                </a:cubicBezTo>
                <a:cubicBezTo>
                  <a:pt x="2595" y="38460"/>
                  <a:pt x="0" y="32810"/>
                  <a:pt x="0" y="25673"/>
                </a:cubicBezTo>
                <a:cubicBezTo>
                  <a:pt x="0" y="17941"/>
                  <a:pt x="2949" y="11697"/>
                  <a:pt x="8965" y="7038"/>
                </a:cubicBezTo>
                <a:cubicBezTo>
                  <a:pt x="14982" y="2379"/>
                  <a:pt x="23004" y="0"/>
                  <a:pt x="33149" y="0"/>
                </a:cubicBezTo>
                <a:cubicBezTo>
                  <a:pt x="44356" y="0"/>
                  <a:pt x="53085" y="3172"/>
                  <a:pt x="59219" y="9516"/>
                </a:cubicBezTo>
                <a:cubicBezTo>
                  <a:pt x="65354" y="15860"/>
                  <a:pt x="68421" y="24880"/>
                  <a:pt x="68421" y="36477"/>
                </a:cubicBezTo>
                <a:cubicBezTo>
                  <a:pt x="68421" y="48471"/>
                  <a:pt x="64764" y="57888"/>
                  <a:pt x="57568" y="64629"/>
                </a:cubicBezTo>
                <a:cubicBezTo>
                  <a:pt x="50372" y="71369"/>
                  <a:pt x="40581" y="74739"/>
                  <a:pt x="28076" y="74739"/>
                </a:cubicBezTo>
                <a:cubicBezTo>
                  <a:pt x="24065" y="74739"/>
                  <a:pt x="20172" y="74442"/>
                  <a:pt x="16515" y="74045"/>
                </a:cubicBezTo>
                <a:cubicBezTo>
                  <a:pt x="12740" y="73550"/>
                  <a:pt x="9201" y="72856"/>
                  <a:pt x="5662" y="71865"/>
                </a:cubicBezTo>
                <a:close/>
                <a:moveTo>
                  <a:pt x="33031" y="37072"/>
                </a:moveTo>
                <a:cubicBezTo>
                  <a:pt x="36806" y="37072"/>
                  <a:pt x="39755" y="36081"/>
                  <a:pt x="41760" y="33900"/>
                </a:cubicBezTo>
                <a:cubicBezTo>
                  <a:pt x="43648" y="31819"/>
                  <a:pt x="44709" y="28647"/>
                  <a:pt x="44709" y="24384"/>
                </a:cubicBezTo>
                <a:cubicBezTo>
                  <a:pt x="44709" y="20221"/>
                  <a:pt x="43648" y="17049"/>
                  <a:pt x="41760" y="14869"/>
                </a:cubicBezTo>
                <a:cubicBezTo>
                  <a:pt x="39755" y="12787"/>
                  <a:pt x="36806" y="11697"/>
                  <a:pt x="33031" y="11697"/>
                </a:cubicBezTo>
                <a:cubicBezTo>
                  <a:pt x="29138" y="11697"/>
                  <a:pt x="26189" y="12787"/>
                  <a:pt x="24301" y="14869"/>
                </a:cubicBezTo>
                <a:cubicBezTo>
                  <a:pt x="22296" y="17049"/>
                  <a:pt x="21352" y="20221"/>
                  <a:pt x="21352" y="24384"/>
                </a:cubicBezTo>
                <a:cubicBezTo>
                  <a:pt x="21352" y="28647"/>
                  <a:pt x="22296" y="31819"/>
                  <a:pt x="24301" y="33900"/>
                </a:cubicBezTo>
                <a:cubicBezTo>
                  <a:pt x="26189" y="36081"/>
                  <a:pt x="29138" y="37072"/>
                  <a:pt x="33031" y="37072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88ADB2-F1FE-4E46-AC55-BB1DCD58F3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8206" y="512574"/>
            <a:ext cx="60635" cy="72261"/>
          </a:xfrm>
          <a:custGeom xmlns:a="http://schemas.openxmlformats.org/drawingml/2006/main">
            <a:pathLst>
              <a:path w="60635" h="72261">
                <a:moveTo>
                  <a:pt x="472" y="59375"/>
                </a:moveTo>
                <a:lnTo>
                  <a:pt x="20054" y="59375"/>
                </a:lnTo>
                <a:lnTo>
                  <a:pt x="20054" y="12688"/>
                </a:lnTo>
                <a:lnTo>
                  <a:pt x="0" y="16157"/>
                </a:lnTo>
                <a:lnTo>
                  <a:pt x="0" y="3469"/>
                </a:lnTo>
                <a:lnTo>
                  <a:pt x="19936" y="0"/>
                </a:lnTo>
                <a:lnTo>
                  <a:pt x="41052" y="0"/>
                </a:lnTo>
                <a:lnTo>
                  <a:pt x="41052" y="59375"/>
                </a:lnTo>
                <a:lnTo>
                  <a:pt x="60635" y="59375"/>
                </a:lnTo>
                <a:lnTo>
                  <a:pt x="60635" y="72261"/>
                </a:lnTo>
                <a:lnTo>
                  <a:pt x="472" y="72261"/>
                </a:lnTo>
                <a:lnTo>
                  <a:pt x="472" y="5937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3D0CA6-E26C-4FF4-8455-C97CD2EF4C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133" y="511286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9E26EC-E324-4F0B-8121-AFFC9864D2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31367" y="566101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93BF71-4EC6-4900-925D-19D1E7B7E7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1357" y="511286"/>
            <a:ext cx="67595" cy="74838"/>
          </a:xfrm>
          <a:custGeom xmlns:a="http://schemas.openxmlformats.org/drawingml/2006/main">
            <a:pathLst>
              <a:path w="67595" h="74838">
                <a:moveTo>
                  <a:pt x="33857" y="41235"/>
                </a:moveTo>
                <a:cubicBezTo>
                  <a:pt x="29610" y="41235"/>
                  <a:pt x="26425" y="42227"/>
                  <a:pt x="24301" y="44110"/>
                </a:cubicBezTo>
                <a:cubicBezTo>
                  <a:pt x="22060" y="45993"/>
                  <a:pt x="20998" y="48670"/>
                  <a:pt x="20998" y="52238"/>
                </a:cubicBezTo>
                <a:cubicBezTo>
                  <a:pt x="20998" y="55807"/>
                  <a:pt x="22060" y="58582"/>
                  <a:pt x="24301" y="60465"/>
                </a:cubicBezTo>
                <a:cubicBezTo>
                  <a:pt x="26425" y="62349"/>
                  <a:pt x="29610" y="63241"/>
                  <a:pt x="33857" y="63241"/>
                </a:cubicBezTo>
                <a:cubicBezTo>
                  <a:pt x="37867" y="63241"/>
                  <a:pt x="41052" y="62349"/>
                  <a:pt x="43294" y="60465"/>
                </a:cubicBezTo>
                <a:cubicBezTo>
                  <a:pt x="45417" y="58582"/>
                  <a:pt x="46597" y="55807"/>
                  <a:pt x="46597" y="52238"/>
                </a:cubicBezTo>
                <a:cubicBezTo>
                  <a:pt x="46597" y="48670"/>
                  <a:pt x="45417" y="45993"/>
                  <a:pt x="43294" y="44110"/>
                </a:cubicBezTo>
                <a:cubicBezTo>
                  <a:pt x="41052" y="42227"/>
                  <a:pt x="37867" y="41235"/>
                  <a:pt x="33857" y="41235"/>
                </a:cubicBezTo>
                <a:close/>
                <a:moveTo>
                  <a:pt x="17695" y="35090"/>
                </a:moveTo>
                <a:cubicBezTo>
                  <a:pt x="12504" y="33801"/>
                  <a:pt x="8494" y="31819"/>
                  <a:pt x="5898" y="29043"/>
                </a:cubicBezTo>
                <a:cubicBezTo>
                  <a:pt x="3185" y="26268"/>
                  <a:pt x="1887" y="22898"/>
                  <a:pt x="1887" y="18734"/>
                </a:cubicBezTo>
                <a:cubicBezTo>
                  <a:pt x="1887" y="12589"/>
                  <a:pt x="4601" y="7930"/>
                  <a:pt x="10027" y="4758"/>
                </a:cubicBezTo>
                <a:cubicBezTo>
                  <a:pt x="15454" y="1586"/>
                  <a:pt x="23357" y="0"/>
                  <a:pt x="33857" y="0"/>
                </a:cubicBezTo>
                <a:cubicBezTo>
                  <a:pt x="44238" y="0"/>
                  <a:pt x="52141" y="1586"/>
                  <a:pt x="57568" y="4758"/>
                </a:cubicBezTo>
                <a:cubicBezTo>
                  <a:pt x="62994" y="7930"/>
                  <a:pt x="65708" y="12589"/>
                  <a:pt x="65708" y="18734"/>
                </a:cubicBezTo>
                <a:cubicBezTo>
                  <a:pt x="65708" y="22898"/>
                  <a:pt x="64292" y="26268"/>
                  <a:pt x="61697" y="29043"/>
                </a:cubicBezTo>
                <a:cubicBezTo>
                  <a:pt x="58983" y="31819"/>
                  <a:pt x="55091" y="33801"/>
                  <a:pt x="49900" y="35090"/>
                </a:cubicBezTo>
                <a:cubicBezTo>
                  <a:pt x="55680" y="36477"/>
                  <a:pt x="60045" y="38658"/>
                  <a:pt x="63112" y="41731"/>
                </a:cubicBezTo>
                <a:cubicBezTo>
                  <a:pt x="66061" y="44804"/>
                  <a:pt x="67595" y="48670"/>
                  <a:pt x="67595" y="53229"/>
                </a:cubicBezTo>
                <a:cubicBezTo>
                  <a:pt x="67595" y="60366"/>
                  <a:pt x="64764" y="65818"/>
                  <a:pt x="59101" y="69387"/>
                </a:cubicBezTo>
                <a:cubicBezTo>
                  <a:pt x="53439" y="73054"/>
                  <a:pt x="44945" y="74838"/>
                  <a:pt x="33857" y="74838"/>
                </a:cubicBezTo>
                <a:cubicBezTo>
                  <a:pt x="22650" y="74838"/>
                  <a:pt x="14156" y="73054"/>
                  <a:pt x="8494" y="69387"/>
                </a:cubicBezTo>
                <a:cubicBezTo>
                  <a:pt x="2831" y="65818"/>
                  <a:pt x="0" y="60366"/>
                  <a:pt x="0" y="53229"/>
                </a:cubicBezTo>
                <a:cubicBezTo>
                  <a:pt x="0" y="48670"/>
                  <a:pt x="1416" y="44804"/>
                  <a:pt x="4483" y="41731"/>
                </a:cubicBezTo>
                <a:cubicBezTo>
                  <a:pt x="7432" y="38658"/>
                  <a:pt x="11797" y="36477"/>
                  <a:pt x="17695" y="35090"/>
                </a:cubicBezTo>
                <a:close/>
                <a:moveTo>
                  <a:pt x="22886" y="20618"/>
                </a:moveTo>
                <a:cubicBezTo>
                  <a:pt x="22886" y="23492"/>
                  <a:pt x="23829" y="25673"/>
                  <a:pt x="25717" y="27259"/>
                </a:cubicBezTo>
                <a:cubicBezTo>
                  <a:pt x="27604" y="28845"/>
                  <a:pt x="30318" y="29539"/>
                  <a:pt x="33857" y="29539"/>
                </a:cubicBezTo>
                <a:cubicBezTo>
                  <a:pt x="37278" y="29539"/>
                  <a:pt x="39991" y="28845"/>
                  <a:pt x="41878" y="27259"/>
                </a:cubicBezTo>
                <a:cubicBezTo>
                  <a:pt x="43766" y="25673"/>
                  <a:pt x="44709" y="23492"/>
                  <a:pt x="44709" y="20618"/>
                </a:cubicBezTo>
                <a:cubicBezTo>
                  <a:pt x="44709" y="17743"/>
                  <a:pt x="43766" y="15562"/>
                  <a:pt x="41878" y="13976"/>
                </a:cubicBezTo>
                <a:cubicBezTo>
                  <a:pt x="39991" y="12490"/>
                  <a:pt x="37278" y="11697"/>
                  <a:pt x="33857" y="11697"/>
                </a:cubicBezTo>
                <a:cubicBezTo>
                  <a:pt x="30318" y="11697"/>
                  <a:pt x="27604" y="12490"/>
                  <a:pt x="25717" y="14076"/>
                </a:cubicBezTo>
                <a:cubicBezTo>
                  <a:pt x="23829" y="15662"/>
                  <a:pt x="22886" y="17842"/>
                  <a:pt x="22886" y="20618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81FAB8-BC96-4A56-A313-84EAFBF96F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55586" y="511286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F047F8-CC97-4A9E-B13C-C49577A3E5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178" y="813959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751580-751A-42AD-9A51-D7B25DE1EE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4412" y="868775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09F120-FA30-4961-9797-051BC0C64C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6526" y="813959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89C22F-4F9B-4C2C-87AD-0590D582F3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8631" y="813959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C4558D-769C-4788-AB27-5FC071A52C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0985" y="813959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89059B-90F3-4BF5-A9CD-F0996AEC5D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5803" y="868775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74A014-4D4A-40A6-8E89-CC77BC3D4D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7917" y="813959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DB3070-A792-4B9A-88F0-31C231927C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6011" y="815248"/>
            <a:ext cx="71370" cy="72261"/>
          </a:xfrm>
          <a:custGeom xmlns:a="http://schemas.openxmlformats.org/drawingml/2006/main">
            <a:pathLst>
              <a:path w="71370" h="72261">
                <a:moveTo>
                  <a:pt x="38103" y="15364"/>
                </a:moveTo>
                <a:lnTo>
                  <a:pt x="13802" y="45597"/>
                </a:lnTo>
                <a:lnTo>
                  <a:pt x="38103" y="45597"/>
                </a:lnTo>
                <a:lnTo>
                  <a:pt x="38103" y="15364"/>
                </a:lnTo>
                <a:close/>
                <a:moveTo>
                  <a:pt x="34446" y="0"/>
                </a:moveTo>
                <a:lnTo>
                  <a:pt x="59101" y="0"/>
                </a:lnTo>
                <a:lnTo>
                  <a:pt x="59101" y="45597"/>
                </a:lnTo>
                <a:lnTo>
                  <a:pt x="71370" y="45597"/>
                </a:lnTo>
                <a:lnTo>
                  <a:pt x="71370" y="59078"/>
                </a:lnTo>
                <a:lnTo>
                  <a:pt x="59101" y="59078"/>
                </a:lnTo>
                <a:lnTo>
                  <a:pt x="59101" y="72261"/>
                </a:lnTo>
                <a:lnTo>
                  <a:pt x="38103" y="72261"/>
                </a:lnTo>
                <a:lnTo>
                  <a:pt x="38103" y="59078"/>
                </a:lnTo>
                <a:lnTo>
                  <a:pt x="0" y="59078"/>
                </a:lnTo>
                <a:lnTo>
                  <a:pt x="0" y="43119"/>
                </a:lnTo>
                <a:lnTo>
                  <a:pt x="34446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EC554F-31A9-4A62-A939-9165FEA494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2375" y="813959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0C7EB2-F12C-4B1E-B274-51B993C3EE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7194" y="868775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904612-BB38-4908-8D41-CDB4C1B2B1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9308" y="813959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F8A06E-7A43-42EA-BEAC-D334BDBDDF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9997" y="813959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AC0E12-19B4-4A89-A989-2877DA632F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2351" y="813959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D7A9E1-6E5B-4D34-AA44-BFE600DCDE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8585" y="868775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A71489-E51D-4DD8-9C29-414FEB7D32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4710" y="815248"/>
            <a:ext cx="60635" cy="72261"/>
          </a:xfrm>
          <a:custGeom xmlns:a="http://schemas.openxmlformats.org/drawingml/2006/main">
            <a:pathLst>
              <a:path w="60635" h="72261">
                <a:moveTo>
                  <a:pt x="472" y="59375"/>
                </a:moveTo>
                <a:lnTo>
                  <a:pt x="20054" y="59375"/>
                </a:lnTo>
                <a:lnTo>
                  <a:pt x="20054" y="12688"/>
                </a:lnTo>
                <a:lnTo>
                  <a:pt x="0" y="16157"/>
                </a:lnTo>
                <a:lnTo>
                  <a:pt x="0" y="3469"/>
                </a:lnTo>
                <a:lnTo>
                  <a:pt x="19936" y="0"/>
                </a:lnTo>
                <a:lnTo>
                  <a:pt x="41052" y="0"/>
                </a:lnTo>
                <a:lnTo>
                  <a:pt x="41052" y="59375"/>
                </a:lnTo>
                <a:lnTo>
                  <a:pt x="60635" y="59375"/>
                </a:lnTo>
                <a:lnTo>
                  <a:pt x="60635" y="72261"/>
                </a:lnTo>
                <a:lnTo>
                  <a:pt x="472" y="72261"/>
                </a:lnTo>
                <a:lnTo>
                  <a:pt x="472" y="59375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749C3E-277D-4BEB-8583-2B4557DF33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9619" y="814058"/>
            <a:ext cx="68421" cy="74739"/>
          </a:xfrm>
          <a:custGeom xmlns:a="http://schemas.openxmlformats.org/drawingml/2006/main">
            <a:pathLst>
              <a:path w="68421" h="74739">
                <a:moveTo>
                  <a:pt x="5662" y="71865"/>
                </a:moveTo>
                <a:lnTo>
                  <a:pt x="5662" y="58483"/>
                </a:lnTo>
                <a:cubicBezTo>
                  <a:pt x="9201" y="59871"/>
                  <a:pt x="12504" y="60961"/>
                  <a:pt x="15808" y="61655"/>
                </a:cubicBezTo>
                <a:cubicBezTo>
                  <a:pt x="18993" y="62349"/>
                  <a:pt x="22178" y="62646"/>
                  <a:pt x="25363" y="62646"/>
                </a:cubicBezTo>
                <a:cubicBezTo>
                  <a:pt x="31969" y="62646"/>
                  <a:pt x="37042" y="61159"/>
                  <a:pt x="40817" y="58086"/>
                </a:cubicBezTo>
                <a:cubicBezTo>
                  <a:pt x="44474" y="55014"/>
                  <a:pt x="46597" y="50454"/>
                  <a:pt x="47305" y="44308"/>
                </a:cubicBezTo>
                <a:cubicBezTo>
                  <a:pt x="44709" y="45894"/>
                  <a:pt x="41878" y="47183"/>
                  <a:pt x="38929" y="47976"/>
                </a:cubicBezTo>
                <a:cubicBezTo>
                  <a:pt x="35980" y="48769"/>
                  <a:pt x="32795" y="49165"/>
                  <a:pt x="29374" y="49165"/>
                </a:cubicBezTo>
                <a:cubicBezTo>
                  <a:pt x="20526" y="49165"/>
                  <a:pt x="13448" y="47084"/>
                  <a:pt x="8022" y="42722"/>
                </a:cubicBezTo>
                <a:cubicBezTo>
                  <a:pt x="2595" y="38460"/>
                  <a:pt x="0" y="32810"/>
                  <a:pt x="0" y="25673"/>
                </a:cubicBezTo>
                <a:cubicBezTo>
                  <a:pt x="0" y="17941"/>
                  <a:pt x="2949" y="11697"/>
                  <a:pt x="8965" y="7038"/>
                </a:cubicBezTo>
                <a:cubicBezTo>
                  <a:pt x="14982" y="2379"/>
                  <a:pt x="23004" y="0"/>
                  <a:pt x="33149" y="0"/>
                </a:cubicBezTo>
                <a:cubicBezTo>
                  <a:pt x="44356" y="0"/>
                  <a:pt x="53085" y="3172"/>
                  <a:pt x="59219" y="9516"/>
                </a:cubicBezTo>
                <a:cubicBezTo>
                  <a:pt x="65354" y="15860"/>
                  <a:pt x="68421" y="24880"/>
                  <a:pt x="68421" y="36477"/>
                </a:cubicBezTo>
                <a:cubicBezTo>
                  <a:pt x="68421" y="48471"/>
                  <a:pt x="64764" y="57888"/>
                  <a:pt x="57568" y="64629"/>
                </a:cubicBezTo>
                <a:cubicBezTo>
                  <a:pt x="50372" y="71369"/>
                  <a:pt x="40581" y="74739"/>
                  <a:pt x="28076" y="74739"/>
                </a:cubicBezTo>
                <a:cubicBezTo>
                  <a:pt x="24065" y="74739"/>
                  <a:pt x="20172" y="74442"/>
                  <a:pt x="16515" y="74045"/>
                </a:cubicBezTo>
                <a:cubicBezTo>
                  <a:pt x="12740" y="73550"/>
                  <a:pt x="9201" y="72856"/>
                  <a:pt x="5662" y="71865"/>
                </a:cubicBezTo>
                <a:close/>
                <a:moveTo>
                  <a:pt x="33031" y="37072"/>
                </a:moveTo>
                <a:cubicBezTo>
                  <a:pt x="36806" y="37072"/>
                  <a:pt x="39755" y="36081"/>
                  <a:pt x="41760" y="33900"/>
                </a:cubicBezTo>
                <a:cubicBezTo>
                  <a:pt x="43648" y="31819"/>
                  <a:pt x="44709" y="28647"/>
                  <a:pt x="44709" y="24384"/>
                </a:cubicBezTo>
                <a:cubicBezTo>
                  <a:pt x="44709" y="20221"/>
                  <a:pt x="43648" y="17049"/>
                  <a:pt x="41760" y="14869"/>
                </a:cubicBezTo>
                <a:cubicBezTo>
                  <a:pt x="39755" y="12787"/>
                  <a:pt x="36806" y="11697"/>
                  <a:pt x="33031" y="11697"/>
                </a:cubicBezTo>
                <a:cubicBezTo>
                  <a:pt x="29138" y="11697"/>
                  <a:pt x="26189" y="12787"/>
                  <a:pt x="24301" y="14869"/>
                </a:cubicBezTo>
                <a:cubicBezTo>
                  <a:pt x="22296" y="17049"/>
                  <a:pt x="21352" y="20221"/>
                  <a:pt x="21352" y="24384"/>
                </a:cubicBezTo>
                <a:cubicBezTo>
                  <a:pt x="21352" y="28647"/>
                  <a:pt x="22296" y="31819"/>
                  <a:pt x="24301" y="33900"/>
                </a:cubicBezTo>
                <a:cubicBezTo>
                  <a:pt x="26189" y="36081"/>
                  <a:pt x="29138" y="37072"/>
                  <a:pt x="33031" y="3707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3BB9FA-9ED4-47C6-B607-4B8C65FA56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5157" y="813959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9E7906-7E51-4496-9773-A29B1C37F4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9976" y="868775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DF5C6A-8234-4914-8392-8985192511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6101" y="815248"/>
            <a:ext cx="60635" cy="72261"/>
          </a:xfrm>
          <a:custGeom xmlns:a="http://schemas.openxmlformats.org/drawingml/2006/main">
            <a:pathLst>
              <a:path w="60635" h="72261">
                <a:moveTo>
                  <a:pt x="472" y="59375"/>
                </a:moveTo>
                <a:lnTo>
                  <a:pt x="20054" y="59375"/>
                </a:lnTo>
                <a:lnTo>
                  <a:pt x="20054" y="12688"/>
                </a:lnTo>
                <a:lnTo>
                  <a:pt x="0" y="16157"/>
                </a:lnTo>
                <a:lnTo>
                  <a:pt x="0" y="3469"/>
                </a:lnTo>
                <a:lnTo>
                  <a:pt x="19936" y="0"/>
                </a:lnTo>
                <a:lnTo>
                  <a:pt x="41052" y="0"/>
                </a:lnTo>
                <a:lnTo>
                  <a:pt x="41052" y="59375"/>
                </a:lnTo>
                <a:lnTo>
                  <a:pt x="60635" y="59375"/>
                </a:lnTo>
                <a:lnTo>
                  <a:pt x="60635" y="72261"/>
                </a:lnTo>
                <a:lnTo>
                  <a:pt x="472" y="72261"/>
                </a:lnTo>
                <a:lnTo>
                  <a:pt x="472" y="5937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75E3BA-11D8-4369-AA6B-03E859A44A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2189" y="814058"/>
            <a:ext cx="68421" cy="74739"/>
          </a:xfrm>
          <a:custGeom xmlns:a="http://schemas.openxmlformats.org/drawingml/2006/main">
            <a:pathLst>
              <a:path w="68421" h="74739">
                <a:moveTo>
                  <a:pt x="35390" y="37766"/>
                </a:moveTo>
                <a:cubicBezTo>
                  <a:pt x="31497" y="37766"/>
                  <a:pt x="28548" y="38856"/>
                  <a:pt x="26661" y="40938"/>
                </a:cubicBezTo>
                <a:cubicBezTo>
                  <a:pt x="24655" y="43119"/>
                  <a:pt x="23711" y="46291"/>
                  <a:pt x="23711" y="50454"/>
                </a:cubicBezTo>
                <a:cubicBezTo>
                  <a:pt x="23711" y="54716"/>
                  <a:pt x="24655" y="57888"/>
                  <a:pt x="26661" y="59970"/>
                </a:cubicBezTo>
                <a:cubicBezTo>
                  <a:pt x="28548" y="62151"/>
                  <a:pt x="31497" y="63142"/>
                  <a:pt x="35390" y="63142"/>
                </a:cubicBezTo>
                <a:cubicBezTo>
                  <a:pt x="39283" y="63142"/>
                  <a:pt x="42232" y="62151"/>
                  <a:pt x="44120" y="59970"/>
                </a:cubicBezTo>
                <a:cubicBezTo>
                  <a:pt x="46007" y="57888"/>
                  <a:pt x="47069" y="54716"/>
                  <a:pt x="47069" y="50454"/>
                </a:cubicBezTo>
                <a:cubicBezTo>
                  <a:pt x="47069" y="46291"/>
                  <a:pt x="46007" y="43119"/>
                  <a:pt x="44120" y="40938"/>
                </a:cubicBezTo>
                <a:cubicBezTo>
                  <a:pt x="42232" y="38856"/>
                  <a:pt x="39283" y="37766"/>
                  <a:pt x="35390" y="37766"/>
                </a:cubicBezTo>
                <a:close/>
                <a:moveTo>
                  <a:pt x="62758" y="3073"/>
                </a:moveTo>
                <a:lnTo>
                  <a:pt x="62758" y="16455"/>
                </a:lnTo>
                <a:cubicBezTo>
                  <a:pt x="59101" y="15067"/>
                  <a:pt x="55680" y="13976"/>
                  <a:pt x="52495" y="13283"/>
                </a:cubicBezTo>
                <a:cubicBezTo>
                  <a:pt x="49192" y="12589"/>
                  <a:pt x="46125" y="12192"/>
                  <a:pt x="43058" y="12192"/>
                </a:cubicBezTo>
                <a:cubicBezTo>
                  <a:pt x="36452" y="12192"/>
                  <a:pt x="31261" y="13778"/>
                  <a:pt x="27604" y="16851"/>
                </a:cubicBezTo>
                <a:cubicBezTo>
                  <a:pt x="23829" y="19924"/>
                  <a:pt x="21706" y="24484"/>
                  <a:pt x="21116" y="30530"/>
                </a:cubicBezTo>
                <a:cubicBezTo>
                  <a:pt x="23593" y="28944"/>
                  <a:pt x="26307" y="27755"/>
                  <a:pt x="29374" y="26962"/>
                </a:cubicBezTo>
                <a:cubicBezTo>
                  <a:pt x="32323" y="26169"/>
                  <a:pt x="35508" y="25772"/>
                  <a:pt x="39047" y="25772"/>
                </a:cubicBezTo>
                <a:cubicBezTo>
                  <a:pt x="47777" y="25772"/>
                  <a:pt x="54855" y="27953"/>
                  <a:pt x="60281" y="32314"/>
                </a:cubicBezTo>
                <a:cubicBezTo>
                  <a:pt x="65708" y="36676"/>
                  <a:pt x="68421" y="42326"/>
                  <a:pt x="68421" y="49264"/>
                </a:cubicBezTo>
                <a:cubicBezTo>
                  <a:pt x="68421" y="56996"/>
                  <a:pt x="65354" y="63241"/>
                  <a:pt x="59337" y="67801"/>
                </a:cubicBezTo>
                <a:cubicBezTo>
                  <a:pt x="53321" y="72459"/>
                  <a:pt x="45299" y="74739"/>
                  <a:pt x="35154" y="74739"/>
                </a:cubicBezTo>
                <a:cubicBezTo>
                  <a:pt x="23947" y="74739"/>
                  <a:pt x="15336" y="71666"/>
                  <a:pt x="9201" y="65322"/>
                </a:cubicBezTo>
                <a:cubicBezTo>
                  <a:pt x="3067" y="58979"/>
                  <a:pt x="0" y="50057"/>
                  <a:pt x="0" y="38361"/>
                </a:cubicBezTo>
                <a:cubicBezTo>
                  <a:pt x="0" y="26466"/>
                  <a:pt x="3539" y="17049"/>
                  <a:pt x="10735" y="10210"/>
                </a:cubicBezTo>
                <a:cubicBezTo>
                  <a:pt x="17813" y="3469"/>
                  <a:pt x="27722" y="0"/>
                  <a:pt x="40227" y="0"/>
                </a:cubicBezTo>
                <a:cubicBezTo>
                  <a:pt x="44120" y="0"/>
                  <a:pt x="47895" y="297"/>
                  <a:pt x="51670" y="793"/>
                </a:cubicBezTo>
                <a:cubicBezTo>
                  <a:pt x="55444" y="1289"/>
                  <a:pt x="59101" y="2082"/>
                  <a:pt x="62758" y="3073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430B41-9A26-4FFA-B133-4BB4A82F68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133" y="813959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E62192-F570-4583-9F12-041428B063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31367" y="868775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14CCA9-2B9D-44D0-AD92-C78A02A32F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7491" y="815248"/>
            <a:ext cx="60635" cy="72261"/>
          </a:xfrm>
          <a:custGeom xmlns:a="http://schemas.openxmlformats.org/drawingml/2006/main">
            <a:pathLst>
              <a:path w="60635" h="72261">
                <a:moveTo>
                  <a:pt x="472" y="59375"/>
                </a:moveTo>
                <a:lnTo>
                  <a:pt x="20054" y="59375"/>
                </a:lnTo>
                <a:lnTo>
                  <a:pt x="20054" y="12688"/>
                </a:lnTo>
                <a:lnTo>
                  <a:pt x="0" y="16157"/>
                </a:lnTo>
                <a:lnTo>
                  <a:pt x="0" y="3469"/>
                </a:lnTo>
                <a:lnTo>
                  <a:pt x="19936" y="0"/>
                </a:lnTo>
                <a:lnTo>
                  <a:pt x="41052" y="0"/>
                </a:lnTo>
                <a:lnTo>
                  <a:pt x="41052" y="59375"/>
                </a:lnTo>
                <a:lnTo>
                  <a:pt x="60635" y="59375"/>
                </a:lnTo>
                <a:lnTo>
                  <a:pt x="60635" y="72261"/>
                </a:lnTo>
                <a:lnTo>
                  <a:pt x="472" y="72261"/>
                </a:lnTo>
                <a:lnTo>
                  <a:pt x="472" y="59375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4A845D-1A7D-4BC9-8663-01B1C9C101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59597" y="815248"/>
            <a:ext cx="60635" cy="72261"/>
          </a:xfrm>
          <a:custGeom xmlns:a="http://schemas.openxmlformats.org/drawingml/2006/main">
            <a:pathLst>
              <a:path w="60635" h="72261">
                <a:moveTo>
                  <a:pt x="472" y="59375"/>
                </a:moveTo>
                <a:lnTo>
                  <a:pt x="20054" y="59375"/>
                </a:lnTo>
                <a:lnTo>
                  <a:pt x="20054" y="12688"/>
                </a:lnTo>
                <a:lnTo>
                  <a:pt x="0" y="16157"/>
                </a:lnTo>
                <a:lnTo>
                  <a:pt x="0" y="3469"/>
                </a:lnTo>
                <a:lnTo>
                  <a:pt x="19936" y="0"/>
                </a:lnTo>
                <a:lnTo>
                  <a:pt x="41052" y="0"/>
                </a:lnTo>
                <a:lnTo>
                  <a:pt x="41052" y="59375"/>
                </a:lnTo>
                <a:lnTo>
                  <a:pt x="60635" y="59375"/>
                </a:lnTo>
                <a:lnTo>
                  <a:pt x="60635" y="72261"/>
                </a:lnTo>
                <a:lnTo>
                  <a:pt x="472" y="72261"/>
                </a:lnTo>
                <a:lnTo>
                  <a:pt x="472" y="59375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C01B71-1B93-483B-AB41-570CDFC891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178" y="1116632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02BCB8-9780-4EE1-BC9B-131D581651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4412" y="1171448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6AFC50-D271-4093-AF24-41FBDA4CE7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4521" y="1116732"/>
            <a:ext cx="68421" cy="74739"/>
          </a:xfrm>
          <a:custGeom xmlns:a="http://schemas.openxmlformats.org/drawingml/2006/main">
            <a:pathLst>
              <a:path w="68421" h="74739">
                <a:moveTo>
                  <a:pt x="35390" y="37766"/>
                </a:moveTo>
                <a:cubicBezTo>
                  <a:pt x="31497" y="37766"/>
                  <a:pt x="28548" y="38856"/>
                  <a:pt x="26661" y="40938"/>
                </a:cubicBezTo>
                <a:cubicBezTo>
                  <a:pt x="24655" y="43119"/>
                  <a:pt x="23711" y="46291"/>
                  <a:pt x="23711" y="50454"/>
                </a:cubicBezTo>
                <a:cubicBezTo>
                  <a:pt x="23711" y="54716"/>
                  <a:pt x="24655" y="57888"/>
                  <a:pt x="26661" y="59970"/>
                </a:cubicBezTo>
                <a:cubicBezTo>
                  <a:pt x="28548" y="62151"/>
                  <a:pt x="31497" y="63142"/>
                  <a:pt x="35390" y="63142"/>
                </a:cubicBezTo>
                <a:cubicBezTo>
                  <a:pt x="39283" y="63142"/>
                  <a:pt x="42232" y="62151"/>
                  <a:pt x="44120" y="59970"/>
                </a:cubicBezTo>
                <a:cubicBezTo>
                  <a:pt x="46007" y="57888"/>
                  <a:pt x="47069" y="54716"/>
                  <a:pt x="47069" y="50454"/>
                </a:cubicBezTo>
                <a:cubicBezTo>
                  <a:pt x="47069" y="46291"/>
                  <a:pt x="46007" y="43119"/>
                  <a:pt x="44120" y="40938"/>
                </a:cubicBezTo>
                <a:cubicBezTo>
                  <a:pt x="42232" y="38856"/>
                  <a:pt x="39283" y="37766"/>
                  <a:pt x="35390" y="37766"/>
                </a:cubicBezTo>
                <a:close/>
                <a:moveTo>
                  <a:pt x="62758" y="3073"/>
                </a:moveTo>
                <a:lnTo>
                  <a:pt x="62758" y="16455"/>
                </a:lnTo>
                <a:cubicBezTo>
                  <a:pt x="59101" y="15067"/>
                  <a:pt x="55680" y="13976"/>
                  <a:pt x="52495" y="13283"/>
                </a:cubicBezTo>
                <a:cubicBezTo>
                  <a:pt x="49192" y="12589"/>
                  <a:pt x="46125" y="12192"/>
                  <a:pt x="43058" y="12192"/>
                </a:cubicBezTo>
                <a:cubicBezTo>
                  <a:pt x="36452" y="12192"/>
                  <a:pt x="31261" y="13778"/>
                  <a:pt x="27604" y="16851"/>
                </a:cubicBezTo>
                <a:cubicBezTo>
                  <a:pt x="23829" y="19924"/>
                  <a:pt x="21706" y="24484"/>
                  <a:pt x="21116" y="30530"/>
                </a:cubicBezTo>
                <a:cubicBezTo>
                  <a:pt x="23593" y="28944"/>
                  <a:pt x="26307" y="27755"/>
                  <a:pt x="29374" y="26962"/>
                </a:cubicBezTo>
                <a:cubicBezTo>
                  <a:pt x="32323" y="26169"/>
                  <a:pt x="35508" y="25772"/>
                  <a:pt x="39047" y="25772"/>
                </a:cubicBezTo>
                <a:cubicBezTo>
                  <a:pt x="47777" y="25772"/>
                  <a:pt x="54855" y="27953"/>
                  <a:pt x="60281" y="32314"/>
                </a:cubicBezTo>
                <a:cubicBezTo>
                  <a:pt x="65708" y="36676"/>
                  <a:pt x="68421" y="42326"/>
                  <a:pt x="68421" y="49264"/>
                </a:cubicBezTo>
                <a:cubicBezTo>
                  <a:pt x="68421" y="56996"/>
                  <a:pt x="65354" y="63241"/>
                  <a:pt x="59337" y="67801"/>
                </a:cubicBezTo>
                <a:cubicBezTo>
                  <a:pt x="53321" y="72459"/>
                  <a:pt x="45299" y="74739"/>
                  <a:pt x="35154" y="74739"/>
                </a:cubicBezTo>
                <a:cubicBezTo>
                  <a:pt x="23947" y="74739"/>
                  <a:pt x="15336" y="71666"/>
                  <a:pt x="9201" y="65322"/>
                </a:cubicBezTo>
                <a:cubicBezTo>
                  <a:pt x="3067" y="58979"/>
                  <a:pt x="0" y="50057"/>
                  <a:pt x="0" y="38361"/>
                </a:cubicBezTo>
                <a:cubicBezTo>
                  <a:pt x="0" y="26466"/>
                  <a:pt x="3539" y="17049"/>
                  <a:pt x="10735" y="10210"/>
                </a:cubicBezTo>
                <a:cubicBezTo>
                  <a:pt x="17813" y="3469"/>
                  <a:pt x="27722" y="0"/>
                  <a:pt x="40227" y="0"/>
                </a:cubicBezTo>
                <a:cubicBezTo>
                  <a:pt x="44120" y="0"/>
                  <a:pt x="47895" y="297"/>
                  <a:pt x="51670" y="793"/>
                </a:cubicBezTo>
                <a:cubicBezTo>
                  <a:pt x="55444" y="1289"/>
                  <a:pt x="59101" y="2082"/>
                  <a:pt x="62758" y="307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CF33A4-D293-4F31-8F3A-54DCAA62DB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5446" y="1116732"/>
            <a:ext cx="68421" cy="74739"/>
          </a:xfrm>
          <a:custGeom xmlns:a="http://schemas.openxmlformats.org/drawingml/2006/main">
            <a:pathLst>
              <a:path w="68421" h="74739">
                <a:moveTo>
                  <a:pt x="5662" y="71865"/>
                </a:moveTo>
                <a:lnTo>
                  <a:pt x="5662" y="58483"/>
                </a:lnTo>
                <a:cubicBezTo>
                  <a:pt x="9201" y="59871"/>
                  <a:pt x="12504" y="60961"/>
                  <a:pt x="15808" y="61655"/>
                </a:cubicBezTo>
                <a:cubicBezTo>
                  <a:pt x="18993" y="62349"/>
                  <a:pt x="22178" y="62646"/>
                  <a:pt x="25363" y="62646"/>
                </a:cubicBezTo>
                <a:cubicBezTo>
                  <a:pt x="31969" y="62646"/>
                  <a:pt x="37042" y="61159"/>
                  <a:pt x="40817" y="58086"/>
                </a:cubicBezTo>
                <a:cubicBezTo>
                  <a:pt x="44474" y="55014"/>
                  <a:pt x="46597" y="50454"/>
                  <a:pt x="47305" y="44308"/>
                </a:cubicBezTo>
                <a:cubicBezTo>
                  <a:pt x="44709" y="45894"/>
                  <a:pt x="41878" y="47183"/>
                  <a:pt x="38929" y="47976"/>
                </a:cubicBezTo>
                <a:cubicBezTo>
                  <a:pt x="35980" y="48769"/>
                  <a:pt x="32795" y="49165"/>
                  <a:pt x="29374" y="49165"/>
                </a:cubicBezTo>
                <a:cubicBezTo>
                  <a:pt x="20526" y="49165"/>
                  <a:pt x="13448" y="47084"/>
                  <a:pt x="8022" y="42722"/>
                </a:cubicBezTo>
                <a:cubicBezTo>
                  <a:pt x="2595" y="38460"/>
                  <a:pt x="0" y="32810"/>
                  <a:pt x="0" y="25673"/>
                </a:cubicBezTo>
                <a:cubicBezTo>
                  <a:pt x="0" y="17941"/>
                  <a:pt x="2949" y="11697"/>
                  <a:pt x="8965" y="7038"/>
                </a:cubicBezTo>
                <a:cubicBezTo>
                  <a:pt x="14982" y="2379"/>
                  <a:pt x="23004" y="0"/>
                  <a:pt x="33149" y="0"/>
                </a:cubicBezTo>
                <a:cubicBezTo>
                  <a:pt x="44356" y="0"/>
                  <a:pt x="53085" y="3172"/>
                  <a:pt x="59219" y="9516"/>
                </a:cubicBezTo>
                <a:cubicBezTo>
                  <a:pt x="65354" y="15860"/>
                  <a:pt x="68421" y="24880"/>
                  <a:pt x="68421" y="36477"/>
                </a:cubicBezTo>
                <a:cubicBezTo>
                  <a:pt x="68421" y="48471"/>
                  <a:pt x="64764" y="57888"/>
                  <a:pt x="57568" y="64629"/>
                </a:cubicBezTo>
                <a:cubicBezTo>
                  <a:pt x="50372" y="71369"/>
                  <a:pt x="40581" y="74739"/>
                  <a:pt x="28076" y="74739"/>
                </a:cubicBezTo>
                <a:cubicBezTo>
                  <a:pt x="24065" y="74739"/>
                  <a:pt x="20172" y="74442"/>
                  <a:pt x="16515" y="74045"/>
                </a:cubicBezTo>
                <a:cubicBezTo>
                  <a:pt x="12740" y="73550"/>
                  <a:pt x="9201" y="72856"/>
                  <a:pt x="5662" y="71865"/>
                </a:cubicBezTo>
                <a:close/>
                <a:moveTo>
                  <a:pt x="33031" y="37072"/>
                </a:moveTo>
                <a:cubicBezTo>
                  <a:pt x="36806" y="37072"/>
                  <a:pt x="39755" y="36081"/>
                  <a:pt x="41760" y="33900"/>
                </a:cubicBezTo>
                <a:cubicBezTo>
                  <a:pt x="43648" y="31819"/>
                  <a:pt x="44709" y="28647"/>
                  <a:pt x="44709" y="24384"/>
                </a:cubicBezTo>
                <a:cubicBezTo>
                  <a:pt x="44709" y="20221"/>
                  <a:pt x="43648" y="17049"/>
                  <a:pt x="41760" y="14869"/>
                </a:cubicBezTo>
                <a:cubicBezTo>
                  <a:pt x="39755" y="12787"/>
                  <a:pt x="36806" y="11697"/>
                  <a:pt x="33031" y="11697"/>
                </a:cubicBezTo>
                <a:cubicBezTo>
                  <a:pt x="29138" y="11697"/>
                  <a:pt x="26189" y="12787"/>
                  <a:pt x="24301" y="14869"/>
                </a:cubicBezTo>
                <a:cubicBezTo>
                  <a:pt x="22296" y="17049"/>
                  <a:pt x="21352" y="20221"/>
                  <a:pt x="21352" y="24384"/>
                </a:cubicBezTo>
                <a:cubicBezTo>
                  <a:pt x="21352" y="28647"/>
                  <a:pt x="22296" y="31819"/>
                  <a:pt x="24301" y="33900"/>
                </a:cubicBezTo>
                <a:cubicBezTo>
                  <a:pt x="26189" y="36081"/>
                  <a:pt x="29138" y="37072"/>
                  <a:pt x="33031" y="3707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8CA33A-6213-46CE-A3E2-EB5D283A5B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9569" y="1116632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69A91A-20F8-4D1E-ABE5-4642B8AC95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5803" y="1171448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24AC69-047C-4E8A-8B64-DE65825DDE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4260" y="1116632"/>
            <a:ext cx="70780" cy="74838"/>
          </a:xfrm>
          <a:custGeom xmlns:a="http://schemas.openxmlformats.org/drawingml/2006/main">
            <a:pathLst>
              <a:path w="70780" h="74838">
                <a:moveTo>
                  <a:pt x="48602" y="37370"/>
                </a:moveTo>
                <a:cubicBezTo>
                  <a:pt x="48602" y="28349"/>
                  <a:pt x="47541" y="22005"/>
                  <a:pt x="45535" y="18239"/>
                </a:cubicBezTo>
                <a:cubicBezTo>
                  <a:pt x="43530" y="14571"/>
                  <a:pt x="40109" y="12688"/>
                  <a:pt x="35390" y="12688"/>
                </a:cubicBezTo>
                <a:cubicBezTo>
                  <a:pt x="30671" y="12688"/>
                  <a:pt x="27250" y="14571"/>
                  <a:pt x="25245" y="18239"/>
                </a:cubicBezTo>
                <a:cubicBezTo>
                  <a:pt x="23122" y="22005"/>
                  <a:pt x="22178" y="28349"/>
                  <a:pt x="22178" y="37370"/>
                </a:cubicBezTo>
                <a:cubicBezTo>
                  <a:pt x="22178" y="46489"/>
                  <a:pt x="23122" y="52932"/>
                  <a:pt x="25245" y="56699"/>
                </a:cubicBezTo>
                <a:cubicBezTo>
                  <a:pt x="27250" y="60465"/>
                  <a:pt x="30671" y="62250"/>
                  <a:pt x="35390" y="62250"/>
                </a:cubicBezTo>
                <a:cubicBezTo>
                  <a:pt x="40109" y="62250"/>
                  <a:pt x="43412" y="60465"/>
                  <a:pt x="45535" y="56699"/>
                </a:cubicBezTo>
                <a:cubicBezTo>
                  <a:pt x="47541" y="52932"/>
                  <a:pt x="48602" y="46489"/>
                  <a:pt x="48602" y="37370"/>
                </a:cubicBezTo>
                <a:close/>
                <a:moveTo>
                  <a:pt x="70780" y="37469"/>
                </a:moveTo>
                <a:cubicBezTo>
                  <a:pt x="70780" y="49463"/>
                  <a:pt x="67713" y="58681"/>
                  <a:pt x="61579" y="65124"/>
                </a:cubicBezTo>
                <a:cubicBezTo>
                  <a:pt x="55444" y="71666"/>
                  <a:pt x="46715" y="74838"/>
                  <a:pt x="35390" y="74838"/>
                </a:cubicBezTo>
                <a:cubicBezTo>
                  <a:pt x="24065" y="74838"/>
                  <a:pt x="15336" y="71666"/>
                  <a:pt x="9201" y="65124"/>
                </a:cubicBezTo>
                <a:cubicBezTo>
                  <a:pt x="3067" y="58681"/>
                  <a:pt x="0" y="49463"/>
                  <a:pt x="0" y="37469"/>
                </a:cubicBezTo>
                <a:cubicBezTo>
                  <a:pt x="0" y="25574"/>
                  <a:pt x="3067" y="16355"/>
                  <a:pt x="9201" y="9813"/>
                </a:cubicBezTo>
                <a:cubicBezTo>
                  <a:pt x="15336" y="3271"/>
                  <a:pt x="24065" y="0"/>
                  <a:pt x="35390" y="0"/>
                </a:cubicBezTo>
                <a:cubicBezTo>
                  <a:pt x="46715" y="0"/>
                  <a:pt x="55444" y="3271"/>
                  <a:pt x="61579" y="9813"/>
                </a:cubicBezTo>
                <a:cubicBezTo>
                  <a:pt x="67713" y="16355"/>
                  <a:pt x="70780" y="25574"/>
                  <a:pt x="70780" y="3746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78B94B-7823-4D11-BDEC-96F08BD7A3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8017" y="1116732"/>
            <a:ext cx="68421" cy="74739"/>
          </a:xfrm>
          <a:custGeom xmlns:a="http://schemas.openxmlformats.org/drawingml/2006/main">
            <a:pathLst>
              <a:path w="68421" h="74739">
                <a:moveTo>
                  <a:pt x="35390" y="37766"/>
                </a:moveTo>
                <a:cubicBezTo>
                  <a:pt x="31497" y="37766"/>
                  <a:pt x="28548" y="38856"/>
                  <a:pt x="26661" y="40938"/>
                </a:cubicBezTo>
                <a:cubicBezTo>
                  <a:pt x="24655" y="43119"/>
                  <a:pt x="23711" y="46291"/>
                  <a:pt x="23711" y="50454"/>
                </a:cubicBezTo>
                <a:cubicBezTo>
                  <a:pt x="23711" y="54716"/>
                  <a:pt x="24655" y="57888"/>
                  <a:pt x="26661" y="59970"/>
                </a:cubicBezTo>
                <a:cubicBezTo>
                  <a:pt x="28548" y="62151"/>
                  <a:pt x="31497" y="63142"/>
                  <a:pt x="35390" y="63142"/>
                </a:cubicBezTo>
                <a:cubicBezTo>
                  <a:pt x="39283" y="63142"/>
                  <a:pt x="42232" y="62151"/>
                  <a:pt x="44120" y="59970"/>
                </a:cubicBezTo>
                <a:cubicBezTo>
                  <a:pt x="46007" y="57888"/>
                  <a:pt x="47069" y="54716"/>
                  <a:pt x="47069" y="50454"/>
                </a:cubicBezTo>
                <a:cubicBezTo>
                  <a:pt x="47069" y="46291"/>
                  <a:pt x="46007" y="43119"/>
                  <a:pt x="44120" y="40938"/>
                </a:cubicBezTo>
                <a:cubicBezTo>
                  <a:pt x="42232" y="38856"/>
                  <a:pt x="39283" y="37766"/>
                  <a:pt x="35390" y="37766"/>
                </a:cubicBezTo>
                <a:close/>
                <a:moveTo>
                  <a:pt x="62758" y="3073"/>
                </a:moveTo>
                <a:lnTo>
                  <a:pt x="62758" y="16455"/>
                </a:lnTo>
                <a:cubicBezTo>
                  <a:pt x="59101" y="15067"/>
                  <a:pt x="55680" y="13976"/>
                  <a:pt x="52495" y="13283"/>
                </a:cubicBezTo>
                <a:cubicBezTo>
                  <a:pt x="49192" y="12589"/>
                  <a:pt x="46125" y="12192"/>
                  <a:pt x="43058" y="12192"/>
                </a:cubicBezTo>
                <a:cubicBezTo>
                  <a:pt x="36452" y="12192"/>
                  <a:pt x="31261" y="13778"/>
                  <a:pt x="27604" y="16851"/>
                </a:cubicBezTo>
                <a:cubicBezTo>
                  <a:pt x="23829" y="19924"/>
                  <a:pt x="21706" y="24484"/>
                  <a:pt x="21116" y="30530"/>
                </a:cubicBezTo>
                <a:cubicBezTo>
                  <a:pt x="23593" y="28944"/>
                  <a:pt x="26307" y="27755"/>
                  <a:pt x="29374" y="26962"/>
                </a:cubicBezTo>
                <a:cubicBezTo>
                  <a:pt x="32323" y="26169"/>
                  <a:pt x="35508" y="25772"/>
                  <a:pt x="39047" y="25772"/>
                </a:cubicBezTo>
                <a:cubicBezTo>
                  <a:pt x="47777" y="25772"/>
                  <a:pt x="54855" y="27953"/>
                  <a:pt x="60281" y="32314"/>
                </a:cubicBezTo>
                <a:cubicBezTo>
                  <a:pt x="65708" y="36676"/>
                  <a:pt x="68421" y="42326"/>
                  <a:pt x="68421" y="49264"/>
                </a:cubicBezTo>
                <a:cubicBezTo>
                  <a:pt x="68421" y="56996"/>
                  <a:pt x="65354" y="63241"/>
                  <a:pt x="59337" y="67801"/>
                </a:cubicBezTo>
                <a:cubicBezTo>
                  <a:pt x="53321" y="72459"/>
                  <a:pt x="45299" y="74739"/>
                  <a:pt x="35154" y="74739"/>
                </a:cubicBezTo>
                <a:cubicBezTo>
                  <a:pt x="23947" y="74739"/>
                  <a:pt x="15336" y="71666"/>
                  <a:pt x="9201" y="65322"/>
                </a:cubicBezTo>
                <a:cubicBezTo>
                  <a:pt x="3067" y="58979"/>
                  <a:pt x="0" y="50057"/>
                  <a:pt x="0" y="38361"/>
                </a:cubicBezTo>
                <a:cubicBezTo>
                  <a:pt x="0" y="26466"/>
                  <a:pt x="3539" y="17049"/>
                  <a:pt x="10735" y="10210"/>
                </a:cubicBezTo>
                <a:cubicBezTo>
                  <a:pt x="17813" y="3469"/>
                  <a:pt x="27722" y="0"/>
                  <a:pt x="40227" y="0"/>
                </a:cubicBezTo>
                <a:cubicBezTo>
                  <a:pt x="44120" y="0"/>
                  <a:pt x="47895" y="297"/>
                  <a:pt x="51670" y="793"/>
                </a:cubicBezTo>
                <a:cubicBezTo>
                  <a:pt x="55444" y="1289"/>
                  <a:pt x="59101" y="2082"/>
                  <a:pt x="62758" y="307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9F78DE-2A30-4889-B558-65A53F1B96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0960" y="1116632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C720FB-EB60-4D9D-9F29-DB1E35042D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7194" y="1171448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FAE8CD-0B86-48CD-861B-BAAC962E39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9308" y="1116632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2CAB20-963E-472F-BAA0-C041B5C43B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5424" y="1117921"/>
            <a:ext cx="60635" cy="72261"/>
          </a:xfrm>
          <a:custGeom xmlns:a="http://schemas.openxmlformats.org/drawingml/2006/main">
            <a:pathLst>
              <a:path w="60635" h="72261">
                <a:moveTo>
                  <a:pt x="472" y="59375"/>
                </a:moveTo>
                <a:lnTo>
                  <a:pt x="20054" y="59375"/>
                </a:lnTo>
                <a:lnTo>
                  <a:pt x="20054" y="12688"/>
                </a:lnTo>
                <a:lnTo>
                  <a:pt x="0" y="16157"/>
                </a:lnTo>
                <a:lnTo>
                  <a:pt x="0" y="3469"/>
                </a:lnTo>
                <a:lnTo>
                  <a:pt x="19936" y="0"/>
                </a:lnTo>
                <a:lnTo>
                  <a:pt x="41052" y="0"/>
                </a:lnTo>
                <a:lnTo>
                  <a:pt x="41052" y="59375"/>
                </a:lnTo>
                <a:lnTo>
                  <a:pt x="60635" y="59375"/>
                </a:lnTo>
                <a:lnTo>
                  <a:pt x="60635" y="72261"/>
                </a:lnTo>
                <a:lnTo>
                  <a:pt x="472" y="72261"/>
                </a:lnTo>
                <a:lnTo>
                  <a:pt x="472" y="59375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5030C9-F470-40B0-8C76-C68A07BCFF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2351" y="1116632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133BC3-0537-4FF1-9657-7D36D4528A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8585" y="1171448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45023B-8E1D-4013-86DF-B7C366FE2E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9283" y="1117921"/>
            <a:ext cx="64764" cy="72261"/>
          </a:xfrm>
          <a:custGeom xmlns:a="http://schemas.openxmlformats.org/drawingml/2006/main">
            <a:pathLst>
              <a:path w="64764" h="72261">
                <a:moveTo>
                  <a:pt x="0" y="0"/>
                </a:moveTo>
                <a:lnTo>
                  <a:pt x="64764" y="0"/>
                </a:lnTo>
                <a:lnTo>
                  <a:pt x="64764" y="10507"/>
                </a:lnTo>
                <a:lnTo>
                  <a:pt x="31261" y="72261"/>
                </a:lnTo>
                <a:lnTo>
                  <a:pt x="9673" y="72261"/>
                </a:lnTo>
                <a:lnTo>
                  <a:pt x="41406" y="13679"/>
                </a:lnTo>
                <a:lnTo>
                  <a:pt x="0" y="13679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1277F9-3DCC-4C69-B8AC-F5A1E2407C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2804" y="1116632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202FD6-7F56-4816-BC32-5837F7165D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5157" y="1116632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874D8E-CBF9-4FFE-A272-FBCB95F679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9976" y="1171448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4C7BD9-0CC4-4EF7-A89D-408F6110D8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8905" y="1116732"/>
            <a:ext cx="68421" cy="74739"/>
          </a:xfrm>
          <a:custGeom xmlns:a="http://schemas.openxmlformats.org/drawingml/2006/main">
            <a:pathLst>
              <a:path w="68421" h="74739">
                <a:moveTo>
                  <a:pt x="5662" y="71865"/>
                </a:moveTo>
                <a:lnTo>
                  <a:pt x="5662" y="58483"/>
                </a:lnTo>
                <a:cubicBezTo>
                  <a:pt x="9201" y="59871"/>
                  <a:pt x="12504" y="60961"/>
                  <a:pt x="15808" y="61655"/>
                </a:cubicBezTo>
                <a:cubicBezTo>
                  <a:pt x="18993" y="62349"/>
                  <a:pt x="22178" y="62646"/>
                  <a:pt x="25363" y="62646"/>
                </a:cubicBezTo>
                <a:cubicBezTo>
                  <a:pt x="31969" y="62646"/>
                  <a:pt x="37042" y="61159"/>
                  <a:pt x="40817" y="58086"/>
                </a:cubicBezTo>
                <a:cubicBezTo>
                  <a:pt x="44474" y="55014"/>
                  <a:pt x="46597" y="50454"/>
                  <a:pt x="47305" y="44308"/>
                </a:cubicBezTo>
                <a:cubicBezTo>
                  <a:pt x="44709" y="45894"/>
                  <a:pt x="41878" y="47183"/>
                  <a:pt x="38929" y="47976"/>
                </a:cubicBezTo>
                <a:cubicBezTo>
                  <a:pt x="35980" y="48769"/>
                  <a:pt x="32795" y="49165"/>
                  <a:pt x="29374" y="49165"/>
                </a:cubicBezTo>
                <a:cubicBezTo>
                  <a:pt x="20526" y="49165"/>
                  <a:pt x="13448" y="47084"/>
                  <a:pt x="8022" y="42722"/>
                </a:cubicBezTo>
                <a:cubicBezTo>
                  <a:pt x="2595" y="38460"/>
                  <a:pt x="0" y="32810"/>
                  <a:pt x="0" y="25673"/>
                </a:cubicBezTo>
                <a:cubicBezTo>
                  <a:pt x="0" y="17941"/>
                  <a:pt x="2949" y="11697"/>
                  <a:pt x="8965" y="7038"/>
                </a:cubicBezTo>
                <a:cubicBezTo>
                  <a:pt x="14982" y="2379"/>
                  <a:pt x="23004" y="0"/>
                  <a:pt x="33149" y="0"/>
                </a:cubicBezTo>
                <a:cubicBezTo>
                  <a:pt x="44356" y="0"/>
                  <a:pt x="53085" y="3172"/>
                  <a:pt x="59219" y="9516"/>
                </a:cubicBezTo>
                <a:cubicBezTo>
                  <a:pt x="65354" y="15860"/>
                  <a:pt x="68421" y="24880"/>
                  <a:pt x="68421" y="36477"/>
                </a:cubicBezTo>
                <a:cubicBezTo>
                  <a:pt x="68421" y="48471"/>
                  <a:pt x="64764" y="57888"/>
                  <a:pt x="57568" y="64629"/>
                </a:cubicBezTo>
                <a:cubicBezTo>
                  <a:pt x="50372" y="71369"/>
                  <a:pt x="40581" y="74739"/>
                  <a:pt x="28076" y="74739"/>
                </a:cubicBezTo>
                <a:cubicBezTo>
                  <a:pt x="24065" y="74739"/>
                  <a:pt x="20172" y="74442"/>
                  <a:pt x="16515" y="74045"/>
                </a:cubicBezTo>
                <a:cubicBezTo>
                  <a:pt x="12740" y="73550"/>
                  <a:pt x="9201" y="72856"/>
                  <a:pt x="5662" y="71865"/>
                </a:cubicBezTo>
                <a:close/>
                <a:moveTo>
                  <a:pt x="33031" y="37072"/>
                </a:moveTo>
                <a:cubicBezTo>
                  <a:pt x="36806" y="37072"/>
                  <a:pt x="39755" y="36081"/>
                  <a:pt x="41760" y="33900"/>
                </a:cubicBezTo>
                <a:cubicBezTo>
                  <a:pt x="43648" y="31819"/>
                  <a:pt x="44709" y="28647"/>
                  <a:pt x="44709" y="24384"/>
                </a:cubicBezTo>
                <a:cubicBezTo>
                  <a:pt x="44709" y="20221"/>
                  <a:pt x="43648" y="17049"/>
                  <a:pt x="41760" y="14869"/>
                </a:cubicBezTo>
                <a:cubicBezTo>
                  <a:pt x="39755" y="12787"/>
                  <a:pt x="36806" y="11697"/>
                  <a:pt x="33031" y="11697"/>
                </a:cubicBezTo>
                <a:cubicBezTo>
                  <a:pt x="29138" y="11697"/>
                  <a:pt x="26189" y="12787"/>
                  <a:pt x="24301" y="14869"/>
                </a:cubicBezTo>
                <a:cubicBezTo>
                  <a:pt x="22296" y="17049"/>
                  <a:pt x="21352" y="20221"/>
                  <a:pt x="21352" y="24384"/>
                </a:cubicBezTo>
                <a:cubicBezTo>
                  <a:pt x="21352" y="28647"/>
                  <a:pt x="22296" y="31819"/>
                  <a:pt x="24301" y="33900"/>
                </a:cubicBezTo>
                <a:cubicBezTo>
                  <a:pt x="26189" y="36081"/>
                  <a:pt x="29138" y="37072"/>
                  <a:pt x="33031" y="3707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2BC0BF-150B-4988-B3E8-F1529F61AF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3959" y="1117921"/>
            <a:ext cx="64764" cy="73550"/>
          </a:xfrm>
          <a:custGeom xmlns:a="http://schemas.openxmlformats.org/drawingml/2006/main">
            <a:pathLst>
              <a:path w="64764" h="73550">
                <a:moveTo>
                  <a:pt x="3421" y="0"/>
                </a:moveTo>
                <a:lnTo>
                  <a:pt x="58512" y="0"/>
                </a:lnTo>
                <a:lnTo>
                  <a:pt x="58512" y="13679"/>
                </a:lnTo>
                <a:lnTo>
                  <a:pt x="21116" y="13679"/>
                </a:lnTo>
                <a:lnTo>
                  <a:pt x="21116" y="24880"/>
                </a:lnTo>
                <a:cubicBezTo>
                  <a:pt x="22768" y="24484"/>
                  <a:pt x="24419" y="24186"/>
                  <a:pt x="26189" y="23988"/>
                </a:cubicBezTo>
                <a:cubicBezTo>
                  <a:pt x="27840" y="23790"/>
                  <a:pt x="29610" y="23691"/>
                  <a:pt x="31497" y="23691"/>
                </a:cubicBezTo>
                <a:cubicBezTo>
                  <a:pt x="41996" y="23691"/>
                  <a:pt x="50136" y="25970"/>
                  <a:pt x="56034" y="30332"/>
                </a:cubicBezTo>
                <a:cubicBezTo>
                  <a:pt x="61815" y="34693"/>
                  <a:pt x="64764" y="40839"/>
                  <a:pt x="64764" y="48670"/>
                </a:cubicBezTo>
                <a:cubicBezTo>
                  <a:pt x="64764" y="56500"/>
                  <a:pt x="61579" y="62646"/>
                  <a:pt x="55209" y="67008"/>
                </a:cubicBezTo>
                <a:cubicBezTo>
                  <a:pt x="48838" y="71369"/>
                  <a:pt x="39991" y="73550"/>
                  <a:pt x="28784" y="73550"/>
                </a:cubicBezTo>
                <a:cubicBezTo>
                  <a:pt x="23829" y="73550"/>
                  <a:pt x="18993" y="73153"/>
                  <a:pt x="14274" y="72360"/>
                </a:cubicBezTo>
                <a:cubicBezTo>
                  <a:pt x="9437" y="71666"/>
                  <a:pt x="4719" y="70477"/>
                  <a:pt x="0" y="68891"/>
                </a:cubicBezTo>
                <a:lnTo>
                  <a:pt x="0" y="54221"/>
                </a:lnTo>
                <a:cubicBezTo>
                  <a:pt x="4719" y="56500"/>
                  <a:pt x="9083" y="58186"/>
                  <a:pt x="13330" y="59276"/>
                </a:cubicBezTo>
                <a:cubicBezTo>
                  <a:pt x="17577" y="60465"/>
                  <a:pt x="21470" y="60961"/>
                  <a:pt x="25245" y="60961"/>
                </a:cubicBezTo>
                <a:cubicBezTo>
                  <a:pt x="30553" y="60961"/>
                  <a:pt x="34800" y="59871"/>
                  <a:pt x="37867" y="57690"/>
                </a:cubicBezTo>
                <a:cubicBezTo>
                  <a:pt x="40935" y="55509"/>
                  <a:pt x="42586" y="52436"/>
                  <a:pt x="42586" y="48670"/>
                </a:cubicBezTo>
                <a:cubicBezTo>
                  <a:pt x="42586" y="44903"/>
                  <a:pt x="40935" y="41929"/>
                  <a:pt x="37867" y="39749"/>
                </a:cubicBezTo>
                <a:cubicBezTo>
                  <a:pt x="34800" y="37568"/>
                  <a:pt x="30553" y="36378"/>
                  <a:pt x="25245" y="36378"/>
                </a:cubicBezTo>
                <a:cubicBezTo>
                  <a:pt x="21942" y="36378"/>
                  <a:pt x="18521" y="36775"/>
                  <a:pt x="14982" y="37469"/>
                </a:cubicBezTo>
                <a:cubicBezTo>
                  <a:pt x="11443" y="38163"/>
                  <a:pt x="7550" y="39253"/>
                  <a:pt x="3421" y="40641"/>
                </a:cubicBezTo>
                <a:lnTo>
                  <a:pt x="3421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3B1E9E-9F9B-4A90-B8B0-DF89331014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133" y="1116632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FE0E4B-AF44-409E-B01F-75348C21CF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31367" y="1171448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7CE113-30D7-4A45-88CF-E9DEBB8D23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1475" y="1116732"/>
            <a:ext cx="68421" cy="74739"/>
          </a:xfrm>
          <a:custGeom xmlns:a="http://schemas.openxmlformats.org/drawingml/2006/main">
            <a:pathLst>
              <a:path w="68421" h="74739">
                <a:moveTo>
                  <a:pt x="35390" y="37766"/>
                </a:moveTo>
                <a:cubicBezTo>
                  <a:pt x="31497" y="37766"/>
                  <a:pt x="28548" y="38856"/>
                  <a:pt x="26661" y="40938"/>
                </a:cubicBezTo>
                <a:cubicBezTo>
                  <a:pt x="24655" y="43119"/>
                  <a:pt x="23711" y="46291"/>
                  <a:pt x="23711" y="50454"/>
                </a:cubicBezTo>
                <a:cubicBezTo>
                  <a:pt x="23711" y="54716"/>
                  <a:pt x="24655" y="57888"/>
                  <a:pt x="26661" y="59970"/>
                </a:cubicBezTo>
                <a:cubicBezTo>
                  <a:pt x="28548" y="62151"/>
                  <a:pt x="31497" y="63142"/>
                  <a:pt x="35390" y="63142"/>
                </a:cubicBezTo>
                <a:cubicBezTo>
                  <a:pt x="39283" y="63142"/>
                  <a:pt x="42232" y="62151"/>
                  <a:pt x="44120" y="59970"/>
                </a:cubicBezTo>
                <a:cubicBezTo>
                  <a:pt x="46007" y="57888"/>
                  <a:pt x="47069" y="54716"/>
                  <a:pt x="47069" y="50454"/>
                </a:cubicBezTo>
                <a:cubicBezTo>
                  <a:pt x="47069" y="46291"/>
                  <a:pt x="46007" y="43119"/>
                  <a:pt x="44120" y="40938"/>
                </a:cubicBezTo>
                <a:cubicBezTo>
                  <a:pt x="42232" y="38856"/>
                  <a:pt x="39283" y="37766"/>
                  <a:pt x="35390" y="37766"/>
                </a:cubicBezTo>
                <a:close/>
                <a:moveTo>
                  <a:pt x="62758" y="3073"/>
                </a:moveTo>
                <a:lnTo>
                  <a:pt x="62758" y="16455"/>
                </a:lnTo>
                <a:cubicBezTo>
                  <a:pt x="59101" y="15067"/>
                  <a:pt x="55680" y="13976"/>
                  <a:pt x="52495" y="13283"/>
                </a:cubicBezTo>
                <a:cubicBezTo>
                  <a:pt x="49192" y="12589"/>
                  <a:pt x="46125" y="12192"/>
                  <a:pt x="43058" y="12192"/>
                </a:cubicBezTo>
                <a:cubicBezTo>
                  <a:pt x="36452" y="12192"/>
                  <a:pt x="31261" y="13778"/>
                  <a:pt x="27604" y="16851"/>
                </a:cubicBezTo>
                <a:cubicBezTo>
                  <a:pt x="23829" y="19924"/>
                  <a:pt x="21706" y="24484"/>
                  <a:pt x="21116" y="30530"/>
                </a:cubicBezTo>
                <a:cubicBezTo>
                  <a:pt x="23593" y="28944"/>
                  <a:pt x="26307" y="27755"/>
                  <a:pt x="29374" y="26962"/>
                </a:cubicBezTo>
                <a:cubicBezTo>
                  <a:pt x="32323" y="26169"/>
                  <a:pt x="35508" y="25772"/>
                  <a:pt x="39047" y="25772"/>
                </a:cubicBezTo>
                <a:cubicBezTo>
                  <a:pt x="47777" y="25772"/>
                  <a:pt x="54855" y="27953"/>
                  <a:pt x="60281" y="32314"/>
                </a:cubicBezTo>
                <a:cubicBezTo>
                  <a:pt x="65708" y="36676"/>
                  <a:pt x="68421" y="42326"/>
                  <a:pt x="68421" y="49264"/>
                </a:cubicBezTo>
                <a:cubicBezTo>
                  <a:pt x="68421" y="56996"/>
                  <a:pt x="65354" y="63241"/>
                  <a:pt x="59337" y="67801"/>
                </a:cubicBezTo>
                <a:cubicBezTo>
                  <a:pt x="53321" y="72459"/>
                  <a:pt x="45299" y="74739"/>
                  <a:pt x="35154" y="74739"/>
                </a:cubicBezTo>
                <a:cubicBezTo>
                  <a:pt x="23947" y="74739"/>
                  <a:pt x="15336" y="71666"/>
                  <a:pt x="9201" y="65322"/>
                </a:cubicBezTo>
                <a:cubicBezTo>
                  <a:pt x="3067" y="58979"/>
                  <a:pt x="0" y="50057"/>
                  <a:pt x="0" y="38361"/>
                </a:cubicBezTo>
                <a:cubicBezTo>
                  <a:pt x="0" y="26466"/>
                  <a:pt x="3539" y="17049"/>
                  <a:pt x="10735" y="10210"/>
                </a:cubicBezTo>
                <a:cubicBezTo>
                  <a:pt x="17813" y="3469"/>
                  <a:pt x="27722" y="0"/>
                  <a:pt x="40227" y="0"/>
                </a:cubicBezTo>
                <a:cubicBezTo>
                  <a:pt x="44120" y="0"/>
                  <a:pt x="47895" y="297"/>
                  <a:pt x="51670" y="793"/>
                </a:cubicBezTo>
                <a:cubicBezTo>
                  <a:pt x="55444" y="1289"/>
                  <a:pt x="59101" y="2082"/>
                  <a:pt x="62758" y="307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076D1C-66AC-4912-AE73-70757B9020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53462" y="1116632"/>
            <a:ext cx="67595" cy="74838"/>
          </a:xfrm>
          <a:custGeom xmlns:a="http://schemas.openxmlformats.org/drawingml/2006/main">
            <a:pathLst>
              <a:path w="67595" h="74838">
                <a:moveTo>
                  <a:pt x="33857" y="41235"/>
                </a:moveTo>
                <a:cubicBezTo>
                  <a:pt x="29610" y="41235"/>
                  <a:pt x="26425" y="42227"/>
                  <a:pt x="24301" y="44110"/>
                </a:cubicBezTo>
                <a:cubicBezTo>
                  <a:pt x="22060" y="45993"/>
                  <a:pt x="20998" y="48670"/>
                  <a:pt x="20998" y="52238"/>
                </a:cubicBezTo>
                <a:cubicBezTo>
                  <a:pt x="20998" y="55807"/>
                  <a:pt x="22060" y="58582"/>
                  <a:pt x="24301" y="60465"/>
                </a:cubicBezTo>
                <a:cubicBezTo>
                  <a:pt x="26425" y="62349"/>
                  <a:pt x="29610" y="63241"/>
                  <a:pt x="33857" y="63241"/>
                </a:cubicBezTo>
                <a:cubicBezTo>
                  <a:pt x="37867" y="63241"/>
                  <a:pt x="41052" y="62349"/>
                  <a:pt x="43294" y="60465"/>
                </a:cubicBezTo>
                <a:cubicBezTo>
                  <a:pt x="45417" y="58582"/>
                  <a:pt x="46597" y="55807"/>
                  <a:pt x="46597" y="52238"/>
                </a:cubicBezTo>
                <a:cubicBezTo>
                  <a:pt x="46597" y="48670"/>
                  <a:pt x="45417" y="45993"/>
                  <a:pt x="43294" y="44110"/>
                </a:cubicBezTo>
                <a:cubicBezTo>
                  <a:pt x="41052" y="42227"/>
                  <a:pt x="37867" y="41235"/>
                  <a:pt x="33857" y="41235"/>
                </a:cubicBezTo>
                <a:close/>
                <a:moveTo>
                  <a:pt x="17695" y="35090"/>
                </a:moveTo>
                <a:cubicBezTo>
                  <a:pt x="12504" y="33801"/>
                  <a:pt x="8494" y="31819"/>
                  <a:pt x="5898" y="29043"/>
                </a:cubicBezTo>
                <a:cubicBezTo>
                  <a:pt x="3185" y="26268"/>
                  <a:pt x="1887" y="22898"/>
                  <a:pt x="1887" y="18734"/>
                </a:cubicBezTo>
                <a:cubicBezTo>
                  <a:pt x="1887" y="12589"/>
                  <a:pt x="4601" y="7930"/>
                  <a:pt x="10027" y="4758"/>
                </a:cubicBezTo>
                <a:cubicBezTo>
                  <a:pt x="15454" y="1586"/>
                  <a:pt x="23357" y="0"/>
                  <a:pt x="33857" y="0"/>
                </a:cubicBezTo>
                <a:cubicBezTo>
                  <a:pt x="44238" y="0"/>
                  <a:pt x="52141" y="1586"/>
                  <a:pt x="57568" y="4758"/>
                </a:cubicBezTo>
                <a:cubicBezTo>
                  <a:pt x="62994" y="7930"/>
                  <a:pt x="65708" y="12589"/>
                  <a:pt x="65708" y="18734"/>
                </a:cubicBezTo>
                <a:cubicBezTo>
                  <a:pt x="65708" y="22898"/>
                  <a:pt x="64292" y="26268"/>
                  <a:pt x="61697" y="29043"/>
                </a:cubicBezTo>
                <a:cubicBezTo>
                  <a:pt x="58983" y="31819"/>
                  <a:pt x="55091" y="33801"/>
                  <a:pt x="49900" y="35090"/>
                </a:cubicBezTo>
                <a:cubicBezTo>
                  <a:pt x="55680" y="36477"/>
                  <a:pt x="60045" y="38658"/>
                  <a:pt x="63112" y="41731"/>
                </a:cubicBezTo>
                <a:cubicBezTo>
                  <a:pt x="66061" y="44804"/>
                  <a:pt x="67595" y="48670"/>
                  <a:pt x="67595" y="53229"/>
                </a:cubicBezTo>
                <a:cubicBezTo>
                  <a:pt x="67595" y="60366"/>
                  <a:pt x="64764" y="65818"/>
                  <a:pt x="59101" y="69387"/>
                </a:cubicBezTo>
                <a:cubicBezTo>
                  <a:pt x="53439" y="73054"/>
                  <a:pt x="44945" y="74838"/>
                  <a:pt x="33857" y="74838"/>
                </a:cubicBezTo>
                <a:cubicBezTo>
                  <a:pt x="22650" y="74838"/>
                  <a:pt x="14156" y="73054"/>
                  <a:pt x="8494" y="69387"/>
                </a:cubicBezTo>
                <a:cubicBezTo>
                  <a:pt x="2831" y="65818"/>
                  <a:pt x="0" y="60366"/>
                  <a:pt x="0" y="53229"/>
                </a:cubicBezTo>
                <a:cubicBezTo>
                  <a:pt x="0" y="48670"/>
                  <a:pt x="1416" y="44804"/>
                  <a:pt x="4483" y="41731"/>
                </a:cubicBezTo>
                <a:cubicBezTo>
                  <a:pt x="7432" y="38658"/>
                  <a:pt x="11797" y="36477"/>
                  <a:pt x="17695" y="35090"/>
                </a:cubicBezTo>
                <a:close/>
                <a:moveTo>
                  <a:pt x="22886" y="20618"/>
                </a:moveTo>
                <a:cubicBezTo>
                  <a:pt x="22886" y="23492"/>
                  <a:pt x="23829" y="25673"/>
                  <a:pt x="25717" y="27259"/>
                </a:cubicBezTo>
                <a:cubicBezTo>
                  <a:pt x="27604" y="28845"/>
                  <a:pt x="30318" y="29539"/>
                  <a:pt x="33857" y="29539"/>
                </a:cubicBezTo>
                <a:cubicBezTo>
                  <a:pt x="37278" y="29539"/>
                  <a:pt x="39991" y="28845"/>
                  <a:pt x="41878" y="27259"/>
                </a:cubicBezTo>
                <a:cubicBezTo>
                  <a:pt x="43766" y="25673"/>
                  <a:pt x="44709" y="23492"/>
                  <a:pt x="44709" y="20618"/>
                </a:cubicBezTo>
                <a:cubicBezTo>
                  <a:pt x="44709" y="17743"/>
                  <a:pt x="43766" y="15562"/>
                  <a:pt x="41878" y="13976"/>
                </a:cubicBezTo>
                <a:cubicBezTo>
                  <a:pt x="39991" y="12490"/>
                  <a:pt x="37278" y="11697"/>
                  <a:pt x="33857" y="11697"/>
                </a:cubicBezTo>
                <a:cubicBezTo>
                  <a:pt x="30318" y="11697"/>
                  <a:pt x="27604" y="12490"/>
                  <a:pt x="25717" y="14076"/>
                </a:cubicBezTo>
                <a:cubicBezTo>
                  <a:pt x="23829" y="15662"/>
                  <a:pt x="22886" y="17842"/>
                  <a:pt x="22886" y="20618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436EBD-108E-4F4C-B5CC-8C234C7D16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178" y="1419306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F4F345-6C04-4E33-B080-09287CB93F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4412" y="1474121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DD07C3-DAF2-4724-B260-D56C8A5365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0537" y="1420594"/>
            <a:ext cx="60635" cy="72261"/>
          </a:xfrm>
          <a:custGeom xmlns:a="http://schemas.openxmlformats.org/drawingml/2006/main">
            <a:pathLst>
              <a:path w="60635" h="72261">
                <a:moveTo>
                  <a:pt x="472" y="59375"/>
                </a:moveTo>
                <a:lnTo>
                  <a:pt x="20054" y="59375"/>
                </a:lnTo>
                <a:lnTo>
                  <a:pt x="20054" y="12688"/>
                </a:lnTo>
                <a:lnTo>
                  <a:pt x="0" y="16157"/>
                </a:lnTo>
                <a:lnTo>
                  <a:pt x="0" y="3469"/>
                </a:lnTo>
                <a:lnTo>
                  <a:pt x="19936" y="0"/>
                </a:lnTo>
                <a:lnTo>
                  <a:pt x="41052" y="0"/>
                </a:lnTo>
                <a:lnTo>
                  <a:pt x="41052" y="59375"/>
                </a:lnTo>
                <a:lnTo>
                  <a:pt x="60635" y="59375"/>
                </a:lnTo>
                <a:lnTo>
                  <a:pt x="60635" y="72261"/>
                </a:lnTo>
                <a:lnTo>
                  <a:pt x="472" y="72261"/>
                </a:lnTo>
                <a:lnTo>
                  <a:pt x="472" y="59375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3E4368-04D4-49AF-9F13-662F11AF73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8631" y="1419306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B4D6D0-5404-4B98-B71D-10F550A688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0985" y="1419306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FC29A3-7541-400A-8F78-07DD5E9F90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5803" y="1474121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00CE7B-B8F6-4960-8C1C-DE658914EB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5912" y="1419405"/>
            <a:ext cx="68421" cy="74739"/>
          </a:xfrm>
          <a:custGeom xmlns:a="http://schemas.openxmlformats.org/drawingml/2006/main">
            <a:pathLst>
              <a:path w="68421" h="74739">
                <a:moveTo>
                  <a:pt x="35390" y="37766"/>
                </a:moveTo>
                <a:cubicBezTo>
                  <a:pt x="31497" y="37766"/>
                  <a:pt x="28548" y="38856"/>
                  <a:pt x="26661" y="40938"/>
                </a:cubicBezTo>
                <a:cubicBezTo>
                  <a:pt x="24655" y="43119"/>
                  <a:pt x="23711" y="46291"/>
                  <a:pt x="23711" y="50454"/>
                </a:cubicBezTo>
                <a:cubicBezTo>
                  <a:pt x="23711" y="54716"/>
                  <a:pt x="24655" y="57888"/>
                  <a:pt x="26661" y="59970"/>
                </a:cubicBezTo>
                <a:cubicBezTo>
                  <a:pt x="28548" y="62151"/>
                  <a:pt x="31497" y="63142"/>
                  <a:pt x="35390" y="63142"/>
                </a:cubicBezTo>
                <a:cubicBezTo>
                  <a:pt x="39283" y="63142"/>
                  <a:pt x="42232" y="62151"/>
                  <a:pt x="44120" y="59970"/>
                </a:cubicBezTo>
                <a:cubicBezTo>
                  <a:pt x="46007" y="57888"/>
                  <a:pt x="47069" y="54716"/>
                  <a:pt x="47069" y="50454"/>
                </a:cubicBezTo>
                <a:cubicBezTo>
                  <a:pt x="47069" y="46291"/>
                  <a:pt x="46007" y="43119"/>
                  <a:pt x="44120" y="40938"/>
                </a:cubicBezTo>
                <a:cubicBezTo>
                  <a:pt x="42232" y="38856"/>
                  <a:pt x="39283" y="37766"/>
                  <a:pt x="35390" y="37766"/>
                </a:cubicBezTo>
                <a:close/>
                <a:moveTo>
                  <a:pt x="62758" y="3073"/>
                </a:moveTo>
                <a:lnTo>
                  <a:pt x="62758" y="16455"/>
                </a:lnTo>
                <a:cubicBezTo>
                  <a:pt x="59101" y="15067"/>
                  <a:pt x="55680" y="13976"/>
                  <a:pt x="52495" y="13283"/>
                </a:cubicBezTo>
                <a:cubicBezTo>
                  <a:pt x="49192" y="12589"/>
                  <a:pt x="46125" y="12192"/>
                  <a:pt x="43058" y="12192"/>
                </a:cubicBezTo>
                <a:cubicBezTo>
                  <a:pt x="36452" y="12192"/>
                  <a:pt x="31261" y="13778"/>
                  <a:pt x="27604" y="16851"/>
                </a:cubicBezTo>
                <a:cubicBezTo>
                  <a:pt x="23829" y="19924"/>
                  <a:pt x="21706" y="24484"/>
                  <a:pt x="21116" y="30530"/>
                </a:cubicBezTo>
                <a:cubicBezTo>
                  <a:pt x="23593" y="28944"/>
                  <a:pt x="26307" y="27755"/>
                  <a:pt x="29374" y="26962"/>
                </a:cubicBezTo>
                <a:cubicBezTo>
                  <a:pt x="32323" y="26169"/>
                  <a:pt x="35508" y="25772"/>
                  <a:pt x="39047" y="25772"/>
                </a:cubicBezTo>
                <a:cubicBezTo>
                  <a:pt x="47777" y="25772"/>
                  <a:pt x="54855" y="27953"/>
                  <a:pt x="60281" y="32314"/>
                </a:cubicBezTo>
                <a:cubicBezTo>
                  <a:pt x="65708" y="36676"/>
                  <a:pt x="68421" y="42326"/>
                  <a:pt x="68421" y="49264"/>
                </a:cubicBezTo>
                <a:cubicBezTo>
                  <a:pt x="68421" y="56996"/>
                  <a:pt x="65354" y="63241"/>
                  <a:pt x="59337" y="67801"/>
                </a:cubicBezTo>
                <a:cubicBezTo>
                  <a:pt x="53321" y="72459"/>
                  <a:pt x="45299" y="74739"/>
                  <a:pt x="35154" y="74739"/>
                </a:cubicBezTo>
                <a:cubicBezTo>
                  <a:pt x="23947" y="74739"/>
                  <a:pt x="15336" y="71666"/>
                  <a:pt x="9201" y="65322"/>
                </a:cubicBezTo>
                <a:cubicBezTo>
                  <a:pt x="3067" y="58979"/>
                  <a:pt x="0" y="50057"/>
                  <a:pt x="0" y="38361"/>
                </a:cubicBezTo>
                <a:cubicBezTo>
                  <a:pt x="0" y="26466"/>
                  <a:pt x="3539" y="17049"/>
                  <a:pt x="10735" y="10210"/>
                </a:cubicBezTo>
                <a:cubicBezTo>
                  <a:pt x="17813" y="3469"/>
                  <a:pt x="27722" y="0"/>
                  <a:pt x="40227" y="0"/>
                </a:cubicBezTo>
                <a:cubicBezTo>
                  <a:pt x="44120" y="0"/>
                  <a:pt x="47895" y="297"/>
                  <a:pt x="51670" y="793"/>
                </a:cubicBezTo>
                <a:cubicBezTo>
                  <a:pt x="55444" y="1289"/>
                  <a:pt x="59101" y="2082"/>
                  <a:pt x="62758" y="3073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E62FB2-9CBA-4EA5-BE65-EC91AE1914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6365" y="1419306"/>
            <a:ext cx="70780" cy="74838"/>
          </a:xfrm>
          <a:custGeom xmlns:a="http://schemas.openxmlformats.org/drawingml/2006/main">
            <a:pathLst>
              <a:path w="70780" h="74838">
                <a:moveTo>
                  <a:pt x="48602" y="37370"/>
                </a:moveTo>
                <a:cubicBezTo>
                  <a:pt x="48602" y="28349"/>
                  <a:pt x="47541" y="22005"/>
                  <a:pt x="45535" y="18239"/>
                </a:cubicBezTo>
                <a:cubicBezTo>
                  <a:pt x="43530" y="14571"/>
                  <a:pt x="40109" y="12688"/>
                  <a:pt x="35390" y="12688"/>
                </a:cubicBezTo>
                <a:cubicBezTo>
                  <a:pt x="30671" y="12688"/>
                  <a:pt x="27250" y="14571"/>
                  <a:pt x="25245" y="18239"/>
                </a:cubicBezTo>
                <a:cubicBezTo>
                  <a:pt x="23122" y="22005"/>
                  <a:pt x="22178" y="28349"/>
                  <a:pt x="22178" y="37370"/>
                </a:cubicBezTo>
                <a:cubicBezTo>
                  <a:pt x="22178" y="46489"/>
                  <a:pt x="23122" y="52932"/>
                  <a:pt x="25245" y="56699"/>
                </a:cubicBezTo>
                <a:cubicBezTo>
                  <a:pt x="27250" y="60465"/>
                  <a:pt x="30671" y="62250"/>
                  <a:pt x="35390" y="62250"/>
                </a:cubicBezTo>
                <a:cubicBezTo>
                  <a:pt x="40109" y="62250"/>
                  <a:pt x="43412" y="60465"/>
                  <a:pt x="45535" y="56699"/>
                </a:cubicBezTo>
                <a:cubicBezTo>
                  <a:pt x="47541" y="52932"/>
                  <a:pt x="48602" y="46489"/>
                  <a:pt x="48602" y="37370"/>
                </a:cubicBezTo>
                <a:close/>
                <a:moveTo>
                  <a:pt x="70780" y="37469"/>
                </a:moveTo>
                <a:cubicBezTo>
                  <a:pt x="70780" y="49463"/>
                  <a:pt x="67713" y="58681"/>
                  <a:pt x="61579" y="65124"/>
                </a:cubicBezTo>
                <a:cubicBezTo>
                  <a:pt x="55444" y="71666"/>
                  <a:pt x="46715" y="74838"/>
                  <a:pt x="35390" y="74838"/>
                </a:cubicBezTo>
                <a:cubicBezTo>
                  <a:pt x="24065" y="74838"/>
                  <a:pt x="15336" y="71666"/>
                  <a:pt x="9201" y="65124"/>
                </a:cubicBezTo>
                <a:cubicBezTo>
                  <a:pt x="3067" y="58681"/>
                  <a:pt x="0" y="49463"/>
                  <a:pt x="0" y="37469"/>
                </a:cubicBezTo>
                <a:cubicBezTo>
                  <a:pt x="0" y="25574"/>
                  <a:pt x="3067" y="16355"/>
                  <a:pt x="9201" y="9813"/>
                </a:cubicBezTo>
                <a:cubicBezTo>
                  <a:pt x="15336" y="3271"/>
                  <a:pt x="24065" y="0"/>
                  <a:pt x="35390" y="0"/>
                </a:cubicBezTo>
                <a:cubicBezTo>
                  <a:pt x="46715" y="0"/>
                  <a:pt x="55444" y="3271"/>
                  <a:pt x="61579" y="9813"/>
                </a:cubicBezTo>
                <a:cubicBezTo>
                  <a:pt x="67713" y="16355"/>
                  <a:pt x="70780" y="25574"/>
                  <a:pt x="70780" y="37469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775DD4-8486-42EF-8AFE-717B371009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2375" y="1419306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14AC62-EBAC-4BC3-BC15-22923203E8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7194" y="1474121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D74AA2-C5C9-4C34-86F5-0696F7FC69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7893" y="1420594"/>
            <a:ext cx="64764" cy="72261"/>
          </a:xfrm>
          <a:custGeom xmlns:a="http://schemas.openxmlformats.org/drawingml/2006/main">
            <a:pathLst>
              <a:path w="64764" h="72261">
                <a:moveTo>
                  <a:pt x="0" y="0"/>
                </a:moveTo>
                <a:lnTo>
                  <a:pt x="64764" y="0"/>
                </a:lnTo>
                <a:lnTo>
                  <a:pt x="64764" y="10507"/>
                </a:lnTo>
                <a:lnTo>
                  <a:pt x="31261" y="72261"/>
                </a:lnTo>
                <a:lnTo>
                  <a:pt x="9673" y="72261"/>
                </a:lnTo>
                <a:lnTo>
                  <a:pt x="41406" y="13679"/>
                </a:lnTo>
                <a:lnTo>
                  <a:pt x="0" y="13679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E0948E-DD4A-483E-8392-6B53D7CE9E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413" y="1419306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B6A187-B8E7-45C2-BF74-EDE4693D36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2351" y="1419306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379C86-85DD-4001-AC44-39398EB614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8585" y="1474121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A9BF39-4542-4277-8DE6-0F0E43391C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4710" y="1420594"/>
            <a:ext cx="60635" cy="72261"/>
          </a:xfrm>
          <a:custGeom xmlns:a="http://schemas.openxmlformats.org/drawingml/2006/main">
            <a:pathLst>
              <a:path w="60635" h="72261">
                <a:moveTo>
                  <a:pt x="472" y="59375"/>
                </a:moveTo>
                <a:lnTo>
                  <a:pt x="20054" y="59375"/>
                </a:lnTo>
                <a:lnTo>
                  <a:pt x="20054" y="12688"/>
                </a:lnTo>
                <a:lnTo>
                  <a:pt x="0" y="16157"/>
                </a:lnTo>
                <a:lnTo>
                  <a:pt x="0" y="3469"/>
                </a:lnTo>
                <a:lnTo>
                  <a:pt x="19936" y="0"/>
                </a:lnTo>
                <a:lnTo>
                  <a:pt x="41052" y="0"/>
                </a:lnTo>
                <a:lnTo>
                  <a:pt x="41052" y="59375"/>
                </a:lnTo>
                <a:lnTo>
                  <a:pt x="60635" y="59375"/>
                </a:lnTo>
                <a:lnTo>
                  <a:pt x="60635" y="72261"/>
                </a:lnTo>
                <a:lnTo>
                  <a:pt x="472" y="72261"/>
                </a:lnTo>
                <a:lnTo>
                  <a:pt x="472" y="59375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F3342A-A2A1-473C-81ED-E76FB905CF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2568" y="1420594"/>
            <a:ext cx="64764" cy="73550"/>
          </a:xfrm>
          <a:custGeom xmlns:a="http://schemas.openxmlformats.org/drawingml/2006/main">
            <a:pathLst>
              <a:path w="64764" h="73550">
                <a:moveTo>
                  <a:pt x="3421" y="0"/>
                </a:moveTo>
                <a:lnTo>
                  <a:pt x="58512" y="0"/>
                </a:lnTo>
                <a:lnTo>
                  <a:pt x="58512" y="13679"/>
                </a:lnTo>
                <a:lnTo>
                  <a:pt x="21116" y="13679"/>
                </a:lnTo>
                <a:lnTo>
                  <a:pt x="21116" y="24880"/>
                </a:lnTo>
                <a:cubicBezTo>
                  <a:pt x="22768" y="24484"/>
                  <a:pt x="24419" y="24186"/>
                  <a:pt x="26189" y="23988"/>
                </a:cubicBezTo>
                <a:cubicBezTo>
                  <a:pt x="27840" y="23790"/>
                  <a:pt x="29610" y="23691"/>
                  <a:pt x="31497" y="23691"/>
                </a:cubicBezTo>
                <a:cubicBezTo>
                  <a:pt x="41996" y="23691"/>
                  <a:pt x="50136" y="25970"/>
                  <a:pt x="56034" y="30332"/>
                </a:cubicBezTo>
                <a:cubicBezTo>
                  <a:pt x="61815" y="34693"/>
                  <a:pt x="64764" y="40839"/>
                  <a:pt x="64764" y="48670"/>
                </a:cubicBezTo>
                <a:cubicBezTo>
                  <a:pt x="64764" y="56500"/>
                  <a:pt x="61579" y="62646"/>
                  <a:pt x="55209" y="67008"/>
                </a:cubicBezTo>
                <a:cubicBezTo>
                  <a:pt x="48838" y="71369"/>
                  <a:pt x="39991" y="73550"/>
                  <a:pt x="28784" y="73550"/>
                </a:cubicBezTo>
                <a:cubicBezTo>
                  <a:pt x="23829" y="73550"/>
                  <a:pt x="18993" y="73153"/>
                  <a:pt x="14274" y="72360"/>
                </a:cubicBezTo>
                <a:cubicBezTo>
                  <a:pt x="9437" y="71666"/>
                  <a:pt x="4719" y="70477"/>
                  <a:pt x="0" y="68891"/>
                </a:cubicBezTo>
                <a:lnTo>
                  <a:pt x="0" y="54221"/>
                </a:lnTo>
                <a:cubicBezTo>
                  <a:pt x="4719" y="56500"/>
                  <a:pt x="9083" y="58186"/>
                  <a:pt x="13330" y="59276"/>
                </a:cubicBezTo>
                <a:cubicBezTo>
                  <a:pt x="17577" y="60465"/>
                  <a:pt x="21470" y="60961"/>
                  <a:pt x="25245" y="60961"/>
                </a:cubicBezTo>
                <a:cubicBezTo>
                  <a:pt x="30553" y="60961"/>
                  <a:pt x="34800" y="59871"/>
                  <a:pt x="37867" y="57690"/>
                </a:cubicBezTo>
                <a:cubicBezTo>
                  <a:pt x="40935" y="55509"/>
                  <a:pt x="42586" y="52436"/>
                  <a:pt x="42586" y="48670"/>
                </a:cubicBezTo>
                <a:cubicBezTo>
                  <a:pt x="42586" y="44903"/>
                  <a:pt x="40935" y="41929"/>
                  <a:pt x="37867" y="39749"/>
                </a:cubicBezTo>
                <a:cubicBezTo>
                  <a:pt x="34800" y="37568"/>
                  <a:pt x="30553" y="36378"/>
                  <a:pt x="25245" y="36378"/>
                </a:cubicBezTo>
                <a:cubicBezTo>
                  <a:pt x="21942" y="36378"/>
                  <a:pt x="18521" y="36775"/>
                  <a:pt x="14982" y="37469"/>
                </a:cubicBezTo>
                <a:cubicBezTo>
                  <a:pt x="11443" y="38163"/>
                  <a:pt x="7550" y="39253"/>
                  <a:pt x="3421" y="40641"/>
                </a:cubicBezTo>
                <a:lnTo>
                  <a:pt x="3421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8C1E3C-8F0A-4108-B8F6-D37C650922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5157" y="1419306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3471C1-719C-4CEF-B1BA-A715F6D552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9976" y="1474121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E50077-72E3-4661-81CD-B795558E09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0085" y="1419405"/>
            <a:ext cx="68421" cy="74739"/>
          </a:xfrm>
          <a:custGeom xmlns:a="http://schemas.openxmlformats.org/drawingml/2006/main">
            <a:pathLst>
              <a:path w="68421" h="74739">
                <a:moveTo>
                  <a:pt x="35390" y="37766"/>
                </a:moveTo>
                <a:cubicBezTo>
                  <a:pt x="31497" y="37766"/>
                  <a:pt x="28548" y="38856"/>
                  <a:pt x="26661" y="40938"/>
                </a:cubicBezTo>
                <a:cubicBezTo>
                  <a:pt x="24655" y="43119"/>
                  <a:pt x="23711" y="46291"/>
                  <a:pt x="23711" y="50454"/>
                </a:cubicBezTo>
                <a:cubicBezTo>
                  <a:pt x="23711" y="54716"/>
                  <a:pt x="24655" y="57888"/>
                  <a:pt x="26661" y="59970"/>
                </a:cubicBezTo>
                <a:cubicBezTo>
                  <a:pt x="28548" y="62151"/>
                  <a:pt x="31497" y="63142"/>
                  <a:pt x="35390" y="63142"/>
                </a:cubicBezTo>
                <a:cubicBezTo>
                  <a:pt x="39283" y="63142"/>
                  <a:pt x="42232" y="62151"/>
                  <a:pt x="44120" y="59970"/>
                </a:cubicBezTo>
                <a:cubicBezTo>
                  <a:pt x="46007" y="57888"/>
                  <a:pt x="47069" y="54716"/>
                  <a:pt x="47069" y="50454"/>
                </a:cubicBezTo>
                <a:cubicBezTo>
                  <a:pt x="47069" y="46291"/>
                  <a:pt x="46007" y="43119"/>
                  <a:pt x="44120" y="40938"/>
                </a:cubicBezTo>
                <a:cubicBezTo>
                  <a:pt x="42232" y="38856"/>
                  <a:pt x="39283" y="37766"/>
                  <a:pt x="35390" y="37766"/>
                </a:cubicBezTo>
                <a:close/>
                <a:moveTo>
                  <a:pt x="62758" y="3073"/>
                </a:moveTo>
                <a:lnTo>
                  <a:pt x="62758" y="16455"/>
                </a:lnTo>
                <a:cubicBezTo>
                  <a:pt x="59101" y="15067"/>
                  <a:pt x="55680" y="13976"/>
                  <a:pt x="52495" y="13283"/>
                </a:cubicBezTo>
                <a:cubicBezTo>
                  <a:pt x="49192" y="12589"/>
                  <a:pt x="46125" y="12192"/>
                  <a:pt x="43058" y="12192"/>
                </a:cubicBezTo>
                <a:cubicBezTo>
                  <a:pt x="36452" y="12192"/>
                  <a:pt x="31261" y="13778"/>
                  <a:pt x="27604" y="16851"/>
                </a:cubicBezTo>
                <a:cubicBezTo>
                  <a:pt x="23829" y="19924"/>
                  <a:pt x="21706" y="24484"/>
                  <a:pt x="21116" y="30530"/>
                </a:cubicBezTo>
                <a:cubicBezTo>
                  <a:pt x="23593" y="28944"/>
                  <a:pt x="26307" y="27755"/>
                  <a:pt x="29374" y="26962"/>
                </a:cubicBezTo>
                <a:cubicBezTo>
                  <a:pt x="32323" y="26169"/>
                  <a:pt x="35508" y="25772"/>
                  <a:pt x="39047" y="25772"/>
                </a:cubicBezTo>
                <a:cubicBezTo>
                  <a:pt x="47777" y="25772"/>
                  <a:pt x="54855" y="27953"/>
                  <a:pt x="60281" y="32314"/>
                </a:cubicBezTo>
                <a:cubicBezTo>
                  <a:pt x="65708" y="36676"/>
                  <a:pt x="68421" y="42326"/>
                  <a:pt x="68421" y="49264"/>
                </a:cubicBezTo>
                <a:cubicBezTo>
                  <a:pt x="68421" y="56996"/>
                  <a:pt x="65354" y="63241"/>
                  <a:pt x="59337" y="67801"/>
                </a:cubicBezTo>
                <a:cubicBezTo>
                  <a:pt x="53321" y="72459"/>
                  <a:pt x="45299" y="74739"/>
                  <a:pt x="35154" y="74739"/>
                </a:cubicBezTo>
                <a:cubicBezTo>
                  <a:pt x="23947" y="74739"/>
                  <a:pt x="15336" y="71666"/>
                  <a:pt x="9201" y="65322"/>
                </a:cubicBezTo>
                <a:cubicBezTo>
                  <a:pt x="3067" y="58979"/>
                  <a:pt x="0" y="50057"/>
                  <a:pt x="0" y="38361"/>
                </a:cubicBezTo>
                <a:cubicBezTo>
                  <a:pt x="0" y="26466"/>
                  <a:pt x="3539" y="17049"/>
                  <a:pt x="10735" y="10210"/>
                </a:cubicBezTo>
                <a:cubicBezTo>
                  <a:pt x="17813" y="3469"/>
                  <a:pt x="27722" y="0"/>
                  <a:pt x="40227" y="0"/>
                </a:cubicBezTo>
                <a:cubicBezTo>
                  <a:pt x="44120" y="0"/>
                  <a:pt x="47895" y="297"/>
                  <a:pt x="51670" y="793"/>
                </a:cubicBezTo>
                <a:cubicBezTo>
                  <a:pt x="55444" y="1289"/>
                  <a:pt x="59101" y="2082"/>
                  <a:pt x="62758" y="3073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3C7FE7-AA25-4B6F-80F6-26041F9F83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0538" y="1419306"/>
            <a:ext cx="70780" cy="74838"/>
          </a:xfrm>
          <a:custGeom xmlns:a="http://schemas.openxmlformats.org/drawingml/2006/main">
            <a:pathLst>
              <a:path w="70780" h="74838">
                <a:moveTo>
                  <a:pt x="48602" y="37370"/>
                </a:moveTo>
                <a:cubicBezTo>
                  <a:pt x="48602" y="28349"/>
                  <a:pt x="47541" y="22005"/>
                  <a:pt x="45535" y="18239"/>
                </a:cubicBezTo>
                <a:cubicBezTo>
                  <a:pt x="43530" y="14571"/>
                  <a:pt x="40109" y="12688"/>
                  <a:pt x="35390" y="12688"/>
                </a:cubicBezTo>
                <a:cubicBezTo>
                  <a:pt x="30671" y="12688"/>
                  <a:pt x="27250" y="14571"/>
                  <a:pt x="25245" y="18239"/>
                </a:cubicBezTo>
                <a:cubicBezTo>
                  <a:pt x="23122" y="22005"/>
                  <a:pt x="22178" y="28349"/>
                  <a:pt x="22178" y="37370"/>
                </a:cubicBezTo>
                <a:cubicBezTo>
                  <a:pt x="22178" y="46489"/>
                  <a:pt x="23122" y="52932"/>
                  <a:pt x="25245" y="56699"/>
                </a:cubicBezTo>
                <a:cubicBezTo>
                  <a:pt x="27250" y="60465"/>
                  <a:pt x="30671" y="62250"/>
                  <a:pt x="35390" y="62250"/>
                </a:cubicBezTo>
                <a:cubicBezTo>
                  <a:pt x="40109" y="62250"/>
                  <a:pt x="43412" y="60465"/>
                  <a:pt x="45535" y="56699"/>
                </a:cubicBezTo>
                <a:cubicBezTo>
                  <a:pt x="47541" y="52932"/>
                  <a:pt x="48602" y="46489"/>
                  <a:pt x="48602" y="37370"/>
                </a:cubicBezTo>
                <a:close/>
                <a:moveTo>
                  <a:pt x="70780" y="37469"/>
                </a:moveTo>
                <a:cubicBezTo>
                  <a:pt x="70780" y="49463"/>
                  <a:pt x="67713" y="58681"/>
                  <a:pt x="61579" y="65124"/>
                </a:cubicBezTo>
                <a:cubicBezTo>
                  <a:pt x="55444" y="71666"/>
                  <a:pt x="46715" y="74838"/>
                  <a:pt x="35390" y="74838"/>
                </a:cubicBezTo>
                <a:cubicBezTo>
                  <a:pt x="24065" y="74838"/>
                  <a:pt x="15336" y="71666"/>
                  <a:pt x="9201" y="65124"/>
                </a:cubicBezTo>
                <a:cubicBezTo>
                  <a:pt x="3067" y="58681"/>
                  <a:pt x="0" y="49463"/>
                  <a:pt x="0" y="37469"/>
                </a:cubicBezTo>
                <a:cubicBezTo>
                  <a:pt x="0" y="25574"/>
                  <a:pt x="3067" y="16355"/>
                  <a:pt x="9201" y="9813"/>
                </a:cubicBezTo>
                <a:cubicBezTo>
                  <a:pt x="15336" y="3271"/>
                  <a:pt x="24065" y="0"/>
                  <a:pt x="35390" y="0"/>
                </a:cubicBezTo>
                <a:cubicBezTo>
                  <a:pt x="46715" y="0"/>
                  <a:pt x="55444" y="3271"/>
                  <a:pt x="61579" y="9813"/>
                </a:cubicBezTo>
                <a:cubicBezTo>
                  <a:pt x="67713" y="16355"/>
                  <a:pt x="70780" y="25574"/>
                  <a:pt x="70780" y="37469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A6FF76-0B18-4CF7-891A-DA9F1AF18F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6548" y="1419306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A0FCB6-9BAA-44BF-B090-E0E82EB46B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31367" y="1474121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AE1B44-C6C2-4E4D-952F-2221011763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0295" y="1419405"/>
            <a:ext cx="68421" cy="74739"/>
          </a:xfrm>
          <a:custGeom xmlns:a="http://schemas.openxmlformats.org/drawingml/2006/main">
            <a:pathLst>
              <a:path w="68421" h="74739">
                <a:moveTo>
                  <a:pt x="5662" y="71865"/>
                </a:moveTo>
                <a:lnTo>
                  <a:pt x="5662" y="58483"/>
                </a:lnTo>
                <a:cubicBezTo>
                  <a:pt x="9201" y="59871"/>
                  <a:pt x="12504" y="60961"/>
                  <a:pt x="15808" y="61655"/>
                </a:cubicBezTo>
                <a:cubicBezTo>
                  <a:pt x="18993" y="62349"/>
                  <a:pt x="22178" y="62646"/>
                  <a:pt x="25363" y="62646"/>
                </a:cubicBezTo>
                <a:cubicBezTo>
                  <a:pt x="31969" y="62646"/>
                  <a:pt x="37042" y="61159"/>
                  <a:pt x="40817" y="58086"/>
                </a:cubicBezTo>
                <a:cubicBezTo>
                  <a:pt x="44474" y="55014"/>
                  <a:pt x="46597" y="50454"/>
                  <a:pt x="47305" y="44308"/>
                </a:cubicBezTo>
                <a:cubicBezTo>
                  <a:pt x="44709" y="45894"/>
                  <a:pt x="41878" y="47183"/>
                  <a:pt x="38929" y="47976"/>
                </a:cubicBezTo>
                <a:cubicBezTo>
                  <a:pt x="35980" y="48769"/>
                  <a:pt x="32795" y="49165"/>
                  <a:pt x="29374" y="49165"/>
                </a:cubicBezTo>
                <a:cubicBezTo>
                  <a:pt x="20526" y="49165"/>
                  <a:pt x="13448" y="47084"/>
                  <a:pt x="8022" y="42722"/>
                </a:cubicBezTo>
                <a:cubicBezTo>
                  <a:pt x="2595" y="38460"/>
                  <a:pt x="0" y="32810"/>
                  <a:pt x="0" y="25673"/>
                </a:cubicBezTo>
                <a:cubicBezTo>
                  <a:pt x="0" y="17941"/>
                  <a:pt x="2949" y="11697"/>
                  <a:pt x="8965" y="7038"/>
                </a:cubicBezTo>
                <a:cubicBezTo>
                  <a:pt x="14982" y="2379"/>
                  <a:pt x="23004" y="0"/>
                  <a:pt x="33149" y="0"/>
                </a:cubicBezTo>
                <a:cubicBezTo>
                  <a:pt x="44356" y="0"/>
                  <a:pt x="53085" y="3172"/>
                  <a:pt x="59219" y="9516"/>
                </a:cubicBezTo>
                <a:cubicBezTo>
                  <a:pt x="65354" y="15860"/>
                  <a:pt x="68421" y="24880"/>
                  <a:pt x="68421" y="36477"/>
                </a:cubicBezTo>
                <a:cubicBezTo>
                  <a:pt x="68421" y="48471"/>
                  <a:pt x="64764" y="57888"/>
                  <a:pt x="57568" y="64629"/>
                </a:cubicBezTo>
                <a:cubicBezTo>
                  <a:pt x="50372" y="71369"/>
                  <a:pt x="40581" y="74739"/>
                  <a:pt x="28076" y="74739"/>
                </a:cubicBezTo>
                <a:cubicBezTo>
                  <a:pt x="24065" y="74739"/>
                  <a:pt x="20172" y="74442"/>
                  <a:pt x="16515" y="74045"/>
                </a:cubicBezTo>
                <a:cubicBezTo>
                  <a:pt x="12740" y="73550"/>
                  <a:pt x="9201" y="72856"/>
                  <a:pt x="5662" y="71865"/>
                </a:cubicBezTo>
                <a:close/>
                <a:moveTo>
                  <a:pt x="33031" y="37072"/>
                </a:moveTo>
                <a:cubicBezTo>
                  <a:pt x="36806" y="37072"/>
                  <a:pt x="39755" y="36081"/>
                  <a:pt x="41760" y="33900"/>
                </a:cubicBezTo>
                <a:cubicBezTo>
                  <a:pt x="43648" y="31819"/>
                  <a:pt x="44709" y="28647"/>
                  <a:pt x="44709" y="24384"/>
                </a:cubicBezTo>
                <a:cubicBezTo>
                  <a:pt x="44709" y="20221"/>
                  <a:pt x="43648" y="17049"/>
                  <a:pt x="41760" y="14869"/>
                </a:cubicBezTo>
                <a:cubicBezTo>
                  <a:pt x="39755" y="12787"/>
                  <a:pt x="36806" y="11697"/>
                  <a:pt x="33031" y="11697"/>
                </a:cubicBezTo>
                <a:cubicBezTo>
                  <a:pt x="29138" y="11697"/>
                  <a:pt x="26189" y="12787"/>
                  <a:pt x="24301" y="14869"/>
                </a:cubicBezTo>
                <a:cubicBezTo>
                  <a:pt x="22296" y="17049"/>
                  <a:pt x="21352" y="20221"/>
                  <a:pt x="21352" y="24384"/>
                </a:cubicBezTo>
                <a:cubicBezTo>
                  <a:pt x="21352" y="28647"/>
                  <a:pt x="22296" y="31819"/>
                  <a:pt x="24301" y="33900"/>
                </a:cubicBezTo>
                <a:cubicBezTo>
                  <a:pt x="26189" y="36081"/>
                  <a:pt x="29138" y="37072"/>
                  <a:pt x="33031" y="3707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79181A-88F3-4C33-A2C6-914A6277A2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55350" y="1420594"/>
            <a:ext cx="64764" cy="73550"/>
          </a:xfrm>
          <a:custGeom xmlns:a="http://schemas.openxmlformats.org/drawingml/2006/main">
            <a:pathLst>
              <a:path w="64764" h="73550">
                <a:moveTo>
                  <a:pt x="3421" y="0"/>
                </a:moveTo>
                <a:lnTo>
                  <a:pt x="58512" y="0"/>
                </a:lnTo>
                <a:lnTo>
                  <a:pt x="58512" y="13679"/>
                </a:lnTo>
                <a:lnTo>
                  <a:pt x="21116" y="13679"/>
                </a:lnTo>
                <a:lnTo>
                  <a:pt x="21116" y="24880"/>
                </a:lnTo>
                <a:cubicBezTo>
                  <a:pt x="22768" y="24484"/>
                  <a:pt x="24419" y="24186"/>
                  <a:pt x="26189" y="23988"/>
                </a:cubicBezTo>
                <a:cubicBezTo>
                  <a:pt x="27840" y="23790"/>
                  <a:pt x="29610" y="23691"/>
                  <a:pt x="31497" y="23691"/>
                </a:cubicBezTo>
                <a:cubicBezTo>
                  <a:pt x="41996" y="23691"/>
                  <a:pt x="50136" y="25970"/>
                  <a:pt x="56034" y="30332"/>
                </a:cubicBezTo>
                <a:cubicBezTo>
                  <a:pt x="61815" y="34693"/>
                  <a:pt x="64764" y="40839"/>
                  <a:pt x="64764" y="48670"/>
                </a:cubicBezTo>
                <a:cubicBezTo>
                  <a:pt x="64764" y="56500"/>
                  <a:pt x="61579" y="62646"/>
                  <a:pt x="55209" y="67008"/>
                </a:cubicBezTo>
                <a:cubicBezTo>
                  <a:pt x="48838" y="71369"/>
                  <a:pt x="39991" y="73550"/>
                  <a:pt x="28784" y="73550"/>
                </a:cubicBezTo>
                <a:cubicBezTo>
                  <a:pt x="23829" y="73550"/>
                  <a:pt x="18993" y="73153"/>
                  <a:pt x="14274" y="72360"/>
                </a:cubicBezTo>
                <a:cubicBezTo>
                  <a:pt x="9437" y="71666"/>
                  <a:pt x="4719" y="70477"/>
                  <a:pt x="0" y="68891"/>
                </a:cubicBezTo>
                <a:lnTo>
                  <a:pt x="0" y="54221"/>
                </a:lnTo>
                <a:cubicBezTo>
                  <a:pt x="4719" y="56500"/>
                  <a:pt x="9083" y="58186"/>
                  <a:pt x="13330" y="59276"/>
                </a:cubicBezTo>
                <a:cubicBezTo>
                  <a:pt x="17577" y="60465"/>
                  <a:pt x="21470" y="60961"/>
                  <a:pt x="25245" y="60961"/>
                </a:cubicBezTo>
                <a:cubicBezTo>
                  <a:pt x="30553" y="60961"/>
                  <a:pt x="34800" y="59871"/>
                  <a:pt x="37867" y="57690"/>
                </a:cubicBezTo>
                <a:cubicBezTo>
                  <a:pt x="40935" y="55509"/>
                  <a:pt x="42586" y="52436"/>
                  <a:pt x="42586" y="48670"/>
                </a:cubicBezTo>
                <a:cubicBezTo>
                  <a:pt x="42586" y="44903"/>
                  <a:pt x="40935" y="41929"/>
                  <a:pt x="37867" y="39749"/>
                </a:cubicBezTo>
                <a:cubicBezTo>
                  <a:pt x="34800" y="37568"/>
                  <a:pt x="30553" y="36378"/>
                  <a:pt x="25245" y="36378"/>
                </a:cubicBezTo>
                <a:cubicBezTo>
                  <a:pt x="21942" y="36378"/>
                  <a:pt x="18521" y="36775"/>
                  <a:pt x="14982" y="37469"/>
                </a:cubicBezTo>
                <a:cubicBezTo>
                  <a:pt x="11443" y="38163"/>
                  <a:pt x="7550" y="39253"/>
                  <a:pt x="3421" y="40641"/>
                </a:cubicBezTo>
                <a:lnTo>
                  <a:pt x="3421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181255-F1A7-4F98-8D90-A3360ABFFF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178" y="1721979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4C510F-47B7-416D-9E52-7E2A1CBEF7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4412" y="1776795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6D7FAB-2142-4E8E-BF60-18589D6C64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5111" y="1721979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A865AC-E48A-43AE-A534-856FD12D7F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7216" y="1721979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93EB7E-5830-4F01-88E7-AC9B665421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0985" y="1721979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B789C3-E3EF-44ED-BD86-579BCFAFC1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5803" y="1776795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B017F3-1CD7-4D52-BAB3-8652B3A77A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5794" y="1721979"/>
            <a:ext cx="67595" cy="74838"/>
          </a:xfrm>
          <a:custGeom xmlns:a="http://schemas.openxmlformats.org/drawingml/2006/main">
            <a:pathLst>
              <a:path w="67595" h="74838">
                <a:moveTo>
                  <a:pt x="33857" y="41235"/>
                </a:moveTo>
                <a:cubicBezTo>
                  <a:pt x="29610" y="41235"/>
                  <a:pt x="26425" y="42227"/>
                  <a:pt x="24301" y="44110"/>
                </a:cubicBezTo>
                <a:cubicBezTo>
                  <a:pt x="22060" y="45993"/>
                  <a:pt x="20998" y="48670"/>
                  <a:pt x="20998" y="52238"/>
                </a:cubicBezTo>
                <a:cubicBezTo>
                  <a:pt x="20998" y="55807"/>
                  <a:pt x="22060" y="58582"/>
                  <a:pt x="24301" y="60465"/>
                </a:cubicBezTo>
                <a:cubicBezTo>
                  <a:pt x="26425" y="62349"/>
                  <a:pt x="29610" y="63241"/>
                  <a:pt x="33857" y="63241"/>
                </a:cubicBezTo>
                <a:cubicBezTo>
                  <a:pt x="37867" y="63241"/>
                  <a:pt x="41052" y="62349"/>
                  <a:pt x="43294" y="60465"/>
                </a:cubicBezTo>
                <a:cubicBezTo>
                  <a:pt x="45417" y="58582"/>
                  <a:pt x="46597" y="55807"/>
                  <a:pt x="46597" y="52238"/>
                </a:cubicBezTo>
                <a:cubicBezTo>
                  <a:pt x="46597" y="48670"/>
                  <a:pt x="45417" y="45993"/>
                  <a:pt x="43294" y="44110"/>
                </a:cubicBezTo>
                <a:cubicBezTo>
                  <a:pt x="41052" y="42227"/>
                  <a:pt x="37867" y="41235"/>
                  <a:pt x="33857" y="41235"/>
                </a:cubicBezTo>
                <a:close/>
                <a:moveTo>
                  <a:pt x="17695" y="35090"/>
                </a:moveTo>
                <a:cubicBezTo>
                  <a:pt x="12504" y="33801"/>
                  <a:pt x="8494" y="31819"/>
                  <a:pt x="5898" y="29043"/>
                </a:cubicBezTo>
                <a:cubicBezTo>
                  <a:pt x="3185" y="26268"/>
                  <a:pt x="1887" y="22898"/>
                  <a:pt x="1887" y="18734"/>
                </a:cubicBezTo>
                <a:cubicBezTo>
                  <a:pt x="1887" y="12589"/>
                  <a:pt x="4601" y="7930"/>
                  <a:pt x="10027" y="4758"/>
                </a:cubicBezTo>
                <a:cubicBezTo>
                  <a:pt x="15454" y="1586"/>
                  <a:pt x="23357" y="0"/>
                  <a:pt x="33857" y="0"/>
                </a:cubicBezTo>
                <a:cubicBezTo>
                  <a:pt x="44238" y="0"/>
                  <a:pt x="52141" y="1586"/>
                  <a:pt x="57568" y="4758"/>
                </a:cubicBezTo>
                <a:cubicBezTo>
                  <a:pt x="62994" y="7930"/>
                  <a:pt x="65708" y="12589"/>
                  <a:pt x="65708" y="18734"/>
                </a:cubicBezTo>
                <a:cubicBezTo>
                  <a:pt x="65708" y="22898"/>
                  <a:pt x="64292" y="26268"/>
                  <a:pt x="61697" y="29043"/>
                </a:cubicBezTo>
                <a:cubicBezTo>
                  <a:pt x="58983" y="31819"/>
                  <a:pt x="55091" y="33801"/>
                  <a:pt x="49900" y="35090"/>
                </a:cubicBezTo>
                <a:cubicBezTo>
                  <a:pt x="55680" y="36477"/>
                  <a:pt x="60045" y="38658"/>
                  <a:pt x="63112" y="41731"/>
                </a:cubicBezTo>
                <a:cubicBezTo>
                  <a:pt x="66061" y="44804"/>
                  <a:pt x="67595" y="48670"/>
                  <a:pt x="67595" y="53229"/>
                </a:cubicBezTo>
                <a:cubicBezTo>
                  <a:pt x="67595" y="60366"/>
                  <a:pt x="64764" y="65818"/>
                  <a:pt x="59101" y="69387"/>
                </a:cubicBezTo>
                <a:cubicBezTo>
                  <a:pt x="53439" y="73054"/>
                  <a:pt x="44945" y="74838"/>
                  <a:pt x="33857" y="74838"/>
                </a:cubicBezTo>
                <a:cubicBezTo>
                  <a:pt x="22650" y="74838"/>
                  <a:pt x="14156" y="73054"/>
                  <a:pt x="8494" y="69387"/>
                </a:cubicBezTo>
                <a:cubicBezTo>
                  <a:pt x="2831" y="65818"/>
                  <a:pt x="0" y="60366"/>
                  <a:pt x="0" y="53229"/>
                </a:cubicBezTo>
                <a:cubicBezTo>
                  <a:pt x="0" y="48670"/>
                  <a:pt x="1416" y="44804"/>
                  <a:pt x="4483" y="41731"/>
                </a:cubicBezTo>
                <a:cubicBezTo>
                  <a:pt x="7432" y="38658"/>
                  <a:pt x="11797" y="36477"/>
                  <a:pt x="17695" y="35090"/>
                </a:cubicBezTo>
                <a:close/>
                <a:moveTo>
                  <a:pt x="22886" y="20618"/>
                </a:moveTo>
                <a:cubicBezTo>
                  <a:pt x="22886" y="23492"/>
                  <a:pt x="23829" y="25673"/>
                  <a:pt x="25717" y="27259"/>
                </a:cubicBezTo>
                <a:cubicBezTo>
                  <a:pt x="27604" y="28845"/>
                  <a:pt x="30318" y="29539"/>
                  <a:pt x="33857" y="29539"/>
                </a:cubicBezTo>
                <a:cubicBezTo>
                  <a:pt x="37278" y="29539"/>
                  <a:pt x="39991" y="28845"/>
                  <a:pt x="41878" y="27259"/>
                </a:cubicBezTo>
                <a:cubicBezTo>
                  <a:pt x="43766" y="25673"/>
                  <a:pt x="44709" y="23492"/>
                  <a:pt x="44709" y="20618"/>
                </a:cubicBezTo>
                <a:cubicBezTo>
                  <a:pt x="44709" y="17743"/>
                  <a:pt x="43766" y="15562"/>
                  <a:pt x="41878" y="13976"/>
                </a:cubicBezTo>
                <a:cubicBezTo>
                  <a:pt x="39991" y="12490"/>
                  <a:pt x="37278" y="11697"/>
                  <a:pt x="33857" y="11697"/>
                </a:cubicBezTo>
                <a:cubicBezTo>
                  <a:pt x="30318" y="11697"/>
                  <a:pt x="27604" y="12490"/>
                  <a:pt x="25717" y="14076"/>
                </a:cubicBezTo>
                <a:cubicBezTo>
                  <a:pt x="23829" y="15662"/>
                  <a:pt x="22886" y="17842"/>
                  <a:pt x="22886" y="20618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133A5F-80C3-4B07-B0A3-E3F3835A0C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8017" y="1722078"/>
            <a:ext cx="68421" cy="74739"/>
          </a:xfrm>
          <a:custGeom xmlns:a="http://schemas.openxmlformats.org/drawingml/2006/main">
            <a:pathLst>
              <a:path w="68421" h="74739">
                <a:moveTo>
                  <a:pt x="35390" y="37766"/>
                </a:moveTo>
                <a:cubicBezTo>
                  <a:pt x="31497" y="37766"/>
                  <a:pt x="28548" y="38856"/>
                  <a:pt x="26661" y="40938"/>
                </a:cubicBezTo>
                <a:cubicBezTo>
                  <a:pt x="24655" y="43119"/>
                  <a:pt x="23711" y="46291"/>
                  <a:pt x="23711" y="50454"/>
                </a:cubicBezTo>
                <a:cubicBezTo>
                  <a:pt x="23711" y="54716"/>
                  <a:pt x="24655" y="57888"/>
                  <a:pt x="26661" y="59970"/>
                </a:cubicBezTo>
                <a:cubicBezTo>
                  <a:pt x="28548" y="62151"/>
                  <a:pt x="31497" y="63142"/>
                  <a:pt x="35390" y="63142"/>
                </a:cubicBezTo>
                <a:cubicBezTo>
                  <a:pt x="39283" y="63142"/>
                  <a:pt x="42232" y="62151"/>
                  <a:pt x="44120" y="59970"/>
                </a:cubicBezTo>
                <a:cubicBezTo>
                  <a:pt x="46007" y="57888"/>
                  <a:pt x="47069" y="54716"/>
                  <a:pt x="47069" y="50454"/>
                </a:cubicBezTo>
                <a:cubicBezTo>
                  <a:pt x="47069" y="46291"/>
                  <a:pt x="46007" y="43119"/>
                  <a:pt x="44120" y="40938"/>
                </a:cubicBezTo>
                <a:cubicBezTo>
                  <a:pt x="42232" y="38856"/>
                  <a:pt x="39283" y="37766"/>
                  <a:pt x="35390" y="37766"/>
                </a:cubicBezTo>
                <a:close/>
                <a:moveTo>
                  <a:pt x="62758" y="3073"/>
                </a:moveTo>
                <a:lnTo>
                  <a:pt x="62758" y="16455"/>
                </a:lnTo>
                <a:cubicBezTo>
                  <a:pt x="59101" y="15067"/>
                  <a:pt x="55680" y="13976"/>
                  <a:pt x="52495" y="13283"/>
                </a:cubicBezTo>
                <a:cubicBezTo>
                  <a:pt x="49192" y="12589"/>
                  <a:pt x="46125" y="12192"/>
                  <a:pt x="43058" y="12192"/>
                </a:cubicBezTo>
                <a:cubicBezTo>
                  <a:pt x="36452" y="12192"/>
                  <a:pt x="31261" y="13778"/>
                  <a:pt x="27604" y="16851"/>
                </a:cubicBezTo>
                <a:cubicBezTo>
                  <a:pt x="23829" y="19924"/>
                  <a:pt x="21706" y="24484"/>
                  <a:pt x="21116" y="30530"/>
                </a:cubicBezTo>
                <a:cubicBezTo>
                  <a:pt x="23593" y="28944"/>
                  <a:pt x="26307" y="27755"/>
                  <a:pt x="29374" y="26962"/>
                </a:cubicBezTo>
                <a:cubicBezTo>
                  <a:pt x="32323" y="26169"/>
                  <a:pt x="35508" y="25772"/>
                  <a:pt x="39047" y="25772"/>
                </a:cubicBezTo>
                <a:cubicBezTo>
                  <a:pt x="47777" y="25772"/>
                  <a:pt x="54855" y="27953"/>
                  <a:pt x="60281" y="32314"/>
                </a:cubicBezTo>
                <a:cubicBezTo>
                  <a:pt x="65708" y="36676"/>
                  <a:pt x="68421" y="42326"/>
                  <a:pt x="68421" y="49264"/>
                </a:cubicBezTo>
                <a:cubicBezTo>
                  <a:pt x="68421" y="56996"/>
                  <a:pt x="65354" y="63241"/>
                  <a:pt x="59337" y="67801"/>
                </a:cubicBezTo>
                <a:cubicBezTo>
                  <a:pt x="53321" y="72459"/>
                  <a:pt x="45299" y="74739"/>
                  <a:pt x="35154" y="74739"/>
                </a:cubicBezTo>
                <a:cubicBezTo>
                  <a:pt x="23947" y="74739"/>
                  <a:pt x="15336" y="71666"/>
                  <a:pt x="9201" y="65322"/>
                </a:cubicBezTo>
                <a:cubicBezTo>
                  <a:pt x="3067" y="58979"/>
                  <a:pt x="0" y="50057"/>
                  <a:pt x="0" y="38361"/>
                </a:cubicBezTo>
                <a:cubicBezTo>
                  <a:pt x="0" y="26466"/>
                  <a:pt x="3539" y="17049"/>
                  <a:pt x="10735" y="10210"/>
                </a:cubicBezTo>
                <a:cubicBezTo>
                  <a:pt x="17813" y="3469"/>
                  <a:pt x="27722" y="0"/>
                  <a:pt x="40227" y="0"/>
                </a:cubicBezTo>
                <a:cubicBezTo>
                  <a:pt x="44120" y="0"/>
                  <a:pt x="47895" y="297"/>
                  <a:pt x="51670" y="793"/>
                </a:cubicBezTo>
                <a:cubicBezTo>
                  <a:pt x="55444" y="1289"/>
                  <a:pt x="59101" y="2082"/>
                  <a:pt x="62758" y="307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0C756B-9104-4A3F-AC8D-47F933CE90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2375" y="1721979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2C38D6-C3D3-447C-9A2B-0789B4C6D6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7194" y="1776795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3BB414-2470-4558-A60A-169CDB6882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7893" y="1723268"/>
            <a:ext cx="64764" cy="72261"/>
          </a:xfrm>
          <a:custGeom xmlns:a="http://schemas.openxmlformats.org/drawingml/2006/main">
            <a:pathLst>
              <a:path w="64764" h="72261">
                <a:moveTo>
                  <a:pt x="0" y="0"/>
                </a:moveTo>
                <a:lnTo>
                  <a:pt x="64764" y="0"/>
                </a:lnTo>
                <a:lnTo>
                  <a:pt x="64764" y="10507"/>
                </a:lnTo>
                <a:lnTo>
                  <a:pt x="31261" y="72261"/>
                </a:lnTo>
                <a:lnTo>
                  <a:pt x="9673" y="72261"/>
                </a:lnTo>
                <a:lnTo>
                  <a:pt x="41406" y="13679"/>
                </a:lnTo>
                <a:lnTo>
                  <a:pt x="0" y="13679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751F50-B56E-44E8-A1B9-61DE3896E2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9997" y="1721979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BBF3DF-31FD-4C8A-8ECC-1706FE8948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2351" y="1721979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035891-05B0-48F8-A86D-39F116F8BC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8585" y="1776795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A1996D-BD92-46D1-93AF-50FC95CE2D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0699" y="1721979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87D7A8-2BEA-4605-B797-98528DBA44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8793" y="1723268"/>
            <a:ext cx="71370" cy="72261"/>
          </a:xfrm>
          <a:custGeom xmlns:a="http://schemas.openxmlformats.org/drawingml/2006/main">
            <a:pathLst>
              <a:path w="71370" h="72261">
                <a:moveTo>
                  <a:pt x="38103" y="15364"/>
                </a:moveTo>
                <a:lnTo>
                  <a:pt x="13802" y="45597"/>
                </a:lnTo>
                <a:lnTo>
                  <a:pt x="38103" y="45597"/>
                </a:lnTo>
                <a:lnTo>
                  <a:pt x="38103" y="15364"/>
                </a:lnTo>
                <a:close/>
                <a:moveTo>
                  <a:pt x="34446" y="0"/>
                </a:moveTo>
                <a:lnTo>
                  <a:pt x="59101" y="0"/>
                </a:lnTo>
                <a:lnTo>
                  <a:pt x="59101" y="45597"/>
                </a:lnTo>
                <a:lnTo>
                  <a:pt x="71370" y="45597"/>
                </a:lnTo>
                <a:lnTo>
                  <a:pt x="71370" y="59078"/>
                </a:lnTo>
                <a:lnTo>
                  <a:pt x="59101" y="59078"/>
                </a:lnTo>
                <a:lnTo>
                  <a:pt x="59101" y="72261"/>
                </a:lnTo>
                <a:lnTo>
                  <a:pt x="38103" y="72261"/>
                </a:lnTo>
                <a:lnTo>
                  <a:pt x="38103" y="59078"/>
                </a:lnTo>
                <a:lnTo>
                  <a:pt x="0" y="59078"/>
                </a:lnTo>
                <a:lnTo>
                  <a:pt x="0" y="43119"/>
                </a:lnTo>
                <a:lnTo>
                  <a:pt x="34446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79169E-3544-4C90-8876-FCBFD87701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5157" y="1721979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A70316-7B99-4713-8870-38C4A0F705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9976" y="1776795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B8A39E-4BDE-4983-9496-37CEB1FF22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1854" y="1723268"/>
            <a:ext cx="64764" cy="73550"/>
          </a:xfrm>
          <a:custGeom xmlns:a="http://schemas.openxmlformats.org/drawingml/2006/main">
            <a:pathLst>
              <a:path w="64764" h="73550">
                <a:moveTo>
                  <a:pt x="3421" y="0"/>
                </a:moveTo>
                <a:lnTo>
                  <a:pt x="58512" y="0"/>
                </a:lnTo>
                <a:lnTo>
                  <a:pt x="58512" y="13679"/>
                </a:lnTo>
                <a:lnTo>
                  <a:pt x="21116" y="13679"/>
                </a:lnTo>
                <a:lnTo>
                  <a:pt x="21116" y="24880"/>
                </a:lnTo>
                <a:cubicBezTo>
                  <a:pt x="22768" y="24484"/>
                  <a:pt x="24419" y="24186"/>
                  <a:pt x="26189" y="23988"/>
                </a:cubicBezTo>
                <a:cubicBezTo>
                  <a:pt x="27840" y="23790"/>
                  <a:pt x="29610" y="23691"/>
                  <a:pt x="31497" y="23691"/>
                </a:cubicBezTo>
                <a:cubicBezTo>
                  <a:pt x="41996" y="23691"/>
                  <a:pt x="50136" y="25970"/>
                  <a:pt x="56034" y="30332"/>
                </a:cubicBezTo>
                <a:cubicBezTo>
                  <a:pt x="61815" y="34693"/>
                  <a:pt x="64764" y="40839"/>
                  <a:pt x="64764" y="48670"/>
                </a:cubicBezTo>
                <a:cubicBezTo>
                  <a:pt x="64764" y="56500"/>
                  <a:pt x="61579" y="62646"/>
                  <a:pt x="55209" y="67008"/>
                </a:cubicBezTo>
                <a:cubicBezTo>
                  <a:pt x="48838" y="71369"/>
                  <a:pt x="39991" y="73550"/>
                  <a:pt x="28784" y="73550"/>
                </a:cubicBezTo>
                <a:cubicBezTo>
                  <a:pt x="23829" y="73550"/>
                  <a:pt x="18993" y="73153"/>
                  <a:pt x="14274" y="72360"/>
                </a:cubicBezTo>
                <a:cubicBezTo>
                  <a:pt x="9437" y="71666"/>
                  <a:pt x="4719" y="70477"/>
                  <a:pt x="0" y="68891"/>
                </a:cubicBezTo>
                <a:lnTo>
                  <a:pt x="0" y="54221"/>
                </a:lnTo>
                <a:cubicBezTo>
                  <a:pt x="4719" y="56500"/>
                  <a:pt x="9083" y="58186"/>
                  <a:pt x="13330" y="59276"/>
                </a:cubicBezTo>
                <a:cubicBezTo>
                  <a:pt x="17577" y="60465"/>
                  <a:pt x="21470" y="60961"/>
                  <a:pt x="25245" y="60961"/>
                </a:cubicBezTo>
                <a:cubicBezTo>
                  <a:pt x="30553" y="60961"/>
                  <a:pt x="34800" y="59871"/>
                  <a:pt x="37867" y="57690"/>
                </a:cubicBezTo>
                <a:cubicBezTo>
                  <a:pt x="40935" y="55509"/>
                  <a:pt x="42586" y="52436"/>
                  <a:pt x="42586" y="48670"/>
                </a:cubicBezTo>
                <a:cubicBezTo>
                  <a:pt x="42586" y="44903"/>
                  <a:pt x="40935" y="41929"/>
                  <a:pt x="37867" y="39749"/>
                </a:cubicBezTo>
                <a:cubicBezTo>
                  <a:pt x="34800" y="37568"/>
                  <a:pt x="30553" y="36378"/>
                  <a:pt x="25245" y="36378"/>
                </a:cubicBezTo>
                <a:cubicBezTo>
                  <a:pt x="21942" y="36378"/>
                  <a:pt x="18521" y="36775"/>
                  <a:pt x="14982" y="37469"/>
                </a:cubicBezTo>
                <a:cubicBezTo>
                  <a:pt x="11443" y="38163"/>
                  <a:pt x="7550" y="39253"/>
                  <a:pt x="3421" y="40641"/>
                </a:cubicBezTo>
                <a:lnTo>
                  <a:pt x="3421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ACD113-C32F-48B0-AD5B-A8441518E8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8206" y="1723268"/>
            <a:ext cx="60635" cy="72261"/>
          </a:xfrm>
          <a:custGeom xmlns:a="http://schemas.openxmlformats.org/drawingml/2006/main">
            <a:pathLst>
              <a:path w="60635" h="72261">
                <a:moveTo>
                  <a:pt x="472" y="59375"/>
                </a:moveTo>
                <a:lnTo>
                  <a:pt x="20054" y="59375"/>
                </a:lnTo>
                <a:lnTo>
                  <a:pt x="20054" y="12688"/>
                </a:lnTo>
                <a:lnTo>
                  <a:pt x="0" y="16157"/>
                </a:lnTo>
                <a:lnTo>
                  <a:pt x="0" y="3469"/>
                </a:lnTo>
                <a:lnTo>
                  <a:pt x="19936" y="0"/>
                </a:lnTo>
                <a:lnTo>
                  <a:pt x="41052" y="0"/>
                </a:lnTo>
                <a:lnTo>
                  <a:pt x="41052" y="59375"/>
                </a:lnTo>
                <a:lnTo>
                  <a:pt x="60635" y="59375"/>
                </a:lnTo>
                <a:lnTo>
                  <a:pt x="60635" y="72261"/>
                </a:lnTo>
                <a:lnTo>
                  <a:pt x="472" y="72261"/>
                </a:lnTo>
                <a:lnTo>
                  <a:pt x="472" y="5937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C17766-F2BB-42B5-9991-3525957A89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6548" y="1721979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8E4B80-169D-49B2-9656-799470C1A4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31367" y="1776795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0D72F3-9BB9-4E5E-879F-D2C71F156A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2065" y="1723268"/>
            <a:ext cx="64764" cy="72261"/>
          </a:xfrm>
          <a:custGeom xmlns:a="http://schemas.openxmlformats.org/drawingml/2006/main">
            <a:pathLst>
              <a:path w="64764" h="72261">
                <a:moveTo>
                  <a:pt x="0" y="0"/>
                </a:moveTo>
                <a:lnTo>
                  <a:pt x="64764" y="0"/>
                </a:lnTo>
                <a:lnTo>
                  <a:pt x="64764" y="10507"/>
                </a:lnTo>
                <a:lnTo>
                  <a:pt x="31261" y="72261"/>
                </a:lnTo>
                <a:lnTo>
                  <a:pt x="9673" y="72261"/>
                </a:lnTo>
                <a:lnTo>
                  <a:pt x="41406" y="13679"/>
                </a:lnTo>
                <a:lnTo>
                  <a:pt x="0" y="13679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48EE98-12A7-4CC5-A5DF-4E2EF01E19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59597" y="1723268"/>
            <a:ext cx="60635" cy="72261"/>
          </a:xfrm>
          <a:custGeom xmlns:a="http://schemas.openxmlformats.org/drawingml/2006/main">
            <a:pathLst>
              <a:path w="60635" h="72261">
                <a:moveTo>
                  <a:pt x="472" y="59375"/>
                </a:moveTo>
                <a:lnTo>
                  <a:pt x="20054" y="59375"/>
                </a:lnTo>
                <a:lnTo>
                  <a:pt x="20054" y="12688"/>
                </a:lnTo>
                <a:lnTo>
                  <a:pt x="0" y="16157"/>
                </a:lnTo>
                <a:lnTo>
                  <a:pt x="0" y="3469"/>
                </a:lnTo>
                <a:lnTo>
                  <a:pt x="19936" y="0"/>
                </a:lnTo>
                <a:lnTo>
                  <a:pt x="41052" y="0"/>
                </a:lnTo>
                <a:lnTo>
                  <a:pt x="41052" y="59375"/>
                </a:lnTo>
                <a:lnTo>
                  <a:pt x="60635" y="59375"/>
                </a:lnTo>
                <a:lnTo>
                  <a:pt x="60635" y="72261"/>
                </a:lnTo>
                <a:lnTo>
                  <a:pt x="472" y="72261"/>
                </a:lnTo>
                <a:lnTo>
                  <a:pt x="472" y="59375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8F6542-4AAF-423E-B092-B0E6C57577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178" y="2024653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8DFE4A-4018-4AAC-B295-13014D9346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4412" y="2079468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DDAF06-0473-4613-B29A-468F5240FE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4521" y="2024752"/>
            <a:ext cx="68421" cy="74739"/>
          </a:xfrm>
          <a:custGeom xmlns:a="http://schemas.openxmlformats.org/drawingml/2006/main">
            <a:pathLst>
              <a:path w="68421" h="74739">
                <a:moveTo>
                  <a:pt x="35390" y="37766"/>
                </a:moveTo>
                <a:cubicBezTo>
                  <a:pt x="31497" y="37766"/>
                  <a:pt x="28548" y="38856"/>
                  <a:pt x="26661" y="40938"/>
                </a:cubicBezTo>
                <a:cubicBezTo>
                  <a:pt x="24655" y="43119"/>
                  <a:pt x="23711" y="46291"/>
                  <a:pt x="23711" y="50454"/>
                </a:cubicBezTo>
                <a:cubicBezTo>
                  <a:pt x="23711" y="54716"/>
                  <a:pt x="24655" y="57888"/>
                  <a:pt x="26661" y="59970"/>
                </a:cubicBezTo>
                <a:cubicBezTo>
                  <a:pt x="28548" y="62151"/>
                  <a:pt x="31497" y="63142"/>
                  <a:pt x="35390" y="63142"/>
                </a:cubicBezTo>
                <a:cubicBezTo>
                  <a:pt x="39283" y="63142"/>
                  <a:pt x="42232" y="62151"/>
                  <a:pt x="44120" y="59970"/>
                </a:cubicBezTo>
                <a:cubicBezTo>
                  <a:pt x="46007" y="57888"/>
                  <a:pt x="47069" y="54716"/>
                  <a:pt x="47069" y="50454"/>
                </a:cubicBezTo>
                <a:cubicBezTo>
                  <a:pt x="47069" y="46291"/>
                  <a:pt x="46007" y="43119"/>
                  <a:pt x="44120" y="40938"/>
                </a:cubicBezTo>
                <a:cubicBezTo>
                  <a:pt x="42232" y="38856"/>
                  <a:pt x="39283" y="37766"/>
                  <a:pt x="35390" y="37766"/>
                </a:cubicBezTo>
                <a:close/>
                <a:moveTo>
                  <a:pt x="62758" y="3073"/>
                </a:moveTo>
                <a:lnTo>
                  <a:pt x="62758" y="16455"/>
                </a:lnTo>
                <a:cubicBezTo>
                  <a:pt x="59101" y="15067"/>
                  <a:pt x="55680" y="13976"/>
                  <a:pt x="52495" y="13283"/>
                </a:cubicBezTo>
                <a:cubicBezTo>
                  <a:pt x="49192" y="12589"/>
                  <a:pt x="46125" y="12192"/>
                  <a:pt x="43058" y="12192"/>
                </a:cubicBezTo>
                <a:cubicBezTo>
                  <a:pt x="36452" y="12192"/>
                  <a:pt x="31261" y="13778"/>
                  <a:pt x="27604" y="16851"/>
                </a:cubicBezTo>
                <a:cubicBezTo>
                  <a:pt x="23829" y="19924"/>
                  <a:pt x="21706" y="24484"/>
                  <a:pt x="21116" y="30530"/>
                </a:cubicBezTo>
                <a:cubicBezTo>
                  <a:pt x="23593" y="28944"/>
                  <a:pt x="26307" y="27755"/>
                  <a:pt x="29374" y="26962"/>
                </a:cubicBezTo>
                <a:cubicBezTo>
                  <a:pt x="32323" y="26169"/>
                  <a:pt x="35508" y="25772"/>
                  <a:pt x="39047" y="25772"/>
                </a:cubicBezTo>
                <a:cubicBezTo>
                  <a:pt x="47777" y="25772"/>
                  <a:pt x="54855" y="27953"/>
                  <a:pt x="60281" y="32314"/>
                </a:cubicBezTo>
                <a:cubicBezTo>
                  <a:pt x="65708" y="36676"/>
                  <a:pt x="68421" y="42326"/>
                  <a:pt x="68421" y="49264"/>
                </a:cubicBezTo>
                <a:cubicBezTo>
                  <a:pt x="68421" y="56996"/>
                  <a:pt x="65354" y="63241"/>
                  <a:pt x="59337" y="67801"/>
                </a:cubicBezTo>
                <a:cubicBezTo>
                  <a:pt x="53321" y="72459"/>
                  <a:pt x="45299" y="74739"/>
                  <a:pt x="35154" y="74739"/>
                </a:cubicBezTo>
                <a:cubicBezTo>
                  <a:pt x="23947" y="74739"/>
                  <a:pt x="15336" y="71666"/>
                  <a:pt x="9201" y="65322"/>
                </a:cubicBezTo>
                <a:cubicBezTo>
                  <a:pt x="3067" y="58979"/>
                  <a:pt x="0" y="50057"/>
                  <a:pt x="0" y="38361"/>
                </a:cubicBezTo>
                <a:cubicBezTo>
                  <a:pt x="0" y="26466"/>
                  <a:pt x="3539" y="17049"/>
                  <a:pt x="10735" y="10210"/>
                </a:cubicBezTo>
                <a:cubicBezTo>
                  <a:pt x="17813" y="3469"/>
                  <a:pt x="27722" y="0"/>
                  <a:pt x="40227" y="0"/>
                </a:cubicBezTo>
                <a:cubicBezTo>
                  <a:pt x="44120" y="0"/>
                  <a:pt x="47895" y="297"/>
                  <a:pt x="51670" y="793"/>
                </a:cubicBezTo>
                <a:cubicBezTo>
                  <a:pt x="55444" y="1289"/>
                  <a:pt x="59101" y="2082"/>
                  <a:pt x="62758" y="307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E5D61D-8AE9-4B6D-A07D-9BA67536B8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4620" y="2025941"/>
            <a:ext cx="71370" cy="72261"/>
          </a:xfrm>
          <a:custGeom xmlns:a="http://schemas.openxmlformats.org/drawingml/2006/main">
            <a:pathLst>
              <a:path w="71370" h="72261">
                <a:moveTo>
                  <a:pt x="38103" y="15364"/>
                </a:moveTo>
                <a:lnTo>
                  <a:pt x="13802" y="45597"/>
                </a:lnTo>
                <a:lnTo>
                  <a:pt x="38103" y="45597"/>
                </a:lnTo>
                <a:lnTo>
                  <a:pt x="38103" y="15364"/>
                </a:lnTo>
                <a:close/>
                <a:moveTo>
                  <a:pt x="34446" y="0"/>
                </a:moveTo>
                <a:lnTo>
                  <a:pt x="59101" y="0"/>
                </a:lnTo>
                <a:lnTo>
                  <a:pt x="59101" y="45597"/>
                </a:lnTo>
                <a:lnTo>
                  <a:pt x="71370" y="45597"/>
                </a:lnTo>
                <a:lnTo>
                  <a:pt x="71370" y="59078"/>
                </a:lnTo>
                <a:lnTo>
                  <a:pt x="59101" y="59078"/>
                </a:lnTo>
                <a:lnTo>
                  <a:pt x="59101" y="72261"/>
                </a:lnTo>
                <a:lnTo>
                  <a:pt x="38103" y="72261"/>
                </a:lnTo>
                <a:lnTo>
                  <a:pt x="38103" y="59078"/>
                </a:lnTo>
                <a:lnTo>
                  <a:pt x="0" y="59078"/>
                </a:lnTo>
                <a:lnTo>
                  <a:pt x="0" y="43119"/>
                </a:lnTo>
                <a:lnTo>
                  <a:pt x="34446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1A784D-3511-4A65-AABB-04E302161A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9569" y="2024653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1F79C4-AC7E-4F72-B58F-ECC6E1ED5D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5803" y="2079468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0FD7FE-82BD-4C6E-9374-50438D0B71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6502" y="2024653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A531A2-CCAA-48E9-98B5-DB69B1D605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6365" y="2024653"/>
            <a:ext cx="70780" cy="74838"/>
          </a:xfrm>
          <a:custGeom xmlns:a="http://schemas.openxmlformats.org/drawingml/2006/main">
            <a:pathLst>
              <a:path w="70780" h="74838">
                <a:moveTo>
                  <a:pt x="48602" y="37370"/>
                </a:moveTo>
                <a:cubicBezTo>
                  <a:pt x="48602" y="28349"/>
                  <a:pt x="47541" y="22005"/>
                  <a:pt x="45535" y="18239"/>
                </a:cubicBezTo>
                <a:cubicBezTo>
                  <a:pt x="43530" y="14571"/>
                  <a:pt x="40109" y="12688"/>
                  <a:pt x="35390" y="12688"/>
                </a:cubicBezTo>
                <a:cubicBezTo>
                  <a:pt x="30671" y="12688"/>
                  <a:pt x="27250" y="14571"/>
                  <a:pt x="25245" y="18239"/>
                </a:cubicBezTo>
                <a:cubicBezTo>
                  <a:pt x="23122" y="22005"/>
                  <a:pt x="22178" y="28349"/>
                  <a:pt x="22178" y="37370"/>
                </a:cubicBezTo>
                <a:cubicBezTo>
                  <a:pt x="22178" y="46489"/>
                  <a:pt x="23122" y="52932"/>
                  <a:pt x="25245" y="56699"/>
                </a:cubicBezTo>
                <a:cubicBezTo>
                  <a:pt x="27250" y="60465"/>
                  <a:pt x="30671" y="62250"/>
                  <a:pt x="35390" y="62250"/>
                </a:cubicBezTo>
                <a:cubicBezTo>
                  <a:pt x="40109" y="62250"/>
                  <a:pt x="43412" y="60465"/>
                  <a:pt x="45535" y="56699"/>
                </a:cubicBezTo>
                <a:cubicBezTo>
                  <a:pt x="47541" y="52932"/>
                  <a:pt x="48602" y="46489"/>
                  <a:pt x="48602" y="37370"/>
                </a:cubicBezTo>
                <a:close/>
                <a:moveTo>
                  <a:pt x="70780" y="37469"/>
                </a:moveTo>
                <a:cubicBezTo>
                  <a:pt x="70780" y="49463"/>
                  <a:pt x="67713" y="58681"/>
                  <a:pt x="61579" y="65124"/>
                </a:cubicBezTo>
                <a:cubicBezTo>
                  <a:pt x="55444" y="71666"/>
                  <a:pt x="46715" y="74838"/>
                  <a:pt x="35390" y="74838"/>
                </a:cubicBezTo>
                <a:cubicBezTo>
                  <a:pt x="24065" y="74838"/>
                  <a:pt x="15336" y="71666"/>
                  <a:pt x="9201" y="65124"/>
                </a:cubicBezTo>
                <a:cubicBezTo>
                  <a:pt x="3067" y="58681"/>
                  <a:pt x="0" y="49463"/>
                  <a:pt x="0" y="37469"/>
                </a:cubicBezTo>
                <a:cubicBezTo>
                  <a:pt x="0" y="25574"/>
                  <a:pt x="3067" y="16355"/>
                  <a:pt x="9201" y="9813"/>
                </a:cubicBezTo>
                <a:cubicBezTo>
                  <a:pt x="15336" y="3271"/>
                  <a:pt x="24065" y="0"/>
                  <a:pt x="35390" y="0"/>
                </a:cubicBezTo>
                <a:cubicBezTo>
                  <a:pt x="46715" y="0"/>
                  <a:pt x="55444" y="3271"/>
                  <a:pt x="61579" y="9813"/>
                </a:cubicBezTo>
                <a:cubicBezTo>
                  <a:pt x="67713" y="16355"/>
                  <a:pt x="70780" y="25574"/>
                  <a:pt x="70780" y="3746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E48BAD-8985-4C68-9E16-1889F7BD03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0960" y="2024653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FCACFE-12A0-41C5-99D4-AD47AD8BDE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7194" y="2079468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EE3898-7FE5-46DA-9E5E-8AAC0615C7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9308" y="2024653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8B6A86-6A1D-4808-A779-3B42A85727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7756" y="2024653"/>
            <a:ext cx="70780" cy="74838"/>
          </a:xfrm>
          <a:custGeom xmlns:a="http://schemas.openxmlformats.org/drawingml/2006/main">
            <a:pathLst>
              <a:path w="70780" h="74838">
                <a:moveTo>
                  <a:pt x="48602" y="37370"/>
                </a:moveTo>
                <a:cubicBezTo>
                  <a:pt x="48602" y="28349"/>
                  <a:pt x="47541" y="22005"/>
                  <a:pt x="45535" y="18239"/>
                </a:cubicBezTo>
                <a:cubicBezTo>
                  <a:pt x="43530" y="14571"/>
                  <a:pt x="40109" y="12688"/>
                  <a:pt x="35390" y="12688"/>
                </a:cubicBezTo>
                <a:cubicBezTo>
                  <a:pt x="30671" y="12688"/>
                  <a:pt x="27250" y="14571"/>
                  <a:pt x="25245" y="18239"/>
                </a:cubicBezTo>
                <a:cubicBezTo>
                  <a:pt x="23122" y="22005"/>
                  <a:pt x="22178" y="28349"/>
                  <a:pt x="22178" y="37370"/>
                </a:cubicBezTo>
                <a:cubicBezTo>
                  <a:pt x="22178" y="46489"/>
                  <a:pt x="23122" y="52932"/>
                  <a:pt x="25245" y="56699"/>
                </a:cubicBezTo>
                <a:cubicBezTo>
                  <a:pt x="27250" y="60465"/>
                  <a:pt x="30671" y="62250"/>
                  <a:pt x="35390" y="62250"/>
                </a:cubicBezTo>
                <a:cubicBezTo>
                  <a:pt x="40109" y="62250"/>
                  <a:pt x="43412" y="60465"/>
                  <a:pt x="45535" y="56699"/>
                </a:cubicBezTo>
                <a:cubicBezTo>
                  <a:pt x="47541" y="52932"/>
                  <a:pt x="48602" y="46489"/>
                  <a:pt x="48602" y="37370"/>
                </a:cubicBezTo>
                <a:close/>
                <a:moveTo>
                  <a:pt x="70780" y="37469"/>
                </a:moveTo>
                <a:cubicBezTo>
                  <a:pt x="70780" y="49463"/>
                  <a:pt x="67713" y="58681"/>
                  <a:pt x="61579" y="65124"/>
                </a:cubicBezTo>
                <a:cubicBezTo>
                  <a:pt x="55444" y="71666"/>
                  <a:pt x="46715" y="74838"/>
                  <a:pt x="35390" y="74838"/>
                </a:cubicBezTo>
                <a:cubicBezTo>
                  <a:pt x="24065" y="74838"/>
                  <a:pt x="15336" y="71666"/>
                  <a:pt x="9201" y="65124"/>
                </a:cubicBezTo>
                <a:cubicBezTo>
                  <a:pt x="3067" y="58681"/>
                  <a:pt x="0" y="49463"/>
                  <a:pt x="0" y="37469"/>
                </a:cubicBezTo>
                <a:cubicBezTo>
                  <a:pt x="0" y="25574"/>
                  <a:pt x="3067" y="16355"/>
                  <a:pt x="9201" y="9813"/>
                </a:cubicBezTo>
                <a:cubicBezTo>
                  <a:pt x="15336" y="3271"/>
                  <a:pt x="24065" y="0"/>
                  <a:pt x="35390" y="0"/>
                </a:cubicBezTo>
                <a:cubicBezTo>
                  <a:pt x="46715" y="0"/>
                  <a:pt x="55444" y="3271"/>
                  <a:pt x="61579" y="9813"/>
                </a:cubicBezTo>
                <a:cubicBezTo>
                  <a:pt x="67713" y="16355"/>
                  <a:pt x="70780" y="25574"/>
                  <a:pt x="70780" y="3746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D2D794-7B7D-4037-BBF0-43EA3B69B2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2351" y="2024653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0786AF-3B69-467D-A00F-FF38652BFA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8585" y="2079468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8DBB50-6CE8-46A3-ACEA-9D8CCCD701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8694" y="2024752"/>
            <a:ext cx="68421" cy="74739"/>
          </a:xfrm>
          <a:custGeom xmlns:a="http://schemas.openxmlformats.org/drawingml/2006/main">
            <a:pathLst>
              <a:path w="68421" h="74739">
                <a:moveTo>
                  <a:pt x="35390" y="37766"/>
                </a:moveTo>
                <a:cubicBezTo>
                  <a:pt x="31497" y="37766"/>
                  <a:pt x="28548" y="38856"/>
                  <a:pt x="26661" y="40938"/>
                </a:cubicBezTo>
                <a:cubicBezTo>
                  <a:pt x="24655" y="43119"/>
                  <a:pt x="23711" y="46291"/>
                  <a:pt x="23711" y="50454"/>
                </a:cubicBezTo>
                <a:cubicBezTo>
                  <a:pt x="23711" y="54716"/>
                  <a:pt x="24655" y="57888"/>
                  <a:pt x="26661" y="59970"/>
                </a:cubicBezTo>
                <a:cubicBezTo>
                  <a:pt x="28548" y="62151"/>
                  <a:pt x="31497" y="63142"/>
                  <a:pt x="35390" y="63142"/>
                </a:cubicBezTo>
                <a:cubicBezTo>
                  <a:pt x="39283" y="63142"/>
                  <a:pt x="42232" y="62151"/>
                  <a:pt x="44120" y="59970"/>
                </a:cubicBezTo>
                <a:cubicBezTo>
                  <a:pt x="46007" y="57888"/>
                  <a:pt x="47069" y="54716"/>
                  <a:pt x="47069" y="50454"/>
                </a:cubicBezTo>
                <a:cubicBezTo>
                  <a:pt x="47069" y="46291"/>
                  <a:pt x="46007" y="43119"/>
                  <a:pt x="44120" y="40938"/>
                </a:cubicBezTo>
                <a:cubicBezTo>
                  <a:pt x="42232" y="38856"/>
                  <a:pt x="39283" y="37766"/>
                  <a:pt x="35390" y="37766"/>
                </a:cubicBezTo>
                <a:close/>
                <a:moveTo>
                  <a:pt x="62758" y="3073"/>
                </a:moveTo>
                <a:lnTo>
                  <a:pt x="62758" y="16455"/>
                </a:lnTo>
                <a:cubicBezTo>
                  <a:pt x="59101" y="15067"/>
                  <a:pt x="55680" y="13976"/>
                  <a:pt x="52495" y="13283"/>
                </a:cubicBezTo>
                <a:cubicBezTo>
                  <a:pt x="49192" y="12589"/>
                  <a:pt x="46125" y="12192"/>
                  <a:pt x="43058" y="12192"/>
                </a:cubicBezTo>
                <a:cubicBezTo>
                  <a:pt x="36452" y="12192"/>
                  <a:pt x="31261" y="13778"/>
                  <a:pt x="27604" y="16851"/>
                </a:cubicBezTo>
                <a:cubicBezTo>
                  <a:pt x="23829" y="19924"/>
                  <a:pt x="21706" y="24484"/>
                  <a:pt x="21116" y="30530"/>
                </a:cubicBezTo>
                <a:cubicBezTo>
                  <a:pt x="23593" y="28944"/>
                  <a:pt x="26307" y="27755"/>
                  <a:pt x="29374" y="26962"/>
                </a:cubicBezTo>
                <a:cubicBezTo>
                  <a:pt x="32323" y="26169"/>
                  <a:pt x="35508" y="25772"/>
                  <a:pt x="39047" y="25772"/>
                </a:cubicBezTo>
                <a:cubicBezTo>
                  <a:pt x="47777" y="25772"/>
                  <a:pt x="54855" y="27953"/>
                  <a:pt x="60281" y="32314"/>
                </a:cubicBezTo>
                <a:cubicBezTo>
                  <a:pt x="65708" y="36676"/>
                  <a:pt x="68421" y="42326"/>
                  <a:pt x="68421" y="49264"/>
                </a:cubicBezTo>
                <a:cubicBezTo>
                  <a:pt x="68421" y="56996"/>
                  <a:pt x="65354" y="63241"/>
                  <a:pt x="59337" y="67801"/>
                </a:cubicBezTo>
                <a:cubicBezTo>
                  <a:pt x="53321" y="72459"/>
                  <a:pt x="45299" y="74739"/>
                  <a:pt x="35154" y="74739"/>
                </a:cubicBezTo>
                <a:cubicBezTo>
                  <a:pt x="23947" y="74739"/>
                  <a:pt x="15336" y="71666"/>
                  <a:pt x="9201" y="65322"/>
                </a:cubicBezTo>
                <a:cubicBezTo>
                  <a:pt x="3067" y="58979"/>
                  <a:pt x="0" y="50057"/>
                  <a:pt x="0" y="38361"/>
                </a:cubicBezTo>
                <a:cubicBezTo>
                  <a:pt x="0" y="26466"/>
                  <a:pt x="3539" y="17049"/>
                  <a:pt x="10735" y="10210"/>
                </a:cubicBezTo>
                <a:cubicBezTo>
                  <a:pt x="17813" y="3469"/>
                  <a:pt x="27722" y="0"/>
                  <a:pt x="40227" y="0"/>
                </a:cubicBezTo>
                <a:cubicBezTo>
                  <a:pt x="44120" y="0"/>
                  <a:pt x="47895" y="297"/>
                  <a:pt x="51670" y="793"/>
                </a:cubicBezTo>
                <a:cubicBezTo>
                  <a:pt x="55444" y="1289"/>
                  <a:pt x="59101" y="2082"/>
                  <a:pt x="62758" y="307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476592-636B-44C3-B448-00AE0AAF9B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2804" y="2024653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CABF65-71B9-48D3-AB11-5220872CA1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5157" y="2024653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58DD25-CB78-4AA6-BAFB-1B1ABEFC7F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9976" y="2079468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E7D9FD-93C8-4646-B019-074C8018D3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8905" y="2024752"/>
            <a:ext cx="68421" cy="74739"/>
          </a:xfrm>
          <a:custGeom xmlns:a="http://schemas.openxmlformats.org/drawingml/2006/main">
            <a:pathLst>
              <a:path w="68421" h="74739">
                <a:moveTo>
                  <a:pt x="5662" y="71865"/>
                </a:moveTo>
                <a:lnTo>
                  <a:pt x="5662" y="58483"/>
                </a:lnTo>
                <a:cubicBezTo>
                  <a:pt x="9201" y="59871"/>
                  <a:pt x="12504" y="60961"/>
                  <a:pt x="15808" y="61655"/>
                </a:cubicBezTo>
                <a:cubicBezTo>
                  <a:pt x="18993" y="62349"/>
                  <a:pt x="22178" y="62646"/>
                  <a:pt x="25363" y="62646"/>
                </a:cubicBezTo>
                <a:cubicBezTo>
                  <a:pt x="31969" y="62646"/>
                  <a:pt x="37042" y="61159"/>
                  <a:pt x="40817" y="58086"/>
                </a:cubicBezTo>
                <a:cubicBezTo>
                  <a:pt x="44474" y="55014"/>
                  <a:pt x="46597" y="50454"/>
                  <a:pt x="47305" y="44308"/>
                </a:cubicBezTo>
                <a:cubicBezTo>
                  <a:pt x="44709" y="45894"/>
                  <a:pt x="41878" y="47183"/>
                  <a:pt x="38929" y="47976"/>
                </a:cubicBezTo>
                <a:cubicBezTo>
                  <a:pt x="35980" y="48769"/>
                  <a:pt x="32795" y="49165"/>
                  <a:pt x="29374" y="49165"/>
                </a:cubicBezTo>
                <a:cubicBezTo>
                  <a:pt x="20526" y="49165"/>
                  <a:pt x="13448" y="47084"/>
                  <a:pt x="8022" y="42722"/>
                </a:cubicBezTo>
                <a:cubicBezTo>
                  <a:pt x="2595" y="38460"/>
                  <a:pt x="0" y="32810"/>
                  <a:pt x="0" y="25673"/>
                </a:cubicBezTo>
                <a:cubicBezTo>
                  <a:pt x="0" y="17941"/>
                  <a:pt x="2949" y="11697"/>
                  <a:pt x="8965" y="7038"/>
                </a:cubicBezTo>
                <a:cubicBezTo>
                  <a:pt x="14982" y="2379"/>
                  <a:pt x="23004" y="0"/>
                  <a:pt x="33149" y="0"/>
                </a:cubicBezTo>
                <a:cubicBezTo>
                  <a:pt x="44356" y="0"/>
                  <a:pt x="53085" y="3172"/>
                  <a:pt x="59219" y="9516"/>
                </a:cubicBezTo>
                <a:cubicBezTo>
                  <a:pt x="65354" y="15860"/>
                  <a:pt x="68421" y="24880"/>
                  <a:pt x="68421" y="36477"/>
                </a:cubicBezTo>
                <a:cubicBezTo>
                  <a:pt x="68421" y="48471"/>
                  <a:pt x="64764" y="57888"/>
                  <a:pt x="57568" y="64629"/>
                </a:cubicBezTo>
                <a:cubicBezTo>
                  <a:pt x="50372" y="71369"/>
                  <a:pt x="40581" y="74739"/>
                  <a:pt x="28076" y="74739"/>
                </a:cubicBezTo>
                <a:cubicBezTo>
                  <a:pt x="24065" y="74739"/>
                  <a:pt x="20172" y="74442"/>
                  <a:pt x="16515" y="74045"/>
                </a:cubicBezTo>
                <a:cubicBezTo>
                  <a:pt x="12740" y="73550"/>
                  <a:pt x="9201" y="72856"/>
                  <a:pt x="5662" y="71865"/>
                </a:cubicBezTo>
                <a:close/>
                <a:moveTo>
                  <a:pt x="33031" y="37072"/>
                </a:moveTo>
                <a:cubicBezTo>
                  <a:pt x="36806" y="37072"/>
                  <a:pt x="39755" y="36081"/>
                  <a:pt x="41760" y="33900"/>
                </a:cubicBezTo>
                <a:cubicBezTo>
                  <a:pt x="43648" y="31819"/>
                  <a:pt x="44709" y="28647"/>
                  <a:pt x="44709" y="24384"/>
                </a:cubicBezTo>
                <a:cubicBezTo>
                  <a:pt x="44709" y="20221"/>
                  <a:pt x="43648" y="17049"/>
                  <a:pt x="41760" y="14869"/>
                </a:cubicBezTo>
                <a:cubicBezTo>
                  <a:pt x="39755" y="12787"/>
                  <a:pt x="36806" y="11697"/>
                  <a:pt x="33031" y="11697"/>
                </a:cubicBezTo>
                <a:cubicBezTo>
                  <a:pt x="29138" y="11697"/>
                  <a:pt x="26189" y="12787"/>
                  <a:pt x="24301" y="14869"/>
                </a:cubicBezTo>
                <a:cubicBezTo>
                  <a:pt x="22296" y="17049"/>
                  <a:pt x="21352" y="20221"/>
                  <a:pt x="21352" y="24384"/>
                </a:cubicBezTo>
                <a:cubicBezTo>
                  <a:pt x="21352" y="28647"/>
                  <a:pt x="22296" y="31819"/>
                  <a:pt x="24301" y="33900"/>
                </a:cubicBezTo>
                <a:cubicBezTo>
                  <a:pt x="26189" y="36081"/>
                  <a:pt x="29138" y="37072"/>
                  <a:pt x="33031" y="3707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17C882-C9C9-4BBA-8176-746E5B491F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4195" y="2024653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C946C2-2402-4DE4-93F9-6DCC1A8C24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133" y="2024653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FA6FC4-6A5A-4B7F-846F-2464940A65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31367" y="2079468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EC2487-3815-4383-AEBB-6186A2926A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7491" y="2025941"/>
            <a:ext cx="60635" cy="72261"/>
          </a:xfrm>
          <a:custGeom xmlns:a="http://schemas.openxmlformats.org/drawingml/2006/main">
            <a:pathLst>
              <a:path w="60635" h="72261">
                <a:moveTo>
                  <a:pt x="472" y="59375"/>
                </a:moveTo>
                <a:lnTo>
                  <a:pt x="20054" y="59375"/>
                </a:lnTo>
                <a:lnTo>
                  <a:pt x="20054" y="12688"/>
                </a:lnTo>
                <a:lnTo>
                  <a:pt x="0" y="16157"/>
                </a:lnTo>
                <a:lnTo>
                  <a:pt x="0" y="3469"/>
                </a:lnTo>
                <a:lnTo>
                  <a:pt x="19936" y="0"/>
                </a:lnTo>
                <a:lnTo>
                  <a:pt x="41052" y="0"/>
                </a:lnTo>
                <a:lnTo>
                  <a:pt x="41052" y="59375"/>
                </a:lnTo>
                <a:lnTo>
                  <a:pt x="60635" y="59375"/>
                </a:lnTo>
                <a:lnTo>
                  <a:pt x="60635" y="72261"/>
                </a:lnTo>
                <a:lnTo>
                  <a:pt x="472" y="72261"/>
                </a:lnTo>
                <a:lnTo>
                  <a:pt x="472" y="59375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05E483-20E1-44FC-9EB0-D9C22C2711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54170" y="2024653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247611-FD68-4E22-B6AC-39D98BC19B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8178" y="2327326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52FD28-629F-4CF4-A5D0-24F1EE1D53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4412" y="2382141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14C0EF-E224-4A9E-AF61-85E3FE3090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2516" y="2328614"/>
            <a:ext cx="71370" cy="72261"/>
          </a:xfrm>
          <a:custGeom xmlns:a="http://schemas.openxmlformats.org/drawingml/2006/main">
            <a:pathLst>
              <a:path w="71370" h="72261">
                <a:moveTo>
                  <a:pt x="38103" y="15364"/>
                </a:moveTo>
                <a:lnTo>
                  <a:pt x="13802" y="45597"/>
                </a:lnTo>
                <a:lnTo>
                  <a:pt x="38103" y="45597"/>
                </a:lnTo>
                <a:lnTo>
                  <a:pt x="38103" y="15364"/>
                </a:lnTo>
                <a:close/>
                <a:moveTo>
                  <a:pt x="34446" y="0"/>
                </a:moveTo>
                <a:lnTo>
                  <a:pt x="59101" y="0"/>
                </a:lnTo>
                <a:lnTo>
                  <a:pt x="59101" y="45597"/>
                </a:lnTo>
                <a:lnTo>
                  <a:pt x="71370" y="45597"/>
                </a:lnTo>
                <a:lnTo>
                  <a:pt x="71370" y="59078"/>
                </a:lnTo>
                <a:lnTo>
                  <a:pt x="59101" y="59078"/>
                </a:lnTo>
                <a:lnTo>
                  <a:pt x="59101" y="72261"/>
                </a:lnTo>
                <a:lnTo>
                  <a:pt x="38103" y="72261"/>
                </a:lnTo>
                <a:lnTo>
                  <a:pt x="38103" y="59078"/>
                </a:lnTo>
                <a:lnTo>
                  <a:pt x="0" y="59078"/>
                </a:lnTo>
                <a:lnTo>
                  <a:pt x="0" y="43119"/>
                </a:lnTo>
                <a:lnTo>
                  <a:pt x="34446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FD8FCC-9345-4BB0-8A82-4B23D2E35C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6626" y="2327425"/>
            <a:ext cx="68421" cy="74739"/>
          </a:xfrm>
          <a:custGeom xmlns:a="http://schemas.openxmlformats.org/drawingml/2006/main">
            <a:pathLst>
              <a:path w="68421" h="74739">
                <a:moveTo>
                  <a:pt x="35390" y="37766"/>
                </a:moveTo>
                <a:cubicBezTo>
                  <a:pt x="31497" y="37766"/>
                  <a:pt x="28548" y="38856"/>
                  <a:pt x="26661" y="40938"/>
                </a:cubicBezTo>
                <a:cubicBezTo>
                  <a:pt x="24655" y="43119"/>
                  <a:pt x="23711" y="46291"/>
                  <a:pt x="23711" y="50454"/>
                </a:cubicBezTo>
                <a:cubicBezTo>
                  <a:pt x="23711" y="54716"/>
                  <a:pt x="24655" y="57888"/>
                  <a:pt x="26661" y="59970"/>
                </a:cubicBezTo>
                <a:cubicBezTo>
                  <a:pt x="28548" y="62151"/>
                  <a:pt x="31497" y="63142"/>
                  <a:pt x="35390" y="63142"/>
                </a:cubicBezTo>
                <a:cubicBezTo>
                  <a:pt x="39283" y="63142"/>
                  <a:pt x="42232" y="62151"/>
                  <a:pt x="44120" y="59970"/>
                </a:cubicBezTo>
                <a:cubicBezTo>
                  <a:pt x="46007" y="57888"/>
                  <a:pt x="47069" y="54716"/>
                  <a:pt x="47069" y="50454"/>
                </a:cubicBezTo>
                <a:cubicBezTo>
                  <a:pt x="47069" y="46291"/>
                  <a:pt x="46007" y="43119"/>
                  <a:pt x="44120" y="40938"/>
                </a:cubicBezTo>
                <a:cubicBezTo>
                  <a:pt x="42232" y="38856"/>
                  <a:pt x="39283" y="37766"/>
                  <a:pt x="35390" y="37766"/>
                </a:cubicBezTo>
                <a:close/>
                <a:moveTo>
                  <a:pt x="62758" y="3073"/>
                </a:moveTo>
                <a:lnTo>
                  <a:pt x="62758" y="16455"/>
                </a:lnTo>
                <a:cubicBezTo>
                  <a:pt x="59101" y="15067"/>
                  <a:pt x="55680" y="13976"/>
                  <a:pt x="52495" y="13283"/>
                </a:cubicBezTo>
                <a:cubicBezTo>
                  <a:pt x="49192" y="12589"/>
                  <a:pt x="46125" y="12192"/>
                  <a:pt x="43058" y="12192"/>
                </a:cubicBezTo>
                <a:cubicBezTo>
                  <a:pt x="36452" y="12192"/>
                  <a:pt x="31261" y="13778"/>
                  <a:pt x="27604" y="16851"/>
                </a:cubicBezTo>
                <a:cubicBezTo>
                  <a:pt x="23829" y="19924"/>
                  <a:pt x="21706" y="24484"/>
                  <a:pt x="21116" y="30530"/>
                </a:cubicBezTo>
                <a:cubicBezTo>
                  <a:pt x="23593" y="28944"/>
                  <a:pt x="26307" y="27755"/>
                  <a:pt x="29374" y="26962"/>
                </a:cubicBezTo>
                <a:cubicBezTo>
                  <a:pt x="32323" y="26169"/>
                  <a:pt x="35508" y="25772"/>
                  <a:pt x="39047" y="25772"/>
                </a:cubicBezTo>
                <a:cubicBezTo>
                  <a:pt x="47777" y="25772"/>
                  <a:pt x="54855" y="27953"/>
                  <a:pt x="60281" y="32314"/>
                </a:cubicBezTo>
                <a:cubicBezTo>
                  <a:pt x="65708" y="36676"/>
                  <a:pt x="68421" y="42326"/>
                  <a:pt x="68421" y="49264"/>
                </a:cubicBezTo>
                <a:cubicBezTo>
                  <a:pt x="68421" y="56996"/>
                  <a:pt x="65354" y="63241"/>
                  <a:pt x="59337" y="67801"/>
                </a:cubicBezTo>
                <a:cubicBezTo>
                  <a:pt x="53321" y="72459"/>
                  <a:pt x="45299" y="74739"/>
                  <a:pt x="35154" y="74739"/>
                </a:cubicBezTo>
                <a:cubicBezTo>
                  <a:pt x="23947" y="74739"/>
                  <a:pt x="15336" y="71666"/>
                  <a:pt x="9201" y="65322"/>
                </a:cubicBezTo>
                <a:cubicBezTo>
                  <a:pt x="3067" y="58979"/>
                  <a:pt x="0" y="50057"/>
                  <a:pt x="0" y="38361"/>
                </a:cubicBezTo>
                <a:cubicBezTo>
                  <a:pt x="0" y="26466"/>
                  <a:pt x="3539" y="17049"/>
                  <a:pt x="10735" y="10210"/>
                </a:cubicBezTo>
                <a:cubicBezTo>
                  <a:pt x="17813" y="3469"/>
                  <a:pt x="27722" y="0"/>
                  <a:pt x="40227" y="0"/>
                </a:cubicBezTo>
                <a:cubicBezTo>
                  <a:pt x="44120" y="0"/>
                  <a:pt x="47895" y="297"/>
                  <a:pt x="51670" y="793"/>
                </a:cubicBezTo>
                <a:cubicBezTo>
                  <a:pt x="55444" y="1289"/>
                  <a:pt x="59101" y="2082"/>
                  <a:pt x="62758" y="307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E300BF-B31E-4356-87E6-FB011CF013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0985" y="2327326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34350B-3D6F-4652-B15C-1B52807F27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5803" y="2382141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219C76-130F-44B3-A4CB-7366F06FB7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6502" y="2328614"/>
            <a:ext cx="64764" cy="72261"/>
          </a:xfrm>
          <a:custGeom xmlns:a="http://schemas.openxmlformats.org/drawingml/2006/main">
            <a:pathLst>
              <a:path w="64764" h="72261">
                <a:moveTo>
                  <a:pt x="0" y="0"/>
                </a:moveTo>
                <a:lnTo>
                  <a:pt x="64764" y="0"/>
                </a:lnTo>
                <a:lnTo>
                  <a:pt x="64764" y="10507"/>
                </a:lnTo>
                <a:lnTo>
                  <a:pt x="31261" y="72261"/>
                </a:lnTo>
                <a:lnTo>
                  <a:pt x="9673" y="72261"/>
                </a:lnTo>
                <a:lnTo>
                  <a:pt x="41406" y="13679"/>
                </a:lnTo>
                <a:lnTo>
                  <a:pt x="0" y="13679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F6C9FC-27F6-4DA8-94BB-608BB9D119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4033" y="2328614"/>
            <a:ext cx="60635" cy="72261"/>
          </a:xfrm>
          <a:custGeom xmlns:a="http://schemas.openxmlformats.org/drawingml/2006/main">
            <a:pathLst>
              <a:path w="60635" h="72261">
                <a:moveTo>
                  <a:pt x="472" y="59375"/>
                </a:moveTo>
                <a:lnTo>
                  <a:pt x="20054" y="59375"/>
                </a:lnTo>
                <a:lnTo>
                  <a:pt x="20054" y="12688"/>
                </a:lnTo>
                <a:lnTo>
                  <a:pt x="0" y="16157"/>
                </a:lnTo>
                <a:lnTo>
                  <a:pt x="0" y="3469"/>
                </a:lnTo>
                <a:lnTo>
                  <a:pt x="19936" y="0"/>
                </a:lnTo>
                <a:lnTo>
                  <a:pt x="41052" y="0"/>
                </a:lnTo>
                <a:lnTo>
                  <a:pt x="41052" y="59375"/>
                </a:lnTo>
                <a:lnTo>
                  <a:pt x="60635" y="59375"/>
                </a:lnTo>
                <a:lnTo>
                  <a:pt x="60635" y="72261"/>
                </a:lnTo>
                <a:lnTo>
                  <a:pt x="472" y="72261"/>
                </a:lnTo>
                <a:lnTo>
                  <a:pt x="472" y="59375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663C53-9C75-4448-BACE-F004D8A878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2375" y="2327326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FC0B39-4483-4A9E-9092-53EB89CC6A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7194" y="2382141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B33518-EC27-46C4-AE9F-02975D13D2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6123" y="2327425"/>
            <a:ext cx="68421" cy="74739"/>
          </a:xfrm>
          <a:custGeom xmlns:a="http://schemas.openxmlformats.org/drawingml/2006/main">
            <a:pathLst>
              <a:path w="68421" h="74739">
                <a:moveTo>
                  <a:pt x="5662" y="71865"/>
                </a:moveTo>
                <a:lnTo>
                  <a:pt x="5662" y="58483"/>
                </a:lnTo>
                <a:cubicBezTo>
                  <a:pt x="9201" y="59871"/>
                  <a:pt x="12504" y="60961"/>
                  <a:pt x="15808" y="61655"/>
                </a:cubicBezTo>
                <a:cubicBezTo>
                  <a:pt x="18993" y="62349"/>
                  <a:pt x="22178" y="62646"/>
                  <a:pt x="25363" y="62646"/>
                </a:cubicBezTo>
                <a:cubicBezTo>
                  <a:pt x="31969" y="62646"/>
                  <a:pt x="37042" y="61159"/>
                  <a:pt x="40817" y="58086"/>
                </a:cubicBezTo>
                <a:cubicBezTo>
                  <a:pt x="44474" y="55014"/>
                  <a:pt x="46597" y="50454"/>
                  <a:pt x="47305" y="44308"/>
                </a:cubicBezTo>
                <a:cubicBezTo>
                  <a:pt x="44709" y="45894"/>
                  <a:pt x="41878" y="47183"/>
                  <a:pt x="38929" y="47976"/>
                </a:cubicBezTo>
                <a:cubicBezTo>
                  <a:pt x="35980" y="48769"/>
                  <a:pt x="32795" y="49165"/>
                  <a:pt x="29374" y="49165"/>
                </a:cubicBezTo>
                <a:cubicBezTo>
                  <a:pt x="20526" y="49165"/>
                  <a:pt x="13448" y="47084"/>
                  <a:pt x="8022" y="42722"/>
                </a:cubicBezTo>
                <a:cubicBezTo>
                  <a:pt x="2595" y="38460"/>
                  <a:pt x="0" y="32810"/>
                  <a:pt x="0" y="25673"/>
                </a:cubicBezTo>
                <a:cubicBezTo>
                  <a:pt x="0" y="17941"/>
                  <a:pt x="2949" y="11697"/>
                  <a:pt x="8965" y="7038"/>
                </a:cubicBezTo>
                <a:cubicBezTo>
                  <a:pt x="14982" y="2379"/>
                  <a:pt x="23004" y="0"/>
                  <a:pt x="33149" y="0"/>
                </a:cubicBezTo>
                <a:cubicBezTo>
                  <a:pt x="44356" y="0"/>
                  <a:pt x="53085" y="3172"/>
                  <a:pt x="59219" y="9516"/>
                </a:cubicBezTo>
                <a:cubicBezTo>
                  <a:pt x="65354" y="15860"/>
                  <a:pt x="68421" y="24880"/>
                  <a:pt x="68421" y="36477"/>
                </a:cubicBezTo>
                <a:cubicBezTo>
                  <a:pt x="68421" y="48471"/>
                  <a:pt x="64764" y="57888"/>
                  <a:pt x="57568" y="64629"/>
                </a:cubicBezTo>
                <a:cubicBezTo>
                  <a:pt x="50372" y="71369"/>
                  <a:pt x="40581" y="74739"/>
                  <a:pt x="28076" y="74739"/>
                </a:cubicBezTo>
                <a:cubicBezTo>
                  <a:pt x="24065" y="74739"/>
                  <a:pt x="20172" y="74442"/>
                  <a:pt x="16515" y="74045"/>
                </a:cubicBezTo>
                <a:cubicBezTo>
                  <a:pt x="12740" y="73550"/>
                  <a:pt x="9201" y="72856"/>
                  <a:pt x="5662" y="71865"/>
                </a:cubicBezTo>
                <a:close/>
                <a:moveTo>
                  <a:pt x="33031" y="37072"/>
                </a:moveTo>
                <a:cubicBezTo>
                  <a:pt x="36806" y="37072"/>
                  <a:pt x="39755" y="36081"/>
                  <a:pt x="41760" y="33900"/>
                </a:cubicBezTo>
                <a:cubicBezTo>
                  <a:pt x="43648" y="31819"/>
                  <a:pt x="44709" y="28647"/>
                  <a:pt x="44709" y="24384"/>
                </a:cubicBezTo>
                <a:cubicBezTo>
                  <a:pt x="44709" y="20221"/>
                  <a:pt x="43648" y="17049"/>
                  <a:pt x="41760" y="14869"/>
                </a:cubicBezTo>
                <a:cubicBezTo>
                  <a:pt x="39755" y="12787"/>
                  <a:pt x="36806" y="11697"/>
                  <a:pt x="33031" y="11697"/>
                </a:cubicBezTo>
                <a:cubicBezTo>
                  <a:pt x="29138" y="11697"/>
                  <a:pt x="26189" y="12787"/>
                  <a:pt x="24301" y="14869"/>
                </a:cubicBezTo>
                <a:cubicBezTo>
                  <a:pt x="22296" y="17049"/>
                  <a:pt x="21352" y="20221"/>
                  <a:pt x="21352" y="24384"/>
                </a:cubicBezTo>
                <a:cubicBezTo>
                  <a:pt x="21352" y="28647"/>
                  <a:pt x="22296" y="31819"/>
                  <a:pt x="24301" y="33900"/>
                </a:cubicBezTo>
                <a:cubicBezTo>
                  <a:pt x="26189" y="36081"/>
                  <a:pt x="29138" y="37072"/>
                  <a:pt x="33031" y="3707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0A0EAC-8254-4069-BEFD-8965CC8F0C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9290" y="2327326"/>
            <a:ext cx="67595" cy="74838"/>
          </a:xfrm>
          <a:custGeom xmlns:a="http://schemas.openxmlformats.org/drawingml/2006/main">
            <a:pathLst>
              <a:path w="67595" h="74838">
                <a:moveTo>
                  <a:pt x="33857" y="41235"/>
                </a:moveTo>
                <a:cubicBezTo>
                  <a:pt x="29610" y="41235"/>
                  <a:pt x="26425" y="42227"/>
                  <a:pt x="24301" y="44110"/>
                </a:cubicBezTo>
                <a:cubicBezTo>
                  <a:pt x="22060" y="45993"/>
                  <a:pt x="20998" y="48670"/>
                  <a:pt x="20998" y="52238"/>
                </a:cubicBezTo>
                <a:cubicBezTo>
                  <a:pt x="20998" y="55807"/>
                  <a:pt x="22060" y="58582"/>
                  <a:pt x="24301" y="60465"/>
                </a:cubicBezTo>
                <a:cubicBezTo>
                  <a:pt x="26425" y="62349"/>
                  <a:pt x="29610" y="63241"/>
                  <a:pt x="33857" y="63241"/>
                </a:cubicBezTo>
                <a:cubicBezTo>
                  <a:pt x="37867" y="63241"/>
                  <a:pt x="41052" y="62349"/>
                  <a:pt x="43294" y="60465"/>
                </a:cubicBezTo>
                <a:cubicBezTo>
                  <a:pt x="45417" y="58582"/>
                  <a:pt x="46597" y="55807"/>
                  <a:pt x="46597" y="52238"/>
                </a:cubicBezTo>
                <a:cubicBezTo>
                  <a:pt x="46597" y="48670"/>
                  <a:pt x="45417" y="45993"/>
                  <a:pt x="43294" y="44110"/>
                </a:cubicBezTo>
                <a:cubicBezTo>
                  <a:pt x="41052" y="42227"/>
                  <a:pt x="37867" y="41235"/>
                  <a:pt x="33857" y="41235"/>
                </a:cubicBezTo>
                <a:close/>
                <a:moveTo>
                  <a:pt x="17695" y="35090"/>
                </a:moveTo>
                <a:cubicBezTo>
                  <a:pt x="12504" y="33801"/>
                  <a:pt x="8494" y="31819"/>
                  <a:pt x="5898" y="29043"/>
                </a:cubicBezTo>
                <a:cubicBezTo>
                  <a:pt x="3185" y="26268"/>
                  <a:pt x="1887" y="22898"/>
                  <a:pt x="1887" y="18734"/>
                </a:cubicBezTo>
                <a:cubicBezTo>
                  <a:pt x="1887" y="12589"/>
                  <a:pt x="4601" y="7930"/>
                  <a:pt x="10027" y="4758"/>
                </a:cubicBezTo>
                <a:cubicBezTo>
                  <a:pt x="15454" y="1586"/>
                  <a:pt x="23357" y="0"/>
                  <a:pt x="33857" y="0"/>
                </a:cubicBezTo>
                <a:cubicBezTo>
                  <a:pt x="44238" y="0"/>
                  <a:pt x="52141" y="1586"/>
                  <a:pt x="57568" y="4758"/>
                </a:cubicBezTo>
                <a:cubicBezTo>
                  <a:pt x="62994" y="7930"/>
                  <a:pt x="65708" y="12589"/>
                  <a:pt x="65708" y="18734"/>
                </a:cubicBezTo>
                <a:cubicBezTo>
                  <a:pt x="65708" y="22898"/>
                  <a:pt x="64292" y="26268"/>
                  <a:pt x="61697" y="29043"/>
                </a:cubicBezTo>
                <a:cubicBezTo>
                  <a:pt x="58983" y="31819"/>
                  <a:pt x="55091" y="33801"/>
                  <a:pt x="49900" y="35090"/>
                </a:cubicBezTo>
                <a:cubicBezTo>
                  <a:pt x="55680" y="36477"/>
                  <a:pt x="60045" y="38658"/>
                  <a:pt x="63112" y="41731"/>
                </a:cubicBezTo>
                <a:cubicBezTo>
                  <a:pt x="66061" y="44804"/>
                  <a:pt x="67595" y="48670"/>
                  <a:pt x="67595" y="53229"/>
                </a:cubicBezTo>
                <a:cubicBezTo>
                  <a:pt x="67595" y="60366"/>
                  <a:pt x="64764" y="65818"/>
                  <a:pt x="59101" y="69387"/>
                </a:cubicBezTo>
                <a:cubicBezTo>
                  <a:pt x="53439" y="73054"/>
                  <a:pt x="44945" y="74838"/>
                  <a:pt x="33857" y="74838"/>
                </a:cubicBezTo>
                <a:cubicBezTo>
                  <a:pt x="22650" y="74838"/>
                  <a:pt x="14156" y="73054"/>
                  <a:pt x="8494" y="69387"/>
                </a:cubicBezTo>
                <a:cubicBezTo>
                  <a:pt x="2831" y="65818"/>
                  <a:pt x="0" y="60366"/>
                  <a:pt x="0" y="53229"/>
                </a:cubicBezTo>
                <a:cubicBezTo>
                  <a:pt x="0" y="48670"/>
                  <a:pt x="1416" y="44804"/>
                  <a:pt x="4483" y="41731"/>
                </a:cubicBezTo>
                <a:cubicBezTo>
                  <a:pt x="7432" y="38658"/>
                  <a:pt x="11797" y="36477"/>
                  <a:pt x="17695" y="35090"/>
                </a:cubicBezTo>
                <a:close/>
                <a:moveTo>
                  <a:pt x="22886" y="20618"/>
                </a:moveTo>
                <a:cubicBezTo>
                  <a:pt x="22886" y="23492"/>
                  <a:pt x="23829" y="25673"/>
                  <a:pt x="25717" y="27259"/>
                </a:cubicBezTo>
                <a:cubicBezTo>
                  <a:pt x="27604" y="28845"/>
                  <a:pt x="30318" y="29539"/>
                  <a:pt x="33857" y="29539"/>
                </a:cubicBezTo>
                <a:cubicBezTo>
                  <a:pt x="37278" y="29539"/>
                  <a:pt x="39991" y="28845"/>
                  <a:pt x="41878" y="27259"/>
                </a:cubicBezTo>
                <a:cubicBezTo>
                  <a:pt x="43766" y="25673"/>
                  <a:pt x="44709" y="23492"/>
                  <a:pt x="44709" y="20618"/>
                </a:cubicBezTo>
                <a:cubicBezTo>
                  <a:pt x="44709" y="17743"/>
                  <a:pt x="43766" y="15562"/>
                  <a:pt x="41878" y="13976"/>
                </a:cubicBezTo>
                <a:cubicBezTo>
                  <a:pt x="39991" y="12490"/>
                  <a:pt x="37278" y="11697"/>
                  <a:pt x="33857" y="11697"/>
                </a:cubicBezTo>
                <a:cubicBezTo>
                  <a:pt x="30318" y="11697"/>
                  <a:pt x="27604" y="12490"/>
                  <a:pt x="25717" y="14076"/>
                </a:cubicBezTo>
                <a:cubicBezTo>
                  <a:pt x="23829" y="15662"/>
                  <a:pt x="22886" y="17842"/>
                  <a:pt x="22886" y="20618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9F01D2-6596-48E8-8A28-17CF9F7666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2351" y="2327326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DF008E-5A0B-49A6-A454-90415CC5B0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8585" y="2382141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267CEC-A267-4463-B4FD-6FA4B305BA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8576" y="2327326"/>
            <a:ext cx="67595" cy="74838"/>
          </a:xfrm>
          <a:custGeom xmlns:a="http://schemas.openxmlformats.org/drawingml/2006/main">
            <a:pathLst>
              <a:path w="67595" h="74838">
                <a:moveTo>
                  <a:pt x="33857" y="41235"/>
                </a:moveTo>
                <a:cubicBezTo>
                  <a:pt x="29610" y="41235"/>
                  <a:pt x="26425" y="42227"/>
                  <a:pt x="24301" y="44110"/>
                </a:cubicBezTo>
                <a:cubicBezTo>
                  <a:pt x="22060" y="45993"/>
                  <a:pt x="20998" y="48670"/>
                  <a:pt x="20998" y="52238"/>
                </a:cubicBezTo>
                <a:cubicBezTo>
                  <a:pt x="20998" y="55807"/>
                  <a:pt x="22060" y="58582"/>
                  <a:pt x="24301" y="60465"/>
                </a:cubicBezTo>
                <a:cubicBezTo>
                  <a:pt x="26425" y="62349"/>
                  <a:pt x="29610" y="63241"/>
                  <a:pt x="33857" y="63241"/>
                </a:cubicBezTo>
                <a:cubicBezTo>
                  <a:pt x="37867" y="63241"/>
                  <a:pt x="41052" y="62349"/>
                  <a:pt x="43294" y="60465"/>
                </a:cubicBezTo>
                <a:cubicBezTo>
                  <a:pt x="45417" y="58582"/>
                  <a:pt x="46597" y="55807"/>
                  <a:pt x="46597" y="52238"/>
                </a:cubicBezTo>
                <a:cubicBezTo>
                  <a:pt x="46597" y="48670"/>
                  <a:pt x="45417" y="45993"/>
                  <a:pt x="43294" y="44110"/>
                </a:cubicBezTo>
                <a:cubicBezTo>
                  <a:pt x="41052" y="42227"/>
                  <a:pt x="37867" y="41235"/>
                  <a:pt x="33857" y="41235"/>
                </a:cubicBezTo>
                <a:close/>
                <a:moveTo>
                  <a:pt x="17695" y="35090"/>
                </a:moveTo>
                <a:cubicBezTo>
                  <a:pt x="12504" y="33801"/>
                  <a:pt x="8494" y="31819"/>
                  <a:pt x="5898" y="29043"/>
                </a:cubicBezTo>
                <a:cubicBezTo>
                  <a:pt x="3185" y="26268"/>
                  <a:pt x="1887" y="22898"/>
                  <a:pt x="1887" y="18734"/>
                </a:cubicBezTo>
                <a:cubicBezTo>
                  <a:pt x="1887" y="12589"/>
                  <a:pt x="4601" y="7930"/>
                  <a:pt x="10027" y="4758"/>
                </a:cubicBezTo>
                <a:cubicBezTo>
                  <a:pt x="15454" y="1586"/>
                  <a:pt x="23357" y="0"/>
                  <a:pt x="33857" y="0"/>
                </a:cubicBezTo>
                <a:cubicBezTo>
                  <a:pt x="44238" y="0"/>
                  <a:pt x="52141" y="1586"/>
                  <a:pt x="57568" y="4758"/>
                </a:cubicBezTo>
                <a:cubicBezTo>
                  <a:pt x="62994" y="7930"/>
                  <a:pt x="65708" y="12589"/>
                  <a:pt x="65708" y="18734"/>
                </a:cubicBezTo>
                <a:cubicBezTo>
                  <a:pt x="65708" y="22898"/>
                  <a:pt x="64292" y="26268"/>
                  <a:pt x="61697" y="29043"/>
                </a:cubicBezTo>
                <a:cubicBezTo>
                  <a:pt x="58983" y="31819"/>
                  <a:pt x="55091" y="33801"/>
                  <a:pt x="49900" y="35090"/>
                </a:cubicBezTo>
                <a:cubicBezTo>
                  <a:pt x="55680" y="36477"/>
                  <a:pt x="60045" y="38658"/>
                  <a:pt x="63112" y="41731"/>
                </a:cubicBezTo>
                <a:cubicBezTo>
                  <a:pt x="66061" y="44804"/>
                  <a:pt x="67595" y="48670"/>
                  <a:pt x="67595" y="53229"/>
                </a:cubicBezTo>
                <a:cubicBezTo>
                  <a:pt x="67595" y="60366"/>
                  <a:pt x="64764" y="65818"/>
                  <a:pt x="59101" y="69387"/>
                </a:cubicBezTo>
                <a:cubicBezTo>
                  <a:pt x="53439" y="73054"/>
                  <a:pt x="44945" y="74838"/>
                  <a:pt x="33857" y="74838"/>
                </a:cubicBezTo>
                <a:cubicBezTo>
                  <a:pt x="22650" y="74838"/>
                  <a:pt x="14156" y="73054"/>
                  <a:pt x="8494" y="69387"/>
                </a:cubicBezTo>
                <a:cubicBezTo>
                  <a:pt x="2831" y="65818"/>
                  <a:pt x="0" y="60366"/>
                  <a:pt x="0" y="53229"/>
                </a:cubicBezTo>
                <a:cubicBezTo>
                  <a:pt x="0" y="48670"/>
                  <a:pt x="1416" y="44804"/>
                  <a:pt x="4483" y="41731"/>
                </a:cubicBezTo>
                <a:cubicBezTo>
                  <a:pt x="7432" y="38658"/>
                  <a:pt x="11797" y="36477"/>
                  <a:pt x="17695" y="35090"/>
                </a:cubicBezTo>
                <a:close/>
                <a:moveTo>
                  <a:pt x="22886" y="20618"/>
                </a:moveTo>
                <a:cubicBezTo>
                  <a:pt x="22886" y="23492"/>
                  <a:pt x="23829" y="25673"/>
                  <a:pt x="25717" y="27259"/>
                </a:cubicBezTo>
                <a:cubicBezTo>
                  <a:pt x="27604" y="28845"/>
                  <a:pt x="30318" y="29539"/>
                  <a:pt x="33857" y="29539"/>
                </a:cubicBezTo>
                <a:cubicBezTo>
                  <a:pt x="37278" y="29539"/>
                  <a:pt x="39991" y="28845"/>
                  <a:pt x="41878" y="27259"/>
                </a:cubicBezTo>
                <a:cubicBezTo>
                  <a:pt x="43766" y="25673"/>
                  <a:pt x="44709" y="23492"/>
                  <a:pt x="44709" y="20618"/>
                </a:cubicBezTo>
                <a:cubicBezTo>
                  <a:pt x="44709" y="17743"/>
                  <a:pt x="43766" y="15562"/>
                  <a:pt x="41878" y="13976"/>
                </a:cubicBezTo>
                <a:cubicBezTo>
                  <a:pt x="39991" y="12490"/>
                  <a:pt x="37278" y="11697"/>
                  <a:pt x="33857" y="11697"/>
                </a:cubicBezTo>
                <a:cubicBezTo>
                  <a:pt x="30318" y="11697"/>
                  <a:pt x="27604" y="12490"/>
                  <a:pt x="25717" y="14076"/>
                </a:cubicBezTo>
                <a:cubicBezTo>
                  <a:pt x="23829" y="15662"/>
                  <a:pt x="22886" y="17842"/>
                  <a:pt x="22886" y="20618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24E2DA-2A1B-4034-9263-A10DCA9139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1388" y="2327326"/>
            <a:ext cx="64764" cy="74838"/>
          </a:xfrm>
          <a:custGeom xmlns:a="http://schemas.openxmlformats.org/drawingml/2006/main">
            <a:pathLst>
              <a:path w="64764" h="74838">
                <a:moveTo>
                  <a:pt x="47069" y="34594"/>
                </a:moveTo>
                <a:cubicBezTo>
                  <a:pt x="52849" y="35883"/>
                  <a:pt x="57214" y="38063"/>
                  <a:pt x="60281" y="41136"/>
                </a:cubicBezTo>
                <a:cubicBezTo>
                  <a:pt x="63230" y="44308"/>
                  <a:pt x="64764" y="48273"/>
                  <a:pt x="64764" y="53031"/>
                </a:cubicBezTo>
                <a:cubicBezTo>
                  <a:pt x="64764" y="60168"/>
                  <a:pt x="61461" y="65620"/>
                  <a:pt x="54973" y="69287"/>
                </a:cubicBezTo>
                <a:cubicBezTo>
                  <a:pt x="48366" y="73054"/>
                  <a:pt x="38929" y="74838"/>
                  <a:pt x="26425" y="74838"/>
                </a:cubicBezTo>
                <a:cubicBezTo>
                  <a:pt x="21942" y="74838"/>
                  <a:pt x="17577" y="74541"/>
                  <a:pt x="13094" y="73946"/>
                </a:cubicBezTo>
                <a:cubicBezTo>
                  <a:pt x="8612" y="73451"/>
                  <a:pt x="4247" y="72558"/>
                  <a:pt x="0" y="71369"/>
                </a:cubicBezTo>
                <a:lnTo>
                  <a:pt x="0" y="56996"/>
                </a:lnTo>
                <a:cubicBezTo>
                  <a:pt x="4129" y="58780"/>
                  <a:pt x="8258" y="60069"/>
                  <a:pt x="12387" y="60961"/>
                </a:cubicBezTo>
                <a:cubicBezTo>
                  <a:pt x="16397" y="61853"/>
                  <a:pt x="20408" y="62250"/>
                  <a:pt x="24419" y="62250"/>
                </a:cubicBezTo>
                <a:cubicBezTo>
                  <a:pt x="30318" y="62250"/>
                  <a:pt x="34800" y="61457"/>
                  <a:pt x="37867" y="59672"/>
                </a:cubicBezTo>
                <a:cubicBezTo>
                  <a:pt x="40935" y="57987"/>
                  <a:pt x="42586" y="55509"/>
                  <a:pt x="42586" y="52337"/>
                </a:cubicBezTo>
                <a:cubicBezTo>
                  <a:pt x="42586" y="49066"/>
                  <a:pt x="40935" y="46588"/>
                  <a:pt x="37749" y="44903"/>
                </a:cubicBezTo>
                <a:cubicBezTo>
                  <a:pt x="34564" y="43218"/>
                  <a:pt x="29846" y="42326"/>
                  <a:pt x="23593" y="42326"/>
                </a:cubicBezTo>
                <a:lnTo>
                  <a:pt x="14746" y="42326"/>
                </a:lnTo>
                <a:lnTo>
                  <a:pt x="14746" y="30332"/>
                </a:lnTo>
                <a:lnTo>
                  <a:pt x="24065" y="30332"/>
                </a:lnTo>
                <a:cubicBezTo>
                  <a:pt x="29610" y="30332"/>
                  <a:pt x="33739" y="29638"/>
                  <a:pt x="36452" y="28151"/>
                </a:cubicBezTo>
                <a:cubicBezTo>
                  <a:pt x="39165" y="26763"/>
                  <a:pt x="40581" y="24484"/>
                  <a:pt x="40581" y="21411"/>
                </a:cubicBezTo>
                <a:cubicBezTo>
                  <a:pt x="40581" y="18635"/>
                  <a:pt x="39165" y="16554"/>
                  <a:pt x="36570" y="14968"/>
                </a:cubicBezTo>
                <a:cubicBezTo>
                  <a:pt x="33974" y="13481"/>
                  <a:pt x="30200" y="12688"/>
                  <a:pt x="25363" y="12688"/>
                </a:cubicBezTo>
                <a:cubicBezTo>
                  <a:pt x="21824" y="12688"/>
                  <a:pt x="18167" y="13084"/>
                  <a:pt x="14510" y="13778"/>
                </a:cubicBezTo>
                <a:cubicBezTo>
                  <a:pt x="10853" y="14472"/>
                  <a:pt x="7196" y="15463"/>
                  <a:pt x="3657" y="16752"/>
                </a:cubicBezTo>
                <a:lnTo>
                  <a:pt x="3657" y="3073"/>
                </a:lnTo>
                <a:cubicBezTo>
                  <a:pt x="8022" y="2082"/>
                  <a:pt x="12387" y="1289"/>
                  <a:pt x="16633" y="793"/>
                </a:cubicBezTo>
                <a:cubicBezTo>
                  <a:pt x="20880" y="297"/>
                  <a:pt x="25127" y="0"/>
                  <a:pt x="29374" y="0"/>
                </a:cubicBezTo>
                <a:cubicBezTo>
                  <a:pt x="40463" y="0"/>
                  <a:pt x="48838" y="1586"/>
                  <a:pt x="54383" y="4659"/>
                </a:cubicBezTo>
                <a:cubicBezTo>
                  <a:pt x="59927" y="7732"/>
                  <a:pt x="62758" y="12390"/>
                  <a:pt x="62758" y="18536"/>
                </a:cubicBezTo>
                <a:cubicBezTo>
                  <a:pt x="62758" y="22798"/>
                  <a:pt x="61343" y="26268"/>
                  <a:pt x="58748" y="28944"/>
                </a:cubicBezTo>
                <a:cubicBezTo>
                  <a:pt x="56152" y="31620"/>
                  <a:pt x="52259" y="33504"/>
                  <a:pt x="47069" y="34594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5356F2-1103-4F45-80B0-73BFC5D967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5157" y="2327326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D4BADF-A43E-4925-B89A-1EA765DB91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9976" y="2382141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161752-02A0-4E7D-870A-8B8CBB9A77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1854" y="2328614"/>
            <a:ext cx="64764" cy="73550"/>
          </a:xfrm>
          <a:custGeom xmlns:a="http://schemas.openxmlformats.org/drawingml/2006/main">
            <a:pathLst>
              <a:path w="64764" h="73550">
                <a:moveTo>
                  <a:pt x="3421" y="0"/>
                </a:moveTo>
                <a:lnTo>
                  <a:pt x="58512" y="0"/>
                </a:lnTo>
                <a:lnTo>
                  <a:pt x="58512" y="13679"/>
                </a:lnTo>
                <a:lnTo>
                  <a:pt x="21116" y="13679"/>
                </a:lnTo>
                <a:lnTo>
                  <a:pt x="21116" y="24880"/>
                </a:lnTo>
                <a:cubicBezTo>
                  <a:pt x="22768" y="24484"/>
                  <a:pt x="24419" y="24186"/>
                  <a:pt x="26189" y="23988"/>
                </a:cubicBezTo>
                <a:cubicBezTo>
                  <a:pt x="27840" y="23790"/>
                  <a:pt x="29610" y="23691"/>
                  <a:pt x="31497" y="23691"/>
                </a:cubicBezTo>
                <a:cubicBezTo>
                  <a:pt x="41996" y="23691"/>
                  <a:pt x="50136" y="25970"/>
                  <a:pt x="56034" y="30332"/>
                </a:cubicBezTo>
                <a:cubicBezTo>
                  <a:pt x="61815" y="34693"/>
                  <a:pt x="64764" y="40839"/>
                  <a:pt x="64764" y="48670"/>
                </a:cubicBezTo>
                <a:cubicBezTo>
                  <a:pt x="64764" y="56500"/>
                  <a:pt x="61579" y="62646"/>
                  <a:pt x="55209" y="67008"/>
                </a:cubicBezTo>
                <a:cubicBezTo>
                  <a:pt x="48838" y="71369"/>
                  <a:pt x="39991" y="73550"/>
                  <a:pt x="28784" y="73550"/>
                </a:cubicBezTo>
                <a:cubicBezTo>
                  <a:pt x="23829" y="73550"/>
                  <a:pt x="18993" y="73153"/>
                  <a:pt x="14274" y="72360"/>
                </a:cubicBezTo>
                <a:cubicBezTo>
                  <a:pt x="9437" y="71666"/>
                  <a:pt x="4719" y="70477"/>
                  <a:pt x="0" y="68891"/>
                </a:cubicBezTo>
                <a:lnTo>
                  <a:pt x="0" y="54221"/>
                </a:lnTo>
                <a:cubicBezTo>
                  <a:pt x="4719" y="56500"/>
                  <a:pt x="9083" y="58186"/>
                  <a:pt x="13330" y="59276"/>
                </a:cubicBezTo>
                <a:cubicBezTo>
                  <a:pt x="17577" y="60465"/>
                  <a:pt x="21470" y="60961"/>
                  <a:pt x="25245" y="60961"/>
                </a:cubicBezTo>
                <a:cubicBezTo>
                  <a:pt x="30553" y="60961"/>
                  <a:pt x="34800" y="59871"/>
                  <a:pt x="37867" y="57690"/>
                </a:cubicBezTo>
                <a:cubicBezTo>
                  <a:pt x="40935" y="55509"/>
                  <a:pt x="42586" y="52436"/>
                  <a:pt x="42586" y="48670"/>
                </a:cubicBezTo>
                <a:cubicBezTo>
                  <a:pt x="42586" y="44903"/>
                  <a:pt x="40935" y="41929"/>
                  <a:pt x="37867" y="39749"/>
                </a:cubicBezTo>
                <a:cubicBezTo>
                  <a:pt x="34800" y="37568"/>
                  <a:pt x="30553" y="36378"/>
                  <a:pt x="25245" y="36378"/>
                </a:cubicBezTo>
                <a:cubicBezTo>
                  <a:pt x="21942" y="36378"/>
                  <a:pt x="18521" y="36775"/>
                  <a:pt x="14982" y="37469"/>
                </a:cubicBezTo>
                <a:cubicBezTo>
                  <a:pt x="11443" y="38163"/>
                  <a:pt x="7550" y="39253"/>
                  <a:pt x="3421" y="40641"/>
                </a:cubicBezTo>
                <a:lnTo>
                  <a:pt x="3421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A156D8-755C-446B-8E7D-4732158210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8206" y="2328614"/>
            <a:ext cx="60635" cy="72261"/>
          </a:xfrm>
          <a:custGeom xmlns:a="http://schemas.openxmlformats.org/drawingml/2006/main">
            <a:pathLst>
              <a:path w="60635" h="72261">
                <a:moveTo>
                  <a:pt x="472" y="59375"/>
                </a:moveTo>
                <a:lnTo>
                  <a:pt x="20054" y="59375"/>
                </a:lnTo>
                <a:lnTo>
                  <a:pt x="20054" y="12688"/>
                </a:lnTo>
                <a:lnTo>
                  <a:pt x="0" y="16157"/>
                </a:lnTo>
                <a:lnTo>
                  <a:pt x="0" y="3469"/>
                </a:lnTo>
                <a:lnTo>
                  <a:pt x="19936" y="0"/>
                </a:lnTo>
                <a:lnTo>
                  <a:pt x="41052" y="0"/>
                </a:lnTo>
                <a:lnTo>
                  <a:pt x="41052" y="59375"/>
                </a:lnTo>
                <a:lnTo>
                  <a:pt x="60635" y="59375"/>
                </a:lnTo>
                <a:lnTo>
                  <a:pt x="60635" y="72261"/>
                </a:lnTo>
                <a:lnTo>
                  <a:pt x="472" y="72261"/>
                </a:lnTo>
                <a:lnTo>
                  <a:pt x="472" y="5937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18AC73-3868-4037-B678-488813D2C1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6548" y="2327326"/>
            <a:ext cx="62522" cy="73550"/>
          </a:xfrm>
          <a:custGeom xmlns:a="http://schemas.openxmlformats.org/drawingml/2006/main">
            <a:pathLst>
              <a:path w="62522" h="73550">
                <a:moveTo>
                  <a:pt x="24655" y="59871"/>
                </a:moveTo>
                <a:lnTo>
                  <a:pt x="62522" y="59871"/>
                </a:lnTo>
                <a:lnTo>
                  <a:pt x="62522" y="73550"/>
                </a:lnTo>
                <a:lnTo>
                  <a:pt x="0" y="73550"/>
                </a:lnTo>
                <a:lnTo>
                  <a:pt x="0" y="59871"/>
                </a:lnTo>
                <a:lnTo>
                  <a:pt x="31379" y="36577"/>
                </a:lnTo>
                <a:cubicBezTo>
                  <a:pt x="34210" y="34495"/>
                  <a:pt x="36216" y="32413"/>
                  <a:pt x="37631" y="30332"/>
                </a:cubicBezTo>
                <a:cubicBezTo>
                  <a:pt x="38929" y="28349"/>
                  <a:pt x="39637" y="26169"/>
                  <a:pt x="39637" y="23988"/>
                </a:cubicBezTo>
                <a:cubicBezTo>
                  <a:pt x="39637" y="20618"/>
                  <a:pt x="38221" y="17941"/>
                  <a:pt x="35508" y="15860"/>
                </a:cubicBezTo>
                <a:cubicBezTo>
                  <a:pt x="32795" y="13778"/>
                  <a:pt x="29256" y="12688"/>
                  <a:pt x="24773" y="12688"/>
                </a:cubicBezTo>
                <a:cubicBezTo>
                  <a:pt x="21234" y="12688"/>
                  <a:pt x="17459" y="13382"/>
                  <a:pt x="13448" y="14571"/>
                </a:cubicBezTo>
                <a:cubicBezTo>
                  <a:pt x="9319" y="15860"/>
                  <a:pt x="4955" y="17743"/>
                  <a:pt x="236" y="20122"/>
                </a:cubicBezTo>
                <a:lnTo>
                  <a:pt x="236" y="4262"/>
                </a:lnTo>
                <a:cubicBezTo>
                  <a:pt x="5191" y="2875"/>
                  <a:pt x="10145" y="1883"/>
                  <a:pt x="15100" y="1090"/>
                </a:cubicBezTo>
                <a:cubicBezTo>
                  <a:pt x="19936" y="396"/>
                  <a:pt x="24655" y="0"/>
                  <a:pt x="29374" y="0"/>
                </a:cubicBezTo>
                <a:cubicBezTo>
                  <a:pt x="39637" y="0"/>
                  <a:pt x="47659" y="1982"/>
                  <a:pt x="53321" y="5749"/>
                </a:cubicBezTo>
                <a:cubicBezTo>
                  <a:pt x="58983" y="9516"/>
                  <a:pt x="61933" y="14869"/>
                  <a:pt x="61933" y="21609"/>
                </a:cubicBezTo>
                <a:cubicBezTo>
                  <a:pt x="61933" y="25574"/>
                  <a:pt x="60635" y="29341"/>
                  <a:pt x="58276" y="32711"/>
                </a:cubicBezTo>
                <a:cubicBezTo>
                  <a:pt x="55798" y="36081"/>
                  <a:pt x="50726" y="40641"/>
                  <a:pt x="43058" y="46291"/>
                </a:cubicBezTo>
                <a:lnTo>
                  <a:pt x="24655" y="59871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C95B93-B731-40F7-A6A4-5B034029B2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31367" y="2382141"/>
            <a:ext cx="20762" cy="18734"/>
          </a:xfrm>
          <a:custGeom xmlns:a="http://schemas.openxmlformats.org/drawingml/2006/main">
            <a:pathLst>
              <a:path w="20762" h="18734">
                <a:moveTo>
                  <a:pt x="0" y="0"/>
                </a:moveTo>
                <a:lnTo>
                  <a:pt x="20762" y="0"/>
                </a:lnTo>
                <a:lnTo>
                  <a:pt x="20762" y="18734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CA2125-DD6C-445C-A799-9BC0F6C87D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69470" y="2328614"/>
            <a:ext cx="71370" cy="72261"/>
          </a:xfrm>
          <a:custGeom xmlns:a="http://schemas.openxmlformats.org/drawingml/2006/main">
            <a:pathLst>
              <a:path w="71370" h="72261">
                <a:moveTo>
                  <a:pt x="38103" y="15364"/>
                </a:moveTo>
                <a:lnTo>
                  <a:pt x="13802" y="45597"/>
                </a:lnTo>
                <a:lnTo>
                  <a:pt x="38103" y="45597"/>
                </a:lnTo>
                <a:lnTo>
                  <a:pt x="38103" y="15364"/>
                </a:lnTo>
                <a:close/>
                <a:moveTo>
                  <a:pt x="34446" y="0"/>
                </a:moveTo>
                <a:lnTo>
                  <a:pt x="59101" y="0"/>
                </a:lnTo>
                <a:lnTo>
                  <a:pt x="59101" y="45597"/>
                </a:lnTo>
                <a:lnTo>
                  <a:pt x="71370" y="45597"/>
                </a:lnTo>
                <a:lnTo>
                  <a:pt x="71370" y="59078"/>
                </a:lnTo>
                <a:lnTo>
                  <a:pt x="59101" y="59078"/>
                </a:lnTo>
                <a:lnTo>
                  <a:pt x="59101" y="72261"/>
                </a:lnTo>
                <a:lnTo>
                  <a:pt x="38103" y="72261"/>
                </a:lnTo>
                <a:lnTo>
                  <a:pt x="38103" y="59078"/>
                </a:lnTo>
                <a:lnTo>
                  <a:pt x="0" y="59078"/>
                </a:lnTo>
                <a:lnTo>
                  <a:pt x="0" y="43119"/>
                </a:lnTo>
                <a:lnTo>
                  <a:pt x="34446" y="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6F47BC-3064-4FFC-BF34-A3493FC3F3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52401" y="2327425"/>
            <a:ext cx="68421" cy="74739"/>
          </a:xfrm>
          <a:custGeom xmlns:a="http://schemas.openxmlformats.org/drawingml/2006/main">
            <a:pathLst>
              <a:path w="68421" h="74739">
                <a:moveTo>
                  <a:pt x="5662" y="71865"/>
                </a:moveTo>
                <a:lnTo>
                  <a:pt x="5662" y="58483"/>
                </a:lnTo>
                <a:cubicBezTo>
                  <a:pt x="9201" y="59871"/>
                  <a:pt x="12504" y="60961"/>
                  <a:pt x="15808" y="61655"/>
                </a:cubicBezTo>
                <a:cubicBezTo>
                  <a:pt x="18993" y="62349"/>
                  <a:pt x="22178" y="62646"/>
                  <a:pt x="25363" y="62646"/>
                </a:cubicBezTo>
                <a:cubicBezTo>
                  <a:pt x="31969" y="62646"/>
                  <a:pt x="37042" y="61159"/>
                  <a:pt x="40817" y="58086"/>
                </a:cubicBezTo>
                <a:cubicBezTo>
                  <a:pt x="44474" y="55014"/>
                  <a:pt x="46597" y="50454"/>
                  <a:pt x="47305" y="44308"/>
                </a:cubicBezTo>
                <a:cubicBezTo>
                  <a:pt x="44709" y="45894"/>
                  <a:pt x="41878" y="47183"/>
                  <a:pt x="38929" y="47976"/>
                </a:cubicBezTo>
                <a:cubicBezTo>
                  <a:pt x="35980" y="48769"/>
                  <a:pt x="32795" y="49165"/>
                  <a:pt x="29374" y="49165"/>
                </a:cubicBezTo>
                <a:cubicBezTo>
                  <a:pt x="20526" y="49165"/>
                  <a:pt x="13448" y="47084"/>
                  <a:pt x="8022" y="42722"/>
                </a:cubicBezTo>
                <a:cubicBezTo>
                  <a:pt x="2595" y="38460"/>
                  <a:pt x="0" y="32810"/>
                  <a:pt x="0" y="25673"/>
                </a:cubicBezTo>
                <a:cubicBezTo>
                  <a:pt x="0" y="17941"/>
                  <a:pt x="2949" y="11697"/>
                  <a:pt x="8965" y="7038"/>
                </a:cubicBezTo>
                <a:cubicBezTo>
                  <a:pt x="14982" y="2379"/>
                  <a:pt x="23004" y="0"/>
                  <a:pt x="33149" y="0"/>
                </a:cubicBezTo>
                <a:cubicBezTo>
                  <a:pt x="44356" y="0"/>
                  <a:pt x="53085" y="3172"/>
                  <a:pt x="59219" y="9516"/>
                </a:cubicBezTo>
                <a:cubicBezTo>
                  <a:pt x="65354" y="15860"/>
                  <a:pt x="68421" y="24880"/>
                  <a:pt x="68421" y="36477"/>
                </a:cubicBezTo>
                <a:cubicBezTo>
                  <a:pt x="68421" y="48471"/>
                  <a:pt x="64764" y="57888"/>
                  <a:pt x="57568" y="64629"/>
                </a:cubicBezTo>
                <a:cubicBezTo>
                  <a:pt x="50372" y="71369"/>
                  <a:pt x="40581" y="74739"/>
                  <a:pt x="28076" y="74739"/>
                </a:cubicBezTo>
                <a:cubicBezTo>
                  <a:pt x="24065" y="74739"/>
                  <a:pt x="20172" y="74442"/>
                  <a:pt x="16515" y="74045"/>
                </a:cubicBezTo>
                <a:cubicBezTo>
                  <a:pt x="12740" y="73550"/>
                  <a:pt x="9201" y="72856"/>
                  <a:pt x="5662" y="71865"/>
                </a:cubicBezTo>
                <a:close/>
                <a:moveTo>
                  <a:pt x="33031" y="37072"/>
                </a:moveTo>
                <a:cubicBezTo>
                  <a:pt x="36806" y="37072"/>
                  <a:pt x="39755" y="36081"/>
                  <a:pt x="41760" y="33900"/>
                </a:cubicBezTo>
                <a:cubicBezTo>
                  <a:pt x="43648" y="31819"/>
                  <a:pt x="44709" y="28647"/>
                  <a:pt x="44709" y="24384"/>
                </a:cubicBezTo>
                <a:cubicBezTo>
                  <a:pt x="44709" y="20221"/>
                  <a:pt x="43648" y="17049"/>
                  <a:pt x="41760" y="14869"/>
                </a:cubicBezTo>
                <a:cubicBezTo>
                  <a:pt x="39755" y="12787"/>
                  <a:pt x="36806" y="11697"/>
                  <a:pt x="33031" y="11697"/>
                </a:cubicBezTo>
                <a:cubicBezTo>
                  <a:pt x="29138" y="11697"/>
                  <a:pt x="26189" y="12787"/>
                  <a:pt x="24301" y="14869"/>
                </a:cubicBezTo>
                <a:cubicBezTo>
                  <a:pt x="22296" y="17049"/>
                  <a:pt x="21352" y="20221"/>
                  <a:pt x="21352" y="24384"/>
                </a:cubicBezTo>
                <a:cubicBezTo>
                  <a:pt x="21352" y="28647"/>
                  <a:pt x="22296" y="31819"/>
                  <a:pt x="24301" y="33900"/>
                </a:cubicBezTo>
                <a:cubicBezTo>
                  <a:pt x="26189" y="36081"/>
                  <a:pt x="29138" y="37072"/>
                  <a:pt x="33031" y="37072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6" name="Text (c)Moraldecisionsareinfuencedby">
            <a:extLst xmlns:a="http://schemas.openxmlformats.org/drawingml/2006/main">
              <a:ext uri="{FF2B5EF4-FFF2-40B4-BE49-F238E27FC236}">
                <a16:creationId xmlns:a16="http://schemas.microsoft.com/office/drawing/2014/main" id="{FCF79E7F-73C1-403E-AFAE-868C63FB50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77490" y="3099754"/>
            <a:ext cx="4145832" cy="230811"/>
          </a:xfrm>
          <a:custGeom xmlns:a="http://schemas.openxmlformats.org/drawingml/2006/main">
            <a:pathLst>
              <a:path w="4145832" h="230811">
                <a:moveTo>
                  <a:pt x="64556" y="1849"/>
                </a:moveTo>
                <a:cubicBezTo>
                  <a:pt x="45215" y="14149"/>
                  <a:pt x="37375" y="20811"/>
                  <a:pt x="27704" y="32599"/>
                </a:cubicBezTo>
                <a:cubicBezTo>
                  <a:pt x="9148" y="54889"/>
                  <a:pt x="0" y="80513"/>
                  <a:pt x="0" y="110493"/>
                </a:cubicBezTo>
                <a:cubicBezTo>
                  <a:pt x="0" y="143033"/>
                  <a:pt x="9671" y="168142"/>
                  <a:pt x="32669" y="194278"/>
                </a:cubicBezTo>
                <a:cubicBezTo>
                  <a:pt x="43385" y="206578"/>
                  <a:pt x="50180" y="212216"/>
                  <a:pt x="63771" y="220415"/>
                </a:cubicBezTo>
                <a:lnTo>
                  <a:pt x="66905" y="216313"/>
                </a:lnTo>
                <a:cubicBezTo>
                  <a:pt x="46001" y="200170"/>
                  <a:pt x="38683" y="191205"/>
                  <a:pt x="31624" y="171985"/>
                </a:cubicBezTo>
                <a:cubicBezTo>
                  <a:pt x="25351" y="154821"/>
                  <a:pt x="22476" y="135347"/>
                  <a:pt x="22476" y="109723"/>
                </a:cubicBezTo>
                <a:cubicBezTo>
                  <a:pt x="22476" y="82820"/>
                  <a:pt x="25874" y="61809"/>
                  <a:pt x="32932" y="45924"/>
                </a:cubicBezTo>
                <a:cubicBezTo>
                  <a:pt x="40250" y="30035"/>
                  <a:pt x="48090" y="20811"/>
                  <a:pt x="66905" y="5951"/>
                </a:cubicBezTo>
                <a:lnTo>
                  <a:pt x="64556" y="1849"/>
                </a:lnTo>
                <a:close/>
                <a:moveTo>
                  <a:pt x="178505" y="134991"/>
                </a:moveTo>
                <a:cubicBezTo>
                  <a:pt x="165959" y="152913"/>
                  <a:pt x="156552" y="159059"/>
                  <a:pt x="141653" y="159059"/>
                </a:cubicBezTo>
                <a:cubicBezTo>
                  <a:pt x="117869" y="159059"/>
                  <a:pt x="101144" y="138576"/>
                  <a:pt x="101144" y="109132"/>
                </a:cubicBezTo>
                <a:cubicBezTo>
                  <a:pt x="101144" y="82761"/>
                  <a:pt x="115520" y="64581"/>
                  <a:pt x="136688" y="64581"/>
                </a:cubicBezTo>
                <a:cubicBezTo>
                  <a:pt x="146096" y="64581"/>
                  <a:pt x="149493" y="67396"/>
                  <a:pt x="152109" y="76869"/>
                </a:cubicBezTo>
                <a:lnTo>
                  <a:pt x="153677" y="82503"/>
                </a:lnTo>
                <a:cubicBezTo>
                  <a:pt x="155766" y="89673"/>
                  <a:pt x="160472" y="94283"/>
                  <a:pt x="165959" y="94283"/>
                </a:cubicBezTo>
                <a:cubicBezTo>
                  <a:pt x="172755" y="94283"/>
                  <a:pt x="178505" y="89415"/>
                  <a:pt x="178505" y="83527"/>
                </a:cubicBezTo>
                <a:cubicBezTo>
                  <a:pt x="178505" y="69190"/>
                  <a:pt x="160209" y="57148"/>
                  <a:pt x="138255" y="57148"/>
                </a:cubicBezTo>
                <a:cubicBezTo>
                  <a:pt x="125450" y="57148"/>
                  <a:pt x="112123" y="62274"/>
                  <a:pt x="101407" y="71493"/>
                </a:cubicBezTo>
                <a:cubicBezTo>
                  <a:pt x="88339" y="82761"/>
                  <a:pt x="81021" y="100171"/>
                  <a:pt x="81021" y="120396"/>
                </a:cubicBezTo>
                <a:cubicBezTo>
                  <a:pt x="81021" y="153683"/>
                  <a:pt x="101666" y="177505"/>
                  <a:pt x="130678" y="177505"/>
                </a:cubicBezTo>
                <a:cubicBezTo>
                  <a:pt x="142439" y="177505"/>
                  <a:pt x="152891" y="173408"/>
                  <a:pt x="162303" y="165463"/>
                </a:cubicBezTo>
                <a:cubicBezTo>
                  <a:pt x="169357" y="159313"/>
                  <a:pt x="174322" y="152401"/>
                  <a:pt x="182162" y="137294"/>
                </a:cubicBezTo>
                <a:lnTo>
                  <a:pt x="178505" y="134991"/>
                </a:lnTo>
                <a:close/>
                <a:moveTo>
                  <a:pt x="200458" y="220415"/>
                </a:moveTo>
                <a:cubicBezTo>
                  <a:pt x="219799" y="208115"/>
                  <a:pt x="227640" y="201452"/>
                  <a:pt x="237306" y="189665"/>
                </a:cubicBezTo>
                <a:cubicBezTo>
                  <a:pt x="255866" y="167375"/>
                  <a:pt x="265010" y="141751"/>
                  <a:pt x="265010" y="111775"/>
                </a:cubicBezTo>
                <a:cubicBezTo>
                  <a:pt x="265010" y="78976"/>
                  <a:pt x="255340" y="54122"/>
                  <a:pt x="232341" y="27986"/>
                </a:cubicBezTo>
                <a:cubicBezTo>
                  <a:pt x="221626" y="15686"/>
                  <a:pt x="214830" y="10052"/>
                  <a:pt x="201239" y="1849"/>
                </a:cubicBezTo>
                <a:lnTo>
                  <a:pt x="198105" y="5951"/>
                </a:lnTo>
                <a:cubicBezTo>
                  <a:pt x="219014" y="22094"/>
                  <a:pt x="226068" y="31063"/>
                  <a:pt x="233386" y="50279"/>
                </a:cubicBezTo>
                <a:cubicBezTo>
                  <a:pt x="239659" y="67447"/>
                  <a:pt x="242534" y="86917"/>
                  <a:pt x="242534" y="112541"/>
                </a:cubicBezTo>
                <a:cubicBezTo>
                  <a:pt x="242534" y="139190"/>
                  <a:pt x="239137" y="160455"/>
                  <a:pt x="232082" y="176086"/>
                </a:cubicBezTo>
                <a:cubicBezTo>
                  <a:pt x="224764" y="192229"/>
                  <a:pt x="216924" y="201452"/>
                  <a:pt x="198105" y="216313"/>
                </a:cubicBezTo>
                <a:lnTo>
                  <a:pt x="200458" y="220415"/>
                </a:lnTo>
                <a:close/>
                <a:moveTo>
                  <a:pt x="572624" y="28162"/>
                </a:moveTo>
                <a:lnTo>
                  <a:pt x="572624" y="144253"/>
                </a:lnTo>
                <a:cubicBezTo>
                  <a:pt x="572624" y="165522"/>
                  <a:pt x="569486" y="168857"/>
                  <a:pt x="548840" y="170136"/>
                </a:cubicBezTo>
                <a:lnTo>
                  <a:pt x="548840" y="175003"/>
                </a:lnTo>
                <a:lnTo>
                  <a:pt x="622018" y="175003"/>
                </a:lnTo>
                <a:lnTo>
                  <a:pt x="622018" y="170136"/>
                </a:lnTo>
                <a:cubicBezTo>
                  <a:pt x="602940" y="168857"/>
                  <a:pt x="599283" y="165268"/>
                  <a:pt x="599283" y="147072"/>
                </a:cubicBezTo>
                <a:lnTo>
                  <a:pt x="599283" y="33287"/>
                </a:lnTo>
                <a:cubicBezTo>
                  <a:pt x="599283" y="15092"/>
                  <a:pt x="602681" y="11760"/>
                  <a:pt x="622018" y="10224"/>
                </a:cubicBezTo>
                <a:lnTo>
                  <a:pt x="622018" y="5352"/>
                </a:lnTo>
                <a:lnTo>
                  <a:pt x="570008" y="5352"/>
                </a:lnTo>
                <a:lnTo>
                  <a:pt x="512251" y="134772"/>
                </a:lnTo>
                <a:lnTo>
                  <a:pt x="451878" y="5352"/>
                </a:lnTo>
                <a:lnTo>
                  <a:pt x="400131" y="5352"/>
                </a:lnTo>
                <a:lnTo>
                  <a:pt x="400131" y="10224"/>
                </a:lnTo>
                <a:cubicBezTo>
                  <a:pt x="421562" y="11502"/>
                  <a:pt x="424959" y="14579"/>
                  <a:pt x="424959" y="33287"/>
                </a:cubicBezTo>
                <a:lnTo>
                  <a:pt x="424959" y="137333"/>
                </a:lnTo>
                <a:cubicBezTo>
                  <a:pt x="424959" y="163731"/>
                  <a:pt x="421298" y="168599"/>
                  <a:pt x="399608" y="170136"/>
                </a:cubicBezTo>
                <a:lnTo>
                  <a:pt x="399608" y="175003"/>
                </a:lnTo>
                <a:lnTo>
                  <a:pt x="461026" y="175003"/>
                </a:lnTo>
                <a:lnTo>
                  <a:pt x="461026" y="170136"/>
                </a:lnTo>
                <a:cubicBezTo>
                  <a:pt x="440903" y="169111"/>
                  <a:pt x="436461" y="163219"/>
                  <a:pt x="436461" y="137333"/>
                </a:cubicBezTo>
                <a:lnTo>
                  <a:pt x="436461" y="34054"/>
                </a:lnTo>
                <a:lnTo>
                  <a:pt x="502058" y="175003"/>
                </a:lnTo>
                <a:lnTo>
                  <a:pt x="505719" y="175003"/>
                </a:lnTo>
                <a:lnTo>
                  <a:pt x="572624" y="28162"/>
                </a:lnTo>
                <a:close/>
                <a:moveTo>
                  <a:pt x="694155" y="57148"/>
                </a:moveTo>
                <a:cubicBezTo>
                  <a:pt x="660177" y="57148"/>
                  <a:pt x="636393" y="81737"/>
                  <a:pt x="636393" y="117073"/>
                </a:cubicBezTo>
                <a:cubicBezTo>
                  <a:pt x="636393" y="151639"/>
                  <a:pt x="660700" y="177505"/>
                  <a:pt x="693628" y="177505"/>
                </a:cubicBezTo>
                <a:cubicBezTo>
                  <a:pt x="726560" y="177505"/>
                  <a:pt x="751648" y="150360"/>
                  <a:pt x="751648" y="115024"/>
                </a:cubicBezTo>
                <a:cubicBezTo>
                  <a:pt x="751648" y="81479"/>
                  <a:pt x="727605" y="57148"/>
                  <a:pt x="694155" y="57148"/>
                </a:cubicBezTo>
                <a:moveTo>
                  <a:pt x="690757" y="64327"/>
                </a:moveTo>
                <a:cubicBezTo>
                  <a:pt x="712710" y="64327"/>
                  <a:pt x="728128" y="88907"/>
                  <a:pt x="728128" y="123985"/>
                </a:cubicBezTo>
                <a:cubicBezTo>
                  <a:pt x="728128" y="152921"/>
                  <a:pt x="716367" y="170331"/>
                  <a:pt x="696767" y="170331"/>
                </a:cubicBezTo>
                <a:cubicBezTo>
                  <a:pt x="686573" y="170331"/>
                  <a:pt x="676903" y="164189"/>
                  <a:pt x="671415" y="153945"/>
                </a:cubicBezTo>
                <a:cubicBezTo>
                  <a:pt x="664098" y="140629"/>
                  <a:pt x="659914" y="122707"/>
                  <a:pt x="659914" y="104526"/>
                </a:cubicBezTo>
                <a:cubicBezTo>
                  <a:pt x="659914" y="80200"/>
                  <a:pt x="672197" y="64327"/>
                  <a:pt x="690757" y="64327"/>
                </a:cubicBezTo>
                <a:close/>
                <a:moveTo>
                  <a:pt x="761320" y="75086"/>
                </a:moveTo>
                <a:cubicBezTo>
                  <a:pt x="764981" y="74316"/>
                  <a:pt x="767334" y="74058"/>
                  <a:pt x="770468" y="74058"/>
                </a:cubicBezTo>
                <a:cubicBezTo>
                  <a:pt x="777000" y="74058"/>
                  <a:pt x="779353" y="78159"/>
                  <a:pt x="779353" y="89431"/>
                </a:cubicBezTo>
                <a:lnTo>
                  <a:pt x="779353" y="153484"/>
                </a:lnTo>
                <a:cubicBezTo>
                  <a:pt x="779353" y="166292"/>
                  <a:pt x="777523" y="168087"/>
                  <a:pt x="760797" y="171160"/>
                </a:cubicBezTo>
                <a:lnTo>
                  <a:pt x="760797" y="175003"/>
                </a:lnTo>
                <a:lnTo>
                  <a:pt x="823523" y="175003"/>
                </a:lnTo>
                <a:lnTo>
                  <a:pt x="823523" y="171160"/>
                </a:lnTo>
                <a:cubicBezTo>
                  <a:pt x="805749" y="170394"/>
                  <a:pt x="801307" y="166550"/>
                  <a:pt x="801307" y="151948"/>
                </a:cubicBezTo>
                <a:lnTo>
                  <a:pt x="801307" y="94299"/>
                </a:lnTo>
                <a:cubicBezTo>
                  <a:pt x="801307" y="86100"/>
                  <a:pt x="812545" y="73292"/>
                  <a:pt x="819603" y="73292"/>
                </a:cubicBezTo>
                <a:cubicBezTo>
                  <a:pt x="821170" y="73292"/>
                  <a:pt x="823523" y="74574"/>
                  <a:pt x="826399" y="77135"/>
                </a:cubicBezTo>
                <a:cubicBezTo>
                  <a:pt x="830578" y="80720"/>
                  <a:pt x="833453" y="82257"/>
                  <a:pt x="836851" y="82257"/>
                </a:cubicBezTo>
                <a:cubicBezTo>
                  <a:pt x="843124" y="82257"/>
                  <a:pt x="847044" y="77901"/>
                  <a:pt x="847044" y="70731"/>
                </a:cubicBezTo>
                <a:cubicBezTo>
                  <a:pt x="847044" y="62274"/>
                  <a:pt x="841557" y="57148"/>
                  <a:pt x="832672" y="57148"/>
                </a:cubicBezTo>
                <a:cubicBezTo>
                  <a:pt x="821693" y="57148"/>
                  <a:pt x="814116" y="63044"/>
                  <a:pt x="801307" y="81232"/>
                </a:cubicBezTo>
                <a:lnTo>
                  <a:pt x="801307" y="57665"/>
                </a:lnTo>
                <a:lnTo>
                  <a:pt x="800003" y="57148"/>
                </a:lnTo>
                <a:cubicBezTo>
                  <a:pt x="786149" y="62786"/>
                  <a:pt x="776741" y="66117"/>
                  <a:pt x="761320" y="70985"/>
                </a:cubicBezTo>
                <a:lnTo>
                  <a:pt x="761320" y="75086"/>
                </a:lnTo>
                <a:close/>
                <a:moveTo>
                  <a:pt x="962038" y="158039"/>
                </a:moveTo>
                <a:cubicBezTo>
                  <a:pt x="957595" y="161620"/>
                  <a:pt x="954461" y="162903"/>
                  <a:pt x="950541" y="162903"/>
                </a:cubicBezTo>
                <a:cubicBezTo>
                  <a:pt x="944531" y="162903"/>
                  <a:pt x="942700" y="159317"/>
                  <a:pt x="942700" y="148053"/>
                </a:cubicBezTo>
                <a:lnTo>
                  <a:pt x="942700" y="98122"/>
                </a:lnTo>
                <a:cubicBezTo>
                  <a:pt x="942700" y="84806"/>
                  <a:pt x="941392" y="77381"/>
                  <a:pt x="937472" y="71235"/>
                </a:cubicBezTo>
                <a:cubicBezTo>
                  <a:pt x="931722" y="62020"/>
                  <a:pt x="920484" y="57148"/>
                  <a:pt x="905066" y="57148"/>
                </a:cubicBezTo>
                <a:cubicBezTo>
                  <a:pt x="880497" y="57148"/>
                  <a:pt x="861159" y="69699"/>
                  <a:pt x="861159" y="85830"/>
                </a:cubicBezTo>
                <a:cubicBezTo>
                  <a:pt x="861159" y="91722"/>
                  <a:pt x="866383" y="96840"/>
                  <a:pt x="872397" y="96840"/>
                </a:cubicBezTo>
                <a:cubicBezTo>
                  <a:pt x="878666" y="96840"/>
                  <a:pt x="884158" y="91722"/>
                  <a:pt x="884158" y="86088"/>
                </a:cubicBezTo>
                <a:cubicBezTo>
                  <a:pt x="884158" y="85064"/>
                  <a:pt x="883894" y="83781"/>
                  <a:pt x="883635" y="81991"/>
                </a:cubicBezTo>
                <a:cubicBezTo>
                  <a:pt x="883113" y="79688"/>
                  <a:pt x="882850" y="77639"/>
                  <a:pt x="882850" y="75845"/>
                </a:cubicBezTo>
                <a:cubicBezTo>
                  <a:pt x="882850" y="68932"/>
                  <a:pt x="891212" y="63298"/>
                  <a:pt x="901669" y="63298"/>
                </a:cubicBezTo>
                <a:cubicBezTo>
                  <a:pt x="914474" y="63298"/>
                  <a:pt x="921528" y="70723"/>
                  <a:pt x="921528" y="84552"/>
                </a:cubicBezTo>
                <a:lnTo>
                  <a:pt x="921528" y="100171"/>
                </a:lnTo>
                <a:cubicBezTo>
                  <a:pt x="881282" y="116045"/>
                  <a:pt x="876840" y="118093"/>
                  <a:pt x="865602" y="127825"/>
                </a:cubicBezTo>
                <a:cubicBezTo>
                  <a:pt x="859851" y="132946"/>
                  <a:pt x="856190" y="141649"/>
                  <a:pt x="856190" y="150098"/>
                </a:cubicBezTo>
                <a:cubicBezTo>
                  <a:pt x="856190" y="166234"/>
                  <a:pt x="867692" y="177505"/>
                  <a:pt x="883635" y="177505"/>
                </a:cubicBezTo>
                <a:cubicBezTo>
                  <a:pt x="895132" y="177505"/>
                  <a:pt x="905848" y="172126"/>
                  <a:pt x="921792" y="158801"/>
                </a:cubicBezTo>
                <a:cubicBezTo>
                  <a:pt x="923100" y="172126"/>
                  <a:pt x="927801" y="177505"/>
                  <a:pt x="938517" y="177505"/>
                </a:cubicBezTo>
                <a:cubicBezTo>
                  <a:pt x="947402" y="177505"/>
                  <a:pt x="952893" y="174432"/>
                  <a:pt x="962038" y="164697"/>
                </a:cubicBezTo>
                <a:lnTo>
                  <a:pt x="962038" y="158039"/>
                </a:lnTo>
                <a:moveTo>
                  <a:pt x="921528" y="143428"/>
                </a:moveTo>
                <a:cubicBezTo>
                  <a:pt x="921528" y="151373"/>
                  <a:pt x="920224" y="153680"/>
                  <a:pt x="914733" y="156753"/>
                </a:cubicBezTo>
                <a:cubicBezTo>
                  <a:pt x="908464" y="160342"/>
                  <a:pt x="901146" y="162645"/>
                  <a:pt x="895655" y="162645"/>
                </a:cubicBezTo>
                <a:cubicBezTo>
                  <a:pt x="886511" y="162645"/>
                  <a:pt x="879193" y="153934"/>
                  <a:pt x="879193" y="142916"/>
                </a:cubicBezTo>
                <a:lnTo>
                  <a:pt x="879193" y="141892"/>
                </a:lnTo>
                <a:cubicBezTo>
                  <a:pt x="879193" y="126773"/>
                  <a:pt x="889904" y="117550"/>
                  <a:pt x="921528" y="106274"/>
                </a:cubicBezTo>
                <a:lnTo>
                  <a:pt x="921528" y="143428"/>
                </a:lnTo>
                <a:close/>
                <a:moveTo>
                  <a:pt x="967528" y="15373"/>
                </a:moveTo>
                <a:lnTo>
                  <a:pt x="969096" y="15373"/>
                </a:lnTo>
                <a:cubicBezTo>
                  <a:pt x="971971" y="15119"/>
                  <a:pt x="975105" y="14861"/>
                  <a:pt x="977199" y="14861"/>
                </a:cubicBezTo>
                <a:cubicBezTo>
                  <a:pt x="985562" y="14861"/>
                  <a:pt x="988174" y="18450"/>
                  <a:pt x="988174" y="30492"/>
                </a:cubicBezTo>
                <a:lnTo>
                  <a:pt x="988174" y="152714"/>
                </a:lnTo>
                <a:cubicBezTo>
                  <a:pt x="988174" y="166550"/>
                  <a:pt x="984517" y="169881"/>
                  <a:pt x="968051" y="171160"/>
                </a:cubicBezTo>
                <a:lnTo>
                  <a:pt x="968051" y="175003"/>
                </a:lnTo>
                <a:lnTo>
                  <a:pt x="1029728" y="175003"/>
                </a:lnTo>
                <a:lnTo>
                  <a:pt x="1029728" y="171160"/>
                </a:lnTo>
                <a:cubicBezTo>
                  <a:pt x="1013266" y="170136"/>
                  <a:pt x="1010127" y="167575"/>
                  <a:pt x="1010127" y="153480"/>
                </a:cubicBezTo>
                <a:lnTo>
                  <a:pt x="1010127" y="512"/>
                </a:lnTo>
                <a:lnTo>
                  <a:pt x="1009082" y="0"/>
                </a:lnTo>
                <a:cubicBezTo>
                  <a:pt x="995492" y="4355"/>
                  <a:pt x="985562" y="6920"/>
                  <a:pt x="967528" y="11276"/>
                </a:cubicBezTo>
                <a:lnTo>
                  <a:pt x="967528" y="15373"/>
                </a:lnTo>
                <a:close/>
                <a:moveTo>
                  <a:pt x="1243777" y="177505"/>
                </a:moveTo>
                <a:lnTo>
                  <a:pt x="1282196" y="164185"/>
                </a:lnTo>
                <a:lnTo>
                  <a:pt x="1282196" y="160088"/>
                </a:lnTo>
                <a:cubicBezTo>
                  <a:pt x="1277491" y="160342"/>
                  <a:pt x="1276968" y="160342"/>
                  <a:pt x="1276183" y="160342"/>
                </a:cubicBezTo>
                <a:cubicBezTo>
                  <a:pt x="1266775" y="160342"/>
                  <a:pt x="1264686" y="157527"/>
                  <a:pt x="1264686" y="145747"/>
                </a:cubicBezTo>
                <a:lnTo>
                  <a:pt x="1264686" y="524"/>
                </a:lnTo>
                <a:lnTo>
                  <a:pt x="1263377" y="12"/>
                </a:lnTo>
                <a:cubicBezTo>
                  <a:pt x="1250831" y="4367"/>
                  <a:pt x="1241687" y="6928"/>
                  <a:pt x="1224958" y="11287"/>
                </a:cubicBezTo>
                <a:lnTo>
                  <a:pt x="1224958" y="15385"/>
                </a:lnTo>
                <a:cubicBezTo>
                  <a:pt x="1227052" y="15131"/>
                  <a:pt x="1228619" y="15131"/>
                  <a:pt x="1230708" y="15131"/>
                </a:cubicBezTo>
                <a:cubicBezTo>
                  <a:pt x="1240379" y="15131"/>
                  <a:pt x="1242732" y="17692"/>
                  <a:pt x="1242732" y="28197"/>
                </a:cubicBezTo>
                <a:lnTo>
                  <a:pt x="1242732" y="68166"/>
                </a:lnTo>
                <a:cubicBezTo>
                  <a:pt x="1232798" y="59967"/>
                  <a:pt x="1225743" y="57148"/>
                  <a:pt x="1215287" y="57148"/>
                </a:cubicBezTo>
                <a:cubicBezTo>
                  <a:pt x="1185234" y="57148"/>
                  <a:pt x="1160928" y="86088"/>
                  <a:pt x="1160928" y="122449"/>
                </a:cubicBezTo>
                <a:cubicBezTo>
                  <a:pt x="1160928" y="155220"/>
                  <a:pt x="1180528" y="177505"/>
                  <a:pt x="1209277" y="177505"/>
                </a:cubicBezTo>
                <a:cubicBezTo>
                  <a:pt x="1223913" y="177505"/>
                  <a:pt x="1233847" y="172384"/>
                  <a:pt x="1242732" y="160342"/>
                </a:cubicBezTo>
                <a:lnTo>
                  <a:pt x="1242732" y="176739"/>
                </a:lnTo>
                <a:lnTo>
                  <a:pt x="1243777" y="177505"/>
                </a:lnTo>
                <a:moveTo>
                  <a:pt x="1242732" y="148820"/>
                </a:moveTo>
                <a:cubicBezTo>
                  <a:pt x="1242732" y="150614"/>
                  <a:pt x="1240902" y="153687"/>
                  <a:pt x="1238289" y="156502"/>
                </a:cubicBezTo>
                <a:cubicBezTo>
                  <a:pt x="1233584" y="161624"/>
                  <a:pt x="1227052" y="164185"/>
                  <a:pt x="1219470" y="164185"/>
                </a:cubicBezTo>
                <a:cubicBezTo>
                  <a:pt x="1197780" y="164185"/>
                  <a:pt x="1183404" y="143698"/>
                  <a:pt x="1183404" y="112205"/>
                </a:cubicBezTo>
                <a:cubicBezTo>
                  <a:pt x="1183404" y="83273"/>
                  <a:pt x="1196209" y="64327"/>
                  <a:pt x="1216073" y="64327"/>
                </a:cubicBezTo>
                <a:cubicBezTo>
                  <a:pt x="1229927" y="64327"/>
                  <a:pt x="1242732" y="76357"/>
                  <a:pt x="1242732" y="89928"/>
                </a:cubicBezTo>
                <a:lnTo>
                  <a:pt x="1242732" y="148820"/>
                </a:lnTo>
                <a:close/>
                <a:moveTo>
                  <a:pt x="1391179" y="132911"/>
                </a:moveTo>
                <a:cubicBezTo>
                  <a:pt x="1378637" y="152393"/>
                  <a:pt x="1367395" y="159830"/>
                  <a:pt x="1350670" y="159830"/>
                </a:cubicBezTo>
                <a:cubicBezTo>
                  <a:pt x="1335775" y="159830"/>
                  <a:pt x="1324537" y="152393"/>
                  <a:pt x="1316956" y="137783"/>
                </a:cubicBezTo>
                <a:cubicBezTo>
                  <a:pt x="1312250" y="128040"/>
                  <a:pt x="1310424" y="119579"/>
                  <a:pt x="1309901" y="103940"/>
                </a:cubicBezTo>
                <a:lnTo>
                  <a:pt x="1390397" y="103940"/>
                </a:lnTo>
                <a:cubicBezTo>
                  <a:pt x="1388304" y="87316"/>
                  <a:pt x="1385692" y="79911"/>
                  <a:pt x="1379159" y="71740"/>
                </a:cubicBezTo>
                <a:cubicBezTo>
                  <a:pt x="1371315" y="62532"/>
                  <a:pt x="1359296" y="57148"/>
                  <a:pt x="1345705" y="57148"/>
                </a:cubicBezTo>
                <a:cubicBezTo>
                  <a:pt x="1332636" y="57148"/>
                  <a:pt x="1320354" y="61762"/>
                  <a:pt x="1310424" y="70461"/>
                </a:cubicBezTo>
                <a:cubicBezTo>
                  <a:pt x="1298137" y="80931"/>
                  <a:pt x="1291082" y="99072"/>
                  <a:pt x="1291082" y="120091"/>
                </a:cubicBezTo>
                <a:cubicBezTo>
                  <a:pt x="1291082" y="155470"/>
                  <a:pt x="1309901" y="177505"/>
                  <a:pt x="1339954" y="177505"/>
                </a:cubicBezTo>
                <a:cubicBezTo>
                  <a:pt x="1364783" y="177505"/>
                  <a:pt x="1384384" y="162390"/>
                  <a:pt x="1395362" y="134706"/>
                </a:cubicBezTo>
                <a:lnTo>
                  <a:pt x="1391179" y="132911"/>
                </a:lnTo>
                <a:moveTo>
                  <a:pt x="1310424" y="95741"/>
                </a:moveTo>
                <a:cubicBezTo>
                  <a:pt x="1313295" y="75825"/>
                  <a:pt x="1322184" y="66375"/>
                  <a:pt x="1338124" y="66375"/>
                </a:cubicBezTo>
                <a:cubicBezTo>
                  <a:pt x="1354068" y="66375"/>
                  <a:pt x="1360341" y="73526"/>
                  <a:pt x="1363738" y="95741"/>
                </a:cubicBezTo>
                <a:lnTo>
                  <a:pt x="1310424" y="95741"/>
                </a:lnTo>
                <a:close/>
                <a:moveTo>
                  <a:pt x="1504607" y="134991"/>
                </a:moveTo>
                <a:cubicBezTo>
                  <a:pt x="1492062" y="152913"/>
                  <a:pt x="1482654" y="159059"/>
                  <a:pt x="1467755" y="159059"/>
                </a:cubicBezTo>
                <a:cubicBezTo>
                  <a:pt x="1443971" y="159059"/>
                  <a:pt x="1427246" y="138576"/>
                  <a:pt x="1427246" y="109132"/>
                </a:cubicBezTo>
                <a:cubicBezTo>
                  <a:pt x="1427246" y="82761"/>
                  <a:pt x="1441622" y="64581"/>
                  <a:pt x="1462790" y="64581"/>
                </a:cubicBezTo>
                <a:cubicBezTo>
                  <a:pt x="1472198" y="64581"/>
                  <a:pt x="1475595" y="67396"/>
                  <a:pt x="1478211" y="76869"/>
                </a:cubicBezTo>
                <a:lnTo>
                  <a:pt x="1479779" y="82503"/>
                </a:lnTo>
                <a:cubicBezTo>
                  <a:pt x="1481868" y="89673"/>
                  <a:pt x="1486574" y="94283"/>
                  <a:pt x="1492062" y="94283"/>
                </a:cubicBezTo>
                <a:cubicBezTo>
                  <a:pt x="1498857" y="94283"/>
                  <a:pt x="1504607" y="89415"/>
                  <a:pt x="1504607" y="83527"/>
                </a:cubicBezTo>
                <a:cubicBezTo>
                  <a:pt x="1504607" y="69190"/>
                  <a:pt x="1486311" y="57148"/>
                  <a:pt x="1464357" y="57148"/>
                </a:cubicBezTo>
                <a:cubicBezTo>
                  <a:pt x="1451552" y="57148"/>
                  <a:pt x="1438225" y="62274"/>
                  <a:pt x="1427509" y="71493"/>
                </a:cubicBezTo>
                <a:cubicBezTo>
                  <a:pt x="1414441" y="82761"/>
                  <a:pt x="1407123" y="100171"/>
                  <a:pt x="1407123" y="120396"/>
                </a:cubicBezTo>
                <a:cubicBezTo>
                  <a:pt x="1407123" y="153683"/>
                  <a:pt x="1427768" y="177505"/>
                  <a:pt x="1456780" y="177505"/>
                </a:cubicBezTo>
                <a:cubicBezTo>
                  <a:pt x="1468541" y="177505"/>
                  <a:pt x="1478993" y="173408"/>
                  <a:pt x="1488405" y="165463"/>
                </a:cubicBezTo>
                <a:cubicBezTo>
                  <a:pt x="1495459" y="159313"/>
                  <a:pt x="1500424" y="152401"/>
                  <a:pt x="1508264" y="137294"/>
                </a:cubicBezTo>
                <a:lnTo>
                  <a:pt x="1504607" y="134991"/>
                </a:lnTo>
                <a:close/>
                <a:moveTo>
                  <a:pt x="1562364" y="57148"/>
                </a:moveTo>
                <a:lnTo>
                  <a:pt x="1521855" y="71161"/>
                </a:lnTo>
                <a:lnTo>
                  <a:pt x="1521855" y="75008"/>
                </a:lnTo>
                <a:lnTo>
                  <a:pt x="1523948" y="74750"/>
                </a:lnTo>
                <a:cubicBezTo>
                  <a:pt x="1527083" y="74238"/>
                  <a:pt x="1530481" y="73980"/>
                  <a:pt x="1532833" y="73980"/>
                </a:cubicBezTo>
                <a:cubicBezTo>
                  <a:pt x="1539106" y="73980"/>
                  <a:pt x="1541455" y="78081"/>
                  <a:pt x="1541455" y="89365"/>
                </a:cubicBezTo>
                <a:lnTo>
                  <a:pt x="1541455" y="148855"/>
                </a:lnTo>
                <a:cubicBezTo>
                  <a:pt x="1541455" y="167317"/>
                  <a:pt x="1538843" y="170136"/>
                  <a:pt x="1520810" y="171160"/>
                </a:cubicBezTo>
                <a:lnTo>
                  <a:pt x="1520810" y="175003"/>
                </a:lnTo>
                <a:lnTo>
                  <a:pt x="1582750" y="175003"/>
                </a:lnTo>
                <a:lnTo>
                  <a:pt x="1582750" y="171160"/>
                </a:lnTo>
                <a:cubicBezTo>
                  <a:pt x="1565502" y="169881"/>
                  <a:pt x="1563409" y="167317"/>
                  <a:pt x="1563409" y="148855"/>
                </a:cubicBezTo>
                <a:lnTo>
                  <a:pt x="1563409" y="57919"/>
                </a:lnTo>
                <a:lnTo>
                  <a:pt x="1562364" y="57148"/>
                </a:lnTo>
                <a:moveTo>
                  <a:pt x="1550081" y="98"/>
                </a:moveTo>
                <a:cubicBezTo>
                  <a:pt x="1543027" y="98"/>
                  <a:pt x="1537013" y="5994"/>
                  <a:pt x="1537013" y="13168"/>
                </a:cubicBezTo>
                <a:cubicBezTo>
                  <a:pt x="1537013" y="20342"/>
                  <a:pt x="1542763" y="26234"/>
                  <a:pt x="1550081" y="26234"/>
                </a:cubicBezTo>
                <a:cubicBezTo>
                  <a:pt x="1557662" y="26234"/>
                  <a:pt x="1563672" y="20596"/>
                  <a:pt x="1563672" y="13168"/>
                </a:cubicBezTo>
                <a:cubicBezTo>
                  <a:pt x="1563672" y="5994"/>
                  <a:pt x="1557662" y="98"/>
                  <a:pt x="1550081" y="98"/>
                </a:cubicBezTo>
                <a:close/>
                <a:moveTo>
                  <a:pt x="1671608" y="94498"/>
                </a:moveTo>
                <a:lnTo>
                  <a:pt x="1670563" y="59651"/>
                </a:lnTo>
                <a:lnTo>
                  <a:pt x="1667688" y="59651"/>
                </a:lnTo>
                <a:lnTo>
                  <a:pt x="1667166" y="60167"/>
                </a:lnTo>
                <a:cubicBezTo>
                  <a:pt x="1664813" y="61957"/>
                  <a:pt x="1664554" y="62215"/>
                  <a:pt x="1663509" y="62215"/>
                </a:cubicBezTo>
                <a:cubicBezTo>
                  <a:pt x="1661942" y="62215"/>
                  <a:pt x="1659325" y="61703"/>
                  <a:pt x="1656450" y="60421"/>
                </a:cubicBezTo>
                <a:cubicBezTo>
                  <a:pt x="1650700" y="58427"/>
                  <a:pt x="1644953" y="57399"/>
                  <a:pt x="1638158" y="57399"/>
                </a:cubicBezTo>
                <a:cubicBezTo>
                  <a:pt x="1617508" y="57399"/>
                  <a:pt x="1602613" y="70465"/>
                  <a:pt x="1602613" y="88903"/>
                </a:cubicBezTo>
                <a:cubicBezTo>
                  <a:pt x="1602613" y="103240"/>
                  <a:pt x="1610976" y="113484"/>
                  <a:pt x="1633193" y="125776"/>
                </a:cubicBezTo>
                <a:lnTo>
                  <a:pt x="1648351" y="134229"/>
                </a:lnTo>
                <a:cubicBezTo>
                  <a:pt x="1657495" y="139350"/>
                  <a:pt x="1661942" y="145496"/>
                  <a:pt x="1661942" y="153433"/>
                </a:cubicBezTo>
                <a:cubicBezTo>
                  <a:pt x="1661942" y="164701"/>
                  <a:pt x="1653575" y="171871"/>
                  <a:pt x="1640247" y="171871"/>
                </a:cubicBezTo>
                <a:cubicBezTo>
                  <a:pt x="1631362" y="171871"/>
                  <a:pt x="1623259" y="168540"/>
                  <a:pt x="1618294" y="162906"/>
                </a:cubicBezTo>
                <a:cubicBezTo>
                  <a:pt x="1612806" y="156506"/>
                  <a:pt x="1610453" y="150614"/>
                  <a:pt x="1607056" y="136019"/>
                </a:cubicBezTo>
                <a:lnTo>
                  <a:pt x="1602872" y="136019"/>
                </a:lnTo>
                <a:lnTo>
                  <a:pt x="1602872" y="175969"/>
                </a:lnTo>
                <a:lnTo>
                  <a:pt x="1606270" y="175969"/>
                </a:lnTo>
                <a:cubicBezTo>
                  <a:pt x="1608101" y="173408"/>
                  <a:pt x="1609145" y="172896"/>
                  <a:pt x="1612284" y="172896"/>
                </a:cubicBezTo>
                <a:cubicBezTo>
                  <a:pt x="1614637" y="172954"/>
                  <a:pt x="1618294" y="173467"/>
                  <a:pt x="1624304" y="175003"/>
                </a:cubicBezTo>
                <a:cubicBezTo>
                  <a:pt x="1631621" y="176481"/>
                  <a:pt x="1638680" y="177505"/>
                  <a:pt x="1643382" y="177505"/>
                </a:cubicBezTo>
                <a:cubicBezTo>
                  <a:pt x="1663509" y="177505"/>
                  <a:pt x="1680234" y="162652"/>
                  <a:pt x="1680234" y="144726"/>
                </a:cubicBezTo>
                <a:cubicBezTo>
                  <a:pt x="1680234" y="131922"/>
                  <a:pt x="1673961" y="123473"/>
                  <a:pt x="1658281" y="114254"/>
                </a:cubicBezTo>
                <a:lnTo>
                  <a:pt x="1630054" y="97864"/>
                </a:lnTo>
                <a:cubicBezTo>
                  <a:pt x="1622736" y="93767"/>
                  <a:pt x="1618816" y="87367"/>
                  <a:pt x="1618816" y="80450"/>
                </a:cubicBezTo>
                <a:cubicBezTo>
                  <a:pt x="1618816" y="70207"/>
                  <a:pt x="1626920" y="63036"/>
                  <a:pt x="1638939" y="63036"/>
                </a:cubicBezTo>
                <a:cubicBezTo>
                  <a:pt x="1653838" y="63036"/>
                  <a:pt x="1661678" y="71743"/>
                  <a:pt x="1667688" y="94537"/>
                </a:cubicBezTo>
                <a:lnTo>
                  <a:pt x="1671608" y="94498"/>
                </a:lnTo>
                <a:close/>
                <a:moveTo>
                  <a:pt x="1736686" y="57148"/>
                </a:moveTo>
                <a:lnTo>
                  <a:pt x="1696176" y="71161"/>
                </a:lnTo>
                <a:lnTo>
                  <a:pt x="1696176" y="75008"/>
                </a:lnTo>
                <a:lnTo>
                  <a:pt x="1698270" y="74750"/>
                </a:lnTo>
                <a:cubicBezTo>
                  <a:pt x="1701404" y="74238"/>
                  <a:pt x="1704802" y="73980"/>
                  <a:pt x="1707155" y="73980"/>
                </a:cubicBezTo>
                <a:cubicBezTo>
                  <a:pt x="1713428" y="73980"/>
                  <a:pt x="1715777" y="78081"/>
                  <a:pt x="1715777" y="89365"/>
                </a:cubicBezTo>
                <a:lnTo>
                  <a:pt x="1715777" y="148855"/>
                </a:lnTo>
                <a:cubicBezTo>
                  <a:pt x="1715777" y="167317"/>
                  <a:pt x="1713165" y="170136"/>
                  <a:pt x="1695131" y="171160"/>
                </a:cubicBezTo>
                <a:lnTo>
                  <a:pt x="1695131" y="175003"/>
                </a:lnTo>
                <a:lnTo>
                  <a:pt x="1757072" y="175003"/>
                </a:lnTo>
                <a:lnTo>
                  <a:pt x="1757072" y="171160"/>
                </a:lnTo>
                <a:cubicBezTo>
                  <a:pt x="1739824" y="169881"/>
                  <a:pt x="1737730" y="167317"/>
                  <a:pt x="1737730" y="148855"/>
                </a:cubicBezTo>
                <a:lnTo>
                  <a:pt x="1737730" y="57919"/>
                </a:lnTo>
                <a:lnTo>
                  <a:pt x="1736686" y="57148"/>
                </a:lnTo>
                <a:moveTo>
                  <a:pt x="1724403" y="98"/>
                </a:moveTo>
                <a:cubicBezTo>
                  <a:pt x="1717348" y="98"/>
                  <a:pt x="1711334" y="5994"/>
                  <a:pt x="1711334" y="13168"/>
                </a:cubicBezTo>
                <a:cubicBezTo>
                  <a:pt x="1711334" y="20342"/>
                  <a:pt x="1717085" y="26234"/>
                  <a:pt x="1724403" y="26234"/>
                </a:cubicBezTo>
                <a:cubicBezTo>
                  <a:pt x="1731984" y="26234"/>
                  <a:pt x="1737994" y="20596"/>
                  <a:pt x="1737994" y="13168"/>
                </a:cubicBezTo>
                <a:cubicBezTo>
                  <a:pt x="1737994" y="5994"/>
                  <a:pt x="1731984" y="98"/>
                  <a:pt x="1724403" y="98"/>
                </a:cubicBezTo>
                <a:close/>
                <a:moveTo>
                  <a:pt x="1828945" y="57148"/>
                </a:moveTo>
                <a:cubicBezTo>
                  <a:pt x="1794968" y="57148"/>
                  <a:pt x="1771184" y="81737"/>
                  <a:pt x="1771184" y="117073"/>
                </a:cubicBezTo>
                <a:cubicBezTo>
                  <a:pt x="1771184" y="151639"/>
                  <a:pt x="1795491" y="177505"/>
                  <a:pt x="1828419" y="177505"/>
                </a:cubicBezTo>
                <a:cubicBezTo>
                  <a:pt x="1861351" y="177505"/>
                  <a:pt x="1886439" y="150360"/>
                  <a:pt x="1886439" y="115024"/>
                </a:cubicBezTo>
                <a:cubicBezTo>
                  <a:pt x="1886439" y="81479"/>
                  <a:pt x="1862396" y="57148"/>
                  <a:pt x="1828945" y="57148"/>
                </a:cubicBezTo>
                <a:moveTo>
                  <a:pt x="1825548" y="64327"/>
                </a:moveTo>
                <a:cubicBezTo>
                  <a:pt x="1847501" y="64327"/>
                  <a:pt x="1862919" y="88907"/>
                  <a:pt x="1862919" y="123985"/>
                </a:cubicBezTo>
                <a:cubicBezTo>
                  <a:pt x="1862919" y="152921"/>
                  <a:pt x="1851158" y="170331"/>
                  <a:pt x="1831558" y="170331"/>
                </a:cubicBezTo>
                <a:cubicBezTo>
                  <a:pt x="1821364" y="170331"/>
                  <a:pt x="1811694" y="164189"/>
                  <a:pt x="1806206" y="153945"/>
                </a:cubicBezTo>
                <a:cubicBezTo>
                  <a:pt x="1798889" y="140629"/>
                  <a:pt x="1794705" y="122707"/>
                  <a:pt x="1794705" y="104526"/>
                </a:cubicBezTo>
                <a:cubicBezTo>
                  <a:pt x="1794705" y="80200"/>
                  <a:pt x="1806988" y="64327"/>
                  <a:pt x="1825548" y="64327"/>
                </a:cubicBezTo>
                <a:close/>
                <a:moveTo>
                  <a:pt x="1898464" y="73038"/>
                </a:moveTo>
                <a:cubicBezTo>
                  <a:pt x="1900031" y="72267"/>
                  <a:pt x="1902647" y="72013"/>
                  <a:pt x="1905523" y="72013"/>
                </a:cubicBezTo>
                <a:cubicBezTo>
                  <a:pt x="1912840" y="72013"/>
                  <a:pt x="1915189" y="75856"/>
                  <a:pt x="1915189" y="88407"/>
                </a:cubicBezTo>
                <a:lnTo>
                  <a:pt x="1915189" y="151948"/>
                </a:lnTo>
                <a:cubicBezTo>
                  <a:pt x="1915189" y="166550"/>
                  <a:pt x="1912314" y="170136"/>
                  <a:pt x="1898986" y="171160"/>
                </a:cubicBezTo>
                <a:lnTo>
                  <a:pt x="1898986" y="175003"/>
                </a:lnTo>
                <a:lnTo>
                  <a:pt x="1954395" y="175003"/>
                </a:lnTo>
                <a:lnTo>
                  <a:pt x="1954395" y="171160"/>
                </a:lnTo>
                <a:cubicBezTo>
                  <a:pt x="1941063" y="170136"/>
                  <a:pt x="1937143" y="167063"/>
                  <a:pt x="1937143" y="157839"/>
                </a:cubicBezTo>
                <a:lnTo>
                  <a:pt x="1937143" y="85846"/>
                </a:lnTo>
                <a:cubicBezTo>
                  <a:pt x="1949689" y="74316"/>
                  <a:pt x="1955439" y="71243"/>
                  <a:pt x="1964065" y="71243"/>
                </a:cubicBezTo>
                <a:cubicBezTo>
                  <a:pt x="1976870" y="71243"/>
                  <a:pt x="1983143" y="79184"/>
                  <a:pt x="1983143" y="96093"/>
                </a:cubicBezTo>
                <a:lnTo>
                  <a:pt x="1983143" y="149641"/>
                </a:lnTo>
                <a:cubicBezTo>
                  <a:pt x="1983143" y="165780"/>
                  <a:pt x="1979746" y="170136"/>
                  <a:pt x="1966677" y="171160"/>
                </a:cubicBezTo>
                <a:lnTo>
                  <a:pt x="1966677" y="175003"/>
                </a:lnTo>
                <a:lnTo>
                  <a:pt x="2021041" y="175003"/>
                </a:lnTo>
                <a:lnTo>
                  <a:pt x="2021041" y="171160"/>
                </a:lnTo>
                <a:cubicBezTo>
                  <a:pt x="2008231" y="169881"/>
                  <a:pt x="2005097" y="166804"/>
                  <a:pt x="2005097" y="154254"/>
                </a:cubicBezTo>
                <a:lnTo>
                  <a:pt x="2005097" y="95581"/>
                </a:lnTo>
                <a:cubicBezTo>
                  <a:pt x="2005097" y="71501"/>
                  <a:pt x="1993596" y="57148"/>
                  <a:pt x="1974258" y="57148"/>
                </a:cubicBezTo>
                <a:cubicBezTo>
                  <a:pt x="1962235" y="57148"/>
                  <a:pt x="1954131" y="61508"/>
                  <a:pt x="1936361" y="77905"/>
                </a:cubicBezTo>
                <a:lnTo>
                  <a:pt x="1936361" y="57665"/>
                </a:lnTo>
                <a:lnTo>
                  <a:pt x="1934531" y="57148"/>
                </a:lnTo>
                <a:cubicBezTo>
                  <a:pt x="1921725" y="61762"/>
                  <a:pt x="1912840" y="64581"/>
                  <a:pt x="1898464" y="68682"/>
                </a:cubicBezTo>
                <a:lnTo>
                  <a:pt x="1898464" y="73038"/>
                </a:lnTo>
                <a:close/>
                <a:moveTo>
                  <a:pt x="2107283" y="94498"/>
                </a:moveTo>
                <a:lnTo>
                  <a:pt x="2106238" y="59651"/>
                </a:lnTo>
                <a:lnTo>
                  <a:pt x="2103363" y="59651"/>
                </a:lnTo>
                <a:lnTo>
                  <a:pt x="2102840" y="60167"/>
                </a:lnTo>
                <a:cubicBezTo>
                  <a:pt x="2100487" y="61957"/>
                  <a:pt x="2100228" y="62215"/>
                  <a:pt x="2099183" y="62215"/>
                </a:cubicBezTo>
                <a:cubicBezTo>
                  <a:pt x="2097616" y="62215"/>
                  <a:pt x="2095000" y="61703"/>
                  <a:pt x="2092125" y="60421"/>
                </a:cubicBezTo>
                <a:cubicBezTo>
                  <a:pt x="2086374" y="58427"/>
                  <a:pt x="2080627" y="57399"/>
                  <a:pt x="2073832" y="57399"/>
                </a:cubicBezTo>
                <a:cubicBezTo>
                  <a:pt x="2053183" y="57399"/>
                  <a:pt x="2038288" y="70465"/>
                  <a:pt x="2038288" y="88903"/>
                </a:cubicBezTo>
                <a:cubicBezTo>
                  <a:pt x="2038288" y="103240"/>
                  <a:pt x="2046650" y="113484"/>
                  <a:pt x="2068867" y="125776"/>
                </a:cubicBezTo>
                <a:lnTo>
                  <a:pt x="2084025" y="134229"/>
                </a:lnTo>
                <a:cubicBezTo>
                  <a:pt x="2093169" y="139350"/>
                  <a:pt x="2097616" y="145496"/>
                  <a:pt x="2097616" y="153433"/>
                </a:cubicBezTo>
                <a:cubicBezTo>
                  <a:pt x="2097616" y="164701"/>
                  <a:pt x="2089249" y="171871"/>
                  <a:pt x="2075922" y="171871"/>
                </a:cubicBezTo>
                <a:cubicBezTo>
                  <a:pt x="2067037" y="171871"/>
                  <a:pt x="2058933" y="168540"/>
                  <a:pt x="2053968" y="162906"/>
                </a:cubicBezTo>
                <a:cubicBezTo>
                  <a:pt x="2048481" y="156506"/>
                  <a:pt x="2046128" y="150614"/>
                  <a:pt x="2042730" y="136019"/>
                </a:cubicBezTo>
                <a:lnTo>
                  <a:pt x="2038547" y="136019"/>
                </a:lnTo>
                <a:lnTo>
                  <a:pt x="2038547" y="175969"/>
                </a:lnTo>
                <a:lnTo>
                  <a:pt x="2041945" y="175969"/>
                </a:lnTo>
                <a:cubicBezTo>
                  <a:pt x="2043775" y="173408"/>
                  <a:pt x="2044820" y="172896"/>
                  <a:pt x="2047958" y="172896"/>
                </a:cubicBezTo>
                <a:cubicBezTo>
                  <a:pt x="2050311" y="172954"/>
                  <a:pt x="2053968" y="173467"/>
                  <a:pt x="2059978" y="175003"/>
                </a:cubicBezTo>
                <a:cubicBezTo>
                  <a:pt x="2067296" y="176481"/>
                  <a:pt x="2074354" y="177505"/>
                  <a:pt x="2079056" y="177505"/>
                </a:cubicBezTo>
                <a:cubicBezTo>
                  <a:pt x="2099183" y="177505"/>
                  <a:pt x="2115909" y="162652"/>
                  <a:pt x="2115909" y="144726"/>
                </a:cubicBezTo>
                <a:cubicBezTo>
                  <a:pt x="2115909" y="131922"/>
                  <a:pt x="2109636" y="123473"/>
                  <a:pt x="2093955" y="114254"/>
                </a:cubicBezTo>
                <a:lnTo>
                  <a:pt x="2065729" y="97864"/>
                </a:lnTo>
                <a:cubicBezTo>
                  <a:pt x="2058411" y="93767"/>
                  <a:pt x="2054491" y="87367"/>
                  <a:pt x="2054491" y="80450"/>
                </a:cubicBezTo>
                <a:cubicBezTo>
                  <a:pt x="2054491" y="70207"/>
                  <a:pt x="2062594" y="63036"/>
                  <a:pt x="2074614" y="63036"/>
                </a:cubicBezTo>
                <a:cubicBezTo>
                  <a:pt x="2089513" y="63036"/>
                  <a:pt x="2097353" y="71743"/>
                  <a:pt x="2103363" y="94537"/>
                </a:cubicBezTo>
                <a:lnTo>
                  <a:pt x="2107283" y="94498"/>
                </a:lnTo>
                <a:close/>
                <a:moveTo>
                  <a:pt x="2361056" y="158039"/>
                </a:moveTo>
                <a:cubicBezTo>
                  <a:pt x="2356613" y="161620"/>
                  <a:pt x="2353479" y="162903"/>
                  <a:pt x="2349559" y="162903"/>
                </a:cubicBezTo>
                <a:cubicBezTo>
                  <a:pt x="2343549" y="162903"/>
                  <a:pt x="2341719" y="159317"/>
                  <a:pt x="2341719" y="148053"/>
                </a:cubicBezTo>
                <a:lnTo>
                  <a:pt x="2341719" y="98122"/>
                </a:lnTo>
                <a:cubicBezTo>
                  <a:pt x="2341719" y="84806"/>
                  <a:pt x="2340411" y="77381"/>
                  <a:pt x="2336490" y="71235"/>
                </a:cubicBezTo>
                <a:cubicBezTo>
                  <a:pt x="2330740" y="62020"/>
                  <a:pt x="2319502" y="57148"/>
                  <a:pt x="2304085" y="57148"/>
                </a:cubicBezTo>
                <a:cubicBezTo>
                  <a:pt x="2279515" y="57148"/>
                  <a:pt x="2260178" y="69699"/>
                  <a:pt x="2260178" y="85830"/>
                </a:cubicBezTo>
                <a:cubicBezTo>
                  <a:pt x="2260178" y="91722"/>
                  <a:pt x="2265402" y="96840"/>
                  <a:pt x="2271416" y="96840"/>
                </a:cubicBezTo>
                <a:cubicBezTo>
                  <a:pt x="2277685" y="96840"/>
                  <a:pt x="2283176" y="91722"/>
                  <a:pt x="2283176" y="86088"/>
                </a:cubicBezTo>
                <a:cubicBezTo>
                  <a:pt x="2283176" y="85064"/>
                  <a:pt x="2282913" y="83781"/>
                  <a:pt x="2282654" y="81991"/>
                </a:cubicBezTo>
                <a:cubicBezTo>
                  <a:pt x="2282131" y="79688"/>
                  <a:pt x="2281868" y="77639"/>
                  <a:pt x="2281868" y="75845"/>
                </a:cubicBezTo>
                <a:cubicBezTo>
                  <a:pt x="2281868" y="68932"/>
                  <a:pt x="2290231" y="63298"/>
                  <a:pt x="2300687" y="63298"/>
                </a:cubicBezTo>
                <a:cubicBezTo>
                  <a:pt x="2313492" y="63298"/>
                  <a:pt x="2320547" y="70723"/>
                  <a:pt x="2320547" y="84552"/>
                </a:cubicBezTo>
                <a:lnTo>
                  <a:pt x="2320547" y="100171"/>
                </a:lnTo>
                <a:cubicBezTo>
                  <a:pt x="2280301" y="116045"/>
                  <a:pt x="2275858" y="118093"/>
                  <a:pt x="2264620" y="127825"/>
                </a:cubicBezTo>
                <a:cubicBezTo>
                  <a:pt x="2258870" y="132946"/>
                  <a:pt x="2255209" y="141649"/>
                  <a:pt x="2255209" y="150098"/>
                </a:cubicBezTo>
                <a:cubicBezTo>
                  <a:pt x="2255209" y="166234"/>
                  <a:pt x="2266710" y="177505"/>
                  <a:pt x="2282654" y="177505"/>
                </a:cubicBezTo>
                <a:cubicBezTo>
                  <a:pt x="2294151" y="177505"/>
                  <a:pt x="2304866" y="172126"/>
                  <a:pt x="2320810" y="158801"/>
                </a:cubicBezTo>
                <a:cubicBezTo>
                  <a:pt x="2322118" y="172126"/>
                  <a:pt x="2326820" y="177505"/>
                  <a:pt x="2337535" y="177505"/>
                </a:cubicBezTo>
                <a:cubicBezTo>
                  <a:pt x="2346420" y="177505"/>
                  <a:pt x="2351912" y="174432"/>
                  <a:pt x="2361056" y="164697"/>
                </a:cubicBezTo>
                <a:lnTo>
                  <a:pt x="2361056" y="158039"/>
                </a:lnTo>
                <a:moveTo>
                  <a:pt x="2320547" y="143428"/>
                </a:moveTo>
                <a:cubicBezTo>
                  <a:pt x="2320547" y="151373"/>
                  <a:pt x="2319243" y="153680"/>
                  <a:pt x="2313751" y="156753"/>
                </a:cubicBezTo>
                <a:cubicBezTo>
                  <a:pt x="2307482" y="160342"/>
                  <a:pt x="2300164" y="162645"/>
                  <a:pt x="2294673" y="162645"/>
                </a:cubicBezTo>
                <a:cubicBezTo>
                  <a:pt x="2285529" y="162645"/>
                  <a:pt x="2278211" y="153934"/>
                  <a:pt x="2278211" y="142916"/>
                </a:cubicBezTo>
                <a:lnTo>
                  <a:pt x="2278211" y="141892"/>
                </a:lnTo>
                <a:cubicBezTo>
                  <a:pt x="2278211" y="126773"/>
                  <a:pt x="2288923" y="117550"/>
                  <a:pt x="2320547" y="106274"/>
                </a:cubicBezTo>
                <a:lnTo>
                  <a:pt x="2320547" y="143428"/>
                </a:lnTo>
                <a:close/>
                <a:moveTo>
                  <a:pt x="2363409" y="75086"/>
                </a:moveTo>
                <a:cubicBezTo>
                  <a:pt x="2367070" y="74316"/>
                  <a:pt x="2369423" y="74058"/>
                  <a:pt x="2372558" y="74058"/>
                </a:cubicBezTo>
                <a:cubicBezTo>
                  <a:pt x="2379090" y="74058"/>
                  <a:pt x="2381443" y="78159"/>
                  <a:pt x="2381443" y="89431"/>
                </a:cubicBezTo>
                <a:lnTo>
                  <a:pt x="2381443" y="153484"/>
                </a:lnTo>
                <a:cubicBezTo>
                  <a:pt x="2381443" y="166292"/>
                  <a:pt x="2379612" y="168087"/>
                  <a:pt x="2362887" y="171160"/>
                </a:cubicBezTo>
                <a:lnTo>
                  <a:pt x="2362887" y="175003"/>
                </a:lnTo>
                <a:lnTo>
                  <a:pt x="2425613" y="175003"/>
                </a:lnTo>
                <a:lnTo>
                  <a:pt x="2425613" y="171160"/>
                </a:lnTo>
                <a:cubicBezTo>
                  <a:pt x="2407839" y="170394"/>
                  <a:pt x="2403396" y="166550"/>
                  <a:pt x="2403396" y="151948"/>
                </a:cubicBezTo>
                <a:lnTo>
                  <a:pt x="2403396" y="94299"/>
                </a:lnTo>
                <a:cubicBezTo>
                  <a:pt x="2403396" y="86100"/>
                  <a:pt x="2414634" y="73292"/>
                  <a:pt x="2421693" y="73292"/>
                </a:cubicBezTo>
                <a:cubicBezTo>
                  <a:pt x="2423260" y="73292"/>
                  <a:pt x="2425613" y="74574"/>
                  <a:pt x="2428488" y="77135"/>
                </a:cubicBezTo>
                <a:cubicBezTo>
                  <a:pt x="2432668" y="80720"/>
                  <a:pt x="2435543" y="82257"/>
                  <a:pt x="2438941" y="82257"/>
                </a:cubicBezTo>
                <a:cubicBezTo>
                  <a:pt x="2445214" y="82257"/>
                  <a:pt x="2449134" y="77901"/>
                  <a:pt x="2449134" y="70731"/>
                </a:cubicBezTo>
                <a:cubicBezTo>
                  <a:pt x="2449134" y="62274"/>
                  <a:pt x="2443646" y="57148"/>
                  <a:pt x="2434761" y="57148"/>
                </a:cubicBezTo>
                <a:cubicBezTo>
                  <a:pt x="2423783" y="57148"/>
                  <a:pt x="2416206" y="63044"/>
                  <a:pt x="2403396" y="81232"/>
                </a:cubicBezTo>
                <a:lnTo>
                  <a:pt x="2403396" y="57665"/>
                </a:lnTo>
                <a:lnTo>
                  <a:pt x="2402092" y="57148"/>
                </a:lnTo>
                <a:cubicBezTo>
                  <a:pt x="2388238" y="62786"/>
                  <a:pt x="2378831" y="66117"/>
                  <a:pt x="2363409" y="70985"/>
                </a:cubicBezTo>
                <a:lnTo>
                  <a:pt x="2363409" y="75086"/>
                </a:lnTo>
                <a:close/>
                <a:moveTo>
                  <a:pt x="2555242" y="132911"/>
                </a:moveTo>
                <a:cubicBezTo>
                  <a:pt x="2542700" y="152393"/>
                  <a:pt x="2531458" y="159830"/>
                  <a:pt x="2514733" y="159830"/>
                </a:cubicBezTo>
                <a:cubicBezTo>
                  <a:pt x="2499838" y="159830"/>
                  <a:pt x="2488600" y="152393"/>
                  <a:pt x="2481019" y="137783"/>
                </a:cubicBezTo>
                <a:cubicBezTo>
                  <a:pt x="2476313" y="128040"/>
                  <a:pt x="2474487" y="119579"/>
                  <a:pt x="2473964" y="103940"/>
                </a:cubicBezTo>
                <a:lnTo>
                  <a:pt x="2554460" y="103940"/>
                </a:lnTo>
                <a:cubicBezTo>
                  <a:pt x="2552367" y="87316"/>
                  <a:pt x="2549755" y="79911"/>
                  <a:pt x="2543222" y="71740"/>
                </a:cubicBezTo>
                <a:cubicBezTo>
                  <a:pt x="2535378" y="62532"/>
                  <a:pt x="2523359" y="57148"/>
                  <a:pt x="2509768" y="57148"/>
                </a:cubicBezTo>
                <a:cubicBezTo>
                  <a:pt x="2496699" y="57148"/>
                  <a:pt x="2484417" y="61762"/>
                  <a:pt x="2474487" y="70461"/>
                </a:cubicBezTo>
                <a:cubicBezTo>
                  <a:pt x="2462200" y="80931"/>
                  <a:pt x="2455145" y="99072"/>
                  <a:pt x="2455145" y="120091"/>
                </a:cubicBezTo>
                <a:cubicBezTo>
                  <a:pt x="2455145" y="155470"/>
                  <a:pt x="2473964" y="177505"/>
                  <a:pt x="2504017" y="177505"/>
                </a:cubicBezTo>
                <a:cubicBezTo>
                  <a:pt x="2528846" y="177505"/>
                  <a:pt x="2548447" y="162390"/>
                  <a:pt x="2559425" y="134706"/>
                </a:cubicBezTo>
                <a:lnTo>
                  <a:pt x="2555242" y="132911"/>
                </a:lnTo>
                <a:moveTo>
                  <a:pt x="2474487" y="95741"/>
                </a:moveTo>
                <a:cubicBezTo>
                  <a:pt x="2477358" y="75825"/>
                  <a:pt x="2486247" y="66375"/>
                  <a:pt x="2502187" y="66375"/>
                </a:cubicBezTo>
                <a:cubicBezTo>
                  <a:pt x="2518130" y="66375"/>
                  <a:pt x="2524403" y="73526"/>
                  <a:pt x="2527801" y="95741"/>
                </a:cubicBezTo>
                <a:lnTo>
                  <a:pt x="2474487" y="95741"/>
                </a:lnTo>
                <a:close/>
                <a:moveTo>
                  <a:pt x="2729041" y="57148"/>
                </a:moveTo>
                <a:lnTo>
                  <a:pt x="2688531" y="71161"/>
                </a:lnTo>
                <a:lnTo>
                  <a:pt x="2688531" y="75008"/>
                </a:lnTo>
                <a:lnTo>
                  <a:pt x="2690625" y="74750"/>
                </a:lnTo>
                <a:cubicBezTo>
                  <a:pt x="2693760" y="74238"/>
                  <a:pt x="2697157" y="73980"/>
                  <a:pt x="2699510" y="73980"/>
                </a:cubicBezTo>
                <a:cubicBezTo>
                  <a:pt x="2705783" y="73980"/>
                  <a:pt x="2708132" y="78081"/>
                  <a:pt x="2708132" y="89365"/>
                </a:cubicBezTo>
                <a:lnTo>
                  <a:pt x="2708132" y="148855"/>
                </a:lnTo>
                <a:cubicBezTo>
                  <a:pt x="2708132" y="167317"/>
                  <a:pt x="2705520" y="170136"/>
                  <a:pt x="2687487" y="171160"/>
                </a:cubicBezTo>
                <a:lnTo>
                  <a:pt x="2687487" y="175003"/>
                </a:lnTo>
                <a:lnTo>
                  <a:pt x="2749427" y="175003"/>
                </a:lnTo>
                <a:lnTo>
                  <a:pt x="2749427" y="171160"/>
                </a:lnTo>
                <a:cubicBezTo>
                  <a:pt x="2732179" y="169881"/>
                  <a:pt x="2730086" y="167317"/>
                  <a:pt x="2730086" y="148855"/>
                </a:cubicBezTo>
                <a:lnTo>
                  <a:pt x="2730086" y="57919"/>
                </a:lnTo>
                <a:lnTo>
                  <a:pt x="2729041" y="57148"/>
                </a:lnTo>
                <a:moveTo>
                  <a:pt x="2716758" y="98"/>
                </a:moveTo>
                <a:cubicBezTo>
                  <a:pt x="2709703" y="98"/>
                  <a:pt x="2703689" y="5994"/>
                  <a:pt x="2703689" y="13168"/>
                </a:cubicBezTo>
                <a:cubicBezTo>
                  <a:pt x="2703689" y="20342"/>
                  <a:pt x="2709440" y="26234"/>
                  <a:pt x="2716758" y="26234"/>
                </a:cubicBezTo>
                <a:cubicBezTo>
                  <a:pt x="2724339" y="26234"/>
                  <a:pt x="2730349" y="20596"/>
                  <a:pt x="2730349" y="13168"/>
                </a:cubicBezTo>
                <a:cubicBezTo>
                  <a:pt x="2730349" y="5994"/>
                  <a:pt x="2724339" y="98"/>
                  <a:pt x="2716758" y="98"/>
                </a:cubicBezTo>
                <a:close/>
                <a:moveTo>
                  <a:pt x="2760142" y="73038"/>
                </a:moveTo>
                <a:cubicBezTo>
                  <a:pt x="2761709" y="72267"/>
                  <a:pt x="2764326" y="72013"/>
                  <a:pt x="2767201" y="72013"/>
                </a:cubicBezTo>
                <a:cubicBezTo>
                  <a:pt x="2774519" y="72013"/>
                  <a:pt x="2776868" y="75856"/>
                  <a:pt x="2776868" y="88407"/>
                </a:cubicBezTo>
                <a:lnTo>
                  <a:pt x="2776868" y="151948"/>
                </a:lnTo>
                <a:cubicBezTo>
                  <a:pt x="2776868" y="166550"/>
                  <a:pt x="2773992" y="170136"/>
                  <a:pt x="2760665" y="171160"/>
                </a:cubicBezTo>
                <a:lnTo>
                  <a:pt x="2760665" y="175003"/>
                </a:lnTo>
                <a:lnTo>
                  <a:pt x="2816073" y="175003"/>
                </a:lnTo>
                <a:lnTo>
                  <a:pt x="2816073" y="171160"/>
                </a:lnTo>
                <a:cubicBezTo>
                  <a:pt x="2802741" y="170136"/>
                  <a:pt x="2798821" y="167063"/>
                  <a:pt x="2798821" y="157839"/>
                </a:cubicBezTo>
                <a:lnTo>
                  <a:pt x="2798821" y="85846"/>
                </a:lnTo>
                <a:cubicBezTo>
                  <a:pt x="2811367" y="74316"/>
                  <a:pt x="2817118" y="71243"/>
                  <a:pt x="2825743" y="71243"/>
                </a:cubicBezTo>
                <a:cubicBezTo>
                  <a:pt x="2838549" y="71243"/>
                  <a:pt x="2844822" y="79184"/>
                  <a:pt x="2844822" y="96093"/>
                </a:cubicBezTo>
                <a:lnTo>
                  <a:pt x="2844822" y="149641"/>
                </a:lnTo>
                <a:cubicBezTo>
                  <a:pt x="2844822" y="165780"/>
                  <a:pt x="2841424" y="170136"/>
                  <a:pt x="2828356" y="171160"/>
                </a:cubicBezTo>
                <a:lnTo>
                  <a:pt x="2828356" y="175003"/>
                </a:lnTo>
                <a:lnTo>
                  <a:pt x="2882719" y="175003"/>
                </a:lnTo>
                <a:lnTo>
                  <a:pt x="2882719" y="171160"/>
                </a:lnTo>
                <a:cubicBezTo>
                  <a:pt x="2869910" y="169881"/>
                  <a:pt x="2866775" y="166804"/>
                  <a:pt x="2866775" y="154254"/>
                </a:cubicBezTo>
                <a:lnTo>
                  <a:pt x="2866775" y="95581"/>
                </a:lnTo>
                <a:cubicBezTo>
                  <a:pt x="2866775" y="71501"/>
                  <a:pt x="2855274" y="57148"/>
                  <a:pt x="2835937" y="57148"/>
                </a:cubicBezTo>
                <a:cubicBezTo>
                  <a:pt x="2823913" y="57148"/>
                  <a:pt x="2815810" y="61508"/>
                  <a:pt x="2798039" y="77905"/>
                </a:cubicBezTo>
                <a:lnTo>
                  <a:pt x="2798039" y="57665"/>
                </a:lnTo>
                <a:lnTo>
                  <a:pt x="2796209" y="57148"/>
                </a:lnTo>
                <a:cubicBezTo>
                  <a:pt x="2783404" y="61762"/>
                  <a:pt x="2774519" y="64581"/>
                  <a:pt x="2760142" y="68682"/>
                </a:cubicBezTo>
                <a:lnTo>
                  <a:pt x="2760142" y="73038"/>
                </a:lnTo>
                <a:close/>
                <a:moveTo>
                  <a:pt x="2895002" y="67853"/>
                </a:moveTo>
                <a:lnTo>
                  <a:pt x="2913035" y="67853"/>
                </a:lnTo>
                <a:lnTo>
                  <a:pt x="2913035" y="148089"/>
                </a:lnTo>
                <a:cubicBezTo>
                  <a:pt x="2913035" y="159626"/>
                  <a:pt x="2911464" y="166034"/>
                  <a:pt x="2907807" y="168341"/>
                </a:cubicBezTo>
                <a:cubicBezTo>
                  <a:pt x="2905195" y="170136"/>
                  <a:pt x="2902579" y="170648"/>
                  <a:pt x="2895002" y="171160"/>
                </a:cubicBezTo>
                <a:lnTo>
                  <a:pt x="2895002" y="175003"/>
                </a:lnTo>
                <a:lnTo>
                  <a:pt x="2953545" y="175003"/>
                </a:lnTo>
                <a:lnTo>
                  <a:pt x="2953545" y="171160"/>
                </a:lnTo>
                <a:cubicBezTo>
                  <a:pt x="2938646" y="169623"/>
                  <a:pt x="2934989" y="166546"/>
                  <a:pt x="2934989" y="154755"/>
                </a:cubicBezTo>
                <a:lnTo>
                  <a:pt x="2934989" y="67853"/>
                </a:lnTo>
                <a:lnTo>
                  <a:pt x="2984120" y="67853"/>
                </a:lnTo>
                <a:lnTo>
                  <a:pt x="2984120" y="153472"/>
                </a:lnTo>
                <a:cubicBezTo>
                  <a:pt x="2984120" y="166034"/>
                  <a:pt x="2980200" y="170136"/>
                  <a:pt x="2966613" y="171160"/>
                </a:cubicBezTo>
                <a:lnTo>
                  <a:pt x="2966613" y="175003"/>
                </a:lnTo>
                <a:lnTo>
                  <a:pt x="3022803" y="175003"/>
                </a:lnTo>
                <a:lnTo>
                  <a:pt x="3022803" y="171160"/>
                </a:lnTo>
                <a:cubicBezTo>
                  <a:pt x="3008689" y="170136"/>
                  <a:pt x="3006077" y="167575"/>
                  <a:pt x="3006077" y="154243"/>
                </a:cubicBezTo>
                <a:lnTo>
                  <a:pt x="3006077" y="516"/>
                </a:lnTo>
                <a:lnTo>
                  <a:pt x="3004769" y="4"/>
                </a:lnTo>
                <a:cubicBezTo>
                  <a:pt x="3002680" y="262"/>
                  <a:pt x="2999804" y="1286"/>
                  <a:pt x="2996666" y="2823"/>
                </a:cubicBezTo>
                <a:cubicBezTo>
                  <a:pt x="2991701" y="5130"/>
                  <a:pt x="2988044" y="6412"/>
                  <a:pt x="2985691" y="6412"/>
                </a:cubicBezTo>
                <a:cubicBezTo>
                  <a:pt x="2984383" y="6412"/>
                  <a:pt x="2981771" y="5642"/>
                  <a:pt x="2977851" y="4363"/>
                </a:cubicBezTo>
                <a:cubicBezTo>
                  <a:pt x="2970533" y="1638"/>
                  <a:pt x="2962952" y="98"/>
                  <a:pt x="2956679" y="98"/>
                </a:cubicBezTo>
                <a:cubicBezTo>
                  <a:pt x="2944396" y="98"/>
                  <a:pt x="2932373" y="6248"/>
                  <a:pt x="2925055" y="16218"/>
                </a:cubicBezTo>
                <a:cubicBezTo>
                  <a:pt x="2917215" y="27204"/>
                  <a:pt x="2914602" y="37166"/>
                  <a:pt x="2913558" y="59651"/>
                </a:cubicBezTo>
                <a:lnTo>
                  <a:pt x="2895002" y="59651"/>
                </a:lnTo>
                <a:lnTo>
                  <a:pt x="2895002" y="67853"/>
                </a:lnTo>
                <a:moveTo>
                  <a:pt x="2984120" y="59651"/>
                </a:moveTo>
                <a:lnTo>
                  <a:pt x="2934989" y="59651"/>
                </a:lnTo>
                <a:lnTo>
                  <a:pt x="2934989" y="46365"/>
                </a:lnTo>
                <a:cubicBezTo>
                  <a:pt x="2934989" y="19795"/>
                  <a:pt x="2940476" y="7018"/>
                  <a:pt x="2951977" y="7018"/>
                </a:cubicBezTo>
                <a:cubicBezTo>
                  <a:pt x="2957724" y="7018"/>
                  <a:pt x="2960862" y="9063"/>
                  <a:pt x="2965564" y="15959"/>
                </a:cubicBezTo>
                <a:cubicBezTo>
                  <a:pt x="2970533" y="23067"/>
                  <a:pt x="2973931" y="25370"/>
                  <a:pt x="2979941" y="25370"/>
                </a:cubicBezTo>
                <a:cubicBezTo>
                  <a:pt x="2981771" y="25370"/>
                  <a:pt x="2982816" y="24858"/>
                  <a:pt x="2984120" y="23580"/>
                </a:cubicBezTo>
                <a:lnTo>
                  <a:pt x="2984120" y="59651"/>
                </a:lnTo>
                <a:close/>
                <a:moveTo>
                  <a:pt x="3157136" y="162144"/>
                </a:moveTo>
                <a:lnTo>
                  <a:pt x="3155832" y="162144"/>
                </a:lnTo>
                <a:cubicBezTo>
                  <a:pt x="3143808" y="162144"/>
                  <a:pt x="3140933" y="159325"/>
                  <a:pt x="3140933" y="147537"/>
                </a:cubicBezTo>
                <a:lnTo>
                  <a:pt x="3140933" y="59651"/>
                </a:lnTo>
                <a:lnTo>
                  <a:pt x="3099638" y="59651"/>
                </a:lnTo>
                <a:lnTo>
                  <a:pt x="3099638" y="64010"/>
                </a:lnTo>
                <a:cubicBezTo>
                  <a:pt x="3115845" y="64776"/>
                  <a:pt x="3118980" y="67341"/>
                  <a:pt x="3118980" y="80149"/>
                </a:cubicBezTo>
                <a:lnTo>
                  <a:pt x="3118980" y="140355"/>
                </a:lnTo>
                <a:cubicBezTo>
                  <a:pt x="3118980" y="147530"/>
                  <a:pt x="3117672" y="151119"/>
                  <a:pt x="3114015" y="153934"/>
                </a:cubicBezTo>
                <a:cubicBezTo>
                  <a:pt x="3106956" y="159571"/>
                  <a:pt x="3098857" y="162645"/>
                  <a:pt x="3091016" y="162645"/>
                </a:cubicBezTo>
                <a:cubicBezTo>
                  <a:pt x="3080823" y="162645"/>
                  <a:pt x="3072461" y="153934"/>
                  <a:pt x="3072461" y="143174"/>
                </a:cubicBezTo>
                <a:lnTo>
                  <a:pt x="3072461" y="59651"/>
                </a:lnTo>
                <a:lnTo>
                  <a:pt x="3034300" y="59651"/>
                </a:lnTo>
                <a:lnTo>
                  <a:pt x="3034300" y="63240"/>
                </a:lnTo>
                <a:cubicBezTo>
                  <a:pt x="3046846" y="64010"/>
                  <a:pt x="3050507" y="67853"/>
                  <a:pt x="3050507" y="79637"/>
                </a:cubicBezTo>
                <a:lnTo>
                  <a:pt x="3050507" y="144198"/>
                </a:lnTo>
                <a:cubicBezTo>
                  <a:pt x="3050507" y="164439"/>
                  <a:pt x="3063049" y="177505"/>
                  <a:pt x="3082127" y="177505"/>
                </a:cubicBezTo>
                <a:cubicBezTo>
                  <a:pt x="3091798" y="177505"/>
                  <a:pt x="3101991" y="173408"/>
                  <a:pt x="3109050" y="166488"/>
                </a:cubicBezTo>
                <a:lnTo>
                  <a:pt x="3120288" y="155474"/>
                </a:lnTo>
                <a:lnTo>
                  <a:pt x="3120288" y="176739"/>
                </a:lnTo>
                <a:lnTo>
                  <a:pt x="3121333" y="177255"/>
                </a:lnTo>
                <a:cubicBezTo>
                  <a:pt x="3134401" y="172133"/>
                  <a:pt x="3143808" y="169315"/>
                  <a:pt x="3157136" y="165725"/>
                </a:cubicBezTo>
                <a:lnTo>
                  <a:pt x="3157136" y="162144"/>
                </a:lnTo>
                <a:close/>
                <a:moveTo>
                  <a:pt x="3269256" y="132911"/>
                </a:moveTo>
                <a:cubicBezTo>
                  <a:pt x="3256714" y="152393"/>
                  <a:pt x="3245472" y="159830"/>
                  <a:pt x="3228747" y="159830"/>
                </a:cubicBezTo>
                <a:cubicBezTo>
                  <a:pt x="3213852" y="159830"/>
                  <a:pt x="3202614" y="152393"/>
                  <a:pt x="3195033" y="137783"/>
                </a:cubicBezTo>
                <a:cubicBezTo>
                  <a:pt x="3190327" y="128040"/>
                  <a:pt x="3188501" y="119579"/>
                  <a:pt x="3187979" y="103940"/>
                </a:cubicBezTo>
                <a:lnTo>
                  <a:pt x="3268475" y="103940"/>
                </a:lnTo>
                <a:cubicBezTo>
                  <a:pt x="3266381" y="87316"/>
                  <a:pt x="3263769" y="79911"/>
                  <a:pt x="3257237" y="71740"/>
                </a:cubicBezTo>
                <a:cubicBezTo>
                  <a:pt x="3249393" y="62532"/>
                  <a:pt x="3237373" y="57148"/>
                  <a:pt x="3223782" y="57148"/>
                </a:cubicBezTo>
                <a:cubicBezTo>
                  <a:pt x="3210714" y="57148"/>
                  <a:pt x="3198431" y="61762"/>
                  <a:pt x="3188501" y="70461"/>
                </a:cubicBezTo>
                <a:cubicBezTo>
                  <a:pt x="3176214" y="80931"/>
                  <a:pt x="3169160" y="99072"/>
                  <a:pt x="3169160" y="120091"/>
                </a:cubicBezTo>
                <a:cubicBezTo>
                  <a:pt x="3169160" y="155470"/>
                  <a:pt x="3187979" y="177505"/>
                  <a:pt x="3218032" y="177505"/>
                </a:cubicBezTo>
                <a:cubicBezTo>
                  <a:pt x="3242860" y="177505"/>
                  <a:pt x="3262461" y="162390"/>
                  <a:pt x="3273440" y="134706"/>
                </a:cubicBezTo>
                <a:lnTo>
                  <a:pt x="3269256" y="132911"/>
                </a:lnTo>
                <a:moveTo>
                  <a:pt x="3188501" y="95741"/>
                </a:moveTo>
                <a:cubicBezTo>
                  <a:pt x="3191372" y="75825"/>
                  <a:pt x="3200261" y="66375"/>
                  <a:pt x="3216201" y="66375"/>
                </a:cubicBezTo>
                <a:cubicBezTo>
                  <a:pt x="3232145" y="66375"/>
                  <a:pt x="3238418" y="73526"/>
                  <a:pt x="3241816" y="95741"/>
                </a:cubicBezTo>
                <a:lnTo>
                  <a:pt x="3188501" y="95741"/>
                </a:lnTo>
                <a:close/>
                <a:moveTo>
                  <a:pt x="3282847" y="73038"/>
                </a:moveTo>
                <a:cubicBezTo>
                  <a:pt x="3284415" y="72267"/>
                  <a:pt x="3287031" y="72013"/>
                  <a:pt x="3289906" y="72013"/>
                </a:cubicBezTo>
                <a:cubicBezTo>
                  <a:pt x="3297224" y="72013"/>
                  <a:pt x="3299573" y="75856"/>
                  <a:pt x="3299573" y="88407"/>
                </a:cubicBezTo>
                <a:lnTo>
                  <a:pt x="3299573" y="151948"/>
                </a:lnTo>
                <a:cubicBezTo>
                  <a:pt x="3299573" y="166550"/>
                  <a:pt x="3296697" y="170136"/>
                  <a:pt x="3283370" y="171160"/>
                </a:cubicBezTo>
                <a:lnTo>
                  <a:pt x="3283370" y="175003"/>
                </a:lnTo>
                <a:lnTo>
                  <a:pt x="3338778" y="175003"/>
                </a:lnTo>
                <a:lnTo>
                  <a:pt x="3338778" y="171160"/>
                </a:lnTo>
                <a:cubicBezTo>
                  <a:pt x="3325446" y="170136"/>
                  <a:pt x="3321526" y="167063"/>
                  <a:pt x="3321526" y="157839"/>
                </a:cubicBezTo>
                <a:lnTo>
                  <a:pt x="3321526" y="85846"/>
                </a:lnTo>
                <a:cubicBezTo>
                  <a:pt x="3334072" y="74316"/>
                  <a:pt x="3339823" y="71243"/>
                  <a:pt x="3348449" y="71243"/>
                </a:cubicBezTo>
                <a:cubicBezTo>
                  <a:pt x="3361254" y="71243"/>
                  <a:pt x="3367527" y="79184"/>
                  <a:pt x="3367527" y="96093"/>
                </a:cubicBezTo>
                <a:lnTo>
                  <a:pt x="3367527" y="149641"/>
                </a:lnTo>
                <a:cubicBezTo>
                  <a:pt x="3367527" y="165780"/>
                  <a:pt x="3364129" y="170136"/>
                  <a:pt x="3351061" y="171160"/>
                </a:cubicBezTo>
                <a:lnTo>
                  <a:pt x="3351061" y="175003"/>
                </a:lnTo>
                <a:lnTo>
                  <a:pt x="3405424" y="175003"/>
                </a:lnTo>
                <a:lnTo>
                  <a:pt x="3405424" y="171160"/>
                </a:lnTo>
                <a:cubicBezTo>
                  <a:pt x="3392615" y="169881"/>
                  <a:pt x="3389480" y="166804"/>
                  <a:pt x="3389480" y="154254"/>
                </a:cubicBezTo>
                <a:lnTo>
                  <a:pt x="3389480" y="95581"/>
                </a:lnTo>
                <a:cubicBezTo>
                  <a:pt x="3389480" y="71501"/>
                  <a:pt x="3377979" y="57148"/>
                  <a:pt x="3358642" y="57148"/>
                </a:cubicBezTo>
                <a:cubicBezTo>
                  <a:pt x="3346618" y="57148"/>
                  <a:pt x="3338515" y="61508"/>
                  <a:pt x="3320744" y="77905"/>
                </a:cubicBezTo>
                <a:lnTo>
                  <a:pt x="3320744" y="57665"/>
                </a:lnTo>
                <a:lnTo>
                  <a:pt x="3318914" y="57148"/>
                </a:lnTo>
                <a:cubicBezTo>
                  <a:pt x="3306109" y="61762"/>
                  <a:pt x="3297224" y="64581"/>
                  <a:pt x="3282847" y="68682"/>
                </a:cubicBezTo>
                <a:lnTo>
                  <a:pt x="3282847" y="73038"/>
                </a:lnTo>
                <a:close/>
                <a:moveTo>
                  <a:pt x="3513361" y="134991"/>
                </a:moveTo>
                <a:cubicBezTo>
                  <a:pt x="3500815" y="152913"/>
                  <a:pt x="3491408" y="159059"/>
                  <a:pt x="3476509" y="159059"/>
                </a:cubicBezTo>
                <a:cubicBezTo>
                  <a:pt x="3452725" y="159059"/>
                  <a:pt x="3436000" y="138576"/>
                  <a:pt x="3436000" y="109132"/>
                </a:cubicBezTo>
                <a:cubicBezTo>
                  <a:pt x="3436000" y="82761"/>
                  <a:pt x="3450376" y="64581"/>
                  <a:pt x="3471544" y="64581"/>
                </a:cubicBezTo>
                <a:cubicBezTo>
                  <a:pt x="3480952" y="64581"/>
                  <a:pt x="3484349" y="67396"/>
                  <a:pt x="3486965" y="76869"/>
                </a:cubicBezTo>
                <a:lnTo>
                  <a:pt x="3488533" y="82503"/>
                </a:lnTo>
                <a:cubicBezTo>
                  <a:pt x="3490622" y="89673"/>
                  <a:pt x="3495328" y="94283"/>
                  <a:pt x="3500815" y="94283"/>
                </a:cubicBezTo>
                <a:cubicBezTo>
                  <a:pt x="3507611" y="94283"/>
                  <a:pt x="3513361" y="89415"/>
                  <a:pt x="3513361" y="83527"/>
                </a:cubicBezTo>
                <a:cubicBezTo>
                  <a:pt x="3513361" y="69190"/>
                  <a:pt x="3495065" y="57148"/>
                  <a:pt x="3473111" y="57148"/>
                </a:cubicBezTo>
                <a:cubicBezTo>
                  <a:pt x="3460306" y="57148"/>
                  <a:pt x="3446979" y="62274"/>
                  <a:pt x="3436263" y="71493"/>
                </a:cubicBezTo>
                <a:cubicBezTo>
                  <a:pt x="3423195" y="82761"/>
                  <a:pt x="3415877" y="100171"/>
                  <a:pt x="3415877" y="120396"/>
                </a:cubicBezTo>
                <a:cubicBezTo>
                  <a:pt x="3415877" y="153683"/>
                  <a:pt x="3436522" y="177505"/>
                  <a:pt x="3465534" y="177505"/>
                </a:cubicBezTo>
                <a:cubicBezTo>
                  <a:pt x="3477295" y="177505"/>
                  <a:pt x="3487747" y="173408"/>
                  <a:pt x="3497159" y="165463"/>
                </a:cubicBezTo>
                <a:cubicBezTo>
                  <a:pt x="3504213" y="159313"/>
                  <a:pt x="3509178" y="152401"/>
                  <a:pt x="3517018" y="137294"/>
                </a:cubicBezTo>
                <a:lnTo>
                  <a:pt x="3513361" y="134991"/>
                </a:lnTo>
                <a:close/>
                <a:moveTo>
                  <a:pt x="3632013" y="132911"/>
                </a:moveTo>
                <a:cubicBezTo>
                  <a:pt x="3619471" y="152393"/>
                  <a:pt x="3608229" y="159830"/>
                  <a:pt x="3591504" y="159830"/>
                </a:cubicBezTo>
                <a:cubicBezTo>
                  <a:pt x="3576609" y="159830"/>
                  <a:pt x="3565371" y="152393"/>
                  <a:pt x="3557790" y="137783"/>
                </a:cubicBezTo>
                <a:cubicBezTo>
                  <a:pt x="3553085" y="128040"/>
                  <a:pt x="3551258" y="119579"/>
                  <a:pt x="3550736" y="103940"/>
                </a:cubicBezTo>
                <a:lnTo>
                  <a:pt x="3631232" y="103940"/>
                </a:lnTo>
                <a:cubicBezTo>
                  <a:pt x="3629138" y="87316"/>
                  <a:pt x="3626526" y="79911"/>
                  <a:pt x="3619994" y="71740"/>
                </a:cubicBezTo>
                <a:cubicBezTo>
                  <a:pt x="3612150" y="62532"/>
                  <a:pt x="3600130" y="57148"/>
                  <a:pt x="3586539" y="57148"/>
                </a:cubicBezTo>
                <a:cubicBezTo>
                  <a:pt x="3573471" y="57148"/>
                  <a:pt x="3561188" y="61762"/>
                  <a:pt x="3551258" y="70461"/>
                </a:cubicBezTo>
                <a:cubicBezTo>
                  <a:pt x="3538971" y="80931"/>
                  <a:pt x="3531917" y="99072"/>
                  <a:pt x="3531917" y="120091"/>
                </a:cubicBezTo>
                <a:cubicBezTo>
                  <a:pt x="3531917" y="155470"/>
                  <a:pt x="3550736" y="177505"/>
                  <a:pt x="3580789" y="177505"/>
                </a:cubicBezTo>
                <a:cubicBezTo>
                  <a:pt x="3605617" y="177505"/>
                  <a:pt x="3625218" y="162390"/>
                  <a:pt x="3636197" y="134706"/>
                </a:cubicBezTo>
                <a:lnTo>
                  <a:pt x="3632013" y="132911"/>
                </a:lnTo>
                <a:moveTo>
                  <a:pt x="3551258" y="95741"/>
                </a:moveTo>
                <a:cubicBezTo>
                  <a:pt x="3554129" y="75825"/>
                  <a:pt x="3563018" y="66375"/>
                  <a:pt x="3578958" y="66375"/>
                </a:cubicBezTo>
                <a:cubicBezTo>
                  <a:pt x="3594902" y="66375"/>
                  <a:pt x="3601175" y="73526"/>
                  <a:pt x="3604573" y="95741"/>
                </a:cubicBezTo>
                <a:lnTo>
                  <a:pt x="3551258" y="95741"/>
                </a:lnTo>
                <a:close/>
                <a:moveTo>
                  <a:pt x="3731329" y="177505"/>
                </a:moveTo>
                <a:lnTo>
                  <a:pt x="3769748" y="164185"/>
                </a:lnTo>
                <a:lnTo>
                  <a:pt x="3769748" y="160088"/>
                </a:lnTo>
                <a:cubicBezTo>
                  <a:pt x="3765042" y="160342"/>
                  <a:pt x="3764520" y="160342"/>
                  <a:pt x="3763734" y="160342"/>
                </a:cubicBezTo>
                <a:cubicBezTo>
                  <a:pt x="3754327" y="160342"/>
                  <a:pt x="3752237" y="157527"/>
                  <a:pt x="3752237" y="145747"/>
                </a:cubicBezTo>
                <a:lnTo>
                  <a:pt x="3752237" y="524"/>
                </a:lnTo>
                <a:lnTo>
                  <a:pt x="3750929" y="12"/>
                </a:lnTo>
                <a:cubicBezTo>
                  <a:pt x="3738383" y="4367"/>
                  <a:pt x="3729239" y="6928"/>
                  <a:pt x="3712510" y="11287"/>
                </a:cubicBezTo>
                <a:lnTo>
                  <a:pt x="3712510" y="15385"/>
                </a:lnTo>
                <a:cubicBezTo>
                  <a:pt x="3714603" y="15131"/>
                  <a:pt x="3716171" y="15131"/>
                  <a:pt x="3718260" y="15131"/>
                </a:cubicBezTo>
                <a:cubicBezTo>
                  <a:pt x="3727931" y="15131"/>
                  <a:pt x="3730284" y="17692"/>
                  <a:pt x="3730284" y="28197"/>
                </a:cubicBezTo>
                <a:lnTo>
                  <a:pt x="3730284" y="68166"/>
                </a:lnTo>
                <a:cubicBezTo>
                  <a:pt x="3720350" y="59967"/>
                  <a:pt x="3713295" y="57148"/>
                  <a:pt x="3702839" y="57148"/>
                </a:cubicBezTo>
                <a:cubicBezTo>
                  <a:pt x="3672786" y="57148"/>
                  <a:pt x="3648480" y="86088"/>
                  <a:pt x="3648480" y="122449"/>
                </a:cubicBezTo>
                <a:cubicBezTo>
                  <a:pt x="3648480" y="155220"/>
                  <a:pt x="3668080" y="177505"/>
                  <a:pt x="3696829" y="177505"/>
                </a:cubicBezTo>
                <a:cubicBezTo>
                  <a:pt x="3711465" y="177505"/>
                  <a:pt x="3721399" y="172384"/>
                  <a:pt x="3730284" y="160342"/>
                </a:cubicBezTo>
                <a:lnTo>
                  <a:pt x="3730284" y="176739"/>
                </a:lnTo>
                <a:lnTo>
                  <a:pt x="3731329" y="177505"/>
                </a:lnTo>
                <a:moveTo>
                  <a:pt x="3730284" y="148820"/>
                </a:moveTo>
                <a:cubicBezTo>
                  <a:pt x="3730284" y="150614"/>
                  <a:pt x="3728453" y="153687"/>
                  <a:pt x="3725841" y="156502"/>
                </a:cubicBezTo>
                <a:cubicBezTo>
                  <a:pt x="3721135" y="161624"/>
                  <a:pt x="3714603" y="164185"/>
                  <a:pt x="3707022" y="164185"/>
                </a:cubicBezTo>
                <a:cubicBezTo>
                  <a:pt x="3685332" y="164185"/>
                  <a:pt x="3670956" y="143698"/>
                  <a:pt x="3670956" y="112205"/>
                </a:cubicBezTo>
                <a:cubicBezTo>
                  <a:pt x="3670956" y="83273"/>
                  <a:pt x="3683761" y="64327"/>
                  <a:pt x="3703625" y="64327"/>
                </a:cubicBezTo>
                <a:cubicBezTo>
                  <a:pt x="3717479" y="64327"/>
                  <a:pt x="3730284" y="76357"/>
                  <a:pt x="3730284" y="89928"/>
                </a:cubicBezTo>
                <a:lnTo>
                  <a:pt x="3730284" y="148820"/>
                </a:lnTo>
                <a:close/>
                <a:moveTo>
                  <a:pt x="3931003" y="524"/>
                </a:moveTo>
                <a:lnTo>
                  <a:pt x="3929695" y="12"/>
                </a:lnTo>
                <a:cubicBezTo>
                  <a:pt x="3918716" y="3855"/>
                  <a:pt x="3911662" y="5904"/>
                  <a:pt x="3899379" y="9235"/>
                </a:cubicBezTo>
                <a:lnTo>
                  <a:pt x="3891798" y="11287"/>
                </a:lnTo>
                <a:lnTo>
                  <a:pt x="3891798" y="15385"/>
                </a:lnTo>
                <a:cubicBezTo>
                  <a:pt x="3893365" y="15131"/>
                  <a:pt x="3894410" y="15131"/>
                  <a:pt x="3896240" y="15131"/>
                </a:cubicBezTo>
                <a:cubicBezTo>
                  <a:pt x="3906697" y="15131"/>
                  <a:pt x="3909046" y="17433"/>
                  <a:pt x="3909046" y="28197"/>
                </a:cubicBezTo>
                <a:lnTo>
                  <a:pt x="3909046" y="161116"/>
                </a:lnTo>
                <a:cubicBezTo>
                  <a:pt x="3909046" y="169053"/>
                  <a:pt x="3931262" y="177505"/>
                  <a:pt x="3952171" y="177505"/>
                </a:cubicBezTo>
                <a:cubicBezTo>
                  <a:pt x="3986670" y="177505"/>
                  <a:pt x="4013326" y="149336"/>
                  <a:pt x="4013326" y="112721"/>
                </a:cubicBezTo>
                <a:cubicBezTo>
                  <a:pt x="4013326" y="81228"/>
                  <a:pt x="3993466" y="57148"/>
                  <a:pt x="3967329" y="57148"/>
                </a:cubicBezTo>
                <a:cubicBezTo>
                  <a:pt x="3951385" y="57148"/>
                  <a:pt x="3936227" y="66375"/>
                  <a:pt x="3931003" y="78926"/>
                </a:cubicBezTo>
                <a:lnTo>
                  <a:pt x="3931003" y="524"/>
                </a:lnTo>
                <a:moveTo>
                  <a:pt x="3931003" y="92496"/>
                </a:moveTo>
                <a:cubicBezTo>
                  <a:pt x="3931003" y="82511"/>
                  <a:pt x="3943286" y="73292"/>
                  <a:pt x="3956877" y="73292"/>
                </a:cubicBezTo>
                <a:cubicBezTo>
                  <a:pt x="3977259" y="73292"/>
                  <a:pt x="3990327" y="93263"/>
                  <a:pt x="3990327" y="124501"/>
                </a:cubicBezTo>
                <a:cubicBezTo>
                  <a:pt x="3990327" y="152921"/>
                  <a:pt x="3977781" y="169307"/>
                  <a:pt x="3956354" y="169307"/>
                </a:cubicBezTo>
                <a:cubicBezTo>
                  <a:pt x="3942763" y="169307"/>
                  <a:pt x="3931003" y="163419"/>
                  <a:pt x="3931003" y="157018"/>
                </a:cubicBezTo>
                <a:lnTo>
                  <a:pt x="3931003" y="92496"/>
                </a:lnTo>
                <a:close/>
                <a:moveTo>
                  <a:pt x="4145832" y="59651"/>
                </a:moveTo>
                <a:lnTo>
                  <a:pt x="4110551" y="59651"/>
                </a:lnTo>
                <a:lnTo>
                  <a:pt x="4110551" y="63498"/>
                </a:lnTo>
                <a:cubicBezTo>
                  <a:pt x="4118914" y="63498"/>
                  <a:pt x="4123097" y="65801"/>
                  <a:pt x="4123097" y="69902"/>
                </a:cubicBezTo>
                <a:cubicBezTo>
                  <a:pt x="4123097" y="70926"/>
                  <a:pt x="4122834" y="72463"/>
                  <a:pt x="4122048" y="74257"/>
                </a:cubicBezTo>
                <a:lnTo>
                  <a:pt x="4096697" y="144973"/>
                </a:lnTo>
                <a:lnTo>
                  <a:pt x="4066644" y="80149"/>
                </a:lnTo>
                <a:cubicBezTo>
                  <a:pt x="4065073" y="76564"/>
                  <a:pt x="4064028" y="73233"/>
                  <a:pt x="4064028" y="70414"/>
                </a:cubicBezTo>
                <a:cubicBezTo>
                  <a:pt x="4064028" y="65801"/>
                  <a:pt x="4067948" y="64010"/>
                  <a:pt x="4079186" y="63498"/>
                </a:cubicBezTo>
                <a:lnTo>
                  <a:pt x="4079186" y="59651"/>
                </a:lnTo>
                <a:lnTo>
                  <a:pt x="4025349" y="59651"/>
                </a:lnTo>
                <a:lnTo>
                  <a:pt x="4025349" y="63240"/>
                </a:lnTo>
                <a:cubicBezTo>
                  <a:pt x="4032145" y="64264"/>
                  <a:pt x="4036587" y="67083"/>
                  <a:pt x="4038677" y="71438"/>
                </a:cubicBezTo>
                <a:lnTo>
                  <a:pt x="4068471" y="134471"/>
                </a:lnTo>
                <a:lnTo>
                  <a:pt x="4069256" y="136520"/>
                </a:lnTo>
                <a:lnTo>
                  <a:pt x="4073177" y="144206"/>
                </a:lnTo>
                <a:cubicBezTo>
                  <a:pt x="4080494" y="157018"/>
                  <a:pt x="4084678" y="166241"/>
                  <a:pt x="4084678" y="170085"/>
                </a:cubicBezTo>
                <a:cubicBezTo>
                  <a:pt x="4084678" y="173928"/>
                  <a:pt x="4078664" y="190067"/>
                  <a:pt x="4074221" y="197754"/>
                </a:cubicBezTo>
                <a:cubicBezTo>
                  <a:pt x="4070564" y="204416"/>
                  <a:pt x="4064814" y="209284"/>
                  <a:pt x="4061153" y="209284"/>
                </a:cubicBezTo>
                <a:cubicBezTo>
                  <a:pt x="4059586" y="209284"/>
                  <a:pt x="4057233" y="208771"/>
                  <a:pt x="4054621" y="207493"/>
                </a:cubicBezTo>
                <a:cubicBezTo>
                  <a:pt x="4049656" y="205698"/>
                  <a:pt x="4045213" y="204674"/>
                  <a:pt x="4040771" y="204674"/>
                </a:cubicBezTo>
                <a:cubicBezTo>
                  <a:pt x="4034757" y="204674"/>
                  <a:pt x="4029533" y="209800"/>
                  <a:pt x="4029533" y="215946"/>
                </a:cubicBezTo>
                <a:cubicBezTo>
                  <a:pt x="4029533" y="224403"/>
                  <a:pt x="4037895" y="230811"/>
                  <a:pt x="4048870" y="230811"/>
                </a:cubicBezTo>
                <a:cubicBezTo>
                  <a:pt x="4066381" y="230811"/>
                  <a:pt x="4078927" y="216462"/>
                  <a:pt x="4093040" y="179566"/>
                </a:cubicBezTo>
                <a:lnTo>
                  <a:pt x="4133286" y="75028"/>
                </a:lnTo>
                <a:cubicBezTo>
                  <a:pt x="4136684" y="66825"/>
                  <a:pt x="4139559" y="64264"/>
                  <a:pt x="4145832" y="63498"/>
                </a:cubicBezTo>
                <a:lnTo>
                  <a:pt x="4145832" y="5965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7" name="Text varyingf">
            <a:extLst xmlns:a="http://schemas.openxmlformats.org/drawingml/2006/main">
              <a:ext uri="{FF2B5EF4-FFF2-40B4-BE49-F238E27FC236}">
                <a16:creationId xmlns:a16="http://schemas.microsoft.com/office/drawing/2014/main" id="{7D8EF05F-B450-48FF-9A16-BC961D1BAD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71864" y="3384559"/>
            <a:ext cx="936912" cy="230799"/>
          </a:xfrm>
          <a:custGeom xmlns:a="http://schemas.openxmlformats.org/drawingml/2006/main">
            <a:pathLst>
              <a:path w="936912" h="230799">
                <a:moveTo>
                  <a:pt x="117820" y="59553"/>
                </a:moveTo>
                <a:lnTo>
                  <a:pt x="82064" y="59553"/>
                </a:lnTo>
                <a:lnTo>
                  <a:pt x="82064" y="63400"/>
                </a:lnTo>
                <a:cubicBezTo>
                  <a:pt x="90295" y="64166"/>
                  <a:pt x="94154" y="66727"/>
                  <a:pt x="94154" y="71595"/>
                </a:cubicBezTo>
                <a:cubicBezTo>
                  <a:pt x="94154" y="74156"/>
                  <a:pt x="93640" y="76717"/>
                  <a:pt x="92611" y="79281"/>
                </a:cubicBezTo>
                <a:lnTo>
                  <a:pt x="67143" y="145622"/>
                </a:lnTo>
                <a:lnTo>
                  <a:pt x="40902" y="80048"/>
                </a:lnTo>
                <a:cubicBezTo>
                  <a:pt x="39360" y="76462"/>
                  <a:pt x="38586" y="72877"/>
                  <a:pt x="38586" y="70571"/>
                </a:cubicBezTo>
                <a:cubicBezTo>
                  <a:pt x="38586" y="65961"/>
                  <a:pt x="41416" y="64166"/>
                  <a:pt x="50421" y="63400"/>
                </a:cubicBezTo>
                <a:lnTo>
                  <a:pt x="50421" y="59553"/>
                </a:lnTo>
                <a:lnTo>
                  <a:pt x="0" y="59553"/>
                </a:lnTo>
                <a:lnTo>
                  <a:pt x="0" y="63400"/>
                </a:lnTo>
                <a:cubicBezTo>
                  <a:pt x="9774" y="63912"/>
                  <a:pt x="11576" y="66473"/>
                  <a:pt x="23407" y="92856"/>
                </a:cubicBezTo>
                <a:lnTo>
                  <a:pt x="54280" y="166370"/>
                </a:lnTo>
                <a:cubicBezTo>
                  <a:pt x="54794" y="167907"/>
                  <a:pt x="55564" y="169702"/>
                  <a:pt x="56337" y="171750"/>
                </a:cubicBezTo>
                <a:cubicBezTo>
                  <a:pt x="57879" y="176360"/>
                  <a:pt x="59426" y="178409"/>
                  <a:pt x="60969" y="178409"/>
                </a:cubicBezTo>
                <a:cubicBezTo>
                  <a:pt x="62511" y="178409"/>
                  <a:pt x="64313" y="175081"/>
                  <a:pt x="68172" y="165600"/>
                </a:cubicBezTo>
                <a:lnTo>
                  <a:pt x="101098" y="83379"/>
                </a:lnTo>
                <a:cubicBezTo>
                  <a:pt x="108560" y="65961"/>
                  <a:pt x="110102" y="64166"/>
                  <a:pt x="117820" y="63400"/>
                </a:cubicBezTo>
                <a:lnTo>
                  <a:pt x="117820" y="59553"/>
                </a:lnTo>
                <a:close/>
                <a:moveTo>
                  <a:pt x="231009" y="157941"/>
                </a:moveTo>
                <a:cubicBezTo>
                  <a:pt x="226637" y="161522"/>
                  <a:pt x="223551" y="162805"/>
                  <a:pt x="219693" y="162805"/>
                </a:cubicBezTo>
                <a:cubicBezTo>
                  <a:pt x="213777" y="162805"/>
                  <a:pt x="211975" y="159220"/>
                  <a:pt x="211975" y="147956"/>
                </a:cubicBezTo>
                <a:lnTo>
                  <a:pt x="211975" y="98025"/>
                </a:lnTo>
                <a:cubicBezTo>
                  <a:pt x="211975" y="84708"/>
                  <a:pt x="210688" y="77284"/>
                  <a:pt x="206829" y="71137"/>
                </a:cubicBezTo>
                <a:cubicBezTo>
                  <a:pt x="201169" y="61922"/>
                  <a:pt x="190107" y="57051"/>
                  <a:pt x="174932" y="57051"/>
                </a:cubicBezTo>
                <a:cubicBezTo>
                  <a:pt x="150748" y="57051"/>
                  <a:pt x="131713" y="69601"/>
                  <a:pt x="131713" y="85732"/>
                </a:cubicBezTo>
                <a:cubicBezTo>
                  <a:pt x="131713" y="91624"/>
                  <a:pt x="136856" y="96742"/>
                  <a:pt x="142775" y="96742"/>
                </a:cubicBezTo>
                <a:cubicBezTo>
                  <a:pt x="148946" y="96742"/>
                  <a:pt x="154351" y="91624"/>
                  <a:pt x="154351" y="85990"/>
                </a:cubicBezTo>
                <a:cubicBezTo>
                  <a:pt x="154351" y="84966"/>
                  <a:pt x="154092" y="83684"/>
                  <a:pt x="153837" y="81893"/>
                </a:cubicBezTo>
                <a:cubicBezTo>
                  <a:pt x="153323" y="79590"/>
                  <a:pt x="153063" y="77542"/>
                  <a:pt x="153063" y="75747"/>
                </a:cubicBezTo>
                <a:cubicBezTo>
                  <a:pt x="153063" y="68835"/>
                  <a:pt x="161295" y="63201"/>
                  <a:pt x="171587" y="63201"/>
                </a:cubicBezTo>
                <a:cubicBezTo>
                  <a:pt x="184192" y="63201"/>
                  <a:pt x="191136" y="70625"/>
                  <a:pt x="191136" y="84454"/>
                </a:cubicBezTo>
                <a:lnTo>
                  <a:pt x="191136" y="100073"/>
                </a:lnTo>
                <a:cubicBezTo>
                  <a:pt x="151521" y="115947"/>
                  <a:pt x="147148" y="117995"/>
                  <a:pt x="136086" y="127727"/>
                </a:cubicBezTo>
                <a:cubicBezTo>
                  <a:pt x="130426" y="132849"/>
                  <a:pt x="126822" y="141552"/>
                  <a:pt x="126822" y="150000"/>
                </a:cubicBezTo>
                <a:cubicBezTo>
                  <a:pt x="126822" y="166136"/>
                  <a:pt x="138143" y="177408"/>
                  <a:pt x="153837" y="177408"/>
                </a:cubicBezTo>
                <a:cubicBezTo>
                  <a:pt x="165154" y="177408"/>
                  <a:pt x="175701" y="172028"/>
                  <a:pt x="191395" y="158704"/>
                </a:cubicBezTo>
                <a:cubicBezTo>
                  <a:pt x="192682" y="172028"/>
                  <a:pt x="197310" y="177408"/>
                  <a:pt x="207858" y="177408"/>
                </a:cubicBezTo>
                <a:cubicBezTo>
                  <a:pt x="216603" y="177408"/>
                  <a:pt x="222009" y="174335"/>
                  <a:pt x="231009" y="164599"/>
                </a:cubicBezTo>
                <a:lnTo>
                  <a:pt x="231009" y="157941"/>
                </a:lnTo>
                <a:moveTo>
                  <a:pt x="191136" y="143330"/>
                </a:moveTo>
                <a:cubicBezTo>
                  <a:pt x="191136" y="151275"/>
                  <a:pt x="189852" y="153582"/>
                  <a:pt x="184447" y="156655"/>
                </a:cubicBezTo>
                <a:cubicBezTo>
                  <a:pt x="178276" y="160244"/>
                  <a:pt x="171073" y="162547"/>
                  <a:pt x="165668" y="162547"/>
                </a:cubicBezTo>
                <a:cubicBezTo>
                  <a:pt x="156667" y="162547"/>
                  <a:pt x="149464" y="153836"/>
                  <a:pt x="149464" y="142818"/>
                </a:cubicBezTo>
                <a:lnTo>
                  <a:pt x="149464" y="141794"/>
                </a:lnTo>
                <a:cubicBezTo>
                  <a:pt x="149464" y="126675"/>
                  <a:pt x="160007" y="117452"/>
                  <a:pt x="191136" y="106176"/>
                </a:cubicBezTo>
                <a:lnTo>
                  <a:pt x="191136" y="143330"/>
                </a:lnTo>
                <a:close/>
                <a:moveTo>
                  <a:pt x="233325" y="74989"/>
                </a:moveTo>
                <a:cubicBezTo>
                  <a:pt x="236928" y="74218"/>
                  <a:pt x="239244" y="73960"/>
                  <a:pt x="242330" y="73960"/>
                </a:cubicBezTo>
                <a:cubicBezTo>
                  <a:pt x="248759" y="73960"/>
                  <a:pt x="251075" y="78062"/>
                  <a:pt x="251075" y="89333"/>
                </a:cubicBezTo>
                <a:lnTo>
                  <a:pt x="251075" y="153386"/>
                </a:lnTo>
                <a:cubicBezTo>
                  <a:pt x="251075" y="166195"/>
                  <a:pt x="249274" y="167989"/>
                  <a:pt x="232811" y="171062"/>
                </a:cubicBezTo>
                <a:lnTo>
                  <a:pt x="232811" y="174905"/>
                </a:lnTo>
                <a:lnTo>
                  <a:pt x="294553" y="174905"/>
                </a:lnTo>
                <a:lnTo>
                  <a:pt x="294553" y="171062"/>
                </a:lnTo>
                <a:cubicBezTo>
                  <a:pt x="277057" y="170296"/>
                  <a:pt x="272684" y="166453"/>
                  <a:pt x="272684" y="151850"/>
                </a:cubicBezTo>
                <a:lnTo>
                  <a:pt x="272684" y="94201"/>
                </a:lnTo>
                <a:cubicBezTo>
                  <a:pt x="272684" y="86002"/>
                  <a:pt x="283746" y="73194"/>
                  <a:pt x="290694" y="73194"/>
                </a:cubicBezTo>
                <a:cubicBezTo>
                  <a:pt x="292237" y="73194"/>
                  <a:pt x="294553" y="74476"/>
                  <a:pt x="297383" y="77037"/>
                </a:cubicBezTo>
                <a:cubicBezTo>
                  <a:pt x="301497" y="80622"/>
                  <a:pt x="304327" y="82159"/>
                  <a:pt x="307671" y="82159"/>
                </a:cubicBezTo>
                <a:cubicBezTo>
                  <a:pt x="313846" y="82159"/>
                  <a:pt x="317704" y="77804"/>
                  <a:pt x="317704" y="70633"/>
                </a:cubicBezTo>
                <a:cubicBezTo>
                  <a:pt x="317704" y="62176"/>
                  <a:pt x="312303" y="57051"/>
                  <a:pt x="303557" y="57051"/>
                </a:cubicBezTo>
                <a:cubicBezTo>
                  <a:pt x="292751" y="57051"/>
                  <a:pt x="285293" y="62947"/>
                  <a:pt x="272684" y="81135"/>
                </a:cubicBezTo>
                <a:lnTo>
                  <a:pt x="272684" y="57567"/>
                </a:lnTo>
                <a:lnTo>
                  <a:pt x="271401" y="57051"/>
                </a:lnTo>
                <a:cubicBezTo>
                  <a:pt x="257764" y="62689"/>
                  <a:pt x="248504" y="66020"/>
                  <a:pt x="233325" y="70887"/>
                </a:cubicBezTo>
                <a:lnTo>
                  <a:pt x="233325" y="74989"/>
                </a:lnTo>
                <a:close/>
                <a:moveTo>
                  <a:pt x="439385" y="59553"/>
                </a:moveTo>
                <a:lnTo>
                  <a:pt x="404657" y="59553"/>
                </a:lnTo>
                <a:lnTo>
                  <a:pt x="404657" y="63400"/>
                </a:lnTo>
                <a:cubicBezTo>
                  <a:pt x="412888" y="63400"/>
                  <a:pt x="417006" y="65703"/>
                  <a:pt x="417006" y="69804"/>
                </a:cubicBezTo>
                <a:cubicBezTo>
                  <a:pt x="417006" y="70829"/>
                  <a:pt x="416747" y="72365"/>
                  <a:pt x="415974" y="74160"/>
                </a:cubicBezTo>
                <a:lnTo>
                  <a:pt x="391020" y="144875"/>
                </a:lnTo>
                <a:lnTo>
                  <a:pt x="361439" y="80052"/>
                </a:lnTo>
                <a:cubicBezTo>
                  <a:pt x="359892" y="76466"/>
                  <a:pt x="358864" y="73135"/>
                  <a:pt x="358864" y="70316"/>
                </a:cubicBezTo>
                <a:cubicBezTo>
                  <a:pt x="358864" y="65703"/>
                  <a:pt x="362722" y="63912"/>
                  <a:pt x="373784" y="63400"/>
                </a:cubicBezTo>
                <a:lnTo>
                  <a:pt x="373784" y="59553"/>
                </a:lnTo>
                <a:lnTo>
                  <a:pt x="320792" y="59553"/>
                </a:lnTo>
                <a:lnTo>
                  <a:pt x="320792" y="63142"/>
                </a:lnTo>
                <a:cubicBezTo>
                  <a:pt x="327480" y="64166"/>
                  <a:pt x="331853" y="66985"/>
                  <a:pt x="333910" y="71341"/>
                </a:cubicBezTo>
                <a:lnTo>
                  <a:pt x="363237" y="134373"/>
                </a:lnTo>
                <a:lnTo>
                  <a:pt x="364010" y="136422"/>
                </a:lnTo>
                <a:lnTo>
                  <a:pt x="367868" y="144109"/>
                </a:lnTo>
                <a:cubicBezTo>
                  <a:pt x="375072" y="156921"/>
                  <a:pt x="379189" y="166144"/>
                  <a:pt x="379189" y="169987"/>
                </a:cubicBezTo>
                <a:cubicBezTo>
                  <a:pt x="379189" y="173830"/>
                  <a:pt x="373270" y="189970"/>
                  <a:pt x="368897" y="197656"/>
                </a:cubicBezTo>
                <a:cubicBezTo>
                  <a:pt x="365297" y="204318"/>
                  <a:pt x="359637" y="209186"/>
                  <a:pt x="356033" y="209186"/>
                </a:cubicBezTo>
                <a:cubicBezTo>
                  <a:pt x="354491" y="209186"/>
                  <a:pt x="352175" y="208674"/>
                  <a:pt x="349604" y="207395"/>
                </a:cubicBezTo>
                <a:cubicBezTo>
                  <a:pt x="344717" y="205601"/>
                  <a:pt x="340344" y="204576"/>
                  <a:pt x="335971" y="204576"/>
                </a:cubicBezTo>
                <a:cubicBezTo>
                  <a:pt x="330052" y="204576"/>
                  <a:pt x="324909" y="209702"/>
                  <a:pt x="324909" y="215848"/>
                </a:cubicBezTo>
                <a:cubicBezTo>
                  <a:pt x="324909" y="224305"/>
                  <a:pt x="333141" y="230713"/>
                  <a:pt x="343943" y="230713"/>
                </a:cubicBezTo>
                <a:cubicBezTo>
                  <a:pt x="361180" y="230713"/>
                  <a:pt x="373529" y="216364"/>
                  <a:pt x="387421" y="179468"/>
                </a:cubicBezTo>
                <a:lnTo>
                  <a:pt x="427035" y="74930"/>
                </a:lnTo>
                <a:cubicBezTo>
                  <a:pt x="430380" y="66727"/>
                  <a:pt x="433210" y="64166"/>
                  <a:pt x="439385" y="63400"/>
                </a:cubicBezTo>
                <a:lnTo>
                  <a:pt x="439385" y="59553"/>
                </a:lnTo>
                <a:close/>
                <a:moveTo>
                  <a:pt x="490835" y="57051"/>
                </a:moveTo>
                <a:lnTo>
                  <a:pt x="450961" y="71063"/>
                </a:lnTo>
                <a:lnTo>
                  <a:pt x="450961" y="74910"/>
                </a:lnTo>
                <a:lnTo>
                  <a:pt x="453022" y="74652"/>
                </a:lnTo>
                <a:cubicBezTo>
                  <a:pt x="456107" y="74140"/>
                  <a:pt x="459451" y="73882"/>
                  <a:pt x="461767" y="73882"/>
                </a:cubicBezTo>
                <a:cubicBezTo>
                  <a:pt x="467942" y="73882"/>
                  <a:pt x="470254" y="77983"/>
                  <a:pt x="470254" y="89267"/>
                </a:cubicBezTo>
                <a:lnTo>
                  <a:pt x="470254" y="148757"/>
                </a:lnTo>
                <a:cubicBezTo>
                  <a:pt x="470254" y="167219"/>
                  <a:pt x="467683" y="170038"/>
                  <a:pt x="449932" y="171062"/>
                </a:cubicBezTo>
                <a:lnTo>
                  <a:pt x="449932" y="174905"/>
                </a:lnTo>
                <a:lnTo>
                  <a:pt x="510901" y="174905"/>
                </a:lnTo>
                <a:lnTo>
                  <a:pt x="510901" y="171062"/>
                </a:lnTo>
                <a:cubicBezTo>
                  <a:pt x="493924" y="169784"/>
                  <a:pt x="491863" y="167219"/>
                  <a:pt x="491863" y="148757"/>
                </a:cubicBezTo>
                <a:lnTo>
                  <a:pt x="491863" y="57821"/>
                </a:lnTo>
                <a:lnTo>
                  <a:pt x="490835" y="57051"/>
                </a:lnTo>
                <a:moveTo>
                  <a:pt x="478745" y="0"/>
                </a:moveTo>
                <a:cubicBezTo>
                  <a:pt x="471801" y="0"/>
                  <a:pt x="465881" y="5896"/>
                  <a:pt x="465881" y="13070"/>
                </a:cubicBezTo>
                <a:cubicBezTo>
                  <a:pt x="465881" y="20245"/>
                  <a:pt x="471542" y="26137"/>
                  <a:pt x="478745" y="26137"/>
                </a:cubicBezTo>
                <a:cubicBezTo>
                  <a:pt x="486207" y="26137"/>
                  <a:pt x="492122" y="20499"/>
                  <a:pt x="492122" y="13070"/>
                </a:cubicBezTo>
                <a:cubicBezTo>
                  <a:pt x="492122" y="5896"/>
                  <a:pt x="486207" y="0"/>
                  <a:pt x="478745" y="0"/>
                </a:cubicBezTo>
                <a:close/>
                <a:moveTo>
                  <a:pt x="521448" y="72940"/>
                </a:moveTo>
                <a:cubicBezTo>
                  <a:pt x="522991" y="72170"/>
                  <a:pt x="525566" y="71915"/>
                  <a:pt x="528396" y="71915"/>
                </a:cubicBezTo>
                <a:cubicBezTo>
                  <a:pt x="535599" y="71915"/>
                  <a:pt x="537911" y="75759"/>
                  <a:pt x="537911" y="88309"/>
                </a:cubicBezTo>
                <a:lnTo>
                  <a:pt x="537911" y="151850"/>
                </a:lnTo>
                <a:cubicBezTo>
                  <a:pt x="537911" y="166453"/>
                  <a:pt x="535081" y="170038"/>
                  <a:pt x="521962" y="171062"/>
                </a:cubicBezTo>
                <a:lnTo>
                  <a:pt x="521962" y="174905"/>
                </a:lnTo>
                <a:lnTo>
                  <a:pt x="576501" y="174905"/>
                </a:lnTo>
                <a:lnTo>
                  <a:pt x="576501" y="171062"/>
                </a:lnTo>
                <a:cubicBezTo>
                  <a:pt x="563379" y="170038"/>
                  <a:pt x="559520" y="166965"/>
                  <a:pt x="559520" y="157742"/>
                </a:cubicBezTo>
                <a:lnTo>
                  <a:pt x="559520" y="85748"/>
                </a:lnTo>
                <a:cubicBezTo>
                  <a:pt x="571870" y="74218"/>
                  <a:pt x="577530" y="71145"/>
                  <a:pt x="586020" y="71145"/>
                </a:cubicBezTo>
                <a:cubicBezTo>
                  <a:pt x="598625" y="71145"/>
                  <a:pt x="604799" y="79086"/>
                  <a:pt x="604799" y="95995"/>
                </a:cubicBezTo>
                <a:lnTo>
                  <a:pt x="604799" y="149543"/>
                </a:lnTo>
                <a:cubicBezTo>
                  <a:pt x="604799" y="165682"/>
                  <a:pt x="601455" y="170038"/>
                  <a:pt x="588592" y="171062"/>
                </a:cubicBezTo>
                <a:lnTo>
                  <a:pt x="588592" y="174905"/>
                </a:lnTo>
                <a:lnTo>
                  <a:pt x="642102" y="174905"/>
                </a:lnTo>
                <a:lnTo>
                  <a:pt x="642102" y="171062"/>
                </a:lnTo>
                <a:cubicBezTo>
                  <a:pt x="629494" y="169784"/>
                  <a:pt x="626409" y="166707"/>
                  <a:pt x="626409" y="154157"/>
                </a:cubicBezTo>
                <a:lnTo>
                  <a:pt x="626409" y="95483"/>
                </a:lnTo>
                <a:cubicBezTo>
                  <a:pt x="626409" y="71403"/>
                  <a:pt x="615088" y="57051"/>
                  <a:pt x="596054" y="57051"/>
                </a:cubicBezTo>
                <a:cubicBezTo>
                  <a:pt x="584219" y="57051"/>
                  <a:pt x="576242" y="61410"/>
                  <a:pt x="558751" y="77807"/>
                </a:cubicBezTo>
                <a:lnTo>
                  <a:pt x="558751" y="57567"/>
                </a:lnTo>
                <a:lnTo>
                  <a:pt x="556949" y="57051"/>
                </a:lnTo>
                <a:cubicBezTo>
                  <a:pt x="544345" y="61664"/>
                  <a:pt x="535599" y="64483"/>
                  <a:pt x="521448" y="68584"/>
                </a:cubicBezTo>
                <a:lnTo>
                  <a:pt x="521448" y="72940"/>
                </a:lnTo>
                <a:close/>
                <a:moveTo>
                  <a:pt x="766866" y="75552"/>
                </a:moveTo>
                <a:lnTo>
                  <a:pt x="766866" y="65558"/>
                </a:lnTo>
                <a:lnTo>
                  <a:pt x="747058" y="65558"/>
                </a:lnTo>
                <a:cubicBezTo>
                  <a:pt x="741912" y="65558"/>
                  <a:pt x="738053" y="64761"/>
                  <a:pt x="732911" y="62947"/>
                </a:cubicBezTo>
                <a:lnTo>
                  <a:pt x="727251" y="60898"/>
                </a:lnTo>
                <a:cubicBezTo>
                  <a:pt x="720303" y="58333"/>
                  <a:pt x="713359" y="57051"/>
                  <a:pt x="706670" y="57051"/>
                </a:cubicBezTo>
                <a:cubicBezTo>
                  <a:pt x="682745" y="57051"/>
                  <a:pt x="663707" y="75552"/>
                  <a:pt x="663707" y="98861"/>
                </a:cubicBezTo>
                <a:cubicBezTo>
                  <a:pt x="663707" y="115001"/>
                  <a:pt x="670655" y="124732"/>
                  <a:pt x="687632" y="133185"/>
                </a:cubicBezTo>
                <a:cubicBezTo>
                  <a:pt x="682745" y="137798"/>
                  <a:pt x="678117" y="142146"/>
                  <a:pt x="676571" y="143424"/>
                </a:cubicBezTo>
                <a:cubicBezTo>
                  <a:pt x="668084" y="150841"/>
                  <a:pt x="664739" y="155959"/>
                  <a:pt x="664739" y="161073"/>
                </a:cubicBezTo>
                <a:cubicBezTo>
                  <a:pt x="664739" y="166445"/>
                  <a:pt x="667825" y="169514"/>
                  <a:pt x="678372" y="174640"/>
                </a:cubicBezTo>
                <a:cubicBezTo>
                  <a:pt x="660108" y="187976"/>
                  <a:pt x="653164" y="196444"/>
                  <a:pt x="653164" y="205933"/>
                </a:cubicBezTo>
                <a:cubicBezTo>
                  <a:pt x="653164" y="219523"/>
                  <a:pt x="673226" y="230799"/>
                  <a:pt x="697665" y="230799"/>
                </a:cubicBezTo>
                <a:cubicBezTo>
                  <a:pt x="716959" y="230799"/>
                  <a:pt x="737025" y="224137"/>
                  <a:pt x="750403" y="213373"/>
                </a:cubicBezTo>
                <a:cubicBezTo>
                  <a:pt x="760181" y="205421"/>
                  <a:pt x="764554" y="197210"/>
                  <a:pt x="764554" y="187463"/>
                </a:cubicBezTo>
                <a:cubicBezTo>
                  <a:pt x="764554" y="171563"/>
                  <a:pt x="752460" y="160819"/>
                  <a:pt x="733425" y="160052"/>
                </a:cubicBezTo>
                <a:lnTo>
                  <a:pt x="700240" y="158516"/>
                </a:lnTo>
                <a:cubicBezTo>
                  <a:pt x="686604" y="158004"/>
                  <a:pt x="680174" y="155701"/>
                  <a:pt x="680174" y="151611"/>
                </a:cubicBezTo>
                <a:cubicBezTo>
                  <a:pt x="680174" y="146493"/>
                  <a:pt x="688661" y="137540"/>
                  <a:pt x="695609" y="135491"/>
                </a:cubicBezTo>
                <a:cubicBezTo>
                  <a:pt x="697925" y="135750"/>
                  <a:pt x="699726" y="136004"/>
                  <a:pt x="700496" y="136004"/>
                </a:cubicBezTo>
                <a:cubicBezTo>
                  <a:pt x="705383" y="136516"/>
                  <a:pt x="708727" y="136774"/>
                  <a:pt x="710274" y="136774"/>
                </a:cubicBezTo>
                <a:cubicBezTo>
                  <a:pt x="719789" y="136774"/>
                  <a:pt x="730081" y="132931"/>
                  <a:pt x="738053" y="126014"/>
                </a:cubicBezTo>
                <a:cubicBezTo>
                  <a:pt x="746544" y="118840"/>
                  <a:pt x="750403" y="109875"/>
                  <a:pt x="750403" y="97071"/>
                </a:cubicBezTo>
                <a:cubicBezTo>
                  <a:pt x="750403" y="89642"/>
                  <a:pt x="749115" y="83750"/>
                  <a:pt x="745516" y="75552"/>
                </a:cubicBezTo>
                <a:lnTo>
                  <a:pt x="766866" y="75552"/>
                </a:lnTo>
                <a:moveTo>
                  <a:pt x="683774" y="175406"/>
                </a:moveTo>
                <a:cubicBezTo>
                  <a:pt x="692264" y="177204"/>
                  <a:pt x="712845" y="178741"/>
                  <a:pt x="725449" y="178741"/>
                </a:cubicBezTo>
                <a:cubicBezTo>
                  <a:pt x="748860" y="178741"/>
                  <a:pt x="757351" y="182076"/>
                  <a:pt x="757351" y="191311"/>
                </a:cubicBezTo>
                <a:cubicBezTo>
                  <a:pt x="757351" y="206191"/>
                  <a:pt x="737798" y="216192"/>
                  <a:pt x="708727" y="216192"/>
                </a:cubicBezTo>
                <a:cubicBezTo>
                  <a:pt x="686090" y="216192"/>
                  <a:pt x="671169" y="208756"/>
                  <a:pt x="671169" y="197468"/>
                </a:cubicBezTo>
                <a:cubicBezTo>
                  <a:pt x="671169" y="191569"/>
                  <a:pt x="672971" y="188234"/>
                  <a:pt x="683774" y="175406"/>
                </a:cubicBezTo>
                <a:moveTo>
                  <a:pt x="685061" y="88360"/>
                </a:moveTo>
                <a:cubicBezTo>
                  <a:pt x="685061" y="73249"/>
                  <a:pt x="692264" y="64229"/>
                  <a:pt x="704099" y="64229"/>
                </a:cubicBezTo>
                <a:cubicBezTo>
                  <a:pt x="712072" y="64229"/>
                  <a:pt x="718760" y="68635"/>
                  <a:pt x="722878" y="76322"/>
                </a:cubicBezTo>
                <a:cubicBezTo>
                  <a:pt x="727506" y="85287"/>
                  <a:pt x="730595" y="97071"/>
                  <a:pt x="730595" y="107060"/>
                </a:cubicBezTo>
                <a:cubicBezTo>
                  <a:pt x="730595" y="121401"/>
                  <a:pt x="723133" y="130366"/>
                  <a:pt x="711302" y="130366"/>
                </a:cubicBezTo>
                <a:cubicBezTo>
                  <a:pt x="695868" y="130366"/>
                  <a:pt x="685061" y="113718"/>
                  <a:pt x="685061" y="89130"/>
                </a:cubicBezTo>
                <a:lnTo>
                  <a:pt x="685061" y="88360"/>
                </a:lnTo>
                <a:close/>
                <a:moveTo>
                  <a:pt x="917874" y="59553"/>
                </a:moveTo>
                <a:lnTo>
                  <a:pt x="886232" y="59553"/>
                </a:lnTo>
                <a:lnTo>
                  <a:pt x="886232" y="29917"/>
                </a:lnTo>
                <a:cubicBezTo>
                  <a:pt x="886232" y="15095"/>
                  <a:pt x="891119" y="7178"/>
                  <a:pt x="900897" y="7178"/>
                </a:cubicBezTo>
                <a:cubicBezTo>
                  <a:pt x="906298" y="7178"/>
                  <a:pt x="909902" y="9731"/>
                  <a:pt x="914530" y="17140"/>
                </a:cubicBezTo>
                <a:cubicBezTo>
                  <a:pt x="918648" y="23783"/>
                  <a:pt x="921733" y="26340"/>
                  <a:pt x="926106" y="26340"/>
                </a:cubicBezTo>
                <a:cubicBezTo>
                  <a:pt x="932025" y="26340"/>
                  <a:pt x="936912" y="21738"/>
                  <a:pt x="936912" y="15862"/>
                </a:cubicBezTo>
                <a:cubicBezTo>
                  <a:pt x="936912" y="6662"/>
                  <a:pt x="925592" y="0"/>
                  <a:pt x="910157" y="0"/>
                </a:cubicBezTo>
                <a:cubicBezTo>
                  <a:pt x="894208" y="0"/>
                  <a:pt x="880572" y="6920"/>
                  <a:pt x="873883" y="18673"/>
                </a:cubicBezTo>
                <a:cubicBezTo>
                  <a:pt x="867198" y="29917"/>
                  <a:pt x="865137" y="39113"/>
                  <a:pt x="864882" y="59553"/>
                </a:cubicBezTo>
                <a:lnTo>
                  <a:pt x="843787" y="59553"/>
                </a:lnTo>
                <a:lnTo>
                  <a:pt x="843787" y="67756"/>
                </a:lnTo>
                <a:lnTo>
                  <a:pt x="864882" y="67756"/>
                </a:lnTo>
                <a:lnTo>
                  <a:pt x="864882" y="148249"/>
                </a:lnTo>
                <a:cubicBezTo>
                  <a:pt x="864882" y="166961"/>
                  <a:pt x="862052" y="170038"/>
                  <a:pt x="843528" y="171062"/>
                </a:cubicBezTo>
                <a:lnTo>
                  <a:pt x="843528" y="174905"/>
                </a:lnTo>
                <a:lnTo>
                  <a:pt x="910416" y="174905"/>
                </a:lnTo>
                <a:lnTo>
                  <a:pt x="910416" y="171062"/>
                </a:lnTo>
                <a:cubicBezTo>
                  <a:pt x="889321" y="170296"/>
                  <a:pt x="886491" y="167477"/>
                  <a:pt x="886491" y="148249"/>
                </a:cubicBezTo>
                <a:lnTo>
                  <a:pt x="886491" y="67756"/>
                </a:lnTo>
                <a:lnTo>
                  <a:pt x="917874" y="67756"/>
                </a:lnTo>
                <a:lnTo>
                  <a:pt x="917874" y="59553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8" name="Text actors,suchasemotionsandle-">
            <a:extLst xmlns:a="http://schemas.openxmlformats.org/drawingml/2006/main">
              <a:ext uri="{FF2B5EF4-FFF2-40B4-BE49-F238E27FC236}">
                <a16:creationId xmlns:a16="http://schemas.microsoft.com/office/drawing/2014/main" id="{E9058328-1C8A-4285-B4A8-36988E96E4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2857" y="3384461"/>
            <a:ext cx="3248330" cy="211121"/>
          </a:xfrm>
          <a:custGeom xmlns:a="http://schemas.openxmlformats.org/drawingml/2006/main">
            <a:pathLst>
              <a:path w="3248330" h="211121">
                <a:moveTo>
                  <a:pt x="104187" y="158039"/>
                </a:moveTo>
                <a:cubicBezTo>
                  <a:pt x="99814" y="161620"/>
                  <a:pt x="96729" y="162903"/>
                  <a:pt x="92870" y="162903"/>
                </a:cubicBezTo>
                <a:cubicBezTo>
                  <a:pt x="86955" y="162903"/>
                  <a:pt x="85153" y="159317"/>
                  <a:pt x="85153" y="148053"/>
                </a:cubicBezTo>
                <a:lnTo>
                  <a:pt x="85153" y="98122"/>
                </a:lnTo>
                <a:cubicBezTo>
                  <a:pt x="85153" y="84806"/>
                  <a:pt x="83865" y="77381"/>
                  <a:pt x="80007" y="71235"/>
                </a:cubicBezTo>
                <a:cubicBezTo>
                  <a:pt x="74346" y="62020"/>
                  <a:pt x="63285" y="57148"/>
                  <a:pt x="48109" y="57148"/>
                </a:cubicBezTo>
                <a:cubicBezTo>
                  <a:pt x="23925" y="57148"/>
                  <a:pt x="4891" y="69699"/>
                  <a:pt x="4891" y="85830"/>
                </a:cubicBezTo>
                <a:cubicBezTo>
                  <a:pt x="4891" y="91722"/>
                  <a:pt x="10033" y="96840"/>
                  <a:pt x="15953" y="96840"/>
                </a:cubicBezTo>
                <a:cubicBezTo>
                  <a:pt x="22123" y="96840"/>
                  <a:pt x="27529" y="91722"/>
                  <a:pt x="27529" y="86088"/>
                </a:cubicBezTo>
                <a:cubicBezTo>
                  <a:pt x="27529" y="85064"/>
                  <a:pt x="27269" y="83781"/>
                  <a:pt x="27014" y="81991"/>
                </a:cubicBezTo>
                <a:cubicBezTo>
                  <a:pt x="26500" y="79688"/>
                  <a:pt x="26241" y="77639"/>
                  <a:pt x="26241" y="75845"/>
                </a:cubicBezTo>
                <a:cubicBezTo>
                  <a:pt x="26241" y="68932"/>
                  <a:pt x="34473" y="63298"/>
                  <a:pt x="44765" y="63298"/>
                </a:cubicBezTo>
                <a:cubicBezTo>
                  <a:pt x="57369" y="63298"/>
                  <a:pt x="64313" y="70723"/>
                  <a:pt x="64313" y="84552"/>
                </a:cubicBezTo>
                <a:lnTo>
                  <a:pt x="64313" y="100171"/>
                </a:lnTo>
                <a:cubicBezTo>
                  <a:pt x="24698" y="116045"/>
                  <a:pt x="20326" y="118093"/>
                  <a:pt x="9264" y="127825"/>
                </a:cubicBezTo>
                <a:cubicBezTo>
                  <a:pt x="3603" y="132946"/>
                  <a:pt x="0" y="141649"/>
                  <a:pt x="0" y="150098"/>
                </a:cubicBezTo>
                <a:cubicBezTo>
                  <a:pt x="0" y="166234"/>
                  <a:pt x="11321" y="177505"/>
                  <a:pt x="27014" y="177505"/>
                </a:cubicBezTo>
                <a:cubicBezTo>
                  <a:pt x="38331" y="177505"/>
                  <a:pt x="48879" y="172126"/>
                  <a:pt x="64572" y="158801"/>
                </a:cubicBezTo>
                <a:cubicBezTo>
                  <a:pt x="65860" y="172126"/>
                  <a:pt x="70488" y="177505"/>
                  <a:pt x="81035" y="177505"/>
                </a:cubicBezTo>
                <a:cubicBezTo>
                  <a:pt x="89781" y="177505"/>
                  <a:pt x="95186" y="174432"/>
                  <a:pt x="104187" y="164697"/>
                </a:cubicBezTo>
                <a:lnTo>
                  <a:pt x="104187" y="158039"/>
                </a:lnTo>
                <a:moveTo>
                  <a:pt x="64313" y="143428"/>
                </a:moveTo>
                <a:cubicBezTo>
                  <a:pt x="64313" y="151373"/>
                  <a:pt x="63030" y="153680"/>
                  <a:pt x="57624" y="156753"/>
                </a:cubicBezTo>
                <a:cubicBezTo>
                  <a:pt x="51454" y="160342"/>
                  <a:pt x="44251" y="162645"/>
                  <a:pt x="38845" y="162645"/>
                </a:cubicBezTo>
                <a:cubicBezTo>
                  <a:pt x="29845" y="162645"/>
                  <a:pt x="22641" y="153934"/>
                  <a:pt x="22641" y="142916"/>
                </a:cubicBezTo>
                <a:lnTo>
                  <a:pt x="22641" y="141892"/>
                </a:lnTo>
                <a:cubicBezTo>
                  <a:pt x="22641" y="126773"/>
                  <a:pt x="33185" y="117550"/>
                  <a:pt x="64313" y="106274"/>
                </a:cubicBezTo>
                <a:lnTo>
                  <a:pt x="64313" y="143428"/>
                </a:lnTo>
                <a:close/>
                <a:moveTo>
                  <a:pt x="207090" y="134991"/>
                </a:moveTo>
                <a:cubicBezTo>
                  <a:pt x="194741" y="152913"/>
                  <a:pt x="185481" y="159059"/>
                  <a:pt x="170816" y="159059"/>
                </a:cubicBezTo>
                <a:cubicBezTo>
                  <a:pt x="147405" y="159059"/>
                  <a:pt x="130942" y="138576"/>
                  <a:pt x="130942" y="109132"/>
                </a:cubicBezTo>
                <a:cubicBezTo>
                  <a:pt x="130942" y="82761"/>
                  <a:pt x="145093" y="64581"/>
                  <a:pt x="165929" y="64581"/>
                </a:cubicBezTo>
                <a:cubicBezTo>
                  <a:pt x="175188" y="64581"/>
                  <a:pt x="178533" y="67396"/>
                  <a:pt x="181108" y="76869"/>
                </a:cubicBezTo>
                <a:lnTo>
                  <a:pt x="182651" y="82503"/>
                </a:lnTo>
                <a:cubicBezTo>
                  <a:pt x="184707" y="89673"/>
                  <a:pt x="189339" y="94283"/>
                  <a:pt x="194741" y="94283"/>
                </a:cubicBezTo>
                <a:cubicBezTo>
                  <a:pt x="201429" y="94283"/>
                  <a:pt x="207090" y="89415"/>
                  <a:pt x="207090" y="83527"/>
                </a:cubicBezTo>
                <a:cubicBezTo>
                  <a:pt x="207090" y="69190"/>
                  <a:pt x="189080" y="57148"/>
                  <a:pt x="167471" y="57148"/>
                </a:cubicBezTo>
                <a:cubicBezTo>
                  <a:pt x="154867" y="57148"/>
                  <a:pt x="141748" y="62274"/>
                  <a:pt x="131201" y="71493"/>
                </a:cubicBezTo>
                <a:cubicBezTo>
                  <a:pt x="118337" y="82761"/>
                  <a:pt x="111134" y="100171"/>
                  <a:pt x="111134" y="120396"/>
                </a:cubicBezTo>
                <a:cubicBezTo>
                  <a:pt x="111134" y="153683"/>
                  <a:pt x="131456" y="177505"/>
                  <a:pt x="160013" y="177505"/>
                </a:cubicBezTo>
                <a:cubicBezTo>
                  <a:pt x="171589" y="177505"/>
                  <a:pt x="181877" y="173408"/>
                  <a:pt x="191141" y="165463"/>
                </a:cubicBezTo>
                <a:cubicBezTo>
                  <a:pt x="198085" y="159313"/>
                  <a:pt x="202972" y="152401"/>
                  <a:pt x="210689" y="137294"/>
                </a:cubicBezTo>
                <a:lnTo>
                  <a:pt x="207090" y="134991"/>
                </a:lnTo>
                <a:close/>
                <a:moveTo>
                  <a:pt x="284522" y="59651"/>
                </a:moveTo>
                <a:lnTo>
                  <a:pt x="258540" y="59651"/>
                </a:lnTo>
                <a:lnTo>
                  <a:pt x="258540" y="29929"/>
                </a:lnTo>
                <a:cubicBezTo>
                  <a:pt x="258540" y="27368"/>
                  <a:pt x="258285" y="26598"/>
                  <a:pt x="256738" y="26598"/>
                </a:cubicBezTo>
                <a:cubicBezTo>
                  <a:pt x="254940" y="28905"/>
                  <a:pt x="253394" y="31211"/>
                  <a:pt x="251596" y="33772"/>
                </a:cubicBezTo>
                <a:cubicBezTo>
                  <a:pt x="241818" y="47867"/>
                  <a:pt x="230756" y="60167"/>
                  <a:pt x="226642" y="61191"/>
                </a:cubicBezTo>
                <a:cubicBezTo>
                  <a:pt x="223812" y="62982"/>
                  <a:pt x="222266" y="64776"/>
                  <a:pt x="222266" y="66059"/>
                </a:cubicBezTo>
                <a:cubicBezTo>
                  <a:pt x="222266" y="66829"/>
                  <a:pt x="222525" y="67341"/>
                  <a:pt x="223298" y="67853"/>
                </a:cubicBezTo>
                <a:lnTo>
                  <a:pt x="236931" y="67853"/>
                </a:lnTo>
                <a:lnTo>
                  <a:pt x="236931" y="144969"/>
                </a:lnTo>
                <a:cubicBezTo>
                  <a:pt x="236931" y="166488"/>
                  <a:pt x="244648" y="177505"/>
                  <a:pt x="259827" y="177505"/>
                </a:cubicBezTo>
                <a:cubicBezTo>
                  <a:pt x="272432" y="177505"/>
                  <a:pt x="282206" y="171359"/>
                  <a:pt x="290697" y="158035"/>
                </a:cubicBezTo>
                <a:lnTo>
                  <a:pt x="287352" y="155216"/>
                </a:lnTo>
                <a:cubicBezTo>
                  <a:pt x="281951" y="161620"/>
                  <a:pt x="277578" y="164185"/>
                  <a:pt x="271918" y="164185"/>
                </a:cubicBezTo>
                <a:cubicBezTo>
                  <a:pt x="262399" y="164185"/>
                  <a:pt x="258540" y="157265"/>
                  <a:pt x="258540" y="141125"/>
                </a:cubicBezTo>
                <a:lnTo>
                  <a:pt x="258540" y="67853"/>
                </a:lnTo>
                <a:lnTo>
                  <a:pt x="284522" y="67853"/>
                </a:lnTo>
                <a:lnTo>
                  <a:pt x="284522" y="59651"/>
                </a:lnTo>
                <a:close/>
                <a:moveTo>
                  <a:pt x="354754" y="57148"/>
                </a:moveTo>
                <a:cubicBezTo>
                  <a:pt x="321310" y="57148"/>
                  <a:pt x="297899" y="81737"/>
                  <a:pt x="297899" y="117073"/>
                </a:cubicBezTo>
                <a:cubicBezTo>
                  <a:pt x="297899" y="151639"/>
                  <a:pt x="321824" y="177505"/>
                  <a:pt x="354236" y="177505"/>
                </a:cubicBezTo>
                <a:cubicBezTo>
                  <a:pt x="386651" y="177505"/>
                  <a:pt x="411346" y="150360"/>
                  <a:pt x="411346" y="115024"/>
                </a:cubicBezTo>
                <a:cubicBezTo>
                  <a:pt x="411346" y="81479"/>
                  <a:pt x="387680" y="57148"/>
                  <a:pt x="354754" y="57148"/>
                </a:cubicBezTo>
                <a:moveTo>
                  <a:pt x="351409" y="64327"/>
                </a:moveTo>
                <a:cubicBezTo>
                  <a:pt x="373019" y="64327"/>
                  <a:pt x="388194" y="88907"/>
                  <a:pt x="388194" y="123985"/>
                </a:cubicBezTo>
                <a:cubicBezTo>
                  <a:pt x="388194" y="152921"/>
                  <a:pt x="376618" y="170331"/>
                  <a:pt x="357325" y="170331"/>
                </a:cubicBezTo>
                <a:cubicBezTo>
                  <a:pt x="347292" y="170331"/>
                  <a:pt x="337773" y="164189"/>
                  <a:pt x="332371" y="153945"/>
                </a:cubicBezTo>
                <a:cubicBezTo>
                  <a:pt x="325168" y="140629"/>
                  <a:pt x="321051" y="122707"/>
                  <a:pt x="321051" y="104526"/>
                </a:cubicBezTo>
                <a:cubicBezTo>
                  <a:pt x="321051" y="80200"/>
                  <a:pt x="333141" y="64327"/>
                  <a:pt x="351409" y="64327"/>
                </a:cubicBezTo>
                <a:close/>
                <a:moveTo>
                  <a:pt x="420865" y="75086"/>
                </a:moveTo>
                <a:cubicBezTo>
                  <a:pt x="424468" y="74316"/>
                  <a:pt x="426784" y="74058"/>
                  <a:pt x="429870" y="74058"/>
                </a:cubicBezTo>
                <a:cubicBezTo>
                  <a:pt x="436299" y="74058"/>
                  <a:pt x="438615" y="78159"/>
                  <a:pt x="438615" y="89431"/>
                </a:cubicBezTo>
                <a:lnTo>
                  <a:pt x="438615" y="153484"/>
                </a:lnTo>
                <a:cubicBezTo>
                  <a:pt x="438615" y="166292"/>
                  <a:pt x="436814" y="168087"/>
                  <a:pt x="420351" y="171160"/>
                </a:cubicBezTo>
                <a:lnTo>
                  <a:pt x="420351" y="175003"/>
                </a:lnTo>
                <a:lnTo>
                  <a:pt x="482093" y="175003"/>
                </a:lnTo>
                <a:lnTo>
                  <a:pt x="482093" y="171160"/>
                </a:lnTo>
                <a:cubicBezTo>
                  <a:pt x="464597" y="170394"/>
                  <a:pt x="460224" y="166550"/>
                  <a:pt x="460224" y="151948"/>
                </a:cubicBezTo>
                <a:lnTo>
                  <a:pt x="460224" y="94299"/>
                </a:lnTo>
                <a:cubicBezTo>
                  <a:pt x="460224" y="86100"/>
                  <a:pt x="471286" y="73292"/>
                  <a:pt x="478234" y="73292"/>
                </a:cubicBezTo>
                <a:cubicBezTo>
                  <a:pt x="479777" y="73292"/>
                  <a:pt x="482093" y="74574"/>
                  <a:pt x="484923" y="77135"/>
                </a:cubicBezTo>
                <a:cubicBezTo>
                  <a:pt x="489037" y="80720"/>
                  <a:pt x="491867" y="82257"/>
                  <a:pt x="495211" y="82257"/>
                </a:cubicBezTo>
                <a:cubicBezTo>
                  <a:pt x="501386" y="82257"/>
                  <a:pt x="505244" y="77901"/>
                  <a:pt x="505244" y="70731"/>
                </a:cubicBezTo>
                <a:cubicBezTo>
                  <a:pt x="505244" y="62274"/>
                  <a:pt x="499843" y="57148"/>
                  <a:pt x="491097" y="57148"/>
                </a:cubicBezTo>
                <a:cubicBezTo>
                  <a:pt x="480291" y="57148"/>
                  <a:pt x="472833" y="63044"/>
                  <a:pt x="460224" y="81232"/>
                </a:cubicBezTo>
                <a:lnTo>
                  <a:pt x="460224" y="57665"/>
                </a:lnTo>
                <a:lnTo>
                  <a:pt x="458941" y="57148"/>
                </a:lnTo>
                <a:cubicBezTo>
                  <a:pt x="445304" y="62786"/>
                  <a:pt x="436044" y="66117"/>
                  <a:pt x="420865" y="70985"/>
                </a:cubicBezTo>
                <a:lnTo>
                  <a:pt x="420865" y="75086"/>
                </a:lnTo>
                <a:close/>
                <a:moveTo>
                  <a:pt x="585763" y="94498"/>
                </a:moveTo>
                <a:lnTo>
                  <a:pt x="584735" y="59651"/>
                </a:lnTo>
                <a:lnTo>
                  <a:pt x="581905" y="59651"/>
                </a:lnTo>
                <a:lnTo>
                  <a:pt x="581390" y="60167"/>
                </a:lnTo>
                <a:cubicBezTo>
                  <a:pt x="579074" y="61957"/>
                  <a:pt x="578819" y="62215"/>
                  <a:pt x="577791" y="62215"/>
                </a:cubicBezTo>
                <a:cubicBezTo>
                  <a:pt x="576248" y="62215"/>
                  <a:pt x="573673" y="61703"/>
                  <a:pt x="570843" y="60421"/>
                </a:cubicBezTo>
                <a:cubicBezTo>
                  <a:pt x="565183" y="58427"/>
                  <a:pt x="559526" y="57399"/>
                  <a:pt x="552837" y="57399"/>
                </a:cubicBezTo>
                <a:cubicBezTo>
                  <a:pt x="532512" y="57399"/>
                  <a:pt x="517851" y="70465"/>
                  <a:pt x="517851" y="88903"/>
                </a:cubicBezTo>
                <a:cubicBezTo>
                  <a:pt x="517851" y="103240"/>
                  <a:pt x="526082" y="113484"/>
                  <a:pt x="547950" y="125776"/>
                </a:cubicBezTo>
                <a:lnTo>
                  <a:pt x="562871" y="134229"/>
                </a:lnTo>
                <a:cubicBezTo>
                  <a:pt x="571871" y="139350"/>
                  <a:pt x="576248" y="145496"/>
                  <a:pt x="576248" y="153433"/>
                </a:cubicBezTo>
                <a:cubicBezTo>
                  <a:pt x="576248" y="164701"/>
                  <a:pt x="568013" y="171871"/>
                  <a:pt x="554894" y="171871"/>
                </a:cubicBezTo>
                <a:cubicBezTo>
                  <a:pt x="546149" y="171871"/>
                  <a:pt x="538172" y="168540"/>
                  <a:pt x="533285" y="162906"/>
                </a:cubicBezTo>
                <a:cubicBezTo>
                  <a:pt x="527884" y="156506"/>
                  <a:pt x="525568" y="150614"/>
                  <a:pt x="522223" y="136019"/>
                </a:cubicBezTo>
                <a:lnTo>
                  <a:pt x="518106" y="136019"/>
                </a:lnTo>
                <a:lnTo>
                  <a:pt x="518106" y="175969"/>
                </a:lnTo>
                <a:lnTo>
                  <a:pt x="521450" y="175969"/>
                </a:lnTo>
                <a:cubicBezTo>
                  <a:pt x="523252" y="173408"/>
                  <a:pt x="524280" y="172896"/>
                  <a:pt x="527370" y="172896"/>
                </a:cubicBezTo>
                <a:cubicBezTo>
                  <a:pt x="529686" y="172954"/>
                  <a:pt x="533285" y="173467"/>
                  <a:pt x="539201" y="175003"/>
                </a:cubicBezTo>
                <a:cubicBezTo>
                  <a:pt x="546404" y="176481"/>
                  <a:pt x="553352" y="177505"/>
                  <a:pt x="557980" y="177505"/>
                </a:cubicBezTo>
                <a:cubicBezTo>
                  <a:pt x="577791" y="177505"/>
                  <a:pt x="594254" y="162652"/>
                  <a:pt x="594254" y="144726"/>
                </a:cubicBezTo>
                <a:cubicBezTo>
                  <a:pt x="594254" y="131922"/>
                  <a:pt x="588079" y="123473"/>
                  <a:pt x="572645" y="114254"/>
                </a:cubicBezTo>
                <a:lnTo>
                  <a:pt x="544861" y="97864"/>
                </a:lnTo>
                <a:cubicBezTo>
                  <a:pt x="537658" y="93767"/>
                  <a:pt x="533799" y="87367"/>
                  <a:pt x="533799" y="80450"/>
                </a:cubicBezTo>
                <a:cubicBezTo>
                  <a:pt x="533799" y="70207"/>
                  <a:pt x="541776" y="63036"/>
                  <a:pt x="553607" y="63036"/>
                </a:cubicBezTo>
                <a:cubicBezTo>
                  <a:pt x="568272" y="63036"/>
                  <a:pt x="575989" y="71743"/>
                  <a:pt x="581905" y="94537"/>
                </a:cubicBezTo>
                <a:lnTo>
                  <a:pt x="585763" y="94498"/>
                </a:lnTo>
                <a:close/>
                <a:moveTo>
                  <a:pt x="626154" y="211121"/>
                </a:moveTo>
                <a:cubicBezTo>
                  <a:pt x="643390" y="202664"/>
                  <a:pt x="654966" y="187037"/>
                  <a:pt x="654966" y="171660"/>
                </a:cubicBezTo>
                <a:cubicBezTo>
                  <a:pt x="654966" y="158852"/>
                  <a:pt x="645961" y="148859"/>
                  <a:pt x="634385" y="148859"/>
                </a:cubicBezTo>
                <a:cubicBezTo>
                  <a:pt x="625380" y="148859"/>
                  <a:pt x="619210" y="154751"/>
                  <a:pt x="619210" y="163462"/>
                </a:cubicBezTo>
                <a:cubicBezTo>
                  <a:pt x="619210" y="171637"/>
                  <a:pt x="625125" y="176505"/>
                  <a:pt x="634385" y="176505"/>
                </a:cubicBezTo>
                <a:cubicBezTo>
                  <a:pt x="635928" y="176505"/>
                  <a:pt x="637730" y="176250"/>
                  <a:pt x="639272" y="175992"/>
                </a:cubicBezTo>
                <a:cubicBezTo>
                  <a:pt x="641074" y="175504"/>
                  <a:pt x="641074" y="175504"/>
                  <a:pt x="641333" y="175504"/>
                </a:cubicBezTo>
                <a:cubicBezTo>
                  <a:pt x="643390" y="175504"/>
                  <a:pt x="644933" y="177044"/>
                  <a:pt x="644933" y="179093"/>
                </a:cubicBezTo>
                <a:cubicBezTo>
                  <a:pt x="644933" y="187291"/>
                  <a:pt x="637730" y="196773"/>
                  <a:pt x="623838" y="206254"/>
                </a:cubicBezTo>
                <a:lnTo>
                  <a:pt x="626154" y="211121"/>
                </a:lnTo>
                <a:close/>
                <a:moveTo>
                  <a:pt x="814204" y="94498"/>
                </a:moveTo>
                <a:lnTo>
                  <a:pt x="813176" y="59651"/>
                </a:lnTo>
                <a:lnTo>
                  <a:pt x="810346" y="59651"/>
                </a:lnTo>
                <a:lnTo>
                  <a:pt x="809832" y="60167"/>
                </a:lnTo>
                <a:cubicBezTo>
                  <a:pt x="807516" y="61957"/>
                  <a:pt x="807260" y="62215"/>
                  <a:pt x="806232" y="62215"/>
                </a:cubicBezTo>
                <a:cubicBezTo>
                  <a:pt x="804689" y="62215"/>
                  <a:pt x="802114" y="61703"/>
                  <a:pt x="799284" y="60421"/>
                </a:cubicBezTo>
                <a:cubicBezTo>
                  <a:pt x="793624" y="58427"/>
                  <a:pt x="787967" y="57399"/>
                  <a:pt x="781278" y="57399"/>
                </a:cubicBezTo>
                <a:cubicBezTo>
                  <a:pt x="760953" y="57399"/>
                  <a:pt x="746292" y="70465"/>
                  <a:pt x="746292" y="88903"/>
                </a:cubicBezTo>
                <a:cubicBezTo>
                  <a:pt x="746292" y="103240"/>
                  <a:pt x="754523" y="113484"/>
                  <a:pt x="776391" y="125776"/>
                </a:cubicBezTo>
                <a:lnTo>
                  <a:pt x="791312" y="134229"/>
                </a:lnTo>
                <a:cubicBezTo>
                  <a:pt x="800313" y="139350"/>
                  <a:pt x="804689" y="145496"/>
                  <a:pt x="804689" y="153433"/>
                </a:cubicBezTo>
                <a:cubicBezTo>
                  <a:pt x="804689" y="164701"/>
                  <a:pt x="796454" y="171871"/>
                  <a:pt x="783335" y="171871"/>
                </a:cubicBezTo>
                <a:cubicBezTo>
                  <a:pt x="774590" y="171871"/>
                  <a:pt x="766613" y="168540"/>
                  <a:pt x="761726" y="162906"/>
                </a:cubicBezTo>
                <a:cubicBezTo>
                  <a:pt x="756325" y="156506"/>
                  <a:pt x="754009" y="150614"/>
                  <a:pt x="750665" y="136019"/>
                </a:cubicBezTo>
                <a:lnTo>
                  <a:pt x="746547" y="136019"/>
                </a:lnTo>
                <a:lnTo>
                  <a:pt x="746547" y="175969"/>
                </a:lnTo>
                <a:lnTo>
                  <a:pt x="749891" y="175969"/>
                </a:lnTo>
                <a:cubicBezTo>
                  <a:pt x="751693" y="173408"/>
                  <a:pt x="752721" y="172896"/>
                  <a:pt x="755811" y="172896"/>
                </a:cubicBezTo>
                <a:cubicBezTo>
                  <a:pt x="758127" y="172954"/>
                  <a:pt x="761726" y="173467"/>
                  <a:pt x="767642" y="175003"/>
                </a:cubicBezTo>
                <a:cubicBezTo>
                  <a:pt x="774845" y="176481"/>
                  <a:pt x="781793" y="177505"/>
                  <a:pt x="786421" y="177505"/>
                </a:cubicBezTo>
                <a:cubicBezTo>
                  <a:pt x="806232" y="177505"/>
                  <a:pt x="822695" y="162652"/>
                  <a:pt x="822695" y="144726"/>
                </a:cubicBezTo>
                <a:cubicBezTo>
                  <a:pt x="822695" y="131922"/>
                  <a:pt x="816520" y="123473"/>
                  <a:pt x="801086" y="114254"/>
                </a:cubicBezTo>
                <a:lnTo>
                  <a:pt x="773302" y="97864"/>
                </a:lnTo>
                <a:cubicBezTo>
                  <a:pt x="766099" y="93767"/>
                  <a:pt x="762240" y="87367"/>
                  <a:pt x="762240" y="80450"/>
                </a:cubicBezTo>
                <a:cubicBezTo>
                  <a:pt x="762240" y="70207"/>
                  <a:pt x="770217" y="63036"/>
                  <a:pt x="782048" y="63036"/>
                </a:cubicBezTo>
                <a:cubicBezTo>
                  <a:pt x="796713" y="63036"/>
                  <a:pt x="804430" y="71743"/>
                  <a:pt x="810346" y="94537"/>
                </a:cubicBezTo>
                <a:lnTo>
                  <a:pt x="814204" y="94498"/>
                </a:lnTo>
                <a:close/>
                <a:moveTo>
                  <a:pt x="956466" y="162144"/>
                </a:moveTo>
                <a:lnTo>
                  <a:pt x="955183" y="162144"/>
                </a:lnTo>
                <a:cubicBezTo>
                  <a:pt x="943348" y="162144"/>
                  <a:pt x="940517" y="159325"/>
                  <a:pt x="940517" y="147537"/>
                </a:cubicBezTo>
                <a:lnTo>
                  <a:pt x="940517" y="59651"/>
                </a:lnTo>
                <a:lnTo>
                  <a:pt x="899870" y="59651"/>
                </a:lnTo>
                <a:lnTo>
                  <a:pt x="899870" y="64010"/>
                </a:lnTo>
                <a:cubicBezTo>
                  <a:pt x="915823" y="64776"/>
                  <a:pt x="918908" y="67341"/>
                  <a:pt x="918908" y="80149"/>
                </a:cubicBezTo>
                <a:lnTo>
                  <a:pt x="918908" y="140355"/>
                </a:lnTo>
                <a:cubicBezTo>
                  <a:pt x="918908" y="147530"/>
                  <a:pt x="917621" y="151119"/>
                  <a:pt x="914021" y="153934"/>
                </a:cubicBezTo>
                <a:cubicBezTo>
                  <a:pt x="907073" y="159571"/>
                  <a:pt x="899101" y="162645"/>
                  <a:pt x="891384" y="162645"/>
                </a:cubicBezTo>
                <a:cubicBezTo>
                  <a:pt x="881350" y="162645"/>
                  <a:pt x="873119" y="153934"/>
                  <a:pt x="873119" y="143174"/>
                </a:cubicBezTo>
                <a:lnTo>
                  <a:pt x="873119" y="59651"/>
                </a:lnTo>
                <a:lnTo>
                  <a:pt x="835557" y="59651"/>
                </a:lnTo>
                <a:lnTo>
                  <a:pt x="835557" y="63240"/>
                </a:lnTo>
                <a:cubicBezTo>
                  <a:pt x="847906" y="64010"/>
                  <a:pt x="851510" y="67853"/>
                  <a:pt x="851510" y="79637"/>
                </a:cubicBezTo>
                <a:lnTo>
                  <a:pt x="851510" y="144198"/>
                </a:lnTo>
                <a:cubicBezTo>
                  <a:pt x="851510" y="164439"/>
                  <a:pt x="863855" y="177505"/>
                  <a:pt x="882634" y="177505"/>
                </a:cubicBezTo>
                <a:cubicBezTo>
                  <a:pt x="892153" y="177505"/>
                  <a:pt x="902186" y="173408"/>
                  <a:pt x="909134" y="166488"/>
                </a:cubicBezTo>
                <a:lnTo>
                  <a:pt x="920196" y="155474"/>
                </a:lnTo>
                <a:lnTo>
                  <a:pt x="920196" y="176739"/>
                </a:lnTo>
                <a:lnTo>
                  <a:pt x="921224" y="177255"/>
                </a:lnTo>
                <a:cubicBezTo>
                  <a:pt x="934088" y="172133"/>
                  <a:pt x="943348" y="169315"/>
                  <a:pt x="956466" y="165725"/>
                </a:cubicBezTo>
                <a:lnTo>
                  <a:pt x="956466" y="162144"/>
                </a:lnTo>
                <a:close/>
                <a:moveTo>
                  <a:pt x="1064256" y="134991"/>
                </a:moveTo>
                <a:cubicBezTo>
                  <a:pt x="1051906" y="152913"/>
                  <a:pt x="1042646" y="159059"/>
                  <a:pt x="1027981" y="159059"/>
                </a:cubicBezTo>
                <a:cubicBezTo>
                  <a:pt x="1004570" y="159059"/>
                  <a:pt x="988107" y="138576"/>
                  <a:pt x="988107" y="109132"/>
                </a:cubicBezTo>
                <a:cubicBezTo>
                  <a:pt x="988107" y="82761"/>
                  <a:pt x="1002258" y="64581"/>
                  <a:pt x="1023094" y="64581"/>
                </a:cubicBezTo>
                <a:cubicBezTo>
                  <a:pt x="1032354" y="64581"/>
                  <a:pt x="1035699" y="67396"/>
                  <a:pt x="1038274" y="76869"/>
                </a:cubicBezTo>
                <a:lnTo>
                  <a:pt x="1039816" y="82503"/>
                </a:lnTo>
                <a:cubicBezTo>
                  <a:pt x="1041873" y="89673"/>
                  <a:pt x="1046505" y="94283"/>
                  <a:pt x="1051906" y="94283"/>
                </a:cubicBezTo>
                <a:cubicBezTo>
                  <a:pt x="1058595" y="94283"/>
                  <a:pt x="1064256" y="89415"/>
                  <a:pt x="1064256" y="83527"/>
                </a:cubicBezTo>
                <a:cubicBezTo>
                  <a:pt x="1064256" y="69190"/>
                  <a:pt x="1046246" y="57148"/>
                  <a:pt x="1024637" y="57148"/>
                </a:cubicBezTo>
                <a:cubicBezTo>
                  <a:pt x="1012033" y="57148"/>
                  <a:pt x="998914" y="62274"/>
                  <a:pt x="988367" y="71493"/>
                </a:cubicBezTo>
                <a:cubicBezTo>
                  <a:pt x="975503" y="82761"/>
                  <a:pt x="968300" y="100171"/>
                  <a:pt x="968300" y="120396"/>
                </a:cubicBezTo>
                <a:cubicBezTo>
                  <a:pt x="968300" y="153683"/>
                  <a:pt x="988622" y="177505"/>
                  <a:pt x="1017179" y="177505"/>
                </a:cubicBezTo>
                <a:cubicBezTo>
                  <a:pt x="1028755" y="177505"/>
                  <a:pt x="1039043" y="173408"/>
                  <a:pt x="1048307" y="165463"/>
                </a:cubicBezTo>
                <a:cubicBezTo>
                  <a:pt x="1055251" y="159313"/>
                  <a:pt x="1060138" y="152401"/>
                  <a:pt x="1067855" y="137294"/>
                </a:cubicBezTo>
                <a:lnTo>
                  <a:pt x="1064256" y="134991"/>
                </a:lnTo>
                <a:close/>
                <a:moveTo>
                  <a:pt x="1116480" y="87128"/>
                </a:moveTo>
                <a:cubicBezTo>
                  <a:pt x="1127282" y="75344"/>
                  <a:pt x="1134999" y="70985"/>
                  <a:pt x="1145033" y="70985"/>
                </a:cubicBezTo>
                <a:cubicBezTo>
                  <a:pt x="1157896" y="70985"/>
                  <a:pt x="1164326" y="80212"/>
                  <a:pt x="1164326" y="98146"/>
                </a:cubicBezTo>
                <a:lnTo>
                  <a:pt x="1164326" y="148871"/>
                </a:lnTo>
                <a:cubicBezTo>
                  <a:pt x="1164326" y="166292"/>
                  <a:pt x="1161755" y="169623"/>
                  <a:pt x="1146834" y="171160"/>
                </a:cubicBezTo>
                <a:lnTo>
                  <a:pt x="1146834" y="175003"/>
                </a:lnTo>
                <a:lnTo>
                  <a:pt x="1201373" y="175003"/>
                </a:lnTo>
                <a:lnTo>
                  <a:pt x="1201373" y="171160"/>
                </a:lnTo>
                <a:cubicBezTo>
                  <a:pt x="1187481" y="168599"/>
                  <a:pt x="1185935" y="166550"/>
                  <a:pt x="1185935" y="148871"/>
                </a:cubicBezTo>
                <a:lnTo>
                  <a:pt x="1185935" y="97888"/>
                </a:lnTo>
                <a:cubicBezTo>
                  <a:pt x="1185935" y="70985"/>
                  <a:pt x="1175132" y="57148"/>
                  <a:pt x="1154293" y="57148"/>
                </a:cubicBezTo>
                <a:cubicBezTo>
                  <a:pt x="1139117" y="57148"/>
                  <a:pt x="1128311" y="63298"/>
                  <a:pt x="1116480" y="78671"/>
                </a:cubicBezTo>
                <a:lnTo>
                  <a:pt x="1116480" y="782"/>
                </a:lnTo>
                <a:lnTo>
                  <a:pt x="1115192" y="12"/>
                </a:lnTo>
                <a:cubicBezTo>
                  <a:pt x="1106446" y="3085"/>
                  <a:pt x="1100013" y="5137"/>
                  <a:pt x="1085607" y="9235"/>
                </a:cubicBezTo>
                <a:lnTo>
                  <a:pt x="1078663" y="11287"/>
                </a:lnTo>
                <a:lnTo>
                  <a:pt x="1078663" y="15385"/>
                </a:lnTo>
                <a:cubicBezTo>
                  <a:pt x="1079691" y="15131"/>
                  <a:pt x="1080464" y="15131"/>
                  <a:pt x="1081748" y="15131"/>
                </a:cubicBezTo>
                <a:cubicBezTo>
                  <a:pt x="1092810" y="15131"/>
                  <a:pt x="1094870" y="17179"/>
                  <a:pt x="1094870" y="28197"/>
                </a:cubicBezTo>
                <a:lnTo>
                  <a:pt x="1094870" y="148871"/>
                </a:lnTo>
                <a:cubicBezTo>
                  <a:pt x="1094870" y="166804"/>
                  <a:pt x="1093324" y="169111"/>
                  <a:pt x="1078404" y="171160"/>
                </a:cubicBezTo>
                <a:lnTo>
                  <a:pt x="1078404" y="175003"/>
                </a:lnTo>
                <a:lnTo>
                  <a:pt x="1133971" y="175003"/>
                </a:lnTo>
                <a:lnTo>
                  <a:pt x="1133971" y="171160"/>
                </a:lnTo>
                <a:cubicBezTo>
                  <a:pt x="1119051" y="169623"/>
                  <a:pt x="1116480" y="166550"/>
                  <a:pt x="1116480" y="148871"/>
                </a:cubicBezTo>
                <a:lnTo>
                  <a:pt x="1116480" y="87128"/>
                </a:lnTo>
                <a:close/>
                <a:moveTo>
                  <a:pt x="1382219" y="158039"/>
                </a:moveTo>
                <a:cubicBezTo>
                  <a:pt x="1377846" y="161620"/>
                  <a:pt x="1374761" y="162903"/>
                  <a:pt x="1370902" y="162903"/>
                </a:cubicBezTo>
                <a:cubicBezTo>
                  <a:pt x="1364986" y="162903"/>
                  <a:pt x="1363185" y="159317"/>
                  <a:pt x="1363185" y="148053"/>
                </a:cubicBezTo>
                <a:lnTo>
                  <a:pt x="1363185" y="98122"/>
                </a:lnTo>
                <a:cubicBezTo>
                  <a:pt x="1363185" y="84806"/>
                  <a:pt x="1361897" y="77381"/>
                  <a:pt x="1358038" y="71235"/>
                </a:cubicBezTo>
                <a:cubicBezTo>
                  <a:pt x="1352378" y="62020"/>
                  <a:pt x="1341316" y="57148"/>
                  <a:pt x="1326141" y="57148"/>
                </a:cubicBezTo>
                <a:cubicBezTo>
                  <a:pt x="1301957" y="57148"/>
                  <a:pt x="1282923" y="69699"/>
                  <a:pt x="1282923" y="85830"/>
                </a:cubicBezTo>
                <a:cubicBezTo>
                  <a:pt x="1282923" y="91722"/>
                  <a:pt x="1288065" y="96840"/>
                  <a:pt x="1293984" y="96840"/>
                </a:cubicBezTo>
                <a:cubicBezTo>
                  <a:pt x="1300155" y="96840"/>
                  <a:pt x="1305560" y="91722"/>
                  <a:pt x="1305560" y="86088"/>
                </a:cubicBezTo>
                <a:cubicBezTo>
                  <a:pt x="1305560" y="85064"/>
                  <a:pt x="1305301" y="83781"/>
                  <a:pt x="1305046" y="81991"/>
                </a:cubicBezTo>
                <a:cubicBezTo>
                  <a:pt x="1304532" y="79688"/>
                  <a:pt x="1304273" y="77639"/>
                  <a:pt x="1304273" y="75845"/>
                </a:cubicBezTo>
                <a:cubicBezTo>
                  <a:pt x="1304273" y="68932"/>
                  <a:pt x="1312504" y="63298"/>
                  <a:pt x="1322797" y="63298"/>
                </a:cubicBezTo>
                <a:cubicBezTo>
                  <a:pt x="1335401" y="63298"/>
                  <a:pt x="1342345" y="70723"/>
                  <a:pt x="1342345" y="84552"/>
                </a:cubicBezTo>
                <a:lnTo>
                  <a:pt x="1342345" y="100171"/>
                </a:lnTo>
                <a:cubicBezTo>
                  <a:pt x="1302730" y="116045"/>
                  <a:pt x="1298357" y="118093"/>
                  <a:pt x="1287296" y="127825"/>
                </a:cubicBezTo>
                <a:cubicBezTo>
                  <a:pt x="1281635" y="132946"/>
                  <a:pt x="1278032" y="141649"/>
                  <a:pt x="1278032" y="150098"/>
                </a:cubicBezTo>
                <a:cubicBezTo>
                  <a:pt x="1278032" y="166234"/>
                  <a:pt x="1289352" y="177505"/>
                  <a:pt x="1305046" y="177505"/>
                </a:cubicBezTo>
                <a:cubicBezTo>
                  <a:pt x="1316363" y="177505"/>
                  <a:pt x="1326910" y="172126"/>
                  <a:pt x="1342604" y="158801"/>
                </a:cubicBezTo>
                <a:cubicBezTo>
                  <a:pt x="1343891" y="172126"/>
                  <a:pt x="1348519" y="177505"/>
                  <a:pt x="1359067" y="177505"/>
                </a:cubicBezTo>
                <a:cubicBezTo>
                  <a:pt x="1367813" y="177505"/>
                  <a:pt x="1373218" y="174432"/>
                  <a:pt x="1382219" y="164697"/>
                </a:cubicBezTo>
                <a:lnTo>
                  <a:pt x="1382219" y="158039"/>
                </a:lnTo>
                <a:moveTo>
                  <a:pt x="1342345" y="143428"/>
                </a:moveTo>
                <a:cubicBezTo>
                  <a:pt x="1342345" y="151373"/>
                  <a:pt x="1341061" y="153680"/>
                  <a:pt x="1335656" y="156753"/>
                </a:cubicBezTo>
                <a:cubicBezTo>
                  <a:pt x="1329485" y="160342"/>
                  <a:pt x="1322282" y="162645"/>
                  <a:pt x="1316877" y="162645"/>
                </a:cubicBezTo>
                <a:cubicBezTo>
                  <a:pt x="1307876" y="162645"/>
                  <a:pt x="1300673" y="153934"/>
                  <a:pt x="1300673" y="142916"/>
                </a:cubicBezTo>
                <a:lnTo>
                  <a:pt x="1300673" y="141892"/>
                </a:lnTo>
                <a:cubicBezTo>
                  <a:pt x="1300673" y="126773"/>
                  <a:pt x="1311217" y="117550"/>
                  <a:pt x="1342345" y="106274"/>
                </a:cubicBezTo>
                <a:lnTo>
                  <a:pt x="1342345" y="143428"/>
                </a:lnTo>
                <a:close/>
                <a:moveTo>
                  <a:pt x="1463768" y="94498"/>
                </a:moveTo>
                <a:lnTo>
                  <a:pt x="1462740" y="59651"/>
                </a:lnTo>
                <a:lnTo>
                  <a:pt x="1459910" y="59651"/>
                </a:lnTo>
                <a:lnTo>
                  <a:pt x="1459396" y="60167"/>
                </a:lnTo>
                <a:cubicBezTo>
                  <a:pt x="1457080" y="61957"/>
                  <a:pt x="1456825" y="62215"/>
                  <a:pt x="1455796" y="62215"/>
                </a:cubicBezTo>
                <a:cubicBezTo>
                  <a:pt x="1454253" y="62215"/>
                  <a:pt x="1451678" y="61703"/>
                  <a:pt x="1448848" y="60421"/>
                </a:cubicBezTo>
                <a:cubicBezTo>
                  <a:pt x="1443188" y="58427"/>
                  <a:pt x="1437531" y="57399"/>
                  <a:pt x="1430843" y="57399"/>
                </a:cubicBezTo>
                <a:cubicBezTo>
                  <a:pt x="1410517" y="57399"/>
                  <a:pt x="1395856" y="70465"/>
                  <a:pt x="1395856" y="88903"/>
                </a:cubicBezTo>
                <a:cubicBezTo>
                  <a:pt x="1395856" y="103240"/>
                  <a:pt x="1404087" y="113484"/>
                  <a:pt x="1425955" y="125776"/>
                </a:cubicBezTo>
                <a:lnTo>
                  <a:pt x="1440876" y="134229"/>
                </a:lnTo>
                <a:cubicBezTo>
                  <a:pt x="1449877" y="139350"/>
                  <a:pt x="1454253" y="145496"/>
                  <a:pt x="1454253" y="153433"/>
                </a:cubicBezTo>
                <a:cubicBezTo>
                  <a:pt x="1454253" y="164701"/>
                  <a:pt x="1446018" y="171871"/>
                  <a:pt x="1432899" y="171871"/>
                </a:cubicBezTo>
                <a:cubicBezTo>
                  <a:pt x="1424154" y="171871"/>
                  <a:pt x="1416177" y="168540"/>
                  <a:pt x="1411290" y="162906"/>
                </a:cubicBezTo>
                <a:cubicBezTo>
                  <a:pt x="1405889" y="156506"/>
                  <a:pt x="1403573" y="150614"/>
                  <a:pt x="1400229" y="136019"/>
                </a:cubicBezTo>
                <a:lnTo>
                  <a:pt x="1396111" y="136019"/>
                </a:lnTo>
                <a:lnTo>
                  <a:pt x="1396111" y="175969"/>
                </a:lnTo>
                <a:lnTo>
                  <a:pt x="1399455" y="175969"/>
                </a:lnTo>
                <a:cubicBezTo>
                  <a:pt x="1401257" y="173408"/>
                  <a:pt x="1402286" y="172896"/>
                  <a:pt x="1405375" y="172896"/>
                </a:cubicBezTo>
                <a:cubicBezTo>
                  <a:pt x="1407691" y="172954"/>
                  <a:pt x="1411290" y="173467"/>
                  <a:pt x="1417206" y="175003"/>
                </a:cubicBezTo>
                <a:cubicBezTo>
                  <a:pt x="1424409" y="176481"/>
                  <a:pt x="1431357" y="177505"/>
                  <a:pt x="1435985" y="177505"/>
                </a:cubicBezTo>
                <a:cubicBezTo>
                  <a:pt x="1455796" y="177505"/>
                  <a:pt x="1472259" y="162652"/>
                  <a:pt x="1472259" y="144726"/>
                </a:cubicBezTo>
                <a:cubicBezTo>
                  <a:pt x="1472259" y="131922"/>
                  <a:pt x="1466084" y="123473"/>
                  <a:pt x="1450650" y="114254"/>
                </a:cubicBezTo>
                <a:lnTo>
                  <a:pt x="1422866" y="97864"/>
                </a:lnTo>
                <a:cubicBezTo>
                  <a:pt x="1415663" y="93767"/>
                  <a:pt x="1411805" y="87367"/>
                  <a:pt x="1411805" y="80450"/>
                </a:cubicBezTo>
                <a:cubicBezTo>
                  <a:pt x="1411805" y="70207"/>
                  <a:pt x="1419781" y="63036"/>
                  <a:pt x="1431612" y="63036"/>
                </a:cubicBezTo>
                <a:cubicBezTo>
                  <a:pt x="1446277" y="63036"/>
                  <a:pt x="1453994" y="71743"/>
                  <a:pt x="1459910" y="94537"/>
                </a:cubicBezTo>
                <a:lnTo>
                  <a:pt x="1463768" y="94498"/>
                </a:lnTo>
                <a:close/>
                <a:moveTo>
                  <a:pt x="1651564" y="132911"/>
                </a:moveTo>
                <a:cubicBezTo>
                  <a:pt x="1639219" y="152393"/>
                  <a:pt x="1628153" y="159830"/>
                  <a:pt x="1611690" y="159830"/>
                </a:cubicBezTo>
                <a:cubicBezTo>
                  <a:pt x="1597029" y="159830"/>
                  <a:pt x="1585967" y="152393"/>
                  <a:pt x="1578505" y="137783"/>
                </a:cubicBezTo>
                <a:cubicBezTo>
                  <a:pt x="1573873" y="128040"/>
                  <a:pt x="1572075" y="119579"/>
                  <a:pt x="1571561" y="103940"/>
                </a:cubicBezTo>
                <a:lnTo>
                  <a:pt x="1650795" y="103940"/>
                </a:lnTo>
                <a:cubicBezTo>
                  <a:pt x="1648734" y="87316"/>
                  <a:pt x="1646163" y="79911"/>
                  <a:pt x="1639733" y="71740"/>
                </a:cubicBezTo>
                <a:cubicBezTo>
                  <a:pt x="1632012" y="62532"/>
                  <a:pt x="1620181" y="57148"/>
                  <a:pt x="1606803" y="57148"/>
                </a:cubicBezTo>
                <a:cubicBezTo>
                  <a:pt x="1593940" y="57148"/>
                  <a:pt x="1581850" y="61762"/>
                  <a:pt x="1572075" y="70461"/>
                </a:cubicBezTo>
                <a:cubicBezTo>
                  <a:pt x="1559981" y="80931"/>
                  <a:pt x="1553037" y="99072"/>
                  <a:pt x="1553037" y="120091"/>
                </a:cubicBezTo>
                <a:cubicBezTo>
                  <a:pt x="1553037" y="155470"/>
                  <a:pt x="1571561" y="177505"/>
                  <a:pt x="1601143" y="177505"/>
                </a:cubicBezTo>
                <a:cubicBezTo>
                  <a:pt x="1625582" y="177505"/>
                  <a:pt x="1644875" y="162390"/>
                  <a:pt x="1655682" y="134706"/>
                </a:cubicBezTo>
                <a:lnTo>
                  <a:pt x="1651564" y="132911"/>
                </a:lnTo>
                <a:moveTo>
                  <a:pt x="1572075" y="95741"/>
                </a:moveTo>
                <a:cubicBezTo>
                  <a:pt x="1574902" y="75825"/>
                  <a:pt x="1583651" y="66375"/>
                  <a:pt x="1599341" y="66375"/>
                </a:cubicBezTo>
                <a:cubicBezTo>
                  <a:pt x="1615035" y="66375"/>
                  <a:pt x="1621209" y="73526"/>
                  <a:pt x="1624554" y="95741"/>
                </a:cubicBezTo>
                <a:lnTo>
                  <a:pt x="1572075" y="95741"/>
                </a:lnTo>
                <a:close/>
                <a:moveTo>
                  <a:pt x="1665714" y="73038"/>
                </a:moveTo>
                <a:cubicBezTo>
                  <a:pt x="1669059" y="72267"/>
                  <a:pt x="1671116" y="72013"/>
                  <a:pt x="1673946" y="72013"/>
                </a:cubicBezTo>
                <a:cubicBezTo>
                  <a:pt x="1680635" y="72013"/>
                  <a:pt x="1682951" y="76111"/>
                  <a:pt x="1682951" y="88407"/>
                </a:cubicBezTo>
                <a:lnTo>
                  <a:pt x="1682951" y="153226"/>
                </a:lnTo>
                <a:cubicBezTo>
                  <a:pt x="1682951" y="167063"/>
                  <a:pt x="1679347" y="170906"/>
                  <a:pt x="1664941" y="171160"/>
                </a:cubicBezTo>
                <a:lnTo>
                  <a:pt x="1664941" y="175003"/>
                </a:lnTo>
                <a:lnTo>
                  <a:pt x="1722051" y="175003"/>
                </a:lnTo>
                <a:lnTo>
                  <a:pt x="1722051" y="171160"/>
                </a:lnTo>
                <a:cubicBezTo>
                  <a:pt x="1708418" y="170648"/>
                  <a:pt x="1704560" y="167833"/>
                  <a:pt x="1704560" y="157839"/>
                </a:cubicBezTo>
                <a:lnTo>
                  <a:pt x="1704560" y="85592"/>
                </a:lnTo>
                <a:cubicBezTo>
                  <a:pt x="1704560" y="85080"/>
                  <a:pt x="1706617" y="82515"/>
                  <a:pt x="1708418" y="80724"/>
                </a:cubicBezTo>
                <a:cubicBezTo>
                  <a:pt x="1714848" y="74828"/>
                  <a:pt x="1725910" y="70473"/>
                  <a:pt x="1734915" y="70473"/>
                </a:cubicBezTo>
                <a:cubicBezTo>
                  <a:pt x="1746232" y="70473"/>
                  <a:pt x="1751892" y="79442"/>
                  <a:pt x="1751892" y="97376"/>
                </a:cubicBezTo>
                <a:lnTo>
                  <a:pt x="1751892" y="152972"/>
                </a:lnTo>
                <a:cubicBezTo>
                  <a:pt x="1751892" y="167321"/>
                  <a:pt x="1749062" y="170136"/>
                  <a:pt x="1734400" y="171160"/>
                </a:cubicBezTo>
                <a:lnTo>
                  <a:pt x="1734400" y="175003"/>
                </a:lnTo>
                <a:lnTo>
                  <a:pt x="1792025" y="175003"/>
                </a:lnTo>
                <a:lnTo>
                  <a:pt x="1792025" y="171160"/>
                </a:lnTo>
                <a:cubicBezTo>
                  <a:pt x="1777360" y="170906"/>
                  <a:pt x="1773501" y="166550"/>
                  <a:pt x="1773501" y="150665"/>
                </a:cubicBezTo>
                <a:lnTo>
                  <a:pt x="1773501" y="86104"/>
                </a:lnTo>
                <a:cubicBezTo>
                  <a:pt x="1781218" y="75086"/>
                  <a:pt x="1789709" y="70473"/>
                  <a:pt x="1801544" y="70473"/>
                </a:cubicBezTo>
                <a:cubicBezTo>
                  <a:pt x="1816205" y="70473"/>
                  <a:pt x="1820837" y="77393"/>
                  <a:pt x="1820837" y="98658"/>
                </a:cubicBezTo>
                <a:lnTo>
                  <a:pt x="1820837" y="152714"/>
                </a:lnTo>
                <a:cubicBezTo>
                  <a:pt x="1820837" y="167321"/>
                  <a:pt x="1818780" y="169369"/>
                  <a:pt x="1803860" y="171160"/>
                </a:cubicBezTo>
                <a:lnTo>
                  <a:pt x="1803860" y="175003"/>
                </a:lnTo>
                <a:lnTo>
                  <a:pt x="1860197" y="175003"/>
                </a:lnTo>
                <a:lnTo>
                  <a:pt x="1860197" y="171160"/>
                </a:lnTo>
                <a:lnTo>
                  <a:pt x="1853508" y="170648"/>
                </a:lnTo>
                <a:cubicBezTo>
                  <a:pt x="1845790" y="170136"/>
                  <a:pt x="1842446" y="165526"/>
                  <a:pt x="1842446" y="155533"/>
                </a:cubicBezTo>
                <a:lnTo>
                  <a:pt x="1842446" y="102755"/>
                </a:lnTo>
                <a:cubicBezTo>
                  <a:pt x="1842446" y="72525"/>
                  <a:pt x="1832413" y="57148"/>
                  <a:pt x="1812605" y="57148"/>
                </a:cubicBezTo>
                <a:cubicBezTo>
                  <a:pt x="1797685" y="57148"/>
                  <a:pt x="1784563" y="63811"/>
                  <a:pt x="1770671" y="78671"/>
                </a:cubicBezTo>
                <a:cubicBezTo>
                  <a:pt x="1766043" y="64069"/>
                  <a:pt x="1757297" y="57148"/>
                  <a:pt x="1743405" y="57148"/>
                </a:cubicBezTo>
                <a:cubicBezTo>
                  <a:pt x="1732085" y="57148"/>
                  <a:pt x="1724881" y="60738"/>
                  <a:pt x="1703527" y="76881"/>
                </a:cubicBezTo>
                <a:lnTo>
                  <a:pt x="1703527" y="57665"/>
                </a:lnTo>
                <a:lnTo>
                  <a:pt x="1701730" y="57148"/>
                </a:lnTo>
                <a:cubicBezTo>
                  <a:pt x="1688607" y="62020"/>
                  <a:pt x="1679861" y="64839"/>
                  <a:pt x="1665714" y="68682"/>
                </a:cubicBezTo>
                <a:lnTo>
                  <a:pt x="1665714" y="73038"/>
                </a:lnTo>
                <a:close/>
                <a:moveTo>
                  <a:pt x="1925283" y="57148"/>
                </a:moveTo>
                <a:cubicBezTo>
                  <a:pt x="1891839" y="57148"/>
                  <a:pt x="1868428" y="81737"/>
                  <a:pt x="1868428" y="117073"/>
                </a:cubicBezTo>
                <a:cubicBezTo>
                  <a:pt x="1868428" y="151639"/>
                  <a:pt x="1892353" y="177505"/>
                  <a:pt x="1924765" y="177505"/>
                </a:cubicBezTo>
                <a:cubicBezTo>
                  <a:pt x="1957181" y="177505"/>
                  <a:pt x="1981875" y="150360"/>
                  <a:pt x="1981875" y="115024"/>
                </a:cubicBezTo>
                <a:cubicBezTo>
                  <a:pt x="1981875" y="81479"/>
                  <a:pt x="1958209" y="57148"/>
                  <a:pt x="1925283" y="57148"/>
                </a:cubicBezTo>
                <a:moveTo>
                  <a:pt x="1921939" y="64327"/>
                </a:moveTo>
                <a:cubicBezTo>
                  <a:pt x="1943548" y="64327"/>
                  <a:pt x="1958723" y="88907"/>
                  <a:pt x="1958723" y="123985"/>
                </a:cubicBezTo>
                <a:cubicBezTo>
                  <a:pt x="1958723" y="152921"/>
                  <a:pt x="1947148" y="170331"/>
                  <a:pt x="1927854" y="170331"/>
                </a:cubicBezTo>
                <a:cubicBezTo>
                  <a:pt x="1917821" y="170331"/>
                  <a:pt x="1908302" y="164189"/>
                  <a:pt x="1902901" y="153945"/>
                </a:cubicBezTo>
                <a:cubicBezTo>
                  <a:pt x="1895698" y="140629"/>
                  <a:pt x="1891580" y="122707"/>
                  <a:pt x="1891580" y="104526"/>
                </a:cubicBezTo>
                <a:cubicBezTo>
                  <a:pt x="1891580" y="80200"/>
                  <a:pt x="1903670" y="64327"/>
                  <a:pt x="1921939" y="64327"/>
                </a:cubicBezTo>
                <a:close/>
                <a:moveTo>
                  <a:pt x="2055193" y="59651"/>
                </a:moveTo>
                <a:lnTo>
                  <a:pt x="2029211" y="59651"/>
                </a:lnTo>
                <a:lnTo>
                  <a:pt x="2029211" y="29929"/>
                </a:lnTo>
                <a:cubicBezTo>
                  <a:pt x="2029211" y="27368"/>
                  <a:pt x="2028956" y="26598"/>
                  <a:pt x="2027409" y="26598"/>
                </a:cubicBezTo>
                <a:cubicBezTo>
                  <a:pt x="2025611" y="28905"/>
                  <a:pt x="2024065" y="31211"/>
                  <a:pt x="2022267" y="33772"/>
                </a:cubicBezTo>
                <a:cubicBezTo>
                  <a:pt x="2012489" y="47867"/>
                  <a:pt x="2001427" y="60167"/>
                  <a:pt x="1997313" y="61191"/>
                </a:cubicBezTo>
                <a:cubicBezTo>
                  <a:pt x="1994483" y="62982"/>
                  <a:pt x="1992936" y="64776"/>
                  <a:pt x="1992936" y="66059"/>
                </a:cubicBezTo>
                <a:cubicBezTo>
                  <a:pt x="1992936" y="66829"/>
                  <a:pt x="1993195" y="67341"/>
                  <a:pt x="1993969" y="67853"/>
                </a:cubicBezTo>
                <a:lnTo>
                  <a:pt x="2007602" y="67853"/>
                </a:lnTo>
                <a:lnTo>
                  <a:pt x="2007602" y="144969"/>
                </a:lnTo>
                <a:cubicBezTo>
                  <a:pt x="2007602" y="166488"/>
                  <a:pt x="2015319" y="177505"/>
                  <a:pt x="2030498" y="177505"/>
                </a:cubicBezTo>
                <a:cubicBezTo>
                  <a:pt x="2043103" y="177505"/>
                  <a:pt x="2052877" y="171359"/>
                  <a:pt x="2061367" y="158035"/>
                </a:cubicBezTo>
                <a:lnTo>
                  <a:pt x="2058023" y="155216"/>
                </a:lnTo>
                <a:cubicBezTo>
                  <a:pt x="2052622" y="161620"/>
                  <a:pt x="2048249" y="164185"/>
                  <a:pt x="2042588" y="164185"/>
                </a:cubicBezTo>
                <a:cubicBezTo>
                  <a:pt x="2033069" y="164185"/>
                  <a:pt x="2029211" y="157265"/>
                  <a:pt x="2029211" y="141125"/>
                </a:cubicBezTo>
                <a:lnTo>
                  <a:pt x="2029211" y="67853"/>
                </a:lnTo>
                <a:lnTo>
                  <a:pt x="2055193" y="67853"/>
                </a:lnTo>
                <a:lnTo>
                  <a:pt x="2055193" y="59651"/>
                </a:lnTo>
                <a:close/>
                <a:moveTo>
                  <a:pt x="2106128" y="57148"/>
                </a:moveTo>
                <a:lnTo>
                  <a:pt x="2066254" y="71161"/>
                </a:lnTo>
                <a:lnTo>
                  <a:pt x="2066254" y="75008"/>
                </a:lnTo>
                <a:lnTo>
                  <a:pt x="2068315" y="74750"/>
                </a:lnTo>
                <a:cubicBezTo>
                  <a:pt x="2071400" y="74238"/>
                  <a:pt x="2074745" y="73980"/>
                  <a:pt x="2077061" y="73980"/>
                </a:cubicBezTo>
                <a:cubicBezTo>
                  <a:pt x="2083235" y="73980"/>
                  <a:pt x="2085547" y="78081"/>
                  <a:pt x="2085547" y="89365"/>
                </a:cubicBezTo>
                <a:lnTo>
                  <a:pt x="2085547" y="148855"/>
                </a:lnTo>
                <a:cubicBezTo>
                  <a:pt x="2085547" y="167317"/>
                  <a:pt x="2082976" y="170136"/>
                  <a:pt x="2065226" y="171160"/>
                </a:cubicBezTo>
                <a:lnTo>
                  <a:pt x="2065226" y="175003"/>
                </a:lnTo>
                <a:lnTo>
                  <a:pt x="2126195" y="175003"/>
                </a:lnTo>
                <a:lnTo>
                  <a:pt x="2126195" y="171160"/>
                </a:lnTo>
                <a:cubicBezTo>
                  <a:pt x="2109217" y="169881"/>
                  <a:pt x="2107157" y="167317"/>
                  <a:pt x="2107157" y="148855"/>
                </a:cubicBezTo>
                <a:lnTo>
                  <a:pt x="2107157" y="57919"/>
                </a:lnTo>
                <a:lnTo>
                  <a:pt x="2106128" y="57148"/>
                </a:lnTo>
                <a:moveTo>
                  <a:pt x="2094038" y="98"/>
                </a:moveTo>
                <a:cubicBezTo>
                  <a:pt x="2087094" y="98"/>
                  <a:pt x="2081175" y="5994"/>
                  <a:pt x="2081175" y="13168"/>
                </a:cubicBezTo>
                <a:cubicBezTo>
                  <a:pt x="2081175" y="20342"/>
                  <a:pt x="2086835" y="26234"/>
                  <a:pt x="2094038" y="26234"/>
                </a:cubicBezTo>
                <a:cubicBezTo>
                  <a:pt x="2101500" y="26234"/>
                  <a:pt x="2107416" y="20596"/>
                  <a:pt x="2107416" y="13168"/>
                </a:cubicBezTo>
                <a:cubicBezTo>
                  <a:pt x="2107416" y="5994"/>
                  <a:pt x="2101500" y="98"/>
                  <a:pt x="2094038" y="98"/>
                </a:cubicBezTo>
                <a:close/>
                <a:moveTo>
                  <a:pt x="2196941" y="57148"/>
                </a:moveTo>
                <a:cubicBezTo>
                  <a:pt x="2163497" y="57148"/>
                  <a:pt x="2140086" y="81737"/>
                  <a:pt x="2140086" y="117073"/>
                </a:cubicBezTo>
                <a:cubicBezTo>
                  <a:pt x="2140086" y="151639"/>
                  <a:pt x="2164011" y="177505"/>
                  <a:pt x="2196423" y="177505"/>
                </a:cubicBezTo>
                <a:cubicBezTo>
                  <a:pt x="2228839" y="177505"/>
                  <a:pt x="2253533" y="150360"/>
                  <a:pt x="2253533" y="115024"/>
                </a:cubicBezTo>
                <a:cubicBezTo>
                  <a:pt x="2253533" y="81479"/>
                  <a:pt x="2229867" y="57148"/>
                  <a:pt x="2196941" y="57148"/>
                </a:cubicBezTo>
                <a:moveTo>
                  <a:pt x="2193597" y="64327"/>
                </a:moveTo>
                <a:cubicBezTo>
                  <a:pt x="2215206" y="64327"/>
                  <a:pt x="2230381" y="88907"/>
                  <a:pt x="2230381" y="123985"/>
                </a:cubicBezTo>
                <a:cubicBezTo>
                  <a:pt x="2230381" y="152921"/>
                  <a:pt x="2218805" y="170331"/>
                  <a:pt x="2199512" y="170331"/>
                </a:cubicBezTo>
                <a:cubicBezTo>
                  <a:pt x="2189479" y="170331"/>
                  <a:pt x="2179960" y="164189"/>
                  <a:pt x="2174559" y="153945"/>
                </a:cubicBezTo>
                <a:cubicBezTo>
                  <a:pt x="2167356" y="140629"/>
                  <a:pt x="2163238" y="122707"/>
                  <a:pt x="2163238" y="104526"/>
                </a:cubicBezTo>
                <a:cubicBezTo>
                  <a:pt x="2163238" y="80200"/>
                  <a:pt x="2175328" y="64327"/>
                  <a:pt x="2193597" y="64327"/>
                </a:cubicBezTo>
                <a:close/>
                <a:moveTo>
                  <a:pt x="2265369" y="73038"/>
                </a:moveTo>
                <a:cubicBezTo>
                  <a:pt x="2266911" y="72267"/>
                  <a:pt x="2269486" y="72013"/>
                  <a:pt x="2272316" y="72013"/>
                </a:cubicBezTo>
                <a:cubicBezTo>
                  <a:pt x="2279519" y="72013"/>
                  <a:pt x="2281831" y="75856"/>
                  <a:pt x="2281831" y="88407"/>
                </a:cubicBezTo>
                <a:lnTo>
                  <a:pt x="2281831" y="151948"/>
                </a:lnTo>
                <a:cubicBezTo>
                  <a:pt x="2281831" y="166550"/>
                  <a:pt x="2279001" y="170136"/>
                  <a:pt x="2265883" y="171160"/>
                </a:cubicBezTo>
                <a:lnTo>
                  <a:pt x="2265883" y="175003"/>
                </a:lnTo>
                <a:lnTo>
                  <a:pt x="2320422" y="175003"/>
                </a:lnTo>
                <a:lnTo>
                  <a:pt x="2320422" y="171160"/>
                </a:lnTo>
                <a:cubicBezTo>
                  <a:pt x="2307299" y="170136"/>
                  <a:pt x="2303441" y="167063"/>
                  <a:pt x="2303441" y="157839"/>
                </a:cubicBezTo>
                <a:lnTo>
                  <a:pt x="2303441" y="85846"/>
                </a:lnTo>
                <a:cubicBezTo>
                  <a:pt x="2315790" y="74316"/>
                  <a:pt x="2321450" y="71243"/>
                  <a:pt x="2329941" y="71243"/>
                </a:cubicBezTo>
                <a:cubicBezTo>
                  <a:pt x="2342545" y="71243"/>
                  <a:pt x="2348720" y="79184"/>
                  <a:pt x="2348720" y="96093"/>
                </a:cubicBezTo>
                <a:lnTo>
                  <a:pt x="2348720" y="149641"/>
                </a:lnTo>
                <a:cubicBezTo>
                  <a:pt x="2348720" y="165780"/>
                  <a:pt x="2345375" y="170136"/>
                  <a:pt x="2332512" y="171160"/>
                </a:cubicBezTo>
                <a:lnTo>
                  <a:pt x="2332512" y="175003"/>
                </a:lnTo>
                <a:lnTo>
                  <a:pt x="2386022" y="175003"/>
                </a:lnTo>
                <a:lnTo>
                  <a:pt x="2386022" y="171160"/>
                </a:lnTo>
                <a:cubicBezTo>
                  <a:pt x="2373414" y="169881"/>
                  <a:pt x="2370329" y="166804"/>
                  <a:pt x="2370329" y="154254"/>
                </a:cubicBezTo>
                <a:lnTo>
                  <a:pt x="2370329" y="95581"/>
                </a:lnTo>
                <a:cubicBezTo>
                  <a:pt x="2370329" y="71501"/>
                  <a:pt x="2359008" y="57148"/>
                  <a:pt x="2339974" y="57148"/>
                </a:cubicBezTo>
                <a:cubicBezTo>
                  <a:pt x="2328139" y="57148"/>
                  <a:pt x="2320163" y="61508"/>
                  <a:pt x="2302671" y="77905"/>
                </a:cubicBezTo>
                <a:lnTo>
                  <a:pt x="2302671" y="57665"/>
                </a:lnTo>
                <a:lnTo>
                  <a:pt x="2300869" y="57148"/>
                </a:lnTo>
                <a:cubicBezTo>
                  <a:pt x="2288265" y="61762"/>
                  <a:pt x="2279519" y="64581"/>
                  <a:pt x="2265369" y="68682"/>
                </a:cubicBezTo>
                <a:lnTo>
                  <a:pt x="2265369" y="73038"/>
                </a:lnTo>
                <a:close/>
                <a:moveTo>
                  <a:pt x="2470911" y="94498"/>
                </a:moveTo>
                <a:lnTo>
                  <a:pt x="2469883" y="59651"/>
                </a:lnTo>
                <a:lnTo>
                  <a:pt x="2467053" y="59651"/>
                </a:lnTo>
                <a:lnTo>
                  <a:pt x="2466539" y="60167"/>
                </a:lnTo>
                <a:cubicBezTo>
                  <a:pt x="2464223" y="61957"/>
                  <a:pt x="2463968" y="62215"/>
                  <a:pt x="2462939" y="62215"/>
                </a:cubicBezTo>
                <a:cubicBezTo>
                  <a:pt x="2461396" y="62215"/>
                  <a:pt x="2458821" y="61703"/>
                  <a:pt x="2455991" y="60421"/>
                </a:cubicBezTo>
                <a:cubicBezTo>
                  <a:pt x="2450331" y="58427"/>
                  <a:pt x="2444674" y="57399"/>
                  <a:pt x="2437986" y="57399"/>
                </a:cubicBezTo>
                <a:cubicBezTo>
                  <a:pt x="2417660" y="57399"/>
                  <a:pt x="2402999" y="70465"/>
                  <a:pt x="2402999" y="88903"/>
                </a:cubicBezTo>
                <a:cubicBezTo>
                  <a:pt x="2402999" y="103240"/>
                  <a:pt x="2411230" y="113484"/>
                  <a:pt x="2433098" y="125776"/>
                </a:cubicBezTo>
                <a:lnTo>
                  <a:pt x="2448019" y="134229"/>
                </a:lnTo>
                <a:cubicBezTo>
                  <a:pt x="2457020" y="139350"/>
                  <a:pt x="2461396" y="145496"/>
                  <a:pt x="2461396" y="153433"/>
                </a:cubicBezTo>
                <a:cubicBezTo>
                  <a:pt x="2461396" y="164701"/>
                  <a:pt x="2453161" y="171871"/>
                  <a:pt x="2440042" y="171871"/>
                </a:cubicBezTo>
                <a:cubicBezTo>
                  <a:pt x="2431297" y="171871"/>
                  <a:pt x="2423320" y="168540"/>
                  <a:pt x="2418433" y="162906"/>
                </a:cubicBezTo>
                <a:cubicBezTo>
                  <a:pt x="2413032" y="156506"/>
                  <a:pt x="2410716" y="150614"/>
                  <a:pt x="2407372" y="136019"/>
                </a:cubicBezTo>
                <a:lnTo>
                  <a:pt x="2403254" y="136019"/>
                </a:lnTo>
                <a:lnTo>
                  <a:pt x="2403254" y="175969"/>
                </a:lnTo>
                <a:lnTo>
                  <a:pt x="2406598" y="175969"/>
                </a:lnTo>
                <a:cubicBezTo>
                  <a:pt x="2408400" y="173408"/>
                  <a:pt x="2409429" y="172896"/>
                  <a:pt x="2412518" y="172896"/>
                </a:cubicBezTo>
                <a:cubicBezTo>
                  <a:pt x="2414834" y="172954"/>
                  <a:pt x="2418433" y="173467"/>
                  <a:pt x="2424349" y="175003"/>
                </a:cubicBezTo>
                <a:cubicBezTo>
                  <a:pt x="2431552" y="176481"/>
                  <a:pt x="2438500" y="177505"/>
                  <a:pt x="2443128" y="177505"/>
                </a:cubicBezTo>
                <a:cubicBezTo>
                  <a:pt x="2462939" y="177505"/>
                  <a:pt x="2479402" y="162652"/>
                  <a:pt x="2479402" y="144726"/>
                </a:cubicBezTo>
                <a:cubicBezTo>
                  <a:pt x="2479402" y="131922"/>
                  <a:pt x="2473227" y="123473"/>
                  <a:pt x="2457793" y="114254"/>
                </a:cubicBezTo>
                <a:lnTo>
                  <a:pt x="2430009" y="97864"/>
                </a:lnTo>
                <a:cubicBezTo>
                  <a:pt x="2422806" y="93767"/>
                  <a:pt x="2418948" y="87367"/>
                  <a:pt x="2418948" y="80450"/>
                </a:cubicBezTo>
                <a:cubicBezTo>
                  <a:pt x="2418948" y="70207"/>
                  <a:pt x="2426924" y="63036"/>
                  <a:pt x="2438755" y="63036"/>
                </a:cubicBezTo>
                <a:cubicBezTo>
                  <a:pt x="2453420" y="63036"/>
                  <a:pt x="2461137" y="71743"/>
                  <a:pt x="2467053" y="94537"/>
                </a:cubicBezTo>
                <a:lnTo>
                  <a:pt x="2470911" y="94498"/>
                </a:lnTo>
                <a:close/>
                <a:moveTo>
                  <a:pt x="2667454" y="158039"/>
                </a:moveTo>
                <a:cubicBezTo>
                  <a:pt x="2663081" y="161620"/>
                  <a:pt x="2659995" y="162903"/>
                  <a:pt x="2656137" y="162903"/>
                </a:cubicBezTo>
                <a:cubicBezTo>
                  <a:pt x="2650221" y="162903"/>
                  <a:pt x="2648420" y="159317"/>
                  <a:pt x="2648420" y="148053"/>
                </a:cubicBezTo>
                <a:lnTo>
                  <a:pt x="2648420" y="98122"/>
                </a:lnTo>
                <a:cubicBezTo>
                  <a:pt x="2648420" y="84806"/>
                  <a:pt x="2647132" y="77381"/>
                  <a:pt x="2643273" y="71235"/>
                </a:cubicBezTo>
                <a:cubicBezTo>
                  <a:pt x="2637613" y="62020"/>
                  <a:pt x="2626551" y="57148"/>
                  <a:pt x="2611376" y="57148"/>
                </a:cubicBezTo>
                <a:cubicBezTo>
                  <a:pt x="2587192" y="57148"/>
                  <a:pt x="2568158" y="69699"/>
                  <a:pt x="2568158" y="85830"/>
                </a:cubicBezTo>
                <a:cubicBezTo>
                  <a:pt x="2568158" y="91722"/>
                  <a:pt x="2573300" y="96840"/>
                  <a:pt x="2579219" y="96840"/>
                </a:cubicBezTo>
                <a:cubicBezTo>
                  <a:pt x="2585390" y="96840"/>
                  <a:pt x="2590795" y="91722"/>
                  <a:pt x="2590795" y="86088"/>
                </a:cubicBezTo>
                <a:cubicBezTo>
                  <a:pt x="2590795" y="85064"/>
                  <a:pt x="2590536" y="83781"/>
                  <a:pt x="2590281" y="81991"/>
                </a:cubicBezTo>
                <a:cubicBezTo>
                  <a:pt x="2589767" y="79688"/>
                  <a:pt x="2589508" y="77639"/>
                  <a:pt x="2589508" y="75845"/>
                </a:cubicBezTo>
                <a:cubicBezTo>
                  <a:pt x="2589508" y="68932"/>
                  <a:pt x="2597739" y="63298"/>
                  <a:pt x="2608031" y="63298"/>
                </a:cubicBezTo>
                <a:cubicBezTo>
                  <a:pt x="2620636" y="63298"/>
                  <a:pt x="2627580" y="70723"/>
                  <a:pt x="2627580" y="84552"/>
                </a:cubicBezTo>
                <a:lnTo>
                  <a:pt x="2627580" y="100171"/>
                </a:lnTo>
                <a:cubicBezTo>
                  <a:pt x="2587965" y="116045"/>
                  <a:pt x="2583592" y="118093"/>
                  <a:pt x="2572531" y="127825"/>
                </a:cubicBezTo>
                <a:cubicBezTo>
                  <a:pt x="2566870" y="132946"/>
                  <a:pt x="2563267" y="141649"/>
                  <a:pt x="2563267" y="150098"/>
                </a:cubicBezTo>
                <a:cubicBezTo>
                  <a:pt x="2563267" y="166234"/>
                  <a:pt x="2574587" y="177505"/>
                  <a:pt x="2590281" y="177505"/>
                </a:cubicBezTo>
                <a:cubicBezTo>
                  <a:pt x="2601598" y="177505"/>
                  <a:pt x="2612145" y="172126"/>
                  <a:pt x="2627839" y="158801"/>
                </a:cubicBezTo>
                <a:cubicBezTo>
                  <a:pt x="2629126" y="172126"/>
                  <a:pt x="2633754" y="177505"/>
                  <a:pt x="2644302" y="177505"/>
                </a:cubicBezTo>
                <a:cubicBezTo>
                  <a:pt x="2653048" y="177505"/>
                  <a:pt x="2658453" y="174432"/>
                  <a:pt x="2667454" y="164697"/>
                </a:cubicBezTo>
                <a:lnTo>
                  <a:pt x="2667454" y="158039"/>
                </a:lnTo>
                <a:moveTo>
                  <a:pt x="2627580" y="143428"/>
                </a:moveTo>
                <a:cubicBezTo>
                  <a:pt x="2627580" y="151373"/>
                  <a:pt x="2626296" y="153680"/>
                  <a:pt x="2620891" y="156753"/>
                </a:cubicBezTo>
                <a:cubicBezTo>
                  <a:pt x="2614720" y="160342"/>
                  <a:pt x="2607517" y="162645"/>
                  <a:pt x="2602112" y="162645"/>
                </a:cubicBezTo>
                <a:cubicBezTo>
                  <a:pt x="2593111" y="162645"/>
                  <a:pt x="2585908" y="153934"/>
                  <a:pt x="2585908" y="142916"/>
                </a:cubicBezTo>
                <a:lnTo>
                  <a:pt x="2585908" y="141892"/>
                </a:lnTo>
                <a:cubicBezTo>
                  <a:pt x="2585908" y="126773"/>
                  <a:pt x="2596452" y="117550"/>
                  <a:pt x="2627580" y="106274"/>
                </a:cubicBezTo>
                <a:lnTo>
                  <a:pt x="2627580" y="143428"/>
                </a:lnTo>
                <a:close/>
                <a:moveTo>
                  <a:pt x="2672085" y="73038"/>
                </a:moveTo>
                <a:cubicBezTo>
                  <a:pt x="2673628" y="72267"/>
                  <a:pt x="2676203" y="72013"/>
                  <a:pt x="2679033" y="72013"/>
                </a:cubicBezTo>
                <a:cubicBezTo>
                  <a:pt x="2686236" y="72013"/>
                  <a:pt x="2688548" y="75856"/>
                  <a:pt x="2688548" y="88407"/>
                </a:cubicBezTo>
                <a:lnTo>
                  <a:pt x="2688548" y="151948"/>
                </a:lnTo>
                <a:cubicBezTo>
                  <a:pt x="2688548" y="166550"/>
                  <a:pt x="2685718" y="170136"/>
                  <a:pt x="2672600" y="171160"/>
                </a:cubicBezTo>
                <a:lnTo>
                  <a:pt x="2672600" y="175003"/>
                </a:lnTo>
                <a:lnTo>
                  <a:pt x="2727139" y="175003"/>
                </a:lnTo>
                <a:lnTo>
                  <a:pt x="2727139" y="171160"/>
                </a:lnTo>
                <a:cubicBezTo>
                  <a:pt x="2714016" y="170136"/>
                  <a:pt x="2710157" y="167063"/>
                  <a:pt x="2710157" y="157839"/>
                </a:cubicBezTo>
                <a:lnTo>
                  <a:pt x="2710157" y="85846"/>
                </a:lnTo>
                <a:cubicBezTo>
                  <a:pt x="2722507" y="74316"/>
                  <a:pt x="2728167" y="71243"/>
                  <a:pt x="2736658" y="71243"/>
                </a:cubicBezTo>
                <a:cubicBezTo>
                  <a:pt x="2749262" y="71243"/>
                  <a:pt x="2755436" y="79184"/>
                  <a:pt x="2755436" y="96093"/>
                </a:cubicBezTo>
                <a:lnTo>
                  <a:pt x="2755436" y="149641"/>
                </a:lnTo>
                <a:cubicBezTo>
                  <a:pt x="2755436" y="165780"/>
                  <a:pt x="2752092" y="170136"/>
                  <a:pt x="2739229" y="171160"/>
                </a:cubicBezTo>
                <a:lnTo>
                  <a:pt x="2739229" y="175003"/>
                </a:lnTo>
                <a:lnTo>
                  <a:pt x="2792739" y="175003"/>
                </a:lnTo>
                <a:lnTo>
                  <a:pt x="2792739" y="171160"/>
                </a:lnTo>
                <a:cubicBezTo>
                  <a:pt x="2780131" y="169881"/>
                  <a:pt x="2777046" y="166804"/>
                  <a:pt x="2777046" y="154254"/>
                </a:cubicBezTo>
                <a:lnTo>
                  <a:pt x="2777046" y="95581"/>
                </a:lnTo>
                <a:cubicBezTo>
                  <a:pt x="2777046" y="71501"/>
                  <a:pt x="2765725" y="57148"/>
                  <a:pt x="2746691" y="57148"/>
                </a:cubicBezTo>
                <a:cubicBezTo>
                  <a:pt x="2734856" y="57148"/>
                  <a:pt x="2726879" y="61508"/>
                  <a:pt x="2709388" y="77905"/>
                </a:cubicBezTo>
                <a:lnTo>
                  <a:pt x="2709388" y="57665"/>
                </a:lnTo>
                <a:lnTo>
                  <a:pt x="2707586" y="57148"/>
                </a:lnTo>
                <a:cubicBezTo>
                  <a:pt x="2694982" y="61762"/>
                  <a:pt x="2686236" y="64581"/>
                  <a:pt x="2672085" y="68682"/>
                </a:cubicBezTo>
                <a:lnTo>
                  <a:pt x="2672085" y="73038"/>
                </a:lnTo>
                <a:close/>
                <a:moveTo>
                  <a:pt x="2885090" y="177505"/>
                </a:moveTo>
                <a:lnTo>
                  <a:pt x="2922907" y="164185"/>
                </a:lnTo>
                <a:lnTo>
                  <a:pt x="2922907" y="160088"/>
                </a:lnTo>
                <a:cubicBezTo>
                  <a:pt x="2918275" y="160342"/>
                  <a:pt x="2917761" y="160342"/>
                  <a:pt x="2916988" y="160342"/>
                </a:cubicBezTo>
                <a:cubicBezTo>
                  <a:pt x="2907728" y="160342"/>
                  <a:pt x="2905671" y="157527"/>
                  <a:pt x="2905671" y="145747"/>
                </a:cubicBezTo>
                <a:lnTo>
                  <a:pt x="2905671" y="524"/>
                </a:lnTo>
                <a:lnTo>
                  <a:pt x="2904383" y="12"/>
                </a:lnTo>
                <a:cubicBezTo>
                  <a:pt x="2892034" y="4367"/>
                  <a:pt x="2883033" y="6928"/>
                  <a:pt x="2866566" y="11287"/>
                </a:cubicBezTo>
                <a:lnTo>
                  <a:pt x="2866566" y="15385"/>
                </a:lnTo>
                <a:cubicBezTo>
                  <a:pt x="2868627" y="15131"/>
                  <a:pt x="2870170" y="15131"/>
                  <a:pt x="2872227" y="15131"/>
                </a:cubicBezTo>
                <a:cubicBezTo>
                  <a:pt x="2881746" y="15131"/>
                  <a:pt x="2884062" y="17692"/>
                  <a:pt x="2884062" y="28197"/>
                </a:cubicBezTo>
                <a:lnTo>
                  <a:pt x="2884062" y="68166"/>
                </a:lnTo>
                <a:cubicBezTo>
                  <a:pt x="2874284" y="59967"/>
                  <a:pt x="2867340" y="57148"/>
                  <a:pt x="2857047" y="57148"/>
                </a:cubicBezTo>
                <a:cubicBezTo>
                  <a:pt x="2827466" y="57148"/>
                  <a:pt x="2803541" y="86088"/>
                  <a:pt x="2803541" y="122449"/>
                </a:cubicBezTo>
                <a:cubicBezTo>
                  <a:pt x="2803541" y="155220"/>
                  <a:pt x="2822834" y="177505"/>
                  <a:pt x="2851132" y="177505"/>
                </a:cubicBezTo>
                <a:cubicBezTo>
                  <a:pt x="2865538" y="177505"/>
                  <a:pt x="2875316" y="172384"/>
                  <a:pt x="2884062" y="160342"/>
                </a:cubicBezTo>
                <a:lnTo>
                  <a:pt x="2884062" y="176739"/>
                </a:lnTo>
                <a:lnTo>
                  <a:pt x="2885090" y="177505"/>
                </a:lnTo>
                <a:moveTo>
                  <a:pt x="2884062" y="148820"/>
                </a:moveTo>
                <a:cubicBezTo>
                  <a:pt x="2884062" y="150614"/>
                  <a:pt x="2882260" y="153687"/>
                  <a:pt x="2879689" y="156502"/>
                </a:cubicBezTo>
                <a:cubicBezTo>
                  <a:pt x="2875057" y="161624"/>
                  <a:pt x="2868627" y="164185"/>
                  <a:pt x="2861165" y="164185"/>
                </a:cubicBezTo>
                <a:cubicBezTo>
                  <a:pt x="2839815" y="164185"/>
                  <a:pt x="2825664" y="143698"/>
                  <a:pt x="2825664" y="112205"/>
                </a:cubicBezTo>
                <a:cubicBezTo>
                  <a:pt x="2825664" y="83273"/>
                  <a:pt x="2838268" y="64327"/>
                  <a:pt x="2857821" y="64327"/>
                </a:cubicBezTo>
                <a:cubicBezTo>
                  <a:pt x="2871457" y="64327"/>
                  <a:pt x="2884062" y="76357"/>
                  <a:pt x="2884062" y="89928"/>
                </a:cubicBezTo>
                <a:lnTo>
                  <a:pt x="2884062" y="148820"/>
                </a:lnTo>
                <a:close/>
                <a:moveTo>
                  <a:pt x="2994167" y="15373"/>
                </a:moveTo>
                <a:lnTo>
                  <a:pt x="2995709" y="15373"/>
                </a:lnTo>
                <a:cubicBezTo>
                  <a:pt x="2998540" y="15119"/>
                  <a:pt x="3001625" y="14861"/>
                  <a:pt x="3003686" y="14861"/>
                </a:cubicBezTo>
                <a:cubicBezTo>
                  <a:pt x="3011917" y="14861"/>
                  <a:pt x="3014488" y="18450"/>
                  <a:pt x="3014488" y="30492"/>
                </a:cubicBezTo>
                <a:lnTo>
                  <a:pt x="3014488" y="152714"/>
                </a:lnTo>
                <a:cubicBezTo>
                  <a:pt x="3014488" y="166550"/>
                  <a:pt x="3010889" y="169881"/>
                  <a:pt x="2994681" y="171160"/>
                </a:cubicBezTo>
                <a:lnTo>
                  <a:pt x="2994681" y="175003"/>
                </a:lnTo>
                <a:lnTo>
                  <a:pt x="3055391" y="175003"/>
                </a:lnTo>
                <a:lnTo>
                  <a:pt x="3055391" y="171160"/>
                </a:lnTo>
                <a:cubicBezTo>
                  <a:pt x="3039187" y="170136"/>
                  <a:pt x="3036098" y="167575"/>
                  <a:pt x="3036098" y="153480"/>
                </a:cubicBezTo>
                <a:lnTo>
                  <a:pt x="3036098" y="512"/>
                </a:lnTo>
                <a:lnTo>
                  <a:pt x="3035069" y="0"/>
                </a:lnTo>
                <a:cubicBezTo>
                  <a:pt x="3021691" y="4355"/>
                  <a:pt x="3011917" y="6920"/>
                  <a:pt x="2994167" y="11276"/>
                </a:cubicBezTo>
                <a:lnTo>
                  <a:pt x="2994167" y="15373"/>
                </a:lnTo>
                <a:close/>
                <a:moveTo>
                  <a:pt x="3165752" y="132911"/>
                </a:moveTo>
                <a:cubicBezTo>
                  <a:pt x="3153407" y="152393"/>
                  <a:pt x="3142341" y="159830"/>
                  <a:pt x="3125878" y="159830"/>
                </a:cubicBezTo>
                <a:cubicBezTo>
                  <a:pt x="3111217" y="159830"/>
                  <a:pt x="3100155" y="152393"/>
                  <a:pt x="3092693" y="137783"/>
                </a:cubicBezTo>
                <a:cubicBezTo>
                  <a:pt x="3088061" y="128040"/>
                  <a:pt x="3086263" y="119579"/>
                  <a:pt x="3085749" y="103940"/>
                </a:cubicBezTo>
                <a:lnTo>
                  <a:pt x="3164982" y="103940"/>
                </a:lnTo>
                <a:cubicBezTo>
                  <a:pt x="3162922" y="87316"/>
                  <a:pt x="3160351" y="79911"/>
                  <a:pt x="3153921" y="71740"/>
                </a:cubicBezTo>
                <a:cubicBezTo>
                  <a:pt x="3146200" y="62532"/>
                  <a:pt x="3134369" y="57148"/>
                  <a:pt x="3120991" y="57148"/>
                </a:cubicBezTo>
                <a:cubicBezTo>
                  <a:pt x="3108128" y="57148"/>
                  <a:pt x="3096037" y="61762"/>
                  <a:pt x="3086263" y="70461"/>
                </a:cubicBezTo>
                <a:cubicBezTo>
                  <a:pt x="3074169" y="80931"/>
                  <a:pt x="3067225" y="99072"/>
                  <a:pt x="3067225" y="120091"/>
                </a:cubicBezTo>
                <a:cubicBezTo>
                  <a:pt x="3067225" y="155470"/>
                  <a:pt x="3085749" y="177505"/>
                  <a:pt x="3115331" y="177505"/>
                </a:cubicBezTo>
                <a:cubicBezTo>
                  <a:pt x="3139770" y="177505"/>
                  <a:pt x="3159063" y="162390"/>
                  <a:pt x="3169870" y="134706"/>
                </a:cubicBezTo>
                <a:lnTo>
                  <a:pt x="3165752" y="132911"/>
                </a:lnTo>
                <a:moveTo>
                  <a:pt x="3086263" y="95741"/>
                </a:moveTo>
                <a:cubicBezTo>
                  <a:pt x="3089090" y="75825"/>
                  <a:pt x="3097839" y="66375"/>
                  <a:pt x="3113529" y="66375"/>
                </a:cubicBezTo>
                <a:cubicBezTo>
                  <a:pt x="3129222" y="66375"/>
                  <a:pt x="3135397" y="73526"/>
                  <a:pt x="3138741" y="95741"/>
                </a:cubicBezTo>
                <a:lnTo>
                  <a:pt x="3086263" y="95741"/>
                </a:lnTo>
                <a:close/>
                <a:moveTo>
                  <a:pt x="3185045" y="109195"/>
                </a:moveTo>
                <a:lnTo>
                  <a:pt x="3185045" y="125338"/>
                </a:lnTo>
                <a:lnTo>
                  <a:pt x="3248330" y="125338"/>
                </a:lnTo>
                <a:lnTo>
                  <a:pt x="3248330" y="109195"/>
                </a:lnTo>
                <a:lnTo>
                  <a:pt x="3185045" y="109195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79" name="Text galf">
            <a:extLst xmlns:a="http://schemas.openxmlformats.org/drawingml/2006/main">
              <a:ext uri="{FF2B5EF4-FFF2-40B4-BE49-F238E27FC236}">
                <a16:creationId xmlns:a16="http://schemas.microsoft.com/office/drawing/2014/main" id="{9A00890B-5182-4989-AE9D-3206C9B0E1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80580" y="3669168"/>
            <a:ext cx="466846" cy="230897"/>
          </a:xfrm>
          <a:custGeom xmlns:a="http://schemas.openxmlformats.org/drawingml/2006/main">
            <a:pathLst>
              <a:path w="466846" h="230897">
                <a:moveTo>
                  <a:pt x="113249" y="75649"/>
                </a:moveTo>
                <a:lnTo>
                  <a:pt x="113249" y="65656"/>
                </a:lnTo>
                <a:lnTo>
                  <a:pt x="93521" y="65656"/>
                </a:lnTo>
                <a:cubicBezTo>
                  <a:pt x="88395" y="65656"/>
                  <a:pt x="84552" y="64858"/>
                  <a:pt x="79430" y="63044"/>
                </a:cubicBezTo>
                <a:lnTo>
                  <a:pt x="73792" y="60996"/>
                </a:lnTo>
                <a:cubicBezTo>
                  <a:pt x="66872" y="58431"/>
                  <a:pt x="59956" y="57148"/>
                  <a:pt x="53293" y="57148"/>
                </a:cubicBezTo>
                <a:cubicBezTo>
                  <a:pt x="29464" y="57148"/>
                  <a:pt x="10502" y="75649"/>
                  <a:pt x="10502" y="98959"/>
                </a:cubicBezTo>
                <a:cubicBezTo>
                  <a:pt x="10502" y="115098"/>
                  <a:pt x="17422" y="124830"/>
                  <a:pt x="34331" y="133283"/>
                </a:cubicBezTo>
                <a:cubicBezTo>
                  <a:pt x="29464" y="137896"/>
                  <a:pt x="24854" y="142244"/>
                  <a:pt x="23314" y="143522"/>
                </a:cubicBezTo>
                <a:cubicBezTo>
                  <a:pt x="14861" y="150939"/>
                  <a:pt x="11530" y="156057"/>
                  <a:pt x="11530" y="161171"/>
                </a:cubicBezTo>
                <a:cubicBezTo>
                  <a:pt x="11530" y="166543"/>
                  <a:pt x="14603" y="169612"/>
                  <a:pt x="25108" y="174737"/>
                </a:cubicBezTo>
                <a:cubicBezTo>
                  <a:pt x="6916" y="188073"/>
                  <a:pt x="0" y="196542"/>
                  <a:pt x="0" y="206031"/>
                </a:cubicBezTo>
                <a:cubicBezTo>
                  <a:pt x="0" y="219621"/>
                  <a:pt x="19983" y="230897"/>
                  <a:pt x="44325" y="230897"/>
                </a:cubicBezTo>
                <a:cubicBezTo>
                  <a:pt x="63541" y="230897"/>
                  <a:pt x="83527" y="224234"/>
                  <a:pt x="96852" y="213471"/>
                </a:cubicBezTo>
                <a:cubicBezTo>
                  <a:pt x="106591" y="205519"/>
                  <a:pt x="110946" y="197308"/>
                  <a:pt x="110946" y="187561"/>
                </a:cubicBezTo>
                <a:cubicBezTo>
                  <a:pt x="110946" y="171660"/>
                  <a:pt x="98900" y="160916"/>
                  <a:pt x="79942" y="160150"/>
                </a:cubicBezTo>
                <a:lnTo>
                  <a:pt x="46889" y="158614"/>
                </a:lnTo>
                <a:cubicBezTo>
                  <a:pt x="33307" y="158101"/>
                  <a:pt x="26903" y="155799"/>
                  <a:pt x="26903" y="151709"/>
                </a:cubicBezTo>
                <a:cubicBezTo>
                  <a:pt x="26903" y="146591"/>
                  <a:pt x="35356" y="137638"/>
                  <a:pt x="42276" y="135589"/>
                </a:cubicBezTo>
                <a:cubicBezTo>
                  <a:pt x="44583" y="135847"/>
                  <a:pt x="46377" y="136101"/>
                  <a:pt x="47143" y="136101"/>
                </a:cubicBezTo>
                <a:cubicBezTo>
                  <a:pt x="52011" y="136614"/>
                  <a:pt x="55342" y="136872"/>
                  <a:pt x="56883" y="136872"/>
                </a:cubicBezTo>
                <a:cubicBezTo>
                  <a:pt x="66360" y="136872"/>
                  <a:pt x="76611" y="133028"/>
                  <a:pt x="84552" y="126112"/>
                </a:cubicBezTo>
                <a:cubicBezTo>
                  <a:pt x="93008" y="118938"/>
                  <a:pt x="96852" y="109973"/>
                  <a:pt x="96852" y="97168"/>
                </a:cubicBezTo>
                <a:cubicBezTo>
                  <a:pt x="96852" y="89740"/>
                  <a:pt x="95569" y="83848"/>
                  <a:pt x="91984" y="75649"/>
                </a:cubicBezTo>
                <a:lnTo>
                  <a:pt x="113249" y="75649"/>
                </a:lnTo>
                <a:moveTo>
                  <a:pt x="30488" y="175504"/>
                </a:moveTo>
                <a:cubicBezTo>
                  <a:pt x="38945" y="177302"/>
                  <a:pt x="59443" y="178839"/>
                  <a:pt x="71998" y="178839"/>
                </a:cubicBezTo>
                <a:cubicBezTo>
                  <a:pt x="95315" y="178839"/>
                  <a:pt x="103772" y="182174"/>
                  <a:pt x="103772" y="191408"/>
                </a:cubicBezTo>
                <a:cubicBezTo>
                  <a:pt x="103772" y="206289"/>
                  <a:pt x="84298" y="216290"/>
                  <a:pt x="55342" y="216290"/>
                </a:cubicBezTo>
                <a:cubicBezTo>
                  <a:pt x="32795" y="216290"/>
                  <a:pt x="17934" y="208854"/>
                  <a:pt x="17934" y="197566"/>
                </a:cubicBezTo>
                <a:cubicBezTo>
                  <a:pt x="17934" y="191666"/>
                  <a:pt x="19728" y="188331"/>
                  <a:pt x="30488" y="175504"/>
                </a:cubicBezTo>
                <a:moveTo>
                  <a:pt x="31770" y="88458"/>
                </a:moveTo>
                <a:cubicBezTo>
                  <a:pt x="31770" y="73346"/>
                  <a:pt x="38945" y="64327"/>
                  <a:pt x="50733" y="64327"/>
                </a:cubicBezTo>
                <a:cubicBezTo>
                  <a:pt x="58673" y="64327"/>
                  <a:pt x="65335" y="68733"/>
                  <a:pt x="69437" y="76419"/>
                </a:cubicBezTo>
                <a:cubicBezTo>
                  <a:pt x="74046" y="85384"/>
                  <a:pt x="77123" y="97168"/>
                  <a:pt x="77123" y="107158"/>
                </a:cubicBezTo>
                <a:cubicBezTo>
                  <a:pt x="77123" y="121499"/>
                  <a:pt x="69691" y="130464"/>
                  <a:pt x="57907" y="130464"/>
                </a:cubicBezTo>
                <a:cubicBezTo>
                  <a:pt x="42534" y="130464"/>
                  <a:pt x="31770" y="113816"/>
                  <a:pt x="31770" y="89228"/>
                </a:cubicBezTo>
                <a:lnTo>
                  <a:pt x="31770" y="88458"/>
                </a:lnTo>
                <a:close/>
                <a:moveTo>
                  <a:pt x="232907" y="158039"/>
                </a:moveTo>
                <a:cubicBezTo>
                  <a:pt x="228551" y="161620"/>
                  <a:pt x="225478" y="162903"/>
                  <a:pt x="221635" y="162903"/>
                </a:cubicBezTo>
                <a:cubicBezTo>
                  <a:pt x="215743" y="162903"/>
                  <a:pt x="213949" y="159317"/>
                  <a:pt x="213949" y="148053"/>
                </a:cubicBezTo>
                <a:lnTo>
                  <a:pt x="213949" y="98122"/>
                </a:lnTo>
                <a:cubicBezTo>
                  <a:pt x="213949" y="84806"/>
                  <a:pt x="212666" y="77381"/>
                  <a:pt x="208823" y="71235"/>
                </a:cubicBezTo>
                <a:cubicBezTo>
                  <a:pt x="203185" y="62020"/>
                  <a:pt x="192168" y="57148"/>
                  <a:pt x="177053" y="57148"/>
                </a:cubicBezTo>
                <a:cubicBezTo>
                  <a:pt x="152965" y="57148"/>
                  <a:pt x="134006" y="69699"/>
                  <a:pt x="134006" y="85830"/>
                </a:cubicBezTo>
                <a:cubicBezTo>
                  <a:pt x="134006" y="91722"/>
                  <a:pt x="139128" y="96840"/>
                  <a:pt x="145024" y="96840"/>
                </a:cubicBezTo>
                <a:cubicBezTo>
                  <a:pt x="151170" y="96840"/>
                  <a:pt x="156554" y="91722"/>
                  <a:pt x="156554" y="86088"/>
                </a:cubicBezTo>
                <a:cubicBezTo>
                  <a:pt x="156554" y="85064"/>
                  <a:pt x="156296" y="83781"/>
                  <a:pt x="156042" y="81991"/>
                </a:cubicBezTo>
                <a:cubicBezTo>
                  <a:pt x="155530" y="79688"/>
                  <a:pt x="155271" y="77639"/>
                  <a:pt x="155271" y="75845"/>
                </a:cubicBezTo>
                <a:cubicBezTo>
                  <a:pt x="155271" y="68932"/>
                  <a:pt x="163470" y="63298"/>
                  <a:pt x="173721" y="63298"/>
                </a:cubicBezTo>
                <a:cubicBezTo>
                  <a:pt x="186276" y="63298"/>
                  <a:pt x="193192" y="70723"/>
                  <a:pt x="193192" y="84552"/>
                </a:cubicBezTo>
                <a:lnTo>
                  <a:pt x="193192" y="100171"/>
                </a:lnTo>
                <a:cubicBezTo>
                  <a:pt x="153735" y="116045"/>
                  <a:pt x="149380" y="118093"/>
                  <a:pt x="138362" y="127825"/>
                </a:cubicBezTo>
                <a:cubicBezTo>
                  <a:pt x="132724" y="132946"/>
                  <a:pt x="129135" y="141649"/>
                  <a:pt x="129135" y="150098"/>
                </a:cubicBezTo>
                <a:cubicBezTo>
                  <a:pt x="129135" y="166234"/>
                  <a:pt x="140411" y="177505"/>
                  <a:pt x="156042" y="177505"/>
                </a:cubicBezTo>
                <a:cubicBezTo>
                  <a:pt x="167313" y="177505"/>
                  <a:pt x="177819" y="172126"/>
                  <a:pt x="193450" y="158801"/>
                </a:cubicBezTo>
                <a:cubicBezTo>
                  <a:pt x="194732" y="172126"/>
                  <a:pt x="199342" y="177505"/>
                  <a:pt x="209847" y="177505"/>
                </a:cubicBezTo>
                <a:cubicBezTo>
                  <a:pt x="218558" y="177505"/>
                  <a:pt x="223942" y="174432"/>
                  <a:pt x="232907" y="164697"/>
                </a:cubicBezTo>
                <a:lnTo>
                  <a:pt x="232907" y="158039"/>
                </a:lnTo>
                <a:moveTo>
                  <a:pt x="193192" y="143428"/>
                </a:moveTo>
                <a:cubicBezTo>
                  <a:pt x="193192" y="151373"/>
                  <a:pt x="191913" y="153680"/>
                  <a:pt x="186530" y="156753"/>
                </a:cubicBezTo>
                <a:cubicBezTo>
                  <a:pt x="180384" y="160342"/>
                  <a:pt x="173209" y="162645"/>
                  <a:pt x="167826" y="162645"/>
                </a:cubicBezTo>
                <a:cubicBezTo>
                  <a:pt x="158861" y="162645"/>
                  <a:pt x="151686" y="153934"/>
                  <a:pt x="151686" y="142916"/>
                </a:cubicBezTo>
                <a:lnTo>
                  <a:pt x="151686" y="141892"/>
                </a:lnTo>
                <a:cubicBezTo>
                  <a:pt x="151686" y="126773"/>
                  <a:pt x="162188" y="117550"/>
                  <a:pt x="193192" y="106274"/>
                </a:cubicBezTo>
                <a:lnTo>
                  <a:pt x="193192" y="143428"/>
                </a:lnTo>
                <a:close/>
                <a:moveTo>
                  <a:pt x="238291" y="15373"/>
                </a:moveTo>
                <a:lnTo>
                  <a:pt x="239827" y="15373"/>
                </a:lnTo>
                <a:cubicBezTo>
                  <a:pt x="242646" y="15119"/>
                  <a:pt x="245719" y="14861"/>
                  <a:pt x="247772" y="14861"/>
                </a:cubicBezTo>
                <a:cubicBezTo>
                  <a:pt x="255971" y="14861"/>
                  <a:pt x="258531" y="18450"/>
                  <a:pt x="258531" y="30492"/>
                </a:cubicBezTo>
                <a:lnTo>
                  <a:pt x="258531" y="152714"/>
                </a:lnTo>
                <a:cubicBezTo>
                  <a:pt x="258531" y="166550"/>
                  <a:pt x="254946" y="169881"/>
                  <a:pt x="238803" y="171160"/>
                </a:cubicBezTo>
                <a:lnTo>
                  <a:pt x="238803" y="175003"/>
                </a:lnTo>
                <a:lnTo>
                  <a:pt x="299271" y="175003"/>
                </a:lnTo>
                <a:lnTo>
                  <a:pt x="299271" y="171160"/>
                </a:lnTo>
                <a:cubicBezTo>
                  <a:pt x="283131" y="170136"/>
                  <a:pt x="280054" y="167575"/>
                  <a:pt x="280054" y="153480"/>
                </a:cubicBezTo>
                <a:lnTo>
                  <a:pt x="280054" y="512"/>
                </a:lnTo>
                <a:lnTo>
                  <a:pt x="279030" y="0"/>
                </a:lnTo>
                <a:cubicBezTo>
                  <a:pt x="265706" y="4355"/>
                  <a:pt x="255971" y="6920"/>
                  <a:pt x="238291" y="11276"/>
                </a:cubicBezTo>
                <a:lnTo>
                  <a:pt x="238291" y="15373"/>
                </a:lnTo>
                <a:close/>
                <a:moveTo>
                  <a:pt x="447883" y="59651"/>
                </a:moveTo>
                <a:lnTo>
                  <a:pt x="416367" y="59651"/>
                </a:lnTo>
                <a:lnTo>
                  <a:pt x="416367" y="30015"/>
                </a:lnTo>
                <a:cubicBezTo>
                  <a:pt x="416367" y="15193"/>
                  <a:pt x="421235" y="7276"/>
                  <a:pt x="430974" y="7276"/>
                </a:cubicBezTo>
                <a:cubicBezTo>
                  <a:pt x="436354" y="7276"/>
                  <a:pt x="439943" y="9829"/>
                  <a:pt x="444552" y="17238"/>
                </a:cubicBezTo>
                <a:cubicBezTo>
                  <a:pt x="448654" y="23881"/>
                  <a:pt x="451727" y="26438"/>
                  <a:pt x="456082" y="26438"/>
                </a:cubicBezTo>
                <a:cubicBezTo>
                  <a:pt x="461978" y="26438"/>
                  <a:pt x="466846" y="21836"/>
                  <a:pt x="466846" y="15959"/>
                </a:cubicBezTo>
                <a:cubicBezTo>
                  <a:pt x="466846" y="6760"/>
                  <a:pt x="455570" y="98"/>
                  <a:pt x="440197" y="98"/>
                </a:cubicBezTo>
                <a:cubicBezTo>
                  <a:pt x="424312" y="98"/>
                  <a:pt x="410729" y="7018"/>
                  <a:pt x="404067" y="18771"/>
                </a:cubicBezTo>
                <a:cubicBezTo>
                  <a:pt x="397409" y="30015"/>
                  <a:pt x="395356" y="39211"/>
                  <a:pt x="395102" y="59651"/>
                </a:cubicBezTo>
                <a:lnTo>
                  <a:pt x="374091" y="59651"/>
                </a:lnTo>
                <a:lnTo>
                  <a:pt x="374091" y="67853"/>
                </a:lnTo>
                <a:lnTo>
                  <a:pt x="395102" y="67853"/>
                </a:lnTo>
                <a:lnTo>
                  <a:pt x="395102" y="148347"/>
                </a:lnTo>
                <a:cubicBezTo>
                  <a:pt x="395102" y="167059"/>
                  <a:pt x="392283" y="170136"/>
                  <a:pt x="373833" y="171160"/>
                </a:cubicBezTo>
                <a:lnTo>
                  <a:pt x="373833" y="175003"/>
                </a:lnTo>
                <a:lnTo>
                  <a:pt x="440455" y="175003"/>
                </a:lnTo>
                <a:lnTo>
                  <a:pt x="440455" y="171160"/>
                </a:lnTo>
                <a:cubicBezTo>
                  <a:pt x="419444" y="170394"/>
                  <a:pt x="416625" y="167575"/>
                  <a:pt x="416625" y="148347"/>
                </a:cubicBezTo>
                <a:lnTo>
                  <a:pt x="416625" y="67853"/>
                </a:lnTo>
                <a:lnTo>
                  <a:pt x="447883" y="67853"/>
                </a:lnTo>
                <a:lnTo>
                  <a:pt x="447883" y="59651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0" name="Text rameworks,acrosslanguages.">
            <a:extLst xmlns:a="http://schemas.openxmlformats.org/drawingml/2006/main">
              <a:ext uri="{FF2B5EF4-FFF2-40B4-BE49-F238E27FC236}">
                <a16:creationId xmlns:a16="http://schemas.microsoft.com/office/drawing/2014/main" id="{9F51E7E3-0269-4ECC-924D-4529AE7425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35893" y="3669121"/>
            <a:ext cx="3031689" cy="230944"/>
          </a:xfrm>
          <a:custGeom xmlns:a="http://schemas.openxmlformats.org/drawingml/2006/main">
            <a:pathLst>
              <a:path w="3031689" h="230944">
                <a:moveTo>
                  <a:pt x="512" y="75133"/>
                </a:moveTo>
                <a:cubicBezTo>
                  <a:pt x="4101" y="74363"/>
                  <a:pt x="6408" y="74105"/>
                  <a:pt x="9481" y="74105"/>
                </a:cubicBezTo>
                <a:cubicBezTo>
                  <a:pt x="15885" y="74105"/>
                  <a:pt x="18192" y="78206"/>
                  <a:pt x="18192" y="89478"/>
                </a:cubicBezTo>
                <a:lnTo>
                  <a:pt x="18192" y="153531"/>
                </a:lnTo>
                <a:cubicBezTo>
                  <a:pt x="18192" y="166339"/>
                  <a:pt x="16397" y="168134"/>
                  <a:pt x="0" y="171207"/>
                </a:cubicBezTo>
                <a:lnTo>
                  <a:pt x="0" y="175050"/>
                </a:lnTo>
                <a:lnTo>
                  <a:pt x="61496" y="175050"/>
                </a:lnTo>
                <a:lnTo>
                  <a:pt x="61496" y="171207"/>
                </a:lnTo>
                <a:cubicBezTo>
                  <a:pt x="44070" y="170441"/>
                  <a:pt x="39715" y="166597"/>
                  <a:pt x="39715" y="151994"/>
                </a:cubicBezTo>
                <a:lnTo>
                  <a:pt x="39715" y="94346"/>
                </a:lnTo>
                <a:cubicBezTo>
                  <a:pt x="39715" y="86147"/>
                  <a:pt x="50733" y="73339"/>
                  <a:pt x="57653" y="73339"/>
                </a:cubicBezTo>
                <a:cubicBezTo>
                  <a:pt x="59189" y="73339"/>
                  <a:pt x="61496" y="74621"/>
                  <a:pt x="64315" y="77182"/>
                </a:cubicBezTo>
                <a:cubicBezTo>
                  <a:pt x="68412" y="80767"/>
                  <a:pt x="71231" y="82304"/>
                  <a:pt x="74562" y="82304"/>
                </a:cubicBezTo>
                <a:cubicBezTo>
                  <a:pt x="80712" y="82304"/>
                  <a:pt x="84556" y="77948"/>
                  <a:pt x="84556" y="70778"/>
                </a:cubicBezTo>
                <a:cubicBezTo>
                  <a:pt x="84556" y="62321"/>
                  <a:pt x="79176" y="57195"/>
                  <a:pt x="70465" y="57195"/>
                </a:cubicBezTo>
                <a:cubicBezTo>
                  <a:pt x="59701" y="57195"/>
                  <a:pt x="52273" y="63091"/>
                  <a:pt x="39715" y="81279"/>
                </a:cubicBezTo>
                <a:lnTo>
                  <a:pt x="39715" y="57711"/>
                </a:lnTo>
                <a:lnTo>
                  <a:pt x="38436" y="57195"/>
                </a:lnTo>
                <a:cubicBezTo>
                  <a:pt x="24854" y="62833"/>
                  <a:pt x="15631" y="66164"/>
                  <a:pt x="512" y="71032"/>
                </a:cubicBezTo>
                <a:lnTo>
                  <a:pt x="512" y="75133"/>
                </a:lnTo>
                <a:close/>
                <a:moveTo>
                  <a:pt x="197295" y="158086"/>
                </a:moveTo>
                <a:cubicBezTo>
                  <a:pt x="192940" y="161667"/>
                  <a:pt x="189866" y="162949"/>
                  <a:pt x="186023" y="162949"/>
                </a:cubicBezTo>
                <a:cubicBezTo>
                  <a:pt x="180131" y="162949"/>
                  <a:pt x="178337" y="159364"/>
                  <a:pt x="178337" y="148100"/>
                </a:cubicBezTo>
                <a:lnTo>
                  <a:pt x="178337" y="98169"/>
                </a:lnTo>
                <a:cubicBezTo>
                  <a:pt x="178337" y="84853"/>
                  <a:pt x="177054" y="77428"/>
                  <a:pt x="173211" y="71282"/>
                </a:cubicBezTo>
                <a:cubicBezTo>
                  <a:pt x="167573" y="62067"/>
                  <a:pt x="156556" y="57195"/>
                  <a:pt x="141441" y="57195"/>
                </a:cubicBezTo>
                <a:cubicBezTo>
                  <a:pt x="117353" y="57195"/>
                  <a:pt x="98395" y="69746"/>
                  <a:pt x="98395" y="85877"/>
                </a:cubicBezTo>
                <a:cubicBezTo>
                  <a:pt x="98395" y="91769"/>
                  <a:pt x="103516" y="96887"/>
                  <a:pt x="109412" y="96887"/>
                </a:cubicBezTo>
                <a:cubicBezTo>
                  <a:pt x="115558" y="96887"/>
                  <a:pt x="120942" y="91769"/>
                  <a:pt x="120942" y="86135"/>
                </a:cubicBezTo>
                <a:cubicBezTo>
                  <a:pt x="120942" y="85111"/>
                  <a:pt x="120684" y="83828"/>
                  <a:pt x="120430" y="82038"/>
                </a:cubicBezTo>
                <a:cubicBezTo>
                  <a:pt x="119918" y="79735"/>
                  <a:pt x="119660" y="77686"/>
                  <a:pt x="119660" y="75892"/>
                </a:cubicBezTo>
                <a:cubicBezTo>
                  <a:pt x="119660" y="68979"/>
                  <a:pt x="127858" y="63345"/>
                  <a:pt x="138110" y="63345"/>
                </a:cubicBezTo>
                <a:cubicBezTo>
                  <a:pt x="150664" y="63345"/>
                  <a:pt x="157580" y="70770"/>
                  <a:pt x="157580" y="84599"/>
                </a:cubicBezTo>
                <a:lnTo>
                  <a:pt x="157580" y="100218"/>
                </a:lnTo>
                <a:cubicBezTo>
                  <a:pt x="118123" y="116091"/>
                  <a:pt x="113768" y="118140"/>
                  <a:pt x="102750" y="127871"/>
                </a:cubicBezTo>
                <a:cubicBezTo>
                  <a:pt x="97112" y="132993"/>
                  <a:pt x="93523" y="141696"/>
                  <a:pt x="93523" y="150145"/>
                </a:cubicBezTo>
                <a:cubicBezTo>
                  <a:pt x="93523" y="166281"/>
                  <a:pt x="104799" y="177552"/>
                  <a:pt x="120430" y="177552"/>
                </a:cubicBezTo>
                <a:cubicBezTo>
                  <a:pt x="131702" y="177552"/>
                  <a:pt x="142207" y="172173"/>
                  <a:pt x="157838" y="158848"/>
                </a:cubicBezTo>
                <a:cubicBezTo>
                  <a:pt x="159120" y="172173"/>
                  <a:pt x="163730" y="177552"/>
                  <a:pt x="174235" y="177552"/>
                </a:cubicBezTo>
                <a:cubicBezTo>
                  <a:pt x="182946" y="177552"/>
                  <a:pt x="188330" y="174479"/>
                  <a:pt x="197295" y="164744"/>
                </a:cubicBezTo>
                <a:lnTo>
                  <a:pt x="197295" y="158086"/>
                </a:lnTo>
                <a:moveTo>
                  <a:pt x="157580" y="143475"/>
                </a:moveTo>
                <a:cubicBezTo>
                  <a:pt x="157580" y="151420"/>
                  <a:pt x="156302" y="153726"/>
                  <a:pt x="150918" y="156799"/>
                </a:cubicBezTo>
                <a:cubicBezTo>
                  <a:pt x="144772" y="160389"/>
                  <a:pt x="137597" y="162691"/>
                  <a:pt x="132214" y="162691"/>
                </a:cubicBezTo>
                <a:cubicBezTo>
                  <a:pt x="123249" y="162691"/>
                  <a:pt x="116074" y="153981"/>
                  <a:pt x="116074" y="142963"/>
                </a:cubicBezTo>
                <a:lnTo>
                  <a:pt x="116074" y="141939"/>
                </a:lnTo>
                <a:cubicBezTo>
                  <a:pt x="116074" y="126820"/>
                  <a:pt x="126576" y="117597"/>
                  <a:pt x="157580" y="106321"/>
                </a:cubicBezTo>
                <a:lnTo>
                  <a:pt x="157580" y="143475"/>
                </a:lnTo>
                <a:close/>
                <a:moveTo>
                  <a:pt x="202679" y="73084"/>
                </a:moveTo>
                <a:cubicBezTo>
                  <a:pt x="206010" y="72314"/>
                  <a:pt x="208059" y="72060"/>
                  <a:pt x="210878" y="72060"/>
                </a:cubicBezTo>
                <a:cubicBezTo>
                  <a:pt x="217540" y="72060"/>
                  <a:pt x="219847" y="76158"/>
                  <a:pt x="219847" y="88454"/>
                </a:cubicBezTo>
                <a:lnTo>
                  <a:pt x="219847" y="153273"/>
                </a:lnTo>
                <a:cubicBezTo>
                  <a:pt x="219847" y="167109"/>
                  <a:pt x="216258" y="170953"/>
                  <a:pt x="201909" y="171207"/>
                </a:cubicBezTo>
                <a:lnTo>
                  <a:pt x="201909" y="175050"/>
                </a:lnTo>
                <a:lnTo>
                  <a:pt x="258792" y="175050"/>
                </a:lnTo>
                <a:lnTo>
                  <a:pt x="258792" y="171207"/>
                </a:lnTo>
                <a:cubicBezTo>
                  <a:pt x="245213" y="170695"/>
                  <a:pt x="241370" y="167880"/>
                  <a:pt x="241370" y="157886"/>
                </a:cubicBezTo>
                <a:lnTo>
                  <a:pt x="241370" y="85639"/>
                </a:lnTo>
                <a:cubicBezTo>
                  <a:pt x="241370" y="85126"/>
                  <a:pt x="243418" y="82562"/>
                  <a:pt x="245213" y="80771"/>
                </a:cubicBezTo>
                <a:cubicBezTo>
                  <a:pt x="251617" y="74875"/>
                  <a:pt x="262635" y="70520"/>
                  <a:pt x="271604" y="70520"/>
                </a:cubicBezTo>
                <a:cubicBezTo>
                  <a:pt x="282875" y="70520"/>
                  <a:pt x="288513" y="79489"/>
                  <a:pt x="288513" y="97423"/>
                </a:cubicBezTo>
                <a:lnTo>
                  <a:pt x="288513" y="153019"/>
                </a:lnTo>
                <a:cubicBezTo>
                  <a:pt x="288513" y="167367"/>
                  <a:pt x="285694" y="170182"/>
                  <a:pt x="271092" y="171207"/>
                </a:cubicBezTo>
                <a:lnTo>
                  <a:pt x="271092" y="175050"/>
                </a:lnTo>
                <a:lnTo>
                  <a:pt x="328486" y="175050"/>
                </a:lnTo>
                <a:lnTo>
                  <a:pt x="328486" y="171207"/>
                </a:lnTo>
                <a:cubicBezTo>
                  <a:pt x="313880" y="170953"/>
                  <a:pt x="310036" y="166597"/>
                  <a:pt x="310036" y="150712"/>
                </a:cubicBezTo>
                <a:lnTo>
                  <a:pt x="310036" y="86151"/>
                </a:lnTo>
                <a:cubicBezTo>
                  <a:pt x="317723" y="75133"/>
                  <a:pt x="326180" y="70520"/>
                  <a:pt x="337967" y="70520"/>
                </a:cubicBezTo>
                <a:cubicBezTo>
                  <a:pt x="352570" y="70520"/>
                  <a:pt x="357184" y="77440"/>
                  <a:pt x="357184" y="98705"/>
                </a:cubicBezTo>
                <a:lnTo>
                  <a:pt x="357184" y="152761"/>
                </a:lnTo>
                <a:cubicBezTo>
                  <a:pt x="357184" y="167367"/>
                  <a:pt x="355135" y="169416"/>
                  <a:pt x="340274" y="171207"/>
                </a:cubicBezTo>
                <a:lnTo>
                  <a:pt x="340274" y="175050"/>
                </a:lnTo>
                <a:lnTo>
                  <a:pt x="396386" y="175050"/>
                </a:lnTo>
                <a:lnTo>
                  <a:pt x="396386" y="171207"/>
                </a:lnTo>
                <a:lnTo>
                  <a:pt x="389724" y="170695"/>
                </a:lnTo>
                <a:cubicBezTo>
                  <a:pt x="382038" y="170182"/>
                  <a:pt x="378707" y="165573"/>
                  <a:pt x="378707" y="155580"/>
                </a:cubicBezTo>
                <a:lnTo>
                  <a:pt x="378707" y="102802"/>
                </a:lnTo>
                <a:cubicBezTo>
                  <a:pt x="378707" y="72572"/>
                  <a:pt x="368713" y="57195"/>
                  <a:pt x="348985" y="57195"/>
                </a:cubicBezTo>
                <a:cubicBezTo>
                  <a:pt x="334124" y="57195"/>
                  <a:pt x="321054" y="63858"/>
                  <a:pt x="307217" y="78718"/>
                </a:cubicBezTo>
                <a:cubicBezTo>
                  <a:pt x="302608" y="64116"/>
                  <a:pt x="293897" y="57195"/>
                  <a:pt x="280060" y="57195"/>
                </a:cubicBezTo>
                <a:cubicBezTo>
                  <a:pt x="268785" y="57195"/>
                  <a:pt x="261610" y="60784"/>
                  <a:pt x="240342" y="76928"/>
                </a:cubicBezTo>
                <a:lnTo>
                  <a:pt x="240342" y="57711"/>
                </a:lnTo>
                <a:lnTo>
                  <a:pt x="238551" y="57195"/>
                </a:lnTo>
                <a:cubicBezTo>
                  <a:pt x="225481" y="62067"/>
                  <a:pt x="216770" y="64886"/>
                  <a:pt x="202679" y="68729"/>
                </a:cubicBezTo>
                <a:lnTo>
                  <a:pt x="202679" y="73084"/>
                </a:lnTo>
                <a:close/>
                <a:moveTo>
                  <a:pt x="501694" y="132958"/>
                </a:moveTo>
                <a:cubicBezTo>
                  <a:pt x="489398" y="152440"/>
                  <a:pt x="478377" y="159876"/>
                  <a:pt x="461979" y="159876"/>
                </a:cubicBezTo>
                <a:cubicBezTo>
                  <a:pt x="447377" y="159876"/>
                  <a:pt x="436359" y="152440"/>
                  <a:pt x="428927" y="137830"/>
                </a:cubicBezTo>
                <a:cubicBezTo>
                  <a:pt x="424313" y="128086"/>
                  <a:pt x="422522" y="119626"/>
                  <a:pt x="422010" y="103987"/>
                </a:cubicBezTo>
                <a:lnTo>
                  <a:pt x="500928" y="103987"/>
                </a:lnTo>
                <a:cubicBezTo>
                  <a:pt x="498875" y="87363"/>
                  <a:pt x="496315" y="79958"/>
                  <a:pt x="489910" y="71786"/>
                </a:cubicBezTo>
                <a:cubicBezTo>
                  <a:pt x="482220" y="62579"/>
                  <a:pt x="470436" y="57195"/>
                  <a:pt x="457112" y="57195"/>
                </a:cubicBezTo>
                <a:cubicBezTo>
                  <a:pt x="444300" y="57195"/>
                  <a:pt x="432258" y="61809"/>
                  <a:pt x="422522" y="70508"/>
                </a:cubicBezTo>
                <a:cubicBezTo>
                  <a:pt x="410477" y="80978"/>
                  <a:pt x="403560" y="99119"/>
                  <a:pt x="403560" y="120138"/>
                </a:cubicBezTo>
                <a:cubicBezTo>
                  <a:pt x="403560" y="155517"/>
                  <a:pt x="422010" y="177552"/>
                  <a:pt x="451474" y="177552"/>
                </a:cubicBezTo>
                <a:cubicBezTo>
                  <a:pt x="475816" y="177552"/>
                  <a:pt x="495032" y="162437"/>
                  <a:pt x="505796" y="134753"/>
                </a:cubicBezTo>
                <a:lnTo>
                  <a:pt x="501694" y="132958"/>
                </a:lnTo>
                <a:moveTo>
                  <a:pt x="422522" y="95788"/>
                </a:moveTo>
                <a:cubicBezTo>
                  <a:pt x="425337" y="75872"/>
                  <a:pt x="434052" y="66422"/>
                  <a:pt x="449679" y="66422"/>
                </a:cubicBezTo>
                <a:cubicBezTo>
                  <a:pt x="465310" y="66422"/>
                  <a:pt x="471460" y="73573"/>
                  <a:pt x="474792" y="95788"/>
                </a:cubicBezTo>
                <a:lnTo>
                  <a:pt x="422522" y="95788"/>
                </a:lnTo>
                <a:close/>
                <a:moveTo>
                  <a:pt x="650821" y="59698"/>
                </a:moveTo>
                <a:lnTo>
                  <a:pt x="650821" y="63545"/>
                </a:lnTo>
                <a:cubicBezTo>
                  <a:pt x="659532" y="65335"/>
                  <a:pt x="662093" y="67130"/>
                  <a:pt x="662093" y="71485"/>
                </a:cubicBezTo>
                <a:cubicBezTo>
                  <a:pt x="662093" y="75325"/>
                  <a:pt x="660557" y="81475"/>
                  <a:pt x="657738" y="88391"/>
                </a:cubicBezTo>
                <a:lnTo>
                  <a:pt x="634678" y="145254"/>
                </a:lnTo>
                <a:lnTo>
                  <a:pt x="613155" y="87879"/>
                </a:lnTo>
                <a:cubicBezTo>
                  <a:pt x="608800" y="76095"/>
                  <a:pt x="608800" y="76095"/>
                  <a:pt x="608800" y="72764"/>
                </a:cubicBezTo>
                <a:cubicBezTo>
                  <a:pt x="608800" y="67130"/>
                  <a:pt x="611619" y="65335"/>
                  <a:pt x="623661" y="63545"/>
                </a:cubicBezTo>
                <a:lnTo>
                  <a:pt x="623661" y="59698"/>
                </a:lnTo>
                <a:lnTo>
                  <a:pt x="571646" y="59698"/>
                </a:lnTo>
                <a:lnTo>
                  <a:pt x="571646" y="63545"/>
                </a:lnTo>
                <a:cubicBezTo>
                  <a:pt x="581127" y="64569"/>
                  <a:pt x="584200" y="67384"/>
                  <a:pt x="589325" y="81217"/>
                </a:cubicBezTo>
                <a:cubicBezTo>
                  <a:pt x="591120" y="86084"/>
                  <a:pt x="592911" y="90952"/>
                  <a:pt x="594451" y="95561"/>
                </a:cubicBezTo>
                <a:lnTo>
                  <a:pt x="571133" y="146536"/>
                </a:lnTo>
                <a:lnTo>
                  <a:pt x="545767" y="79680"/>
                </a:lnTo>
                <a:cubicBezTo>
                  <a:pt x="544743" y="77119"/>
                  <a:pt x="544231" y="74558"/>
                  <a:pt x="544231" y="71998"/>
                </a:cubicBezTo>
                <a:cubicBezTo>
                  <a:pt x="544231" y="66618"/>
                  <a:pt x="547304" y="64569"/>
                  <a:pt x="556014" y="63545"/>
                </a:cubicBezTo>
                <a:lnTo>
                  <a:pt x="556014" y="59698"/>
                </a:lnTo>
                <a:lnTo>
                  <a:pt x="509895" y="59698"/>
                </a:lnTo>
                <a:lnTo>
                  <a:pt x="509895" y="63545"/>
                </a:lnTo>
                <a:cubicBezTo>
                  <a:pt x="515787" y="64057"/>
                  <a:pt x="517836" y="66618"/>
                  <a:pt x="523474" y="79680"/>
                </a:cubicBezTo>
                <a:lnTo>
                  <a:pt x="558067" y="167281"/>
                </a:lnTo>
                <a:cubicBezTo>
                  <a:pt x="561140" y="174968"/>
                  <a:pt x="563189" y="178553"/>
                  <a:pt x="564725" y="178553"/>
                </a:cubicBezTo>
                <a:cubicBezTo>
                  <a:pt x="566008" y="178553"/>
                  <a:pt x="568056" y="175226"/>
                  <a:pt x="571133" y="168564"/>
                </a:cubicBezTo>
                <a:lnTo>
                  <a:pt x="599831" y="107087"/>
                </a:lnTo>
                <a:lnTo>
                  <a:pt x="623148" y="167540"/>
                </a:lnTo>
                <a:cubicBezTo>
                  <a:pt x="626734" y="177017"/>
                  <a:pt x="627758" y="178553"/>
                  <a:pt x="629298" y="178553"/>
                </a:cubicBezTo>
                <a:cubicBezTo>
                  <a:pt x="631089" y="178553"/>
                  <a:pt x="632371" y="176250"/>
                  <a:pt x="636473" y="166003"/>
                </a:cubicBezTo>
                <a:lnTo>
                  <a:pt x="671832" y="77373"/>
                </a:lnTo>
                <a:cubicBezTo>
                  <a:pt x="676442" y="66618"/>
                  <a:pt x="677212" y="65335"/>
                  <a:pt x="682338" y="63545"/>
                </a:cubicBezTo>
                <a:lnTo>
                  <a:pt x="682338" y="59698"/>
                </a:lnTo>
                <a:lnTo>
                  <a:pt x="650821" y="59698"/>
                </a:lnTo>
                <a:close/>
                <a:moveTo>
                  <a:pt x="751007" y="57195"/>
                </a:moveTo>
                <a:cubicBezTo>
                  <a:pt x="717696" y="57195"/>
                  <a:pt x="694379" y="81784"/>
                  <a:pt x="694379" y="117120"/>
                </a:cubicBezTo>
                <a:cubicBezTo>
                  <a:pt x="694379" y="151686"/>
                  <a:pt x="718209" y="177552"/>
                  <a:pt x="750491" y="177552"/>
                </a:cubicBezTo>
                <a:cubicBezTo>
                  <a:pt x="782778" y="177552"/>
                  <a:pt x="807374" y="150407"/>
                  <a:pt x="807374" y="115071"/>
                </a:cubicBezTo>
                <a:cubicBezTo>
                  <a:pt x="807374" y="81526"/>
                  <a:pt x="783802" y="57195"/>
                  <a:pt x="751007" y="57195"/>
                </a:cubicBezTo>
                <a:moveTo>
                  <a:pt x="747676" y="64374"/>
                </a:moveTo>
                <a:cubicBezTo>
                  <a:pt x="769199" y="64374"/>
                  <a:pt x="784314" y="88954"/>
                  <a:pt x="784314" y="124032"/>
                </a:cubicBezTo>
                <a:cubicBezTo>
                  <a:pt x="784314" y="152968"/>
                  <a:pt x="772784" y="170378"/>
                  <a:pt x="753568" y="170378"/>
                </a:cubicBezTo>
                <a:cubicBezTo>
                  <a:pt x="743575" y="170378"/>
                  <a:pt x="734094" y="164236"/>
                  <a:pt x="728714" y="153992"/>
                </a:cubicBezTo>
                <a:cubicBezTo>
                  <a:pt x="721540" y="140676"/>
                  <a:pt x="717438" y="122754"/>
                  <a:pt x="717438" y="104573"/>
                </a:cubicBezTo>
                <a:cubicBezTo>
                  <a:pt x="717438" y="80247"/>
                  <a:pt x="729480" y="64374"/>
                  <a:pt x="747676" y="64374"/>
                </a:cubicBezTo>
                <a:close/>
                <a:moveTo>
                  <a:pt x="816854" y="75133"/>
                </a:moveTo>
                <a:cubicBezTo>
                  <a:pt x="820443" y="74363"/>
                  <a:pt x="822750" y="74105"/>
                  <a:pt x="825823" y="74105"/>
                </a:cubicBezTo>
                <a:cubicBezTo>
                  <a:pt x="832227" y="74105"/>
                  <a:pt x="834534" y="78206"/>
                  <a:pt x="834534" y="89478"/>
                </a:cubicBezTo>
                <a:lnTo>
                  <a:pt x="834534" y="153531"/>
                </a:lnTo>
                <a:cubicBezTo>
                  <a:pt x="834534" y="166339"/>
                  <a:pt x="832739" y="168134"/>
                  <a:pt x="816342" y="171207"/>
                </a:cubicBezTo>
                <a:lnTo>
                  <a:pt x="816342" y="175050"/>
                </a:lnTo>
                <a:lnTo>
                  <a:pt x="877838" y="175050"/>
                </a:lnTo>
                <a:lnTo>
                  <a:pt x="877838" y="171207"/>
                </a:lnTo>
                <a:cubicBezTo>
                  <a:pt x="860412" y="170441"/>
                  <a:pt x="856057" y="166597"/>
                  <a:pt x="856057" y="151994"/>
                </a:cubicBezTo>
                <a:lnTo>
                  <a:pt x="856057" y="94346"/>
                </a:lnTo>
                <a:cubicBezTo>
                  <a:pt x="856057" y="86147"/>
                  <a:pt x="867075" y="73339"/>
                  <a:pt x="873995" y="73339"/>
                </a:cubicBezTo>
                <a:cubicBezTo>
                  <a:pt x="875531" y="73339"/>
                  <a:pt x="877838" y="74621"/>
                  <a:pt x="880657" y="77182"/>
                </a:cubicBezTo>
                <a:cubicBezTo>
                  <a:pt x="884754" y="80767"/>
                  <a:pt x="887573" y="82304"/>
                  <a:pt x="890904" y="82304"/>
                </a:cubicBezTo>
                <a:cubicBezTo>
                  <a:pt x="897054" y="82304"/>
                  <a:pt x="900898" y="77948"/>
                  <a:pt x="900898" y="70778"/>
                </a:cubicBezTo>
                <a:cubicBezTo>
                  <a:pt x="900898" y="62321"/>
                  <a:pt x="895518" y="57195"/>
                  <a:pt x="886807" y="57195"/>
                </a:cubicBezTo>
                <a:cubicBezTo>
                  <a:pt x="876044" y="57195"/>
                  <a:pt x="868615" y="63091"/>
                  <a:pt x="856057" y="81279"/>
                </a:cubicBezTo>
                <a:lnTo>
                  <a:pt x="856057" y="57711"/>
                </a:lnTo>
                <a:lnTo>
                  <a:pt x="854779" y="57195"/>
                </a:lnTo>
                <a:cubicBezTo>
                  <a:pt x="841196" y="62833"/>
                  <a:pt x="831973" y="66164"/>
                  <a:pt x="816854" y="71032"/>
                </a:cubicBezTo>
                <a:lnTo>
                  <a:pt x="816854" y="75133"/>
                </a:lnTo>
                <a:close/>
                <a:moveTo>
                  <a:pt x="902178" y="15373"/>
                </a:moveTo>
                <a:cubicBezTo>
                  <a:pt x="905509" y="15115"/>
                  <a:pt x="907816" y="14861"/>
                  <a:pt x="910377" y="14861"/>
                </a:cubicBezTo>
                <a:cubicBezTo>
                  <a:pt x="918834" y="14861"/>
                  <a:pt x="921395" y="18192"/>
                  <a:pt x="921395" y="30488"/>
                </a:cubicBezTo>
                <a:lnTo>
                  <a:pt x="921395" y="154035"/>
                </a:lnTo>
                <a:cubicBezTo>
                  <a:pt x="921395" y="167364"/>
                  <a:pt x="920628" y="168134"/>
                  <a:pt x="902178" y="171207"/>
                </a:cubicBezTo>
                <a:lnTo>
                  <a:pt x="902178" y="175050"/>
                </a:lnTo>
                <a:lnTo>
                  <a:pt x="962138" y="175050"/>
                </a:lnTo>
                <a:lnTo>
                  <a:pt x="962138" y="171207"/>
                </a:lnTo>
                <a:lnTo>
                  <a:pt x="957012" y="170953"/>
                </a:lnTo>
                <a:cubicBezTo>
                  <a:pt x="946765" y="170441"/>
                  <a:pt x="942918" y="166851"/>
                  <a:pt x="942918" y="157879"/>
                </a:cubicBezTo>
                <a:lnTo>
                  <a:pt x="942918" y="110712"/>
                </a:lnTo>
                <a:lnTo>
                  <a:pt x="978793" y="158649"/>
                </a:lnTo>
                <a:lnTo>
                  <a:pt x="979560" y="159673"/>
                </a:lnTo>
                <a:cubicBezTo>
                  <a:pt x="980072" y="160443"/>
                  <a:pt x="980584" y="161210"/>
                  <a:pt x="981354" y="161980"/>
                </a:cubicBezTo>
                <a:cubicBezTo>
                  <a:pt x="983403" y="164545"/>
                  <a:pt x="984173" y="166081"/>
                  <a:pt x="984173" y="167364"/>
                </a:cubicBezTo>
                <a:cubicBezTo>
                  <a:pt x="984173" y="169670"/>
                  <a:pt x="981866" y="171207"/>
                  <a:pt x="978793" y="171207"/>
                </a:cubicBezTo>
                <a:lnTo>
                  <a:pt x="973922" y="171207"/>
                </a:lnTo>
                <a:lnTo>
                  <a:pt x="973922" y="175050"/>
                </a:lnTo>
                <a:lnTo>
                  <a:pt x="1029780" y="175050"/>
                </a:lnTo>
                <a:lnTo>
                  <a:pt x="1029780" y="171207"/>
                </a:lnTo>
                <a:cubicBezTo>
                  <a:pt x="1018508" y="170441"/>
                  <a:pt x="1010564" y="165569"/>
                  <a:pt x="999804" y="152495"/>
                </a:cubicBezTo>
                <a:lnTo>
                  <a:pt x="960597" y="102763"/>
                </a:lnTo>
                <a:lnTo>
                  <a:pt x="968030" y="95843"/>
                </a:lnTo>
                <a:cubicBezTo>
                  <a:pt x="986222" y="78926"/>
                  <a:pt x="1002107" y="67130"/>
                  <a:pt x="1009539" y="65081"/>
                </a:cubicBezTo>
                <a:cubicBezTo>
                  <a:pt x="1013383" y="64057"/>
                  <a:pt x="1016968" y="63545"/>
                  <a:pt x="1021327" y="63545"/>
                </a:cubicBezTo>
                <a:lnTo>
                  <a:pt x="1023376" y="63545"/>
                </a:lnTo>
                <a:lnTo>
                  <a:pt x="1023376" y="59698"/>
                </a:lnTo>
                <a:lnTo>
                  <a:pt x="971103" y="59698"/>
                </a:lnTo>
                <a:lnTo>
                  <a:pt x="971103" y="63287"/>
                </a:lnTo>
                <a:cubicBezTo>
                  <a:pt x="981096" y="63545"/>
                  <a:pt x="983915" y="64569"/>
                  <a:pt x="983915" y="68158"/>
                </a:cubicBezTo>
                <a:cubicBezTo>
                  <a:pt x="983915" y="70207"/>
                  <a:pt x="981608" y="73796"/>
                  <a:pt x="978023" y="76873"/>
                </a:cubicBezTo>
                <a:lnTo>
                  <a:pt x="942918" y="108147"/>
                </a:lnTo>
                <a:lnTo>
                  <a:pt x="942918" y="512"/>
                </a:lnTo>
                <a:lnTo>
                  <a:pt x="941893" y="0"/>
                </a:lnTo>
                <a:cubicBezTo>
                  <a:pt x="932158" y="3073"/>
                  <a:pt x="924726" y="5122"/>
                  <a:pt x="909865" y="9223"/>
                </a:cubicBezTo>
                <a:lnTo>
                  <a:pt x="902178" y="11272"/>
                </a:lnTo>
                <a:lnTo>
                  <a:pt x="902178" y="15373"/>
                </a:lnTo>
                <a:close/>
                <a:moveTo>
                  <a:pt x="1109209" y="94545"/>
                </a:moveTo>
                <a:lnTo>
                  <a:pt x="1108185" y="59698"/>
                </a:lnTo>
                <a:lnTo>
                  <a:pt x="1105366" y="59698"/>
                </a:lnTo>
                <a:lnTo>
                  <a:pt x="1104854" y="60214"/>
                </a:lnTo>
                <a:cubicBezTo>
                  <a:pt x="1102547" y="62004"/>
                  <a:pt x="1102293" y="62262"/>
                  <a:pt x="1101269" y="62262"/>
                </a:cubicBezTo>
                <a:cubicBezTo>
                  <a:pt x="1099732" y="62262"/>
                  <a:pt x="1097167" y="61750"/>
                  <a:pt x="1094348" y="60468"/>
                </a:cubicBezTo>
                <a:cubicBezTo>
                  <a:pt x="1088711" y="58474"/>
                  <a:pt x="1083077" y="57446"/>
                  <a:pt x="1076414" y="57446"/>
                </a:cubicBezTo>
                <a:cubicBezTo>
                  <a:pt x="1056170" y="57446"/>
                  <a:pt x="1041567" y="70512"/>
                  <a:pt x="1041567" y="88950"/>
                </a:cubicBezTo>
                <a:cubicBezTo>
                  <a:pt x="1041567" y="103287"/>
                  <a:pt x="1049766" y="113531"/>
                  <a:pt x="1071547" y="125823"/>
                </a:cubicBezTo>
                <a:lnTo>
                  <a:pt x="1086408" y="134276"/>
                </a:lnTo>
                <a:cubicBezTo>
                  <a:pt x="1095373" y="139397"/>
                  <a:pt x="1099732" y="145543"/>
                  <a:pt x="1099732" y="153480"/>
                </a:cubicBezTo>
                <a:cubicBezTo>
                  <a:pt x="1099732" y="164748"/>
                  <a:pt x="1091529" y="171918"/>
                  <a:pt x="1078463" y="171918"/>
                </a:cubicBezTo>
                <a:cubicBezTo>
                  <a:pt x="1069752" y="171918"/>
                  <a:pt x="1061808" y="168587"/>
                  <a:pt x="1056940" y="162953"/>
                </a:cubicBezTo>
                <a:cubicBezTo>
                  <a:pt x="1051560" y="156553"/>
                  <a:pt x="1049254" y="150661"/>
                  <a:pt x="1045923" y="136066"/>
                </a:cubicBezTo>
                <a:lnTo>
                  <a:pt x="1041821" y="136066"/>
                </a:lnTo>
                <a:lnTo>
                  <a:pt x="1041821" y="176016"/>
                </a:lnTo>
                <a:lnTo>
                  <a:pt x="1045152" y="176016"/>
                </a:lnTo>
                <a:cubicBezTo>
                  <a:pt x="1046947" y="173455"/>
                  <a:pt x="1047971" y="172943"/>
                  <a:pt x="1051048" y="172943"/>
                </a:cubicBezTo>
                <a:cubicBezTo>
                  <a:pt x="1053355" y="173001"/>
                  <a:pt x="1056940" y="173514"/>
                  <a:pt x="1062832" y="175050"/>
                </a:cubicBezTo>
                <a:cubicBezTo>
                  <a:pt x="1070006" y="176528"/>
                  <a:pt x="1076927" y="177552"/>
                  <a:pt x="1081536" y="177552"/>
                </a:cubicBezTo>
                <a:cubicBezTo>
                  <a:pt x="1101269" y="177552"/>
                  <a:pt x="1117666" y="162699"/>
                  <a:pt x="1117666" y="144773"/>
                </a:cubicBezTo>
                <a:cubicBezTo>
                  <a:pt x="1117666" y="131969"/>
                  <a:pt x="1111516" y="123520"/>
                  <a:pt x="1096143" y="114301"/>
                </a:cubicBezTo>
                <a:lnTo>
                  <a:pt x="1068470" y="97911"/>
                </a:lnTo>
                <a:cubicBezTo>
                  <a:pt x="1061296" y="93814"/>
                  <a:pt x="1057452" y="87414"/>
                  <a:pt x="1057452" y="80497"/>
                </a:cubicBezTo>
                <a:cubicBezTo>
                  <a:pt x="1057452" y="70254"/>
                  <a:pt x="1065397" y="63083"/>
                  <a:pt x="1077181" y="63083"/>
                </a:cubicBezTo>
                <a:cubicBezTo>
                  <a:pt x="1091788" y="63083"/>
                  <a:pt x="1099474" y="71790"/>
                  <a:pt x="1105366" y="94584"/>
                </a:cubicBezTo>
                <a:lnTo>
                  <a:pt x="1109209" y="94545"/>
                </a:lnTo>
                <a:close/>
                <a:moveTo>
                  <a:pt x="1149438" y="211168"/>
                </a:moveTo>
                <a:cubicBezTo>
                  <a:pt x="1166606" y="202711"/>
                  <a:pt x="1178136" y="187084"/>
                  <a:pt x="1178136" y="171707"/>
                </a:cubicBezTo>
                <a:cubicBezTo>
                  <a:pt x="1178136" y="158899"/>
                  <a:pt x="1169167" y="148906"/>
                  <a:pt x="1157637" y="148906"/>
                </a:cubicBezTo>
                <a:cubicBezTo>
                  <a:pt x="1148668" y="148906"/>
                  <a:pt x="1142522" y="154798"/>
                  <a:pt x="1142522" y="163509"/>
                </a:cubicBezTo>
                <a:cubicBezTo>
                  <a:pt x="1142522" y="171684"/>
                  <a:pt x="1148414" y="176551"/>
                  <a:pt x="1157637" y="176551"/>
                </a:cubicBezTo>
                <a:cubicBezTo>
                  <a:pt x="1159173" y="176551"/>
                  <a:pt x="1160968" y="176297"/>
                  <a:pt x="1162505" y="176039"/>
                </a:cubicBezTo>
                <a:cubicBezTo>
                  <a:pt x="1164299" y="175551"/>
                  <a:pt x="1164299" y="175551"/>
                  <a:pt x="1164557" y="175551"/>
                </a:cubicBezTo>
                <a:cubicBezTo>
                  <a:pt x="1166606" y="175551"/>
                  <a:pt x="1168142" y="177091"/>
                  <a:pt x="1168142" y="179140"/>
                </a:cubicBezTo>
                <a:cubicBezTo>
                  <a:pt x="1168142" y="187338"/>
                  <a:pt x="1160968" y="196819"/>
                  <a:pt x="1147132" y="206301"/>
                </a:cubicBezTo>
                <a:lnTo>
                  <a:pt x="1149438" y="211168"/>
                </a:lnTo>
                <a:close/>
                <a:moveTo>
                  <a:pt x="1369537" y="158086"/>
                </a:moveTo>
                <a:cubicBezTo>
                  <a:pt x="1365182" y="161667"/>
                  <a:pt x="1362109" y="162949"/>
                  <a:pt x="1358265" y="162949"/>
                </a:cubicBezTo>
                <a:cubicBezTo>
                  <a:pt x="1352374" y="162949"/>
                  <a:pt x="1350579" y="159364"/>
                  <a:pt x="1350579" y="148100"/>
                </a:cubicBezTo>
                <a:lnTo>
                  <a:pt x="1350579" y="98169"/>
                </a:lnTo>
                <a:cubicBezTo>
                  <a:pt x="1350579" y="84853"/>
                  <a:pt x="1349297" y="77428"/>
                  <a:pt x="1345453" y="71282"/>
                </a:cubicBezTo>
                <a:cubicBezTo>
                  <a:pt x="1339815" y="62067"/>
                  <a:pt x="1328798" y="57195"/>
                  <a:pt x="1313683" y="57195"/>
                </a:cubicBezTo>
                <a:cubicBezTo>
                  <a:pt x="1289595" y="57195"/>
                  <a:pt x="1270637" y="69746"/>
                  <a:pt x="1270637" y="85877"/>
                </a:cubicBezTo>
                <a:cubicBezTo>
                  <a:pt x="1270637" y="91769"/>
                  <a:pt x="1275759" y="96887"/>
                  <a:pt x="1281654" y="96887"/>
                </a:cubicBezTo>
                <a:cubicBezTo>
                  <a:pt x="1287801" y="96887"/>
                  <a:pt x="1293184" y="91769"/>
                  <a:pt x="1293184" y="86135"/>
                </a:cubicBezTo>
                <a:cubicBezTo>
                  <a:pt x="1293184" y="85111"/>
                  <a:pt x="1292926" y="83828"/>
                  <a:pt x="1292672" y="82038"/>
                </a:cubicBezTo>
                <a:cubicBezTo>
                  <a:pt x="1292160" y="79735"/>
                  <a:pt x="1291902" y="77686"/>
                  <a:pt x="1291902" y="75892"/>
                </a:cubicBezTo>
                <a:cubicBezTo>
                  <a:pt x="1291902" y="68979"/>
                  <a:pt x="1300100" y="63345"/>
                  <a:pt x="1310352" y="63345"/>
                </a:cubicBezTo>
                <a:cubicBezTo>
                  <a:pt x="1322906" y="63345"/>
                  <a:pt x="1329822" y="70770"/>
                  <a:pt x="1329822" y="84599"/>
                </a:cubicBezTo>
                <a:lnTo>
                  <a:pt x="1329822" y="100218"/>
                </a:lnTo>
                <a:cubicBezTo>
                  <a:pt x="1290365" y="116091"/>
                  <a:pt x="1286010" y="118140"/>
                  <a:pt x="1274992" y="127871"/>
                </a:cubicBezTo>
                <a:cubicBezTo>
                  <a:pt x="1269354" y="132993"/>
                  <a:pt x="1265765" y="141696"/>
                  <a:pt x="1265765" y="150145"/>
                </a:cubicBezTo>
                <a:cubicBezTo>
                  <a:pt x="1265765" y="166281"/>
                  <a:pt x="1277041" y="177552"/>
                  <a:pt x="1292672" y="177552"/>
                </a:cubicBezTo>
                <a:cubicBezTo>
                  <a:pt x="1303944" y="177552"/>
                  <a:pt x="1314449" y="172173"/>
                  <a:pt x="1330080" y="158848"/>
                </a:cubicBezTo>
                <a:cubicBezTo>
                  <a:pt x="1331363" y="172173"/>
                  <a:pt x="1335972" y="177552"/>
                  <a:pt x="1346478" y="177552"/>
                </a:cubicBezTo>
                <a:cubicBezTo>
                  <a:pt x="1355189" y="177552"/>
                  <a:pt x="1360572" y="174479"/>
                  <a:pt x="1369537" y="164744"/>
                </a:cubicBezTo>
                <a:lnTo>
                  <a:pt x="1369537" y="158086"/>
                </a:lnTo>
                <a:moveTo>
                  <a:pt x="1329822" y="143475"/>
                </a:moveTo>
                <a:cubicBezTo>
                  <a:pt x="1329822" y="151420"/>
                  <a:pt x="1328544" y="153726"/>
                  <a:pt x="1323160" y="156799"/>
                </a:cubicBezTo>
                <a:cubicBezTo>
                  <a:pt x="1317014" y="160389"/>
                  <a:pt x="1309840" y="162691"/>
                  <a:pt x="1304456" y="162691"/>
                </a:cubicBezTo>
                <a:cubicBezTo>
                  <a:pt x="1295491" y="162691"/>
                  <a:pt x="1288317" y="153981"/>
                  <a:pt x="1288317" y="142963"/>
                </a:cubicBezTo>
                <a:lnTo>
                  <a:pt x="1288317" y="141939"/>
                </a:lnTo>
                <a:cubicBezTo>
                  <a:pt x="1288317" y="126820"/>
                  <a:pt x="1298818" y="117597"/>
                  <a:pt x="1329822" y="106321"/>
                </a:cubicBezTo>
                <a:lnTo>
                  <a:pt x="1329822" y="143475"/>
                </a:lnTo>
                <a:close/>
                <a:moveTo>
                  <a:pt x="1472030" y="135038"/>
                </a:moveTo>
                <a:cubicBezTo>
                  <a:pt x="1459730" y="152960"/>
                  <a:pt x="1450507" y="159106"/>
                  <a:pt x="1435900" y="159106"/>
                </a:cubicBezTo>
                <a:cubicBezTo>
                  <a:pt x="1412583" y="159106"/>
                  <a:pt x="1396185" y="138623"/>
                  <a:pt x="1396185" y="109179"/>
                </a:cubicBezTo>
                <a:cubicBezTo>
                  <a:pt x="1396185" y="82808"/>
                  <a:pt x="1410280" y="64628"/>
                  <a:pt x="1431033" y="64628"/>
                </a:cubicBezTo>
                <a:cubicBezTo>
                  <a:pt x="1440256" y="64628"/>
                  <a:pt x="1443587" y="67443"/>
                  <a:pt x="1446152" y="76916"/>
                </a:cubicBezTo>
                <a:lnTo>
                  <a:pt x="1447688" y="82550"/>
                </a:lnTo>
                <a:cubicBezTo>
                  <a:pt x="1449737" y="89720"/>
                  <a:pt x="1454350" y="94330"/>
                  <a:pt x="1459730" y="94330"/>
                </a:cubicBezTo>
                <a:cubicBezTo>
                  <a:pt x="1466392" y="94330"/>
                  <a:pt x="1472030" y="89462"/>
                  <a:pt x="1472030" y="83574"/>
                </a:cubicBezTo>
                <a:cubicBezTo>
                  <a:pt x="1472030" y="69237"/>
                  <a:pt x="1454092" y="57195"/>
                  <a:pt x="1432569" y="57195"/>
                </a:cubicBezTo>
                <a:cubicBezTo>
                  <a:pt x="1420015" y="57195"/>
                  <a:pt x="1406949" y="62321"/>
                  <a:pt x="1396443" y="71540"/>
                </a:cubicBezTo>
                <a:cubicBezTo>
                  <a:pt x="1383631" y="82808"/>
                  <a:pt x="1376457" y="100218"/>
                  <a:pt x="1376457" y="120443"/>
                </a:cubicBezTo>
                <a:cubicBezTo>
                  <a:pt x="1376457" y="153730"/>
                  <a:pt x="1396697" y="177552"/>
                  <a:pt x="1425141" y="177552"/>
                </a:cubicBezTo>
                <a:cubicBezTo>
                  <a:pt x="1436670" y="177552"/>
                  <a:pt x="1446918" y="173455"/>
                  <a:pt x="1456145" y="165510"/>
                </a:cubicBezTo>
                <a:cubicBezTo>
                  <a:pt x="1463061" y="159360"/>
                  <a:pt x="1467929" y="152448"/>
                  <a:pt x="1475615" y="137341"/>
                </a:cubicBezTo>
                <a:lnTo>
                  <a:pt x="1472030" y="135038"/>
                </a:lnTo>
                <a:close/>
                <a:moveTo>
                  <a:pt x="1485609" y="75133"/>
                </a:moveTo>
                <a:cubicBezTo>
                  <a:pt x="1489198" y="74363"/>
                  <a:pt x="1491505" y="74105"/>
                  <a:pt x="1494578" y="74105"/>
                </a:cubicBezTo>
                <a:cubicBezTo>
                  <a:pt x="1500982" y="74105"/>
                  <a:pt x="1503289" y="78206"/>
                  <a:pt x="1503289" y="89478"/>
                </a:cubicBezTo>
                <a:lnTo>
                  <a:pt x="1503289" y="153531"/>
                </a:lnTo>
                <a:cubicBezTo>
                  <a:pt x="1503289" y="166339"/>
                  <a:pt x="1501494" y="168134"/>
                  <a:pt x="1485097" y="171207"/>
                </a:cubicBezTo>
                <a:lnTo>
                  <a:pt x="1485097" y="175050"/>
                </a:lnTo>
                <a:lnTo>
                  <a:pt x="1546593" y="175050"/>
                </a:lnTo>
                <a:lnTo>
                  <a:pt x="1546593" y="171207"/>
                </a:lnTo>
                <a:cubicBezTo>
                  <a:pt x="1529167" y="170441"/>
                  <a:pt x="1524812" y="166597"/>
                  <a:pt x="1524812" y="151994"/>
                </a:cubicBezTo>
                <a:lnTo>
                  <a:pt x="1524812" y="94346"/>
                </a:lnTo>
                <a:cubicBezTo>
                  <a:pt x="1524812" y="86147"/>
                  <a:pt x="1535829" y="73339"/>
                  <a:pt x="1542750" y="73339"/>
                </a:cubicBezTo>
                <a:cubicBezTo>
                  <a:pt x="1544286" y="73339"/>
                  <a:pt x="1546593" y="74621"/>
                  <a:pt x="1549412" y="77182"/>
                </a:cubicBezTo>
                <a:cubicBezTo>
                  <a:pt x="1553509" y="80767"/>
                  <a:pt x="1556328" y="82304"/>
                  <a:pt x="1559659" y="82304"/>
                </a:cubicBezTo>
                <a:cubicBezTo>
                  <a:pt x="1565809" y="82304"/>
                  <a:pt x="1569652" y="77948"/>
                  <a:pt x="1569652" y="70778"/>
                </a:cubicBezTo>
                <a:cubicBezTo>
                  <a:pt x="1569652" y="62321"/>
                  <a:pt x="1564273" y="57195"/>
                  <a:pt x="1555562" y="57195"/>
                </a:cubicBezTo>
                <a:cubicBezTo>
                  <a:pt x="1544798" y="57195"/>
                  <a:pt x="1537370" y="63091"/>
                  <a:pt x="1524812" y="81279"/>
                </a:cubicBezTo>
                <a:lnTo>
                  <a:pt x="1524812" y="57711"/>
                </a:lnTo>
                <a:lnTo>
                  <a:pt x="1523533" y="57195"/>
                </a:lnTo>
                <a:cubicBezTo>
                  <a:pt x="1509951" y="62833"/>
                  <a:pt x="1500728" y="66164"/>
                  <a:pt x="1485609" y="71032"/>
                </a:cubicBezTo>
                <a:lnTo>
                  <a:pt x="1485609" y="75133"/>
                </a:lnTo>
                <a:close/>
                <a:moveTo>
                  <a:pt x="1633198" y="57195"/>
                </a:moveTo>
                <a:cubicBezTo>
                  <a:pt x="1599887" y="57195"/>
                  <a:pt x="1576569" y="81784"/>
                  <a:pt x="1576569" y="117120"/>
                </a:cubicBezTo>
                <a:cubicBezTo>
                  <a:pt x="1576569" y="151686"/>
                  <a:pt x="1600399" y="177552"/>
                  <a:pt x="1632681" y="177552"/>
                </a:cubicBezTo>
                <a:cubicBezTo>
                  <a:pt x="1664968" y="177552"/>
                  <a:pt x="1689564" y="150407"/>
                  <a:pt x="1689564" y="115071"/>
                </a:cubicBezTo>
                <a:cubicBezTo>
                  <a:pt x="1689564" y="81526"/>
                  <a:pt x="1665992" y="57195"/>
                  <a:pt x="1633198" y="57195"/>
                </a:cubicBezTo>
                <a:moveTo>
                  <a:pt x="1629866" y="64374"/>
                </a:moveTo>
                <a:cubicBezTo>
                  <a:pt x="1651390" y="64374"/>
                  <a:pt x="1666505" y="88954"/>
                  <a:pt x="1666505" y="124032"/>
                </a:cubicBezTo>
                <a:cubicBezTo>
                  <a:pt x="1666505" y="152968"/>
                  <a:pt x="1654975" y="170378"/>
                  <a:pt x="1635758" y="170378"/>
                </a:cubicBezTo>
                <a:cubicBezTo>
                  <a:pt x="1625765" y="170378"/>
                  <a:pt x="1616284" y="164236"/>
                  <a:pt x="1610904" y="153992"/>
                </a:cubicBezTo>
                <a:cubicBezTo>
                  <a:pt x="1603730" y="140676"/>
                  <a:pt x="1599629" y="122754"/>
                  <a:pt x="1599629" y="104573"/>
                </a:cubicBezTo>
                <a:cubicBezTo>
                  <a:pt x="1599629" y="80247"/>
                  <a:pt x="1611671" y="64374"/>
                  <a:pt x="1629866" y="64374"/>
                </a:cubicBezTo>
                <a:close/>
                <a:moveTo>
                  <a:pt x="1777964" y="94545"/>
                </a:moveTo>
                <a:lnTo>
                  <a:pt x="1776939" y="59698"/>
                </a:lnTo>
                <a:lnTo>
                  <a:pt x="1774120" y="59698"/>
                </a:lnTo>
                <a:lnTo>
                  <a:pt x="1773608" y="60214"/>
                </a:lnTo>
                <a:cubicBezTo>
                  <a:pt x="1771302" y="62004"/>
                  <a:pt x="1771047" y="62262"/>
                  <a:pt x="1770023" y="62262"/>
                </a:cubicBezTo>
                <a:cubicBezTo>
                  <a:pt x="1768487" y="62262"/>
                  <a:pt x="1765922" y="61750"/>
                  <a:pt x="1763103" y="60468"/>
                </a:cubicBezTo>
                <a:cubicBezTo>
                  <a:pt x="1757465" y="58474"/>
                  <a:pt x="1751831" y="57446"/>
                  <a:pt x="1745169" y="57446"/>
                </a:cubicBezTo>
                <a:cubicBezTo>
                  <a:pt x="1724924" y="57446"/>
                  <a:pt x="1710322" y="70512"/>
                  <a:pt x="1710322" y="88950"/>
                </a:cubicBezTo>
                <a:cubicBezTo>
                  <a:pt x="1710322" y="103287"/>
                  <a:pt x="1718520" y="113531"/>
                  <a:pt x="1740301" y="125823"/>
                </a:cubicBezTo>
                <a:lnTo>
                  <a:pt x="1755162" y="134276"/>
                </a:lnTo>
                <a:cubicBezTo>
                  <a:pt x="1764127" y="139397"/>
                  <a:pt x="1768487" y="145543"/>
                  <a:pt x="1768487" y="153480"/>
                </a:cubicBezTo>
                <a:cubicBezTo>
                  <a:pt x="1768487" y="164748"/>
                  <a:pt x="1760284" y="171918"/>
                  <a:pt x="1747218" y="171918"/>
                </a:cubicBezTo>
                <a:cubicBezTo>
                  <a:pt x="1738507" y="171918"/>
                  <a:pt x="1730562" y="168587"/>
                  <a:pt x="1725695" y="162953"/>
                </a:cubicBezTo>
                <a:cubicBezTo>
                  <a:pt x="1720315" y="156553"/>
                  <a:pt x="1718008" y="150661"/>
                  <a:pt x="1714677" y="136066"/>
                </a:cubicBezTo>
                <a:lnTo>
                  <a:pt x="1710576" y="136066"/>
                </a:lnTo>
                <a:lnTo>
                  <a:pt x="1710576" y="176016"/>
                </a:lnTo>
                <a:lnTo>
                  <a:pt x="1713907" y="176016"/>
                </a:lnTo>
                <a:cubicBezTo>
                  <a:pt x="1715701" y="173455"/>
                  <a:pt x="1716726" y="172943"/>
                  <a:pt x="1719803" y="172943"/>
                </a:cubicBezTo>
                <a:cubicBezTo>
                  <a:pt x="1722109" y="173001"/>
                  <a:pt x="1725695" y="173514"/>
                  <a:pt x="1731587" y="175050"/>
                </a:cubicBezTo>
                <a:cubicBezTo>
                  <a:pt x="1738761" y="176528"/>
                  <a:pt x="1745681" y="177552"/>
                  <a:pt x="1750291" y="177552"/>
                </a:cubicBezTo>
                <a:cubicBezTo>
                  <a:pt x="1770023" y="177552"/>
                  <a:pt x="1786420" y="162699"/>
                  <a:pt x="1786420" y="144773"/>
                </a:cubicBezTo>
                <a:cubicBezTo>
                  <a:pt x="1786420" y="131969"/>
                  <a:pt x="1780270" y="123520"/>
                  <a:pt x="1764897" y="114301"/>
                </a:cubicBezTo>
                <a:lnTo>
                  <a:pt x="1737224" y="97911"/>
                </a:lnTo>
                <a:cubicBezTo>
                  <a:pt x="1730050" y="93814"/>
                  <a:pt x="1726207" y="87414"/>
                  <a:pt x="1726207" y="80497"/>
                </a:cubicBezTo>
                <a:cubicBezTo>
                  <a:pt x="1726207" y="70254"/>
                  <a:pt x="1734151" y="63083"/>
                  <a:pt x="1745935" y="63083"/>
                </a:cubicBezTo>
                <a:cubicBezTo>
                  <a:pt x="1760542" y="63083"/>
                  <a:pt x="1768228" y="71790"/>
                  <a:pt x="1774120" y="94584"/>
                </a:cubicBezTo>
                <a:lnTo>
                  <a:pt x="1777964" y="94545"/>
                </a:lnTo>
                <a:close/>
                <a:moveTo>
                  <a:pt x="1877635" y="94545"/>
                </a:moveTo>
                <a:lnTo>
                  <a:pt x="1876610" y="59698"/>
                </a:lnTo>
                <a:lnTo>
                  <a:pt x="1873791" y="59698"/>
                </a:lnTo>
                <a:lnTo>
                  <a:pt x="1873279" y="60214"/>
                </a:lnTo>
                <a:cubicBezTo>
                  <a:pt x="1870973" y="62004"/>
                  <a:pt x="1870718" y="62262"/>
                  <a:pt x="1869694" y="62262"/>
                </a:cubicBezTo>
                <a:cubicBezTo>
                  <a:pt x="1868158" y="62262"/>
                  <a:pt x="1865593" y="61750"/>
                  <a:pt x="1862774" y="60468"/>
                </a:cubicBezTo>
                <a:cubicBezTo>
                  <a:pt x="1857136" y="58474"/>
                  <a:pt x="1851502" y="57446"/>
                  <a:pt x="1844840" y="57446"/>
                </a:cubicBezTo>
                <a:cubicBezTo>
                  <a:pt x="1824595" y="57446"/>
                  <a:pt x="1809993" y="70512"/>
                  <a:pt x="1809993" y="88950"/>
                </a:cubicBezTo>
                <a:cubicBezTo>
                  <a:pt x="1809993" y="103287"/>
                  <a:pt x="1818191" y="113531"/>
                  <a:pt x="1839972" y="125823"/>
                </a:cubicBezTo>
                <a:lnTo>
                  <a:pt x="1854833" y="134276"/>
                </a:lnTo>
                <a:cubicBezTo>
                  <a:pt x="1863798" y="139397"/>
                  <a:pt x="1868158" y="145543"/>
                  <a:pt x="1868158" y="153480"/>
                </a:cubicBezTo>
                <a:cubicBezTo>
                  <a:pt x="1868158" y="164748"/>
                  <a:pt x="1859955" y="171918"/>
                  <a:pt x="1846889" y="171918"/>
                </a:cubicBezTo>
                <a:cubicBezTo>
                  <a:pt x="1838178" y="171918"/>
                  <a:pt x="1830233" y="168587"/>
                  <a:pt x="1825366" y="162953"/>
                </a:cubicBezTo>
                <a:cubicBezTo>
                  <a:pt x="1819986" y="156553"/>
                  <a:pt x="1817679" y="150661"/>
                  <a:pt x="1814348" y="136066"/>
                </a:cubicBezTo>
                <a:lnTo>
                  <a:pt x="1810247" y="136066"/>
                </a:lnTo>
                <a:lnTo>
                  <a:pt x="1810247" y="176016"/>
                </a:lnTo>
                <a:lnTo>
                  <a:pt x="1813578" y="176016"/>
                </a:lnTo>
                <a:cubicBezTo>
                  <a:pt x="1815372" y="173455"/>
                  <a:pt x="1816397" y="172943"/>
                  <a:pt x="1819474" y="172943"/>
                </a:cubicBezTo>
                <a:cubicBezTo>
                  <a:pt x="1821780" y="173001"/>
                  <a:pt x="1825366" y="173514"/>
                  <a:pt x="1831258" y="175050"/>
                </a:cubicBezTo>
                <a:cubicBezTo>
                  <a:pt x="1838432" y="176528"/>
                  <a:pt x="1845352" y="177552"/>
                  <a:pt x="1849962" y="177552"/>
                </a:cubicBezTo>
                <a:cubicBezTo>
                  <a:pt x="1869694" y="177552"/>
                  <a:pt x="1886091" y="162699"/>
                  <a:pt x="1886091" y="144773"/>
                </a:cubicBezTo>
                <a:cubicBezTo>
                  <a:pt x="1886091" y="131969"/>
                  <a:pt x="1879941" y="123520"/>
                  <a:pt x="1864568" y="114301"/>
                </a:cubicBezTo>
                <a:lnTo>
                  <a:pt x="1836895" y="97911"/>
                </a:lnTo>
                <a:cubicBezTo>
                  <a:pt x="1829721" y="93814"/>
                  <a:pt x="1825878" y="87414"/>
                  <a:pt x="1825878" y="80497"/>
                </a:cubicBezTo>
                <a:cubicBezTo>
                  <a:pt x="1825878" y="70254"/>
                  <a:pt x="1833822" y="63083"/>
                  <a:pt x="1845606" y="63083"/>
                </a:cubicBezTo>
                <a:cubicBezTo>
                  <a:pt x="1860213" y="63083"/>
                  <a:pt x="1867899" y="71790"/>
                  <a:pt x="1873791" y="94584"/>
                </a:cubicBezTo>
                <a:lnTo>
                  <a:pt x="1877635" y="94545"/>
                </a:lnTo>
                <a:close/>
                <a:moveTo>
                  <a:pt x="1965524" y="15420"/>
                </a:moveTo>
                <a:lnTo>
                  <a:pt x="1967061" y="15420"/>
                </a:lnTo>
                <a:cubicBezTo>
                  <a:pt x="1969879" y="15166"/>
                  <a:pt x="1972953" y="14908"/>
                  <a:pt x="1975005" y="14908"/>
                </a:cubicBezTo>
                <a:cubicBezTo>
                  <a:pt x="1983204" y="14908"/>
                  <a:pt x="1985765" y="18497"/>
                  <a:pt x="1985765" y="30539"/>
                </a:cubicBezTo>
                <a:lnTo>
                  <a:pt x="1985765" y="152761"/>
                </a:lnTo>
                <a:cubicBezTo>
                  <a:pt x="1985765" y="166597"/>
                  <a:pt x="1982179" y="169928"/>
                  <a:pt x="1966036" y="171207"/>
                </a:cubicBezTo>
                <a:lnTo>
                  <a:pt x="1966036" y="175050"/>
                </a:lnTo>
                <a:lnTo>
                  <a:pt x="2026504" y="175050"/>
                </a:lnTo>
                <a:lnTo>
                  <a:pt x="2026504" y="171207"/>
                </a:lnTo>
                <a:cubicBezTo>
                  <a:pt x="2010365" y="170182"/>
                  <a:pt x="2007288" y="167622"/>
                  <a:pt x="2007288" y="153527"/>
                </a:cubicBezTo>
                <a:lnTo>
                  <a:pt x="2007288" y="559"/>
                </a:lnTo>
                <a:lnTo>
                  <a:pt x="2006263" y="47"/>
                </a:lnTo>
                <a:cubicBezTo>
                  <a:pt x="1992939" y="4402"/>
                  <a:pt x="1983204" y="6967"/>
                  <a:pt x="1965524" y="11323"/>
                </a:cubicBezTo>
                <a:lnTo>
                  <a:pt x="1965524" y="15420"/>
                </a:lnTo>
                <a:close/>
                <a:moveTo>
                  <a:pt x="2145136" y="158086"/>
                </a:moveTo>
                <a:cubicBezTo>
                  <a:pt x="2140781" y="161667"/>
                  <a:pt x="2137708" y="162949"/>
                  <a:pt x="2133864" y="162949"/>
                </a:cubicBezTo>
                <a:cubicBezTo>
                  <a:pt x="2127972" y="162949"/>
                  <a:pt x="2126178" y="159364"/>
                  <a:pt x="2126178" y="148100"/>
                </a:cubicBezTo>
                <a:lnTo>
                  <a:pt x="2126178" y="98169"/>
                </a:lnTo>
                <a:cubicBezTo>
                  <a:pt x="2126178" y="84853"/>
                  <a:pt x="2124895" y="77428"/>
                  <a:pt x="2121052" y="71282"/>
                </a:cubicBezTo>
                <a:cubicBezTo>
                  <a:pt x="2115414" y="62067"/>
                  <a:pt x="2104397" y="57195"/>
                  <a:pt x="2089282" y="57195"/>
                </a:cubicBezTo>
                <a:cubicBezTo>
                  <a:pt x="2065194" y="57195"/>
                  <a:pt x="2046236" y="69746"/>
                  <a:pt x="2046236" y="85877"/>
                </a:cubicBezTo>
                <a:cubicBezTo>
                  <a:pt x="2046236" y="91769"/>
                  <a:pt x="2051357" y="96887"/>
                  <a:pt x="2057253" y="96887"/>
                </a:cubicBezTo>
                <a:cubicBezTo>
                  <a:pt x="2063399" y="96887"/>
                  <a:pt x="2068783" y="91769"/>
                  <a:pt x="2068783" y="86135"/>
                </a:cubicBezTo>
                <a:cubicBezTo>
                  <a:pt x="2068783" y="85111"/>
                  <a:pt x="2068525" y="83828"/>
                  <a:pt x="2068271" y="82038"/>
                </a:cubicBezTo>
                <a:cubicBezTo>
                  <a:pt x="2067759" y="79735"/>
                  <a:pt x="2067501" y="77686"/>
                  <a:pt x="2067501" y="75892"/>
                </a:cubicBezTo>
                <a:cubicBezTo>
                  <a:pt x="2067501" y="68979"/>
                  <a:pt x="2075699" y="63345"/>
                  <a:pt x="2085951" y="63345"/>
                </a:cubicBezTo>
                <a:cubicBezTo>
                  <a:pt x="2098505" y="63345"/>
                  <a:pt x="2105421" y="70770"/>
                  <a:pt x="2105421" y="84599"/>
                </a:cubicBezTo>
                <a:lnTo>
                  <a:pt x="2105421" y="100218"/>
                </a:lnTo>
                <a:cubicBezTo>
                  <a:pt x="2065964" y="116091"/>
                  <a:pt x="2061609" y="118140"/>
                  <a:pt x="2050591" y="127871"/>
                </a:cubicBezTo>
                <a:cubicBezTo>
                  <a:pt x="2044953" y="132993"/>
                  <a:pt x="2041364" y="141696"/>
                  <a:pt x="2041364" y="150145"/>
                </a:cubicBezTo>
                <a:cubicBezTo>
                  <a:pt x="2041364" y="166281"/>
                  <a:pt x="2052640" y="177552"/>
                  <a:pt x="2068271" y="177552"/>
                </a:cubicBezTo>
                <a:cubicBezTo>
                  <a:pt x="2079543" y="177552"/>
                  <a:pt x="2090048" y="172173"/>
                  <a:pt x="2105679" y="158848"/>
                </a:cubicBezTo>
                <a:cubicBezTo>
                  <a:pt x="2106962" y="172173"/>
                  <a:pt x="2111571" y="177552"/>
                  <a:pt x="2122077" y="177552"/>
                </a:cubicBezTo>
                <a:cubicBezTo>
                  <a:pt x="2130787" y="177552"/>
                  <a:pt x="2136171" y="174479"/>
                  <a:pt x="2145136" y="164744"/>
                </a:cubicBezTo>
                <a:lnTo>
                  <a:pt x="2145136" y="158086"/>
                </a:lnTo>
                <a:moveTo>
                  <a:pt x="2105421" y="143475"/>
                </a:moveTo>
                <a:cubicBezTo>
                  <a:pt x="2105421" y="151420"/>
                  <a:pt x="2104143" y="153726"/>
                  <a:pt x="2098759" y="156799"/>
                </a:cubicBezTo>
                <a:cubicBezTo>
                  <a:pt x="2092613" y="160389"/>
                  <a:pt x="2085439" y="162691"/>
                  <a:pt x="2080055" y="162691"/>
                </a:cubicBezTo>
                <a:cubicBezTo>
                  <a:pt x="2071090" y="162691"/>
                  <a:pt x="2063916" y="153981"/>
                  <a:pt x="2063916" y="142963"/>
                </a:cubicBezTo>
                <a:lnTo>
                  <a:pt x="2063916" y="141939"/>
                </a:lnTo>
                <a:cubicBezTo>
                  <a:pt x="2063916" y="126820"/>
                  <a:pt x="2074417" y="117597"/>
                  <a:pt x="2105421" y="106321"/>
                </a:cubicBezTo>
                <a:lnTo>
                  <a:pt x="2105421" y="143475"/>
                </a:lnTo>
                <a:close/>
                <a:moveTo>
                  <a:pt x="2149749" y="73084"/>
                </a:moveTo>
                <a:cubicBezTo>
                  <a:pt x="2151286" y="72314"/>
                  <a:pt x="2153851" y="72060"/>
                  <a:pt x="2156669" y="72060"/>
                </a:cubicBezTo>
                <a:cubicBezTo>
                  <a:pt x="2163844" y="72060"/>
                  <a:pt x="2166147" y="75903"/>
                  <a:pt x="2166147" y="88454"/>
                </a:cubicBezTo>
                <a:lnTo>
                  <a:pt x="2166147" y="151994"/>
                </a:lnTo>
                <a:cubicBezTo>
                  <a:pt x="2166147" y="166597"/>
                  <a:pt x="2163328" y="170182"/>
                  <a:pt x="2150261" y="171207"/>
                </a:cubicBezTo>
                <a:lnTo>
                  <a:pt x="2150261" y="175050"/>
                </a:lnTo>
                <a:lnTo>
                  <a:pt x="2204583" y="175050"/>
                </a:lnTo>
                <a:lnTo>
                  <a:pt x="2204583" y="171207"/>
                </a:lnTo>
                <a:cubicBezTo>
                  <a:pt x="2191513" y="170182"/>
                  <a:pt x="2187670" y="167109"/>
                  <a:pt x="2187670" y="157886"/>
                </a:cubicBezTo>
                <a:lnTo>
                  <a:pt x="2187670" y="85893"/>
                </a:lnTo>
                <a:cubicBezTo>
                  <a:pt x="2199970" y="74363"/>
                  <a:pt x="2205607" y="71290"/>
                  <a:pt x="2214064" y="71290"/>
                </a:cubicBezTo>
                <a:cubicBezTo>
                  <a:pt x="2226618" y="71290"/>
                  <a:pt x="2232768" y="79231"/>
                  <a:pt x="2232768" y="96140"/>
                </a:cubicBezTo>
                <a:lnTo>
                  <a:pt x="2232768" y="149688"/>
                </a:lnTo>
                <a:cubicBezTo>
                  <a:pt x="2232768" y="165827"/>
                  <a:pt x="2229437" y="170182"/>
                  <a:pt x="2216625" y="171207"/>
                </a:cubicBezTo>
                <a:lnTo>
                  <a:pt x="2216625" y="175050"/>
                </a:lnTo>
                <a:lnTo>
                  <a:pt x="2269922" y="175050"/>
                </a:lnTo>
                <a:lnTo>
                  <a:pt x="2269922" y="171207"/>
                </a:lnTo>
                <a:cubicBezTo>
                  <a:pt x="2257364" y="169928"/>
                  <a:pt x="2254291" y="166851"/>
                  <a:pt x="2254291" y="154301"/>
                </a:cubicBezTo>
                <a:lnTo>
                  <a:pt x="2254291" y="95628"/>
                </a:lnTo>
                <a:cubicBezTo>
                  <a:pt x="2254291" y="71548"/>
                  <a:pt x="2243016" y="57195"/>
                  <a:pt x="2224057" y="57195"/>
                </a:cubicBezTo>
                <a:cubicBezTo>
                  <a:pt x="2212270" y="57195"/>
                  <a:pt x="2204325" y="61555"/>
                  <a:pt x="2186903" y="77952"/>
                </a:cubicBezTo>
                <a:lnTo>
                  <a:pt x="2186903" y="57711"/>
                </a:lnTo>
                <a:lnTo>
                  <a:pt x="2185109" y="57195"/>
                </a:lnTo>
                <a:cubicBezTo>
                  <a:pt x="2172555" y="61809"/>
                  <a:pt x="2163844" y="64628"/>
                  <a:pt x="2149749" y="68729"/>
                </a:cubicBezTo>
                <a:lnTo>
                  <a:pt x="2149749" y="73084"/>
                </a:lnTo>
                <a:close/>
                <a:moveTo>
                  <a:pt x="2394190" y="75696"/>
                </a:moveTo>
                <a:lnTo>
                  <a:pt x="2394190" y="65703"/>
                </a:lnTo>
                <a:lnTo>
                  <a:pt x="2374462" y="65703"/>
                </a:lnTo>
                <a:cubicBezTo>
                  <a:pt x="2369336" y="65703"/>
                  <a:pt x="2365493" y="64905"/>
                  <a:pt x="2360371" y="63091"/>
                </a:cubicBezTo>
                <a:lnTo>
                  <a:pt x="2354733" y="61043"/>
                </a:lnTo>
                <a:cubicBezTo>
                  <a:pt x="2347813" y="58478"/>
                  <a:pt x="2340897" y="57195"/>
                  <a:pt x="2334235" y="57195"/>
                </a:cubicBezTo>
                <a:cubicBezTo>
                  <a:pt x="2310405" y="57195"/>
                  <a:pt x="2291443" y="75696"/>
                  <a:pt x="2291443" y="99006"/>
                </a:cubicBezTo>
                <a:cubicBezTo>
                  <a:pt x="2291443" y="115145"/>
                  <a:pt x="2298363" y="124877"/>
                  <a:pt x="2315272" y="133329"/>
                </a:cubicBezTo>
                <a:cubicBezTo>
                  <a:pt x="2310405" y="137943"/>
                  <a:pt x="2305795" y="142291"/>
                  <a:pt x="2304255" y="143569"/>
                </a:cubicBezTo>
                <a:cubicBezTo>
                  <a:pt x="2295802" y="150986"/>
                  <a:pt x="2292471" y="156104"/>
                  <a:pt x="2292471" y="161217"/>
                </a:cubicBezTo>
                <a:cubicBezTo>
                  <a:pt x="2292471" y="166589"/>
                  <a:pt x="2295544" y="169659"/>
                  <a:pt x="2306049" y="174784"/>
                </a:cubicBezTo>
                <a:cubicBezTo>
                  <a:pt x="2287857" y="188120"/>
                  <a:pt x="2280941" y="196589"/>
                  <a:pt x="2280941" y="206078"/>
                </a:cubicBezTo>
                <a:cubicBezTo>
                  <a:pt x="2280941" y="219668"/>
                  <a:pt x="2300924" y="230944"/>
                  <a:pt x="2325266" y="230944"/>
                </a:cubicBezTo>
                <a:cubicBezTo>
                  <a:pt x="2344482" y="230944"/>
                  <a:pt x="2364468" y="224281"/>
                  <a:pt x="2377793" y="213518"/>
                </a:cubicBezTo>
                <a:cubicBezTo>
                  <a:pt x="2387532" y="205565"/>
                  <a:pt x="2391887" y="197355"/>
                  <a:pt x="2391887" y="187608"/>
                </a:cubicBezTo>
                <a:cubicBezTo>
                  <a:pt x="2391887" y="171707"/>
                  <a:pt x="2379841" y="160963"/>
                  <a:pt x="2360883" y="160197"/>
                </a:cubicBezTo>
                <a:lnTo>
                  <a:pt x="2327830" y="158661"/>
                </a:lnTo>
                <a:cubicBezTo>
                  <a:pt x="2314248" y="158148"/>
                  <a:pt x="2307844" y="155846"/>
                  <a:pt x="2307844" y="151756"/>
                </a:cubicBezTo>
                <a:cubicBezTo>
                  <a:pt x="2307844" y="146638"/>
                  <a:pt x="2316297" y="137685"/>
                  <a:pt x="2323217" y="135636"/>
                </a:cubicBezTo>
                <a:cubicBezTo>
                  <a:pt x="2325524" y="135894"/>
                  <a:pt x="2327318" y="136148"/>
                  <a:pt x="2328085" y="136148"/>
                </a:cubicBezTo>
                <a:cubicBezTo>
                  <a:pt x="2332952" y="136661"/>
                  <a:pt x="2336283" y="136919"/>
                  <a:pt x="2337824" y="136919"/>
                </a:cubicBezTo>
                <a:cubicBezTo>
                  <a:pt x="2347301" y="136919"/>
                  <a:pt x="2357552" y="133075"/>
                  <a:pt x="2365493" y="126159"/>
                </a:cubicBezTo>
                <a:cubicBezTo>
                  <a:pt x="2373949" y="118985"/>
                  <a:pt x="2377793" y="110020"/>
                  <a:pt x="2377793" y="97215"/>
                </a:cubicBezTo>
                <a:cubicBezTo>
                  <a:pt x="2377793" y="89787"/>
                  <a:pt x="2376510" y="83895"/>
                  <a:pt x="2372925" y="75696"/>
                </a:cubicBezTo>
                <a:lnTo>
                  <a:pt x="2394190" y="75696"/>
                </a:lnTo>
                <a:moveTo>
                  <a:pt x="2311429" y="175551"/>
                </a:moveTo>
                <a:cubicBezTo>
                  <a:pt x="2319886" y="177349"/>
                  <a:pt x="2340385" y="178886"/>
                  <a:pt x="2352939" y="178886"/>
                </a:cubicBezTo>
                <a:cubicBezTo>
                  <a:pt x="2376256" y="178886"/>
                  <a:pt x="2384713" y="182221"/>
                  <a:pt x="2384713" y="191455"/>
                </a:cubicBezTo>
                <a:cubicBezTo>
                  <a:pt x="2384713" y="206336"/>
                  <a:pt x="2365239" y="216337"/>
                  <a:pt x="2336283" y="216337"/>
                </a:cubicBezTo>
                <a:cubicBezTo>
                  <a:pt x="2313736" y="216337"/>
                  <a:pt x="2298875" y="208900"/>
                  <a:pt x="2298875" y="197613"/>
                </a:cubicBezTo>
                <a:cubicBezTo>
                  <a:pt x="2298875" y="191713"/>
                  <a:pt x="2300670" y="188378"/>
                  <a:pt x="2311429" y="175551"/>
                </a:cubicBezTo>
                <a:moveTo>
                  <a:pt x="2312711" y="88504"/>
                </a:moveTo>
                <a:cubicBezTo>
                  <a:pt x="2312711" y="73393"/>
                  <a:pt x="2319886" y="64374"/>
                  <a:pt x="2331674" y="64374"/>
                </a:cubicBezTo>
                <a:cubicBezTo>
                  <a:pt x="2339614" y="64374"/>
                  <a:pt x="2346276" y="68780"/>
                  <a:pt x="2350378" y="76466"/>
                </a:cubicBezTo>
                <a:cubicBezTo>
                  <a:pt x="2354987" y="85431"/>
                  <a:pt x="2358064" y="97215"/>
                  <a:pt x="2358064" y="107205"/>
                </a:cubicBezTo>
                <a:cubicBezTo>
                  <a:pt x="2358064" y="121546"/>
                  <a:pt x="2350632" y="130511"/>
                  <a:pt x="2338848" y="130511"/>
                </a:cubicBezTo>
                <a:cubicBezTo>
                  <a:pt x="2323475" y="130511"/>
                  <a:pt x="2312711" y="113863"/>
                  <a:pt x="2312711" y="89275"/>
                </a:cubicBezTo>
                <a:lnTo>
                  <a:pt x="2312711" y="88504"/>
                </a:lnTo>
                <a:close/>
                <a:moveTo>
                  <a:pt x="2524611" y="162191"/>
                </a:moveTo>
                <a:lnTo>
                  <a:pt x="2523332" y="162191"/>
                </a:lnTo>
                <a:cubicBezTo>
                  <a:pt x="2511545" y="162191"/>
                  <a:pt x="2508726" y="159372"/>
                  <a:pt x="2508726" y="147584"/>
                </a:cubicBezTo>
                <a:lnTo>
                  <a:pt x="2508726" y="59698"/>
                </a:lnTo>
                <a:lnTo>
                  <a:pt x="2468240" y="59698"/>
                </a:lnTo>
                <a:lnTo>
                  <a:pt x="2468240" y="64057"/>
                </a:lnTo>
                <a:cubicBezTo>
                  <a:pt x="2484130" y="64823"/>
                  <a:pt x="2487203" y="67388"/>
                  <a:pt x="2487203" y="80196"/>
                </a:cubicBezTo>
                <a:lnTo>
                  <a:pt x="2487203" y="140402"/>
                </a:lnTo>
                <a:cubicBezTo>
                  <a:pt x="2487203" y="147576"/>
                  <a:pt x="2485920" y="151166"/>
                  <a:pt x="2482335" y="153981"/>
                </a:cubicBezTo>
                <a:cubicBezTo>
                  <a:pt x="2475415" y="159618"/>
                  <a:pt x="2467474" y="162691"/>
                  <a:pt x="2459788" y="162691"/>
                </a:cubicBezTo>
                <a:cubicBezTo>
                  <a:pt x="2449794" y="162691"/>
                  <a:pt x="2441596" y="153981"/>
                  <a:pt x="2441596" y="143221"/>
                </a:cubicBezTo>
                <a:lnTo>
                  <a:pt x="2441596" y="59698"/>
                </a:lnTo>
                <a:lnTo>
                  <a:pt x="2404184" y="59698"/>
                </a:lnTo>
                <a:lnTo>
                  <a:pt x="2404184" y="63287"/>
                </a:lnTo>
                <a:cubicBezTo>
                  <a:pt x="2416484" y="64057"/>
                  <a:pt x="2420073" y="67900"/>
                  <a:pt x="2420073" y="79684"/>
                </a:cubicBezTo>
                <a:lnTo>
                  <a:pt x="2420073" y="144245"/>
                </a:lnTo>
                <a:cubicBezTo>
                  <a:pt x="2420073" y="164486"/>
                  <a:pt x="2432369" y="177552"/>
                  <a:pt x="2451073" y="177552"/>
                </a:cubicBezTo>
                <a:cubicBezTo>
                  <a:pt x="2460554" y="177552"/>
                  <a:pt x="2470547" y="173455"/>
                  <a:pt x="2477467" y="166535"/>
                </a:cubicBezTo>
                <a:lnTo>
                  <a:pt x="2488485" y="155521"/>
                </a:lnTo>
                <a:lnTo>
                  <a:pt x="2488485" y="176786"/>
                </a:lnTo>
                <a:lnTo>
                  <a:pt x="2489509" y="177302"/>
                </a:lnTo>
                <a:cubicBezTo>
                  <a:pt x="2502322" y="172180"/>
                  <a:pt x="2511545" y="169361"/>
                  <a:pt x="2524611" y="165772"/>
                </a:cubicBezTo>
                <a:lnTo>
                  <a:pt x="2524611" y="162191"/>
                </a:lnTo>
                <a:close/>
                <a:moveTo>
                  <a:pt x="2643244" y="158086"/>
                </a:moveTo>
                <a:cubicBezTo>
                  <a:pt x="2638888" y="161667"/>
                  <a:pt x="2635815" y="162949"/>
                  <a:pt x="2631972" y="162949"/>
                </a:cubicBezTo>
                <a:cubicBezTo>
                  <a:pt x="2626080" y="162949"/>
                  <a:pt x="2624286" y="159364"/>
                  <a:pt x="2624286" y="148100"/>
                </a:cubicBezTo>
                <a:lnTo>
                  <a:pt x="2624286" y="98169"/>
                </a:lnTo>
                <a:cubicBezTo>
                  <a:pt x="2624286" y="84853"/>
                  <a:pt x="2623003" y="77428"/>
                  <a:pt x="2619160" y="71282"/>
                </a:cubicBezTo>
                <a:cubicBezTo>
                  <a:pt x="2613522" y="62067"/>
                  <a:pt x="2602504" y="57195"/>
                  <a:pt x="2587389" y="57195"/>
                </a:cubicBezTo>
                <a:cubicBezTo>
                  <a:pt x="2563302" y="57195"/>
                  <a:pt x="2544343" y="69746"/>
                  <a:pt x="2544343" y="85877"/>
                </a:cubicBezTo>
                <a:cubicBezTo>
                  <a:pt x="2544343" y="91769"/>
                  <a:pt x="2549465" y="96887"/>
                  <a:pt x="2555361" y="96887"/>
                </a:cubicBezTo>
                <a:cubicBezTo>
                  <a:pt x="2561507" y="96887"/>
                  <a:pt x="2566891" y="91769"/>
                  <a:pt x="2566891" y="86135"/>
                </a:cubicBezTo>
                <a:cubicBezTo>
                  <a:pt x="2566891" y="85111"/>
                  <a:pt x="2566633" y="83828"/>
                  <a:pt x="2566379" y="82038"/>
                </a:cubicBezTo>
                <a:cubicBezTo>
                  <a:pt x="2565866" y="79735"/>
                  <a:pt x="2565608" y="77686"/>
                  <a:pt x="2565608" y="75892"/>
                </a:cubicBezTo>
                <a:cubicBezTo>
                  <a:pt x="2565608" y="68979"/>
                  <a:pt x="2573807" y="63345"/>
                  <a:pt x="2584058" y="63345"/>
                </a:cubicBezTo>
                <a:cubicBezTo>
                  <a:pt x="2596613" y="63345"/>
                  <a:pt x="2603529" y="70770"/>
                  <a:pt x="2603529" y="84599"/>
                </a:cubicBezTo>
                <a:lnTo>
                  <a:pt x="2603529" y="100218"/>
                </a:lnTo>
                <a:cubicBezTo>
                  <a:pt x="2564072" y="116091"/>
                  <a:pt x="2559716" y="118140"/>
                  <a:pt x="2548699" y="127871"/>
                </a:cubicBezTo>
                <a:cubicBezTo>
                  <a:pt x="2543061" y="132993"/>
                  <a:pt x="2539472" y="141696"/>
                  <a:pt x="2539472" y="150145"/>
                </a:cubicBezTo>
                <a:cubicBezTo>
                  <a:pt x="2539472" y="166281"/>
                  <a:pt x="2550748" y="177552"/>
                  <a:pt x="2566379" y="177552"/>
                </a:cubicBezTo>
                <a:cubicBezTo>
                  <a:pt x="2577650" y="177552"/>
                  <a:pt x="2588156" y="172173"/>
                  <a:pt x="2603787" y="158848"/>
                </a:cubicBezTo>
                <a:cubicBezTo>
                  <a:pt x="2605069" y="172173"/>
                  <a:pt x="2609679" y="177552"/>
                  <a:pt x="2620184" y="177552"/>
                </a:cubicBezTo>
                <a:cubicBezTo>
                  <a:pt x="2628895" y="177552"/>
                  <a:pt x="2634279" y="174479"/>
                  <a:pt x="2643244" y="164744"/>
                </a:cubicBezTo>
                <a:lnTo>
                  <a:pt x="2643244" y="158086"/>
                </a:lnTo>
                <a:moveTo>
                  <a:pt x="2603529" y="143475"/>
                </a:moveTo>
                <a:cubicBezTo>
                  <a:pt x="2603529" y="151420"/>
                  <a:pt x="2602250" y="153726"/>
                  <a:pt x="2596867" y="156799"/>
                </a:cubicBezTo>
                <a:cubicBezTo>
                  <a:pt x="2590721" y="160389"/>
                  <a:pt x="2583546" y="162691"/>
                  <a:pt x="2578163" y="162691"/>
                </a:cubicBezTo>
                <a:cubicBezTo>
                  <a:pt x="2569198" y="162691"/>
                  <a:pt x="2562023" y="153981"/>
                  <a:pt x="2562023" y="142963"/>
                </a:cubicBezTo>
                <a:lnTo>
                  <a:pt x="2562023" y="141939"/>
                </a:lnTo>
                <a:cubicBezTo>
                  <a:pt x="2562023" y="126820"/>
                  <a:pt x="2572525" y="117597"/>
                  <a:pt x="2603529" y="106321"/>
                </a:cubicBezTo>
                <a:lnTo>
                  <a:pt x="2603529" y="143475"/>
                </a:lnTo>
                <a:close/>
                <a:moveTo>
                  <a:pt x="2764184" y="75696"/>
                </a:moveTo>
                <a:lnTo>
                  <a:pt x="2764184" y="65703"/>
                </a:lnTo>
                <a:lnTo>
                  <a:pt x="2744455" y="65703"/>
                </a:lnTo>
                <a:cubicBezTo>
                  <a:pt x="2739329" y="65703"/>
                  <a:pt x="2735486" y="64905"/>
                  <a:pt x="2730364" y="63091"/>
                </a:cubicBezTo>
                <a:lnTo>
                  <a:pt x="2724727" y="61043"/>
                </a:lnTo>
                <a:cubicBezTo>
                  <a:pt x="2717806" y="58478"/>
                  <a:pt x="2710890" y="57195"/>
                  <a:pt x="2704228" y="57195"/>
                </a:cubicBezTo>
                <a:cubicBezTo>
                  <a:pt x="2680398" y="57195"/>
                  <a:pt x="2661436" y="75696"/>
                  <a:pt x="2661436" y="99006"/>
                </a:cubicBezTo>
                <a:cubicBezTo>
                  <a:pt x="2661436" y="115145"/>
                  <a:pt x="2668356" y="124877"/>
                  <a:pt x="2685266" y="133329"/>
                </a:cubicBezTo>
                <a:cubicBezTo>
                  <a:pt x="2680398" y="137943"/>
                  <a:pt x="2675789" y="142291"/>
                  <a:pt x="2674248" y="143569"/>
                </a:cubicBezTo>
                <a:cubicBezTo>
                  <a:pt x="2665795" y="150986"/>
                  <a:pt x="2662464" y="156104"/>
                  <a:pt x="2662464" y="161217"/>
                </a:cubicBezTo>
                <a:cubicBezTo>
                  <a:pt x="2662464" y="166589"/>
                  <a:pt x="2665537" y="169659"/>
                  <a:pt x="2676043" y="174784"/>
                </a:cubicBezTo>
                <a:cubicBezTo>
                  <a:pt x="2657851" y="188120"/>
                  <a:pt x="2650934" y="196589"/>
                  <a:pt x="2650934" y="206078"/>
                </a:cubicBezTo>
                <a:cubicBezTo>
                  <a:pt x="2650934" y="219668"/>
                  <a:pt x="2670917" y="230944"/>
                  <a:pt x="2695259" y="230944"/>
                </a:cubicBezTo>
                <a:cubicBezTo>
                  <a:pt x="2714475" y="230944"/>
                  <a:pt x="2734462" y="224281"/>
                  <a:pt x="2747786" y="213518"/>
                </a:cubicBezTo>
                <a:cubicBezTo>
                  <a:pt x="2757525" y="205565"/>
                  <a:pt x="2761881" y="197355"/>
                  <a:pt x="2761881" y="187608"/>
                </a:cubicBezTo>
                <a:cubicBezTo>
                  <a:pt x="2761881" y="171707"/>
                  <a:pt x="2749835" y="160963"/>
                  <a:pt x="2730877" y="160197"/>
                </a:cubicBezTo>
                <a:lnTo>
                  <a:pt x="2697824" y="158661"/>
                </a:lnTo>
                <a:cubicBezTo>
                  <a:pt x="2684241" y="158148"/>
                  <a:pt x="2677837" y="155846"/>
                  <a:pt x="2677837" y="151756"/>
                </a:cubicBezTo>
                <a:cubicBezTo>
                  <a:pt x="2677837" y="146638"/>
                  <a:pt x="2686290" y="137685"/>
                  <a:pt x="2693210" y="135636"/>
                </a:cubicBezTo>
                <a:cubicBezTo>
                  <a:pt x="2695517" y="135894"/>
                  <a:pt x="2697312" y="136148"/>
                  <a:pt x="2698078" y="136148"/>
                </a:cubicBezTo>
                <a:cubicBezTo>
                  <a:pt x="2702946" y="136661"/>
                  <a:pt x="2706277" y="136919"/>
                  <a:pt x="2707817" y="136919"/>
                </a:cubicBezTo>
                <a:cubicBezTo>
                  <a:pt x="2717294" y="136919"/>
                  <a:pt x="2727545" y="133075"/>
                  <a:pt x="2735486" y="126159"/>
                </a:cubicBezTo>
                <a:cubicBezTo>
                  <a:pt x="2743943" y="118985"/>
                  <a:pt x="2747786" y="110020"/>
                  <a:pt x="2747786" y="97215"/>
                </a:cubicBezTo>
                <a:cubicBezTo>
                  <a:pt x="2747786" y="89787"/>
                  <a:pt x="2746504" y="83895"/>
                  <a:pt x="2742919" y="75696"/>
                </a:cubicBezTo>
                <a:lnTo>
                  <a:pt x="2764184" y="75696"/>
                </a:lnTo>
                <a:moveTo>
                  <a:pt x="2681422" y="175551"/>
                </a:moveTo>
                <a:cubicBezTo>
                  <a:pt x="2689879" y="177349"/>
                  <a:pt x="2710378" y="178886"/>
                  <a:pt x="2722932" y="178886"/>
                </a:cubicBezTo>
                <a:cubicBezTo>
                  <a:pt x="2746250" y="178886"/>
                  <a:pt x="2754706" y="182221"/>
                  <a:pt x="2754706" y="191455"/>
                </a:cubicBezTo>
                <a:cubicBezTo>
                  <a:pt x="2754706" y="206336"/>
                  <a:pt x="2735232" y="216337"/>
                  <a:pt x="2706277" y="216337"/>
                </a:cubicBezTo>
                <a:cubicBezTo>
                  <a:pt x="2683729" y="216337"/>
                  <a:pt x="2668868" y="208900"/>
                  <a:pt x="2668868" y="197613"/>
                </a:cubicBezTo>
                <a:cubicBezTo>
                  <a:pt x="2668868" y="191713"/>
                  <a:pt x="2670663" y="188378"/>
                  <a:pt x="2681422" y="175551"/>
                </a:cubicBezTo>
                <a:moveTo>
                  <a:pt x="2682705" y="88504"/>
                </a:moveTo>
                <a:cubicBezTo>
                  <a:pt x="2682705" y="73393"/>
                  <a:pt x="2689879" y="64374"/>
                  <a:pt x="2701667" y="64374"/>
                </a:cubicBezTo>
                <a:cubicBezTo>
                  <a:pt x="2709608" y="64374"/>
                  <a:pt x="2716270" y="68780"/>
                  <a:pt x="2720371" y="76466"/>
                </a:cubicBezTo>
                <a:cubicBezTo>
                  <a:pt x="2724981" y="85431"/>
                  <a:pt x="2728058" y="97215"/>
                  <a:pt x="2728058" y="107205"/>
                </a:cubicBezTo>
                <a:cubicBezTo>
                  <a:pt x="2728058" y="121546"/>
                  <a:pt x="2720625" y="130511"/>
                  <a:pt x="2708841" y="130511"/>
                </a:cubicBezTo>
                <a:cubicBezTo>
                  <a:pt x="2693468" y="130511"/>
                  <a:pt x="2682705" y="113863"/>
                  <a:pt x="2682705" y="89275"/>
                </a:cubicBezTo>
                <a:lnTo>
                  <a:pt x="2682705" y="88504"/>
                </a:lnTo>
                <a:close/>
                <a:moveTo>
                  <a:pt x="2876412" y="132958"/>
                </a:moveTo>
                <a:cubicBezTo>
                  <a:pt x="2864116" y="152440"/>
                  <a:pt x="2853094" y="159876"/>
                  <a:pt x="2836697" y="159876"/>
                </a:cubicBezTo>
                <a:cubicBezTo>
                  <a:pt x="2822094" y="159876"/>
                  <a:pt x="2811077" y="152440"/>
                  <a:pt x="2803644" y="137830"/>
                </a:cubicBezTo>
                <a:cubicBezTo>
                  <a:pt x="2799031" y="128086"/>
                  <a:pt x="2797240" y="119626"/>
                  <a:pt x="2796728" y="103987"/>
                </a:cubicBezTo>
                <a:lnTo>
                  <a:pt x="2875646" y="103987"/>
                </a:lnTo>
                <a:cubicBezTo>
                  <a:pt x="2873593" y="87363"/>
                  <a:pt x="2871032" y="79958"/>
                  <a:pt x="2864628" y="71786"/>
                </a:cubicBezTo>
                <a:cubicBezTo>
                  <a:pt x="2856938" y="62579"/>
                  <a:pt x="2845154" y="57195"/>
                  <a:pt x="2831829" y="57195"/>
                </a:cubicBezTo>
                <a:cubicBezTo>
                  <a:pt x="2819017" y="57195"/>
                  <a:pt x="2806975" y="61809"/>
                  <a:pt x="2797240" y="70508"/>
                </a:cubicBezTo>
                <a:cubicBezTo>
                  <a:pt x="2785194" y="80978"/>
                  <a:pt x="2778278" y="99119"/>
                  <a:pt x="2778278" y="120138"/>
                </a:cubicBezTo>
                <a:cubicBezTo>
                  <a:pt x="2778278" y="155517"/>
                  <a:pt x="2796728" y="177552"/>
                  <a:pt x="2826192" y="177552"/>
                </a:cubicBezTo>
                <a:cubicBezTo>
                  <a:pt x="2850534" y="177552"/>
                  <a:pt x="2869750" y="162437"/>
                  <a:pt x="2880513" y="134753"/>
                </a:cubicBezTo>
                <a:lnTo>
                  <a:pt x="2876412" y="132958"/>
                </a:lnTo>
                <a:moveTo>
                  <a:pt x="2797240" y="95788"/>
                </a:moveTo>
                <a:cubicBezTo>
                  <a:pt x="2800055" y="75872"/>
                  <a:pt x="2808770" y="66422"/>
                  <a:pt x="2824397" y="66422"/>
                </a:cubicBezTo>
                <a:cubicBezTo>
                  <a:pt x="2840028" y="66422"/>
                  <a:pt x="2846178" y="73573"/>
                  <a:pt x="2849509" y="95788"/>
                </a:cubicBezTo>
                <a:lnTo>
                  <a:pt x="2797240" y="95788"/>
                </a:lnTo>
                <a:close/>
                <a:moveTo>
                  <a:pt x="2966348" y="94545"/>
                </a:moveTo>
                <a:lnTo>
                  <a:pt x="2965324" y="59698"/>
                </a:lnTo>
                <a:lnTo>
                  <a:pt x="2962505" y="59698"/>
                </a:lnTo>
                <a:lnTo>
                  <a:pt x="2961992" y="60214"/>
                </a:lnTo>
                <a:cubicBezTo>
                  <a:pt x="2959686" y="62004"/>
                  <a:pt x="2959432" y="62262"/>
                  <a:pt x="2958407" y="62262"/>
                </a:cubicBezTo>
                <a:cubicBezTo>
                  <a:pt x="2956871" y="62262"/>
                  <a:pt x="2954306" y="61750"/>
                  <a:pt x="2951487" y="60468"/>
                </a:cubicBezTo>
                <a:cubicBezTo>
                  <a:pt x="2945849" y="58474"/>
                  <a:pt x="2940215" y="57446"/>
                  <a:pt x="2933553" y="57446"/>
                </a:cubicBezTo>
                <a:cubicBezTo>
                  <a:pt x="2913309" y="57446"/>
                  <a:pt x="2898706" y="70512"/>
                  <a:pt x="2898706" y="88950"/>
                </a:cubicBezTo>
                <a:cubicBezTo>
                  <a:pt x="2898706" y="103287"/>
                  <a:pt x="2906904" y="113531"/>
                  <a:pt x="2928686" y="125823"/>
                </a:cubicBezTo>
                <a:lnTo>
                  <a:pt x="2943546" y="134276"/>
                </a:lnTo>
                <a:cubicBezTo>
                  <a:pt x="2952511" y="139397"/>
                  <a:pt x="2956871" y="145543"/>
                  <a:pt x="2956871" y="153480"/>
                </a:cubicBezTo>
                <a:cubicBezTo>
                  <a:pt x="2956871" y="164748"/>
                  <a:pt x="2948668" y="171918"/>
                  <a:pt x="2935602" y="171918"/>
                </a:cubicBezTo>
                <a:cubicBezTo>
                  <a:pt x="2926891" y="171918"/>
                  <a:pt x="2918946" y="168587"/>
                  <a:pt x="2914079" y="162953"/>
                </a:cubicBezTo>
                <a:cubicBezTo>
                  <a:pt x="2908699" y="156553"/>
                  <a:pt x="2906392" y="150661"/>
                  <a:pt x="2903061" y="136066"/>
                </a:cubicBezTo>
                <a:lnTo>
                  <a:pt x="2898960" y="136066"/>
                </a:lnTo>
                <a:lnTo>
                  <a:pt x="2898960" y="176016"/>
                </a:lnTo>
                <a:lnTo>
                  <a:pt x="2902291" y="176016"/>
                </a:lnTo>
                <a:cubicBezTo>
                  <a:pt x="2904086" y="173455"/>
                  <a:pt x="2905110" y="172943"/>
                  <a:pt x="2908187" y="172943"/>
                </a:cubicBezTo>
                <a:cubicBezTo>
                  <a:pt x="2910494" y="173001"/>
                  <a:pt x="2914079" y="173514"/>
                  <a:pt x="2919971" y="175050"/>
                </a:cubicBezTo>
                <a:cubicBezTo>
                  <a:pt x="2927145" y="176528"/>
                  <a:pt x="2934065" y="177552"/>
                  <a:pt x="2938675" y="177552"/>
                </a:cubicBezTo>
                <a:cubicBezTo>
                  <a:pt x="2958407" y="177552"/>
                  <a:pt x="2974805" y="162699"/>
                  <a:pt x="2974805" y="144773"/>
                </a:cubicBezTo>
                <a:cubicBezTo>
                  <a:pt x="2974805" y="131969"/>
                  <a:pt x="2968655" y="123520"/>
                  <a:pt x="2953282" y="114301"/>
                </a:cubicBezTo>
                <a:lnTo>
                  <a:pt x="2925609" y="97911"/>
                </a:lnTo>
                <a:cubicBezTo>
                  <a:pt x="2918434" y="93814"/>
                  <a:pt x="2914591" y="87414"/>
                  <a:pt x="2914591" y="80497"/>
                </a:cubicBezTo>
                <a:cubicBezTo>
                  <a:pt x="2914591" y="70254"/>
                  <a:pt x="2922536" y="63083"/>
                  <a:pt x="2934319" y="63083"/>
                </a:cubicBezTo>
                <a:cubicBezTo>
                  <a:pt x="2948926" y="63083"/>
                  <a:pt x="2956613" y="71790"/>
                  <a:pt x="2962505" y="94584"/>
                </a:cubicBezTo>
                <a:lnTo>
                  <a:pt x="2966348" y="94545"/>
                </a:lnTo>
                <a:close/>
                <a:moveTo>
                  <a:pt x="3017340" y="149363"/>
                </a:moveTo>
                <a:cubicBezTo>
                  <a:pt x="3009650" y="149363"/>
                  <a:pt x="3003246" y="156025"/>
                  <a:pt x="3003246" y="163970"/>
                </a:cubicBezTo>
                <a:cubicBezTo>
                  <a:pt x="3003246" y="171398"/>
                  <a:pt x="3009650" y="177803"/>
                  <a:pt x="3017082" y="177803"/>
                </a:cubicBezTo>
                <a:cubicBezTo>
                  <a:pt x="3025027" y="177803"/>
                  <a:pt x="3031689" y="171398"/>
                  <a:pt x="3031689" y="163970"/>
                </a:cubicBezTo>
                <a:cubicBezTo>
                  <a:pt x="3031689" y="156025"/>
                  <a:pt x="3025027" y="149363"/>
                  <a:pt x="3017340" y="149363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D5F904-CEB7-4ADA-BD64-C63F4CE23D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6758" y="3958002"/>
            <a:ext cx="8295186" cy="3481827"/>
          </a:xfrm>
          <a:custGeom xmlns:a="http://schemas.openxmlformats.org/drawingml/2006/main">
            <a:pathLst>
              <a:path w="8295186" h="3481827">
                <a:moveTo>
                  <a:pt x="0" y="3481827"/>
                </a:moveTo>
                <a:lnTo>
                  <a:pt x="8295186" y="3481827"/>
                </a:lnTo>
                <a:lnTo>
                  <a:pt x="8295186" y="0"/>
                </a:lnTo>
                <a:lnTo>
                  <a:pt x="0" y="0"/>
                </a:lnTo>
                <a:lnTo>
                  <a:pt x="0" y="3481827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818ADB-CC1F-4116-8A72-B617656167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215" y="4195687"/>
            <a:ext cx="3656508" cy="2960815"/>
          </a:xfrm>
          <a:custGeom xmlns:a="http://schemas.openxmlformats.org/drawingml/2006/main">
            <a:pathLst>
              <a:path w="3656508" h="2960815">
                <a:moveTo>
                  <a:pt x="0" y="2960815"/>
                </a:moveTo>
                <a:lnTo>
                  <a:pt x="3656508" y="2960815"/>
                </a:lnTo>
                <a:lnTo>
                  <a:pt x="3656508" y="0"/>
                </a:lnTo>
                <a:lnTo>
                  <a:pt x="0" y="0"/>
                </a:lnTo>
                <a:lnTo>
                  <a:pt x="0" y="296081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E04B3B-59A0-4DF4-82BF-5F45907118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2627" y="7254973"/>
            <a:ext cx="91403" cy="87215"/>
          </a:xfrm>
          <a:custGeom xmlns:a="http://schemas.openxmlformats.org/drawingml/2006/main">
            <a:pathLst>
              <a:path w="91403" h="87215">
                <a:moveTo>
                  <a:pt x="63288" y="71304"/>
                </a:moveTo>
                <a:lnTo>
                  <a:pt x="28115" y="71304"/>
                </a:lnTo>
                <a:lnTo>
                  <a:pt x="22611" y="87215"/>
                </a:lnTo>
                <a:lnTo>
                  <a:pt x="0" y="87215"/>
                </a:lnTo>
                <a:lnTo>
                  <a:pt x="32302" y="0"/>
                </a:lnTo>
                <a:lnTo>
                  <a:pt x="59101" y="0"/>
                </a:lnTo>
                <a:lnTo>
                  <a:pt x="91403" y="87215"/>
                </a:lnTo>
                <a:lnTo>
                  <a:pt x="68791" y="87215"/>
                </a:lnTo>
                <a:lnTo>
                  <a:pt x="63288" y="71304"/>
                </a:lnTo>
                <a:close/>
                <a:moveTo>
                  <a:pt x="33738" y="55153"/>
                </a:moveTo>
                <a:lnTo>
                  <a:pt x="57665" y="55153"/>
                </a:lnTo>
                <a:lnTo>
                  <a:pt x="45701" y="20458"/>
                </a:lnTo>
                <a:lnTo>
                  <a:pt x="33738" y="5515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4C10B5-C160-4595-98CD-7598A2C22D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4678" y="7275192"/>
            <a:ext cx="48573" cy="66997"/>
          </a:xfrm>
          <a:custGeom xmlns:a="http://schemas.openxmlformats.org/drawingml/2006/main">
            <a:pathLst>
              <a:path w="48573" h="66997">
                <a:moveTo>
                  <a:pt x="48573" y="19381"/>
                </a:moveTo>
                <a:cubicBezTo>
                  <a:pt x="46658" y="18544"/>
                  <a:pt x="44864" y="17946"/>
                  <a:pt x="43069" y="17467"/>
                </a:cubicBezTo>
                <a:cubicBezTo>
                  <a:pt x="41275" y="17108"/>
                  <a:pt x="39480" y="16869"/>
                  <a:pt x="37686" y="16869"/>
                </a:cubicBezTo>
                <a:cubicBezTo>
                  <a:pt x="32302" y="16869"/>
                  <a:pt x="28115" y="18663"/>
                  <a:pt x="25243" y="22013"/>
                </a:cubicBezTo>
                <a:cubicBezTo>
                  <a:pt x="22372" y="25483"/>
                  <a:pt x="20936" y="30388"/>
                  <a:pt x="20936" y="36848"/>
                </a:cubicBezTo>
                <a:lnTo>
                  <a:pt x="20936" y="66997"/>
                </a:lnTo>
                <a:lnTo>
                  <a:pt x="0" y="66997"/>
                </a:lnTo>
                <a:lnTo>
                  <a:pt x="0" y="1555"/>
                </a:lnTo>
                <a:lnTo>
                  <a:pt x="20936" y="1555"/>
                </a:lnTo>
                <a:lnTo>
                  <a:pt x="20936" y="12323"/>
                </a:lnTo>
                <a:cubicBezTo>
                  <a:pt x="23568" y="8016"/>
                  <a:pt x="26559" y="4905"/>
                  <a:pt x="30149" y="2991"/>
                </a:cubicBezTo>
                <a:cubicBezTo>
                  <a:pt x="33618" y="1077"/>
                  <a:pt x="37805" y="0"/>
                  <a:pt x="42710" y="0"/>
                </a:cubicBezTo>
                <a:cubicBezTo>
                  <a:pt x="43428" y="0"/>
                  <a:pt x="44146" y="120"/>
                  <a:pt x="44983" y="120"/>
                </a:cubicBezTo>
                <a:cubicBezTo>
                  <a:pt x="45701" y="120"/>
                  <a:pt x="46898" y="239"/>
                  <a:pt x="48573" y="479"/>
                </a:cubicBezTo>
                <a:lnTo>
                  <a:pt x="48573" y="1938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59704D-9CF3-4CDF-AA21-B87B4008EC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8753" y="7275192"/>
            <a:ext cx="66159" cy="68552"/>
          </a:xfrm>
          <a:custGeom xmlns:a="http://schemas.openxmlformats.org/drawingml/2006/main">
            <a:pathLst>
              <a:path w="66159" h="68552">
                <a:moveTo>
                  <a:pt x="34216" y="37566"/>
                </a:moveTo>
                <a:cubicBezTo>
                  <a:pt x="29790" y="37566"/>
                  <a:pt x="26440" y="38403"/>
                  <a:pt x="24286" y="39839"/>
                </a:cubicBezTo>
                <a:cubicBezTo>
                  <a:pt x="22133" y="41275"/>
                  <a:pt x="21056" y="43428"/>
                  <a:pt x="21056" y="46299"/>
                </a:cubicBezTo>
                <a:cubicBezTo>
                  <a:pt x="21056" y="48932"/>
                  <a:pt x="21894" y="51085"/>
                  <a:pt x="23688" y="52521"/>
                </a:cubicBezTo>
                <a:cubicBezTo>
                  <a:pt x="25483" y="54076"/>
                  <a:pt x="27995" y="54794"/>
                  <a:pt x="31106" y="54794"/>
                </a:cubicBezTo>
                <a:cubicBezTo>
                  <a:pt x="35054" y="54794"/>
                  <a:pt x="38403" y="53478"/>
                  <a:pt x="41035" y="50606"/>
                </a:cubicBezTo>
                <a:cubicBezTo>
                  <a:pt x="43667" y="47735"/>
                  <a:pt x="45103" y="44266"/>
                  <a:pt x="45103" y="39959"/>
                </a:cubicBezTo>
                <a:lnTo>
                  <a:pt x="45103" y="37566"/>
                </a:lnTo>
                <a:lnTo>
                  <a:pt x="34216" y="37566"/>
                </a:lnTo>
                <a:close/>
                <a:moveTo>
                  <a:pt x="66159" y="29670"/>
                </a:moveTo>
                <a:lnTo>
                  <a:pt x="66159" y="66997"/>
                </a:lnTo>
                <a:lnTo>
                  <a:pt x="45103" y="66997"/>
                </a:lnTo>
                <a:lnTo>
                  <a:pt x="45103" y="57306"/>
                </a:lnTo>
                <a:cubicBezTo>
                  <a:pt x="42232" y="61374"/>
                  <a:pt x="39121" y="64245"/>
                  <a:pt x="35652" y="65920"/>
                </a:cubicBezTo>
                <a:cubicBezTo>
                  <a:pt x="32063" y="67595"/>
                  <a:pt x="27875" y="68552"/>
                  <a:pt x="22851" y="68552"/>
                </a:cubicBezTo>
                <a:cubicBezTo>
                  <a:pt x="16031" y="68552"/>
                  <a:pt x="10528" y="66638"/>
                  <a:pt x="6341" y="62690"/>
                </a:cubicBezTo>
                <a:cubicBezTo>
                  <a:pt x="2034" y="58861"/>
                  <a:pt x="0" y="53717"/>
                  <a:pt x="0" y="47376"/>
                </a:cubicBezTo>
                <a:cubicBezTo>
                  <a:pt x="0" y="39719"/>
                  <a:pt x="2632" y="34097"/>
                  <a:pt x="7896" y="30507"/>
                </a:cubicBezTo>
                <a:cubicBezTo>
                  <a:pt x="13160" y="26918"/>
                  <a:pt x="21415" y="25124"/>
                  <a:pt x="32781" y="25124"/>
                </a:cubicBezTo>
                <a:lnTo>
                  <a:pt x="45103" y="25124"/>
                </a:lnTo>
                <a:lnTo>
                  <a:pt x="45103" y="23449"/>
                </a:lnTo>
                <a:cubicBezTo>
                  <a:pt x="45103" y="20219"/>
                  <a:pt x="43787" y="17826"/>
                  <a:pt x="41155" y="16271"/>
                </a:cubicBezTo>
                <a:cubicBezTo>
                  <a:pt x="38523" y="14715"/>
                  <a:pt x="34455" y="13878"/>
                  <a:pt x="28952" y="13878"/>
                </a:cubicBezTo>
                <a:cubicBezTo>
                  <a:pt x="24406" y="13878"/>
                  <a:pt x="20219" y="14356"/>
                  <a:pt x="16390" y="15314"/>
                </a:cubicBezTo>
                <a:cubicBezTo>
                  <a:pt x="12562" y="16271"/>
                  <a:pt x="8973" y="17587"/>
                  <a:pt x="5743" y="19262"/>
                </a:cubicBezTo>
                <a:lnTo>
                  <a:pt x="5743" y="3350"/>
                </a:lnTo>
                <a:cubicBezTo>
                  <a:pt x="10169" y="2273"/>
                  <a:pt x="14596" y="1436"/>
                  <a:pt x="19142" y="837"/>
                </a:cubicBezTo>
                <a:cubicBezTo>
                  <a:pt x="23688" y="359"/>
                  <a:pt x="28234" y="0"/>
                  <a:pt x="32781" y="0"/>
                </a:cubicBezTo>
                <a:cubicBezTo>
                  <a:pt x="44505" y="0"/>
                  <a:pt x="52999" y="2393"/>
                  <a:pt x="58263" y="7059"/>
                </a:cubicBezTo>
                <a:cubicBezTo>
                  <a:pt x="63527" y="11724"/>
                  <a:pt x="66159" y="19262"/>
                  <a:pt x="66159" y="2967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623E1C-309F-4236-8E51-E9B2765A82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4414" y="7251264"/>
            <a:ext cx="70227" cy="92479"/>
          </a:xfrm>
          <a:custGeom xmlns:a="http://schemas.openxmlformats.org/drawingml/2006/main">
            <a:pathLst>
              <a:path w="70227" h="92479">
                <a:moveTo>
                  <a:pt x="34814" y="77405"/>
                </a:moveTo>
                <a:cubicBezTo>
                  <a:pt x="39241" y="77405"/>
                  <a:pt x="42591" y="75850"/>
                  <a:pt x="44983" y="72500"/>
                </a:cubicBezTo>
                <a:cubicBezTo>
                  <a:pt x="47376" y="69270"/>
                  <a:pt x="48573" y="64484"/>
                  <a:pt x="48573" y="58263"/>
                </a:cubicBezTo>
                <a:cubicBezTo>
                  <a:pt x="48573" y="52042"/>
                  <a:pt x="47376" y="47376"/>
                  <a:pt x="44983" y="44026"/>
                </a:cubicBezTo>
                <a:cubicBezTo>
                  <a:pt x="42591" y="40796"/>
                  <a:pt x="39241" y="39121"/>
                  <a:pt x="34814" y="39121"/>
                </a:cubicBezTo>
                <a:cubicBezTo>
                  <a:pt x="30268" y="39121"/>
                  <a:pt x="26918" y="40796"/>
                  <a:pt x="24526" y="44026"/>
                </a:cubicBezTo>
                <a:cubicBezTo>
                  <a:pt x="22133" y="47376"/>
                  <a:pt x="20936" y="52042"/>
                  <a:pt x="20936" y="58263"/>
                </a:cubicBezTo>
                <a:cubicBezTo>
                  <a:pt x="20936" y="64484"/>
                  <a:pt x="22133" y="69270"/>
                  <a:pt x="24526" y="72500"/>
                </a:cubicBezTo>
                <a:cubicBezTo>
                  <a:pt x="26918" y="75850"/>
                  <a:pt x="30268" y="77405"/>
                  <a:pt x="34814" y="77405"/>
                </a:cubicBezTo>
                <a:close/>
                <a:moveTo>
                  <a:pt x="20936" y="35054"/>
                </a:moveTo>
                <a:cubicBezTo>
                  <a:pt x="23808" y="31225"/>
                  <a:pt x="26918" y="28474"/>
                  <a:pt x="30507" y="26679"/>
                </a:cubicBezTo>
                <a:cubicBezTo>
                  <a:pt x="33977" y="24884"/>
                  <a:pt x="38045" y="23927"/>
                  <a:pt x="42591" y="23927"/>
                </a:cubicBezTo>
                <a:cubicBezTo>
                  <a:pt x="50606" y="23927"/>
                  <a:pt x="57186" y="27158"/>
                  <a:pt x="62450" y="33618"/>
                </a:cubicBezTo>
                <a:cubicBezTo>
                  <a:pt x="67595" y="40078"/>
                  <a:pt x="70227" y="48333"/>
                  <a:pt x="70227" y="58383"/>
                </a:cubicBezTo>
                <a:cubicBezTo>
                  <a:pt x="70227" y="68432"/>
                  <a:pt x="67595" y="76687"/>
                  <a:pt x="62450" y="83028"/>
                </a:cubicBezTo>
                <a:cubicBezTo>
                  <a:pt x="57186" y="89369"/>
                  <a:pt x="50606" y="92479"/>
                  <a:pt x="42591" y="92479"/>
                </a:cubicBezTo>
                <a:cubicBezTo>
                  <a:pt x="38045" y="92479"/>
                  <a:pt x="33977" y="91522"/>
                  <a:pt x="30507" y="89847"/>
                </a:cubicBezTo>
                <a:cubicBezTo>
                  <a:pt x="26918" y="88172"/>
                  <a:pt x="23808" y="85301"/>
                  <a:pt x="20936" y="81473"/>
                </a:cubicBezTo>
                <a:lnTo>
                  <a:pt x="20936" y="90924"/>
                </a:lnTo>
                <a:lnTo>
                  <a:pt x="0" y="90924"/>
                </a:lnTo>
                <a:lnTo>
                  <a:pt x="0" y="0"/>
                </a:lnTo>
                <a:lnTo>
                  <a:pt x="20936" y="0"/>
                </a:lnTo>
                <a:lnTo>
                  <a:pt x="20936" y="35054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CC1B11-2288-499C-B5E0-F4D04B9095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074" y="7251264"/>
            <a:ext cx="20936" cy="90924"/>
          </a:xfrm>
          <a:custGeom xmlns:a="http://schemas.openxmlformats.org/drawingml/2006/main">
            <a:pathLst>
              <a:path w="20936" h="90924">
                <a:moveTo>
                  <a:pt x="0" y="25483"/>
                </a:moveTo>
                <a:lnTo>
                  <a:pt x="20936" y="25483"/>
                </a:lnTo>
                <a:lnTo>
                  <a:pt x="20936" y="90924"/>
                </a:lnTo>
                <a:lnTo>
                  <a:pt x="0" y="90924"/>
                </a:lnTo>
                <a:lnTo>
                  <a:pt x="0" y="25483"/>
                </a:lnTo>
                <a:close/>
                <a:moveTo>
                  <a:pt x="0" y="0"/>
                </a:moveTo>
                <a:lnTo>
                  <a:pt x="20936" y="0"/>
                </a:lnTo>
                <a:lnTo>
                  <a:pt x="20936" y="17108"/>
                </a:lnTo>
                <a:lnTo>
                  <a:pt x="0" y="1710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6451FE-3F9D-4FF8-855D-0569785481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204" y="7275192"/>
            <a:ext cx="57785" cy="68552"/>
          </a:xfrm>
          <a:custGeom xmlns:a="http://schemas.openxmlformats.org/drawingml/2006/main">
            <a:pathLst>
              <a:path w="57785" h="68552">
                <a:moveTo>
                  <a:pt x="57785" y="3589"/>
                </a:moveTo>
                <a:lnTo>
                  <a:pt x="57785" y="20697"/>
                </a:lnTo>
                <a:cubicBezTo>
                  <a:pt x="54913" y="18783"/>
                  <a:pt x="52042" y="17347"/>
                  <a:pt x="49171" y="16390"/>
                </a:cubicBezTo>
                <a:cubicBezTo>
                  <a:pt x="46299" y="15433"/>
                  <a:pt x="43309" y="14955"/>
                  <a:pt x="40318" y="14955"/>
                </a:cubicBezTo>
                <a:cubicBezTo>
                  <a:pt x="34455" y="14955"/>
                  <a:pt x="29909" y="16749"/>
                  <a:pt x="26679" y="20099"/>
                </a:cubicBezTo>
                <a:cubicBezTo>
                  <a:pt x="23329" y="23449"/>
                  <a:pt x="21774" y="28234"/>
                  <a:pt x="21774" y="34336"/>
                </a:cubicBezTo>
                <a:cubicBezTo>
                  <a:pt x="21774" y="40557"/>
                  <a:pt x="23329" y="45342"/>
                  <a:pt x="26679" y="48692"/>
                </a:cubicBezTo>
                <a:cubicBezTo>
                  <a:pt x="29909" y="52042"/>
                  <a:pt x="34455" y="53717"/>
                  <a:pt x="40318" y="53717"/>
                </a:cubicBezTo>
                <a:cubicBezTo>
                  <a:pt x="43548" y="53717"/>
                  <a:pt x="46658" y="53238"/>
                  <a:pt x="49649" y="52281"/>
                </a:cubicBezTo>
                <a:cubicBezTo>
                  <a:pt x="52521" y="51324"/>
                  <a:pt x="55272" y="49889"/>
                  <a:pt x="57785" y="47974"/>
                </a:cubicBezTo>
                <a:lnTo>
                  <a:pt x="57785" y="65082"/>
                </a:lnTo>
                <a:cubicBezTo>
                  <a:pt x="54435" y="66279"/>
                  <a:pt x="51085" y="67116"/>
                  <a:pt x="47735" y="67714"/>
                </a:cubicBezTo>
                <a:cubicBezTo>
                  <a:pt x="44385" y="68193"/>
                  <a:pt x="41035" y="68552"/>
                  <a:pt x="37686" y="68552"/>
                </a:cubicBezTo>
                <a:cubicBezTo>
                  <a:pt x="25842" y="68552"/>
                  <a:pt x="16630" y="65561"/>
                  <a:pt x="9930" y="59579"/>
                </a:cubicBezTo>
                <a:cubicBezTo>
                  <a:pt x="3230" y="53597"/>
                  <a:pt x="0" y="45103"/>
                  <a:pt x="0" y="34336"/>
                </a:cubicBezTo>
                <a:cubicBezTo>
                  <a:pt x="0" y="23568"/>
                  <a:pt x="3230" y="15194"/>
                  <a:pt x="9930" y="9092"/>
                </a:cubicBezTo>
                <a:cubicBezTo>
                  <a:pt x="16630" y="3111"/>
                  <a:pt x="25842" y="0"/>
                  <a:pt x="37686" y="0"/>
                </a:cubicBezTo>
                <a:cubicBezTo>
                  <a:pt x="41035" y="0"/>
                  <a:pt x="44385" y="359"/>
                  <a:pt x="47735" y="957"/>
                </a:cubicBezTo>
                <a:cubicBezTo>
                  <a:pt x="51085" y="1555"/>
                  <a:pt x="54435" y="2393"/>
                  <a:pt x="57785" y="358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67DDB4-497B-4216-9CB8-B951693C3D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945" y="7253418"/>
            <a:ext cx="74175" cy="90326"/>
          </a:xfrm>
          <a:custGeom xmlns:a="http://schemas.openxmlformats.org/drawingml/2006/main">
            <a:pathLst>
              <a:path w="74175" h="90326">
                <a:moveTo>
                  <a:pt x="74175" y="83985"/>
                </a:moveTo>
                <a:cubicBezTo>
                  <a:pt x="69988" y="86139"/>
                  <a:pt x="65681" y="87814"/>
                  <a:pt x="61254" y="88771"/>
                </a:cubicBezTo>
                <a:cubicBezTo>
                  <a:pt x="56708" y="89728"/>
                  <a:pt x="52042" y="90326"/>
                  <a:pt x="47257" y="90326"/>
                </a:cubicBezTo>
                <a:cubicBezTo>
                  <a:pt x="32661" y="90326"/>
                  <a:pt x="21176" y="86378"/>
                  <a:pt x="12682" y="78243"/>
                </a:cubicBezTo>
                <a:cubicBezTo>
                  <a:pt x="4187" y="70227"/>
                  <a:pt x="0" y="59220"/>
                  <a:pt x="0" y="45223"/>
                </a:cubicBezTo>
                <a:cubicBezTo>
                  <a:pt x="0" y="31345"/>
                  <a:pt x="4187" y="20338"/>
                  <a:pt x="12682" y="12203"/>
                </a:cubicBezTo>
                <a:cubicBezTo>
                  <a:pt x="21176" y="4068"/>
                  <a:pt x="32661" y="0"/>
                  <a:pt x="47257" y="0"/>
                </a:cubicBezTo>
                <a:cubicBezTo>
                  <a:pt x="52042" y="0"/>
                  <a:pt x="56708" y="598"/>
                  <a:pt x="61254" y="1675"/>
                </a:cubicBezTo>
                <a:cubicBezTo>
                  <a:pt x="65681" y="2752"/>
                  <a:pt x="69988" y="4307"/>
                  <a:pt x="74175" y="6460"/>
                </a:cubicBezTo>
                <a:lnTo>
                  <a:pt x="74175" y="24526"/>
                </a:lnTo>
                <a:cubicBezTo>
                  <a:pt x="69988" y="21654"/>
                  <a:pt x="65920" y="19620"/>
                  <a:pt x="61852" y="18304"/>
                </a:cubicBezTo>
                <a:cubicBezTo>
                  <a:pt x="57785" y="16988"/>
                  <a:pt x="53478" y="16271"/>
                  <a:pt x="49051" y="16271"/>
                </a:cubicBezTo>
                <a:cubicBezTo>
                  <a:pt x="40916" y="16271"/>
                  <a:pt x="34575" y="18903"/>
                  <a:pt x="30029" y="24047"/>
                </a:cubicBezTo>
                <a:cubicBezTo>
                  <a:pt x="25483" y="29191"/>
                  <a:pt x="23210" y="36250"/>
                  <a:pt x="23210" y="45223"/>
                </a:cubicBezTo>
                <a:cubicBezTo>
                  <a:pt x="23210" y="54315"/>
                  <a:pt x="25483" y="61374"/>
                  <a:pt x="30029" y="66518"/>
                </a:cubicBezTo>
                <a:cubicBezTo>
                  <a:pt x="34575" y="71663"/>
                  <a:pt x="40916" y="74175"/>
                  <a:pt x="49051" y="74175"/>
                </a:cubicBezTo>
                <a:cubicBezTo>
                  <a:pt x="53478" y="74175"/>
                  <a:pt x="57785" y="73577"/>
                  <a:pt x="61852" y="72261"/>
                </a:cubicBezTo>
                <a:cubicBezTo>
                  <a:pt x="65920" y="70945"/>
                  <a:pt x="69988" y="68791"/>
                  <a:pt x="74175" y="65920"/>
                </a:cubicBezTo>
                <a:lnTo>
                  <a:pt x="74175" y="83985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5BF2B5-31BE-407A-87EB-439F8D3881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7826" y="7251264"/>
            <a:ext cx="65800" cy="90924"/>
          </a:xfrm>
          <a:custGeom xmlns:a="http://schemas.openxmlformats.org/drawingml/2006/main">
            <a:pathLst>
              <a:path w="65800" h="90924">
                <a:moveTo>
                  <a:pt x="65800" y="51085"/>
                </a:moveTo>
                <a:lnTo>
                  <a:pt x="65800" y="90924"/>
                </a:lnTo>
                <a:lnTo>
                  <a:pt x="44744" y="90924"/>
                </a:lnTo>
                <a:lnTo>
                  <a:pt x="44744" y="84464"/>
                </a:lnTo>
                <a:lnTo>
                  <a:pt x="44744" y="60536"/>
                </a:lnTo>
                <a:cubicBezTo>
                  <a:pt x="44744" y="54794"/>
                  <a:pt x="44625" y="50965"/>
                  <a:pt x="44385" y="48812"/>
                </a:cubicBezTo>
                <a:cubicBezTo>
                  <a:pt x="44146" y="46658"/>
                  <a:pt x="43667" y="45103"/>
                  <a:pt x="43069" y="44026"/>
                </a:cubicBezTo>
                <a:cubicBezTo>
                  <a:pt x="42232" y="42710"/>
                  <a:pt x="41155" y="41634"/>
                  <a:pt x="39719" y="40916"/>
                </a:cubicBezTo>
                <a:cubicBezTo>
                  <a:pt x="38284" y="40198"/>
                  <a:pt x="36609" y="39719"/>
                  <a:pt x="34934" y="39719"/>
                </a:cubicBezTo>
                <a:cubicBezTo>
                  <a:pt x="30507" y="39719"/>
                  <a:pt x="27038" y="41394"/>
                  <a:pt x="24645" y="44744"/>
                </a:cubicBezTo>
                <a:cubicBezTo>
                  <a:pt x="22133" y="48094"/>
                  <a:pt x="20936" y="52760"/>
                  <a:pt x="20936" y="58742"/>
                </a:cubicBezTo>
                <a:lnTo>
                  <a:pt x="20936" y="90924"/>
                </a:lnTo>
                <a:lnTo>
                  <a:pt x="0" y="90924"/>
                </a:lnTo>
                <a:lnTo>
                  <a:pt x="0" y="0"/>
                </a:lnTo>
                <a:lnTo>
                  <a:pt x="20936" y="0"/>
                </a:lnTo>
                <a:lnTo>
                  <a:pt x="20936" y="35054"/>
                </a:lnTo>
                <a:cubicBezTo>
                  <a:pt x="24047" y="31225"/>
                  <a:pt x="27277" y="28474"/>
                  <a:pt x="30866" y="26679"/>
                </a:cubicBezTo>
                <a:cubicBezTo>
                  <a:pt x="34455" y="24884"/>
                  <a:pt x="38403" y="23927"/>
                  <a:pt x="42710" y="23927"/>
                </a:cubicBezTo>
                <a:cubicBezTo>
                  <a:pt x="50248" y="23927"/>
                  <a:pt x="55990" y="26320"/>
                  <a:pt x="59938" y="30866"/>
                </a:cubicBezTo>
                <a:cubicBezTo>
                  <a:pt x="63766" y="35532"/>
                  <a:pt x="65800" y="42232"/>
                  <a:pt x="65800" y="5108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3D7AF7-3896-4C32-9FFA-D0E22A94EF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3007" y="7251264"/>
            <a:ext cx="20936" cy="90924"/>
          </a:xfrm>
          <a:custGeom xmlns:a="http://schemas.openxmlformats.org/drawingml/2006/main">
            <a:pathLst>
              <a:path w="20936" h="90924">
                <a:moveTo>
                  <a:pt x="0" y="25483"/>
                </a:moveTo>
                <a:lnTo>
                  <a:pt x="20936" y="25483"/>
                </a:lnTo>
                <a:lnTo>
                  <a:pt x="20936" y="90924"/>
                </a:lnTo>
                <a:lnTo>
                  <a:pt x="0" y="90924"/>
                </a:lnTo>
                <a:lnTo>
                  <a:pt x="0" y="25483"/>
                </a:lnTo>
                <a:close/>
                <a:moveTo>
                  <a:pt x="0" y="0"/>
                </a:moveTo>
                <a:lnTo>
                  <a:pt x="20936" y="0"/>
                </a:lnTo>
                <a:lnTo>
                  <a:pt x="20936" y="17108"/>
                </a:lnTo>
                <a:lnTo>
                  <a:pt x="0" y="1710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7EFDED-72A9-49AC-8161-1FB7CF152F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44043" y="7275192"/>
            <a:ext cx="65800" cy="66997"/>
          </a:xfrm>
          <a:custGeom xmlns:a="http://schemas.openxmlformats.org/drawingml/2006/main">
            <a:pathLst>
              <a:path w="65800" h="66997">
                <a:moveTo>
                  <a:pt x="65800" y="27158"/>
                </a:moveTo>
                <a:lnTo>
                  <a:pt x="65800" y="66997"/>
                </a:lnTo>
                <a:lnTo>
                  <a:pt x="44744" y="66997"/>
                </a:lnTo>
                <a:lnTo>
                  <a:pt x="44744" y="60536"/>
                </a:lnTo>
                <a:lnTo>
                  <a:pt x="44744" y="36489"/>
                </a:lnTo>
                <a:cubicBezTo>
                  <a:pt x="44744" y="30866"/>
                  <a:pt x="44625" y="27038"/>
                  <a:pt x="44385" y="24884"/>
                </a:cubicBezTo>
                <a:cubicBezTo>
                  <a:pt x="44146" y="22731"/>
                  <a:pt x="43667" y="21176"/>
                  <a:pt x="43069" y="20099"/>
                </a:cubicBezTo>
                <a:cubicBezTo>
                  <a:pt x="42232" y="18783"/>
                  <a:pt x="41155" y="17706"/>
                  <a:pt x="39719" y="16988"/>
                </a:cubicBezTo>
                <a:cubicBezTo>
                  <a:pt x="38284" y="16271"/>
                  <a:pt x="36609" y="15792"/>
                  <a:pt x="34934" y="15792"/>
                </a:cubicBezTo>
                <a:cubicBezTo>
                  <a:pt x="30507" y="15792"/>
                  <a:pt x="27038" y="17467"/>
                  <a:pt x="24645" y="20817"/>
                </a:cubicBezTo>
                <a:cubicBezTo>
                  <a:pt x="22133" y="24167"/>
                  <a:pt x="20936" y="28832"/>
                  <a:pt x="20936" y="34814"/>
                </a:cubicBezTo>
                <a:lnTo>
                  <a:pt x="20936" y="66997"/>
                </a:lnTo>
                <a:lnTo>
                  <a:pt x="0" y="66997"/>
                </a:lnTo>
                <a:lnTo>
                  <a:pt x="0" y="1555"/>
                </a:lnTo>
                <a:lnTo>
                  <a:pt x="20936" y="1555"/>
                </a:lnTo>
                <a:lnTo>
                  <a:pt x="20936" y="11126"/>
                </a:lnTo>
                <a:cubicBezTo>
                  <a:pt x="24047" y="7298"/>
                  <a:pt x="27277" y="4546"/>
                  <a:pt x="30866" y="2752"/>
                </a:cubicBezTo>
                <a:cubicBezTo>
                  <a:pt x="34455" y="957"/>
                  <a:pt x="38403" y="0"/>
                  <a:pt x="42710" y="0"/>
                </a:cubicBezTo>
                <a:cubicBezTo>
                  <a:pt x="50248" y="0"/>
                  <a:pt x="55990" y="2393"/>
                  <a:pt x="59938" y="6939"/>
                </a:cubicBezTo>
                <a:cubicBezTo>
                  <a:pt x="63766" y="11605"/>
                  <a:pt x="65800" y="18304"/>
                  <a:pt x="65800" y="27158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6BE11B-DEBB-4702-A9B8-179013C247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24319" y="7275192"/>
            <a:ext cx="70227" cy="68552"/>
          </a:xfrm>
          <a:custGeom xmlns:a="http://schemas.openxmlformats.org/drawingml/2006/main">
            <a:pathLst>
              <a:path w="70227" h="68552">
                <a:moveTo>
                  <a:pt x="70227" y="34097"/>
                </a:moveTo>
                <a:lnTo>
                  <a:pt x="70227" y="40078"/>
                </a:lnTo>
                <a:lnTo>
                  <a:pt x="21295" y="40078"/>
                </a:lnTo>
                <a:cubicBezTo>
                  <a:pt x="21774" y="44983"/>
                  <a:pt x="23568" y="48692"/>
                  <a:pt x="26679" y="51085"/>
                </a:cubicBezTo>
                <a:cubicBezTo>
                  <a:pt x="29670" y="53597"/>
                  <a:pt x="33857" y="54794"/>
                  <a:pt x="39361" y="54794"/>
                </a:cubicBezTo>
                <a:cubicBezTo>
                  <a:pt x="43667" y="54794"/>
                  <a:pt x="48214" y="54196"/>
                  <a:pt x="52880" y="52880"/>
                </a:cubicBezTo>
                <a:cubicBezTo>
                  <a:pt x="57426" y="51564"/>
                  <a:pt x="62211" y="49530"/>
                  <a:pt x="67116" y="46898"/>
                </a:cubicBezTo>
                <a:lnTo>
                  <a:pt x="67116" y="63049"/>
                </a:lnTo>
                <a:cubicBezTo>
                  <a:pt x="62092" y="64963"/>
                  <a:pt x="57186" y="66279"/>
                  <a:pt x="52281" y="67116"/>
                </a:cubicBezTo>
                <a:cubicBezTo>
                  <a:pt x="47257" y="68073"/>
                  <a:pt x="42351" y="68552"/>
                  <a:pt x="37446" y="68552"/>
                </a:cubicBezTo>
                <a:cubicBezTo>
                  <a:pt x="25602" y="68552"/>
                  <a:pt x="16390" y="65561"/>
                  <a:pt x="9810" y="59579"/>
                </a:cubicBezTo>
                <a:cubicBezTo>
                  <a:pt x="3230" y="53597"/>
                  <a:pt x="0" y="45223"/>
                  <a:pt x="0" y="34336"/>
                </a:cubicBezTo>
                <a:cubicBezTo>
                  <a:pt x="0" y="23688"/>
                  <a:pt x="3230" y="15314"/>
                  <a:pt x="9691" y="9212"/>
                </a:cubicBezTo>
                <a:cubicBezTo>
                  <a:pt x="16151" y="3111"/>
                  <a:pt x="25004" y="0"/>
                  <a:pt x="36250" y="0"/>
                </a:cubicBezTo>
                <a:cubicBezTo>
                  <a:pt x="46539" y="0"/>
                  <a:pt x="54674" y="3111"/>
                  <a:pt x="60895" y="9332"/>
                </a:cubicBezTo>
                <a:cubicBezTo>
                  <a:pt x="67116" y="15553"/>
                  <a:pt x="70227" y="23808"/>
                  <a:pt x="70227" y="34097"/>
                </a:cubicBezTo>
                <a:close/>
                <a:moveTo>
                  <a:pt x="48692" y="27158"/>
                </a:moveTo>
                <a:cubicBezTo>
                  <a:pt x="48692" y="23210"/>
                  <a:pt x="47496" y="19979"/>
                  <a:pt x="45223" y="17587"/>
                </a:cubicBezTo>
                <a:cubicBezTo>
                  <a:pt x="42830" y="15194"/>
                  <a:pt x="39839" y="13878"/>
                  <a:pt x="36130" y="13878"/>
                </a:cubicBezTo>
                <a:cubicBezTo>
                  <a:pt x="32063" y="13878"/>
                  <a:pt x="28713" y="15074"/>
                  <a:pt x="26200" y="17347"/>
                </a:cubicBezTo>
                <a:cubicBezTo>
                  <a:pt x="23688" y="19620"/>
                  <a:pt x="22133" y="22851"/>
                  <a:pt x="21535" y="27158"/>
                </a:cubicBezTo>
                <a:lnTo>
                  <a:pt x="48692" y="27158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71D3F2-03D7-4BC0-93C0-6070ABEEAF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06510" y="7275192"/>
            <a:ext cx="59340" cy="68552"/>
          </a:xfrm>
          <a:custGeom xmlns:a="http://schemas.openxmlformats.org/drawingml/2006/main">
            <a:pathLst>
              <a:path w="59340" h="68552">
                <a:moveTo>
                  <a:pt x="54913" y="3589"/>
                </a:moveTo>
                <a:lnTo>
                  <a:pt x="54913" y="19501"/>
                </a:lnTo>
                <a:cubicBezTo>
                  <a:pt x="50367" y="17706"/>
                  <a:pt x="46060" y="16271"/>
                  <a:pt x="41993" y="15314"/>
                </a:cubicBezTo>
                <a:cubicBezTo>
                  <a:pt x="37805" y="14356"/>
                  <a:pt x="33857" y="13878"/>
                  <a:pt x="30149" y="13878"/>
                </a:cubicBezTo>
                <a:cubicBezTo>
                  <a:pt x="26081" y="13878"/>
                  <a:pt x="23210" y="14476"/>
                  <a:pt x="21295" y="15433"/>
                </a:cubicBezTo>
                <a:cubicBezTo>
                  <a:pt x="19381" y="16390"/>
                  <a:pt x="18424" y="17946"/>
                  <a:pt x="18424" y="19979"/>
                </a:cubicBezTo>
                <a:cubicBezTo>
                  <a:pt x="18424" y="21654"/>
                  <a:pt x="19142" y="22970"/>
                  <a:pt x="20578" y="23808"/>
                </a:cubicBezTo>
                <a:cubicBezTo>
                  <a:pt x="22013" y="24765"/>
                  <a:pt x="24645" y="25363"/>
                  <a:pt x="28474" y="25842"/>
                </a:cubicBezTo>
                <a:lnTo>
                  <a:pt x="32182" y="26320"/>
                </a:lnTo>
                <a:cubicBezTo>
                  <a:pt x="42830" y="27756"/>
                  <a:pt x="50008" y="29909"/>
                  <a:pt x="53717" y="33020"/>
                </a:cubicBezTo>
                <a:cubicBezTo>
                  <a:pt x="57426" y="36130"/>
                  <a:pt x="59340" y="41035"/>
                  <a:pt x="59340" y="47735"/>
                </a:cubicBezTo>
                <a:cubicBezTo>
                  <a:pt x="59340" y="54674"/>
                  <a:pt x="56708" y="59938"/>
                  <a:pt x="51564" y="63408"/>
                </a:cubicBezTo>
                <a:cubicBezTo>
                  <a:pt x="46419" y="66877"/>
                  <a:pt x="38762" y="68552"/>
                  <a:pt x="28593" y="68552"/>
                </a:cubicBezTo>
                <a:cubicBezTo>
                  <a:pt x="24286" y="68552"/>
                  <a:pt x="19740" y="68193"/>
                  <a:pt x="15194" y="67595"/>
                </a:cubicBezTo>
                <a:cubicBezTo>
                  <a:pt x="10528" y="66997"/>
                  <a:pt x="5743" y="66040"/>
                  <a:pt x="957" y="64604"/>
                </a:cubicBezTo>
                <a:lnTo>
                  <a:pt x="957" y="48692"/>
                </a:lnTo>
                <a:cubicBezTo>
                  <a:pt x="5025" y="50846"/>
                  <a:pt x="9332" y="52401"/>
                  <a:pt x="13758" y="53358"/>
                </a:cubicBezTo>
                <a:cubicBezTo>
                  <a:pt x="18065" y="54315"/>
                  <a:pt x="22611" y="54794"/>
                  <a:pt x="27158" y="54794"/>
                </a:cubicBezTo>
                <a:cubicBezTo>
                  <a:pt x="31225" y="54794"/>
                  <a:pt x="34216" y="54315"/>
                  <a:pt x="36370" y="53119"/>
                </a:cubicBezTo>
                <a:cubicBezTo>
                  <a:pt x="38403" y="52042"/>
                  <a:pt x="39480" y="50367"/>
                  <a:pt x="39480" y="48094"/>
                </a:cubicBezTo>
                <a:cubicBezTo>
                  <a:pt x="39480" y="46180"/>
                  <a:pt x="38762" y="44864"/>
                  <a:pt x="37327" y="43907"/>
                </a:cubicBezTo>
                <a:cubicBezTo>
                  <a:pt x="35891" y="42950"/>
                  <a:pt x="33020" y="42232"/>
                  <a:pt x="28832" y="41753"/>
                </a:cubicBezTo>
                <a:lnTo>
                  <a:pt x="25124" y="41275"/>
                </a:lnTo>
                <a:cubicBezTo>
                  <a:pt x="15792" y="40198"/>
                  <a:pt x="9332" y="38045"/>
                  <a:pt x="5623" y="34814"/>
                </a:cubicBezTo>
                <a:cubicBezTo>
                  <a:pt x="1795" y="31704"/>
                  <a:pt x="0" y="26918"/>
                  <a:pt x="0" y="20458"/>
                </a:cubicBezTo>
                <a:cubicBezTo>
                  <a:pt x="0" y="13519"/>
                  <a:pt x="2273" y="8375"/>
                  <a:pt x="7059" y="5025"/>
                </a:cubicBezTo>
                <a:cubicBezTo>
                  <a:pt x="11844" y="1675"/>
                  <a:pt x="19142" y="0"/>
                  <a:pt x="28952" y="0"/>
                </a:cubicBezTo>
                <a:cubicBezTo>
                  <a:pt x="32781" y="0"/>
                  <a:pt x="36729" y="359"/>
                  <a:pt x="41035" y="957"/>
                </a:cubicBezTo>
                <a:cubicBezTo>
                  <a:pt x="45342" y="1555"/>
                  <a:pt x="49889" y="2393"/>
                  <a:pt x="54913" y="358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CFBFE3-58EA-4E6D-B556-60C41B3029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76617" y="7275192"/>
            <a:ext cx="70227" cy="68552"/>
          </a:xfrm>
          <a:custGeom xmlns:a="http://schemas.openxmlformats.org/drawingml/2006/main">
            <a:pathLst>
              <a:path w="70227" h="68552">
                <a:moveTo>
                  <a:pt x="70227" y="34097"/>
                </a:moveTo>
                <a:lnTo>
                  <a:pt x="70227" y="40078"/>
                </a:lnTo>
                <a:lnTo>
                  <a:pt x="21295" y="40078"/>
                </a:lnTo>
                <a:cubicBezTo>
                  <a:pt x="21774" y="44983"/>
                  <a:pt x="23568" y="48692"/>
                  <a:pt x="26679" y="51085"/>
                </a:cubicBezTo>
                <a:cubicBezTo>
                  <a:pt x="29670" y="53597"/>
                  <a:pt x="33857" y="54794"/>
                  <a:pt x="39361" y="54794"/>
                </a:cubicBezTo>
                <a:cubicBezTo>
                  <a:pt x="43667" y="54794"/>
                  <a:pt x="48214" y="54196"/>
                  <a:pt x="52880" y="52880"/>
                </a:cubicBezTo>
                <a:cubicBezTo>
                  <a:pt x="57426" y="51564"/>
                  <a:pt x="62211" y="49530"/>
                  <a:pt x="67116" y="46898"/>
                </a:cubicBezTo>
                <a:lnTo>
                  <a:pt x="67116" y="63049"/>
                </a:lnTo>
                <a:cubicBezTo>
                  <a:pt x="62092" y="64963"/>
                  <a:pt x="57186" y="66279"/>
                  <a:pt x="52281" y="67116"/>
                </a:cubicBezTo>
                <a:cubicBezTo>
                  <a:pt x="47257" y="68073"/>
                  <a:pt x="42351" y="68552"/>
                  <a:pt x="37446" y="68552"/>
                </a:cubicBezTo>
                <a:cubicBezTo>
                  <a:pt x="25602" y="68552"/>
                  <a:pt x="16390" y="65561"/>
                  <a:pt x="9810" y="59579"/>
                </a:cubicBezTo>
                <a:cubicBezTo>
                  <a:pt x="3230" y="53597"/>
                  <a:pt x="0" y="45223"/>
                  <a:pt x="0" y="34336"/>
                </a:cubicBezTo>
                <a:cubicBezTo>
                  <a:pt x="0" y="23688"/>
                  <a:pt x="3230" y="15314"/>
                  <a:pt x="9691" y="9212"/>
                </a:cubicBezTo>
                <a:cubicBezTo>
                  <a:pt x="16151" y="3111"/>
                  <a:pt x="25004" y="0"/>
                  <a:pt x="36250" y="0"/>
                </a:cubicBezTo>
                <a:cubicBezTo>
                  <a:pt x="46539" y="0"/>
                  <a:pt x="54674" y="3111"/>
                  <a:pt x="60895" y="9332"/>
                </a:cubicBezTo>
                <a:cubicBezTo>
                  <a:pt x="67116" y="15553"/>
                  <a:pt x="70227" y="23808"/>
                  <a:pt x="70227" y="34097"/>
                </a:cubicBezTo>
                <a:close/>
                <a:moveTo>
                  <a:pt x="48692" y="27158"/>
                </a:moveTo>
                <a:cubicBezTo>
                  <a:pt x="48692" y="23210"/>
                  <a:pt x="47496" y="19979"/>
                  <a:pt x="45223" y="17587"/>
                </a:cubicBezTo>
                <a:cubicBezTo>
                  <a:pt x="42830" y="15194"/>
                  <a:pt x="39839" y="13878"/>
                  <a:pt x="36130" y="13878"/>
                </a:cubicBezTo>
                <a:cubicBezTo>
                  <a:pt x="32063" y="13878"/>
                  <a:pt x="28713" y="15074"/>
                  <a:pt x="26200" y="17347"/>
                </a:cubicBezTo>
                <a:cubicBezTo>
                  <a:pt x="23688" y="19620"/>
                  <a:pt x="22133" y="22851"/>
                  <a:pt x="21535" y="27158"/>
                </a:cubicBezTo>
                <a:lnTo>
                  <a:pt x="48692" y="27158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C42601-1593-4EBA-AF4F-BCC0B1C0BB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61261" y="7254973"/>
            <a:ext cx="61972" cy="87215"/>
          </a:xfrm>
          <a:custGeom xmlns:a="http://schemas.openxmlformats.org/drawingml/2006/main">
            <a:pathLst>
              <a:path w="61972" h="87215">
                <a:moveTo>
                  <a:pt x="0" y="0"/>
                </a:moveTo>
                <a:lnTo>
                  <a:pt x="60656" y="0"/>
                </a:lnTo>
                <a:lnTo>
                  <a:pt x="60656" y="16988"/>
                </a:lnTo>
                <a:lnTo>
                  <a:pt x="22492" y="16988"/>
                </a:lnTo>
                <a:lnTo>
                  <a:pt x="22492" y="33259"/>
                </a:lnTo>
                <a:lnTo>
                  <a:pt x="58383" y="33259"/>
                </a:lnTo>
                <a:lnTo>
                  <a:pt x="58383" y="50248"/>
                </a:lnTo>
                <a:lnTo>
                  <a:pt x="22492" y="50248"/>
                </a:lnTo>
                <a:lnTo>
                  <a:pt x="22492" y="70227"/>
                </a:lnTo>
                <a:lnTo>
                  <a:pt x="61972" y="70227"/>
                </a:lnTo>
                <a:lnTo>
                  <a:pt x="61972" y="87215"/>
                </a:lnTo>
                <a:lnTo>
                  <a:pt x="0" y="8721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FD8A95-9D8A-4015-9CAA-2D845C2096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42016" y="7275192"/>
            <a:ext cx="65800" cy="66997"/>
          </a:xfrm>
          <a:custGeom xmlns:a="http://schemas.openxmlformats.org/drawingml/2006/main">
            <a:pathLst>
              <a:path w="65800" h="66997">
                <a:moveTo>
                  <a:pt x="65800" y="27158"/>
                </a:moveTo>
                <a:lnTo>
                  <a:pt x="65800" y="66997"/>
                </a:lnTo>
                <a:lnTo>
                  <a:pt x="44744" y="66997"/>
                </a:lnTo>
                <a:lnTo>
                  <a:pt x="44744" y="60536"/>
                </a:lnTo>
                <a:lnTo>
                  <a:pt x="44744" y="36489"/>
                </a:lnTo>
                <a:cubicBezTo>
                  <a:pt x="44744" y="30866"/>
                  <a:pt x="44625" y="27038"/>
                  <a:pt x="44385" y="24884"/>
                </a:cubicBezTo>
                <a:cubicBezTo>
                  <a:pt x="44146" y="22731"/>
                  <a:pt x="43667" y="21176"/>
                  <a:pt x="43069" y="20099"/>
                </a:cubicBezTo>
                <a:cubicBezTo>
                  <a:pt x="42232" y="18783"/>
                  <a:pt x="41155" y="17706"/>
                  <a:pt x="39719" y="16988"/>
                </a:cubicBezTo>
                <a:cubicBezTo>
                  <a:pt x="38284" y="16271"/>
                  <a:pt x="36609" y="15792"/>
                  <a:pt x="34934" y="15792"/>
                </a:cubicBezTo>
                <a:cubicBezTo>
                  <a:pt x="30507" y="15792"/>
                  <a:pt x="27038" y="17467"/>
                  <a:pt x="24645" y="20817"/>
                </a:cubicBezTo>
                <a:cubicBezTo>
                  <a:pt x="22133" y="24167"/>
                  <a:pt x="20936" y="28832"/>
                  <a:pt x="20936" y="34814"/>
                </a:cubicBezTo>
                <a:lnTo>
                  <a:pt x="20936" y="66997"/>
                </a:lnTo>
                <a:lnTo>
                  <a:pt x="0" y="66997"/>
                </a:lnTo>
                <a:lnTo>
                  <a:pt x="0" y="1555"/>
                </a:lnTo>
                <a:lnTo>
                  <a:pt x="20936" y="1555"/>
                </a:lnTo>
                <a:lnTo>
                  <a:pt x="20936" y="11126"/>
                </a:lnTo>
                <a:cubicBezTo>
                  <a:pt x="24047" y="7298"/>
                  <a:pt x="27277" y="4546"/>
                  <a:pt x="30866" y="2752"/>
                </a:cubicBezTo>
                <a:cubicBezTo>
                  <a:pt x="34455" y="957"/>
                  <a:pt x="38403" y="0"/>
                  <a:pt x="42710" y="0"/>
                </a:cubicBezTo>
                <a:cubicBezTo>
                  <a:pt x="50248" y="0"/>
                  <a:pt x="55990" y="2393"/>
                  <a:pt x="59938" y="6939"/>
                </a:cubicBezTo>
                <a:cubicBezTo>
                  <a:pt x="63766" y="11605"/>
                  <a:pt x="65800" y="18304"/>
                  <a:pt x="65800" y="27158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57A845-059A-42F3-B2EA-7B790327F6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22532" y="7275311"/>
            <a:ext cx="70227" cy="92599"/>
          </a:xfrm>
          <a:custGeom xmlns:a="http://schemas.openxmlformats.org/drawingml/2006/main">
            <a:pathLst>
              <a:path w="70227" h="92599">
                <a:moveTo>
                  <a:pt x="49171" y="55751"/>
                </a:moveTo>
                <a:cubicBezTo>
                  <a:pt x="46299" y="59579"/>
                  <a:pt x="43069" y="62450"/>
                  <a:pt x="39600" y="64245"/>
                </a:cubicBezTo>
                <a:cubicBezTo>
                  <a:pt x="36130" y="66040"/>
                  <a:pt x="32182" y="66877"/>
                  <a:pt x="27636" y="66877"/>
                </a:cubicBezTo>
                <a:cubicBezTo>
                  <a:pt x="19620" y="66877"/>
                  <a:pt x="13040" y="63766"/>
                  <a:pt x="7776" y="57426"/>
                </a:cubicBezTo>
                <a:cubicBezTo>
                  <a:pt x="2512" y="51205"/>
                  <a:pt x="0" y="43189"/>
                  <a:pt x="0" y="33379"/>
                </a:cubicBezTo>
                <a:cubicBezTo>
                  <a:pt x="0" y="23688"/>
                  <a:pt x="2512" y="15672"/>
                  <a:pt x="7776" y="9451"/>
                </a:cubicBezTo>
                <a:cubicBezTo>
                  <a:pt x="13040" y="3230"/>
                  <a:pt x="19620" y="0"/>
                  <a:pt x="27636" y="0"/>
                </a:cubicBezTo>
                <a:cubicBezTo>
                  <a:pt x="32182" y="0"/>
                  <a:pt x="36130" y="957"/>
                  <a:pt x="39600" y="2752"/>
                </a:cubicBezTo>
                <a:cubicBezTo>
                  <a:pt x="43069" y="4546"/>
                  <a:pt x="46299" y="7298"/>
                  <a:pt x="49171" y="11126"/>
                </a:cubicBezTo>
                <a:lnTo>
                  <a:pt x="49171" y="1436"/>
                </a:lnTo>
                <a:lnTo>
                  <a:pt x="70227" y="1436"/>
                </a:lnTo>
                <a:lnTo>
                  <a:pt x="70227" y="60297"/>
                </a:lnTo>
                <a:cubicBezTo>
                  <a:pt x="70227" y="70705"/>
                  <a:pt x="66877" y="78721"/>
                  <a:pt x="60177" y="84224"/>
                </a:cubicBezTo>
                <a:cubicBezTo>
                  <a:pt x="53478" y="89728"/>
                  <a:pt x="43907" y="92599"/>
                  <a:pt x="31345" y="92599"/>
                </a:cubicBezTo>
                <a:cubicBezTo>
                  <a:pt x="27277" y="92599"/>
                  <a:pt x="23329" y="92240"/>
                  <a:pt x="19501" y="91642"/>
                </a:cubicBezTo>
                <a:cubicBezTo>
                  <a:pt x="15672" y="90924"/>
                  <a:pt x="11844" y="89967"/>
                  <a:pt x="8016" y="88771"/>
                </a:cubicBezTo>
                <a:lnTo>
                  <a:pt x="8016" y="72500"/>
                </a:lnTo>
                <a:cubicBezTo>
                  <a:pt x="11605" y="74534"/>
                  <a:pt x="15194" y="76089"/>
                  <a:pt x="18783" y="77166"/>
                </a:cubicBezTo>
                <a:cubicBezTo>
                  <a:pt x="22252" y="78123"/>
                  <a:pt x="25722" y="78721"/>
                  <a:pt x="29311" y="78721"/>
                </a:cubicBezTo>
                <a:cubicBezTo>
                  <a:pt x="36130" y="78721"/>
                  <a:pt x="41155" y="77166"/>
                  <a:pt x="44385" y="74175"/>
                </a:cubicBezTo>
                <a:cubicBezTo>
                  <a:pt x="47496" y="71184"/>
                  <a:pt x="49171" y="66638"/>
                  <a:pt x="49171" y="60297"/>
                </a:cubicBezTo>
                <a:lnTo>
                  <a:pt x="49171" y="55751"/>
                </a:lnTo>
                <a:close/>
                <a:moveTo>
                  <a:pt x="35413" y="15074"/>
                </a:moveTo>
                <a:cubicBezTo>
                  <a:pt x="31106" y="15074"/>
                  <a:pt x="27636" y="16749"/>
                  <a:pt x="25243" y="19860"/>
                </a:cubicBezTo>
                <a:cubicBezTo>
                  <a:pt x="22851" y="23090"/>
                  <a:pt x="21654" y="27636"/>
                  <a:pt x="21654" y="33379"/>
                </a:cubicBezTo>
                <a:cubicBezTo>
                  <a:pt x="21654" y="39361"/>
                  <a:pt x="22731" y="43907"/>
                  <a:pt x="25124" y="47017"/>
                </a:cubicBezTo>
                <a:cubicBezTo>
                  <a:pt x="27516" y="50128"/>
                  <a:pt x="30866" y="51683"/>
                  <a:pt x="35413" y="51683"/>
                </a:cubicBezTo>
                <a:cubicBezTo>
                  <a:pt x="39719" y="51683"/>
                  <a:pt x="43189" y="50128"/>
                  <a:pt x="45582" y="46898"/>
                </a:cubicBezTo>
                <a:cubicBezTo>
                  <a:pt x="47974" y="43787"/>
                  <a:pt x="49171" y="39241"/>
                  <a:pt x="49171" y="33379"/>
                </a:cubicBezTo>
                <a:cubicBezTo>
                  <a:pt x="49171" y="27636"/>
                  <a:pt x="47974" y="23090"/>
                  <a:pt x="45582" y="19860"/>
                </a:cubicBezTo>
                <a:cubicBezTo>
                  <a:pt x="43189" y="16749"/>
                  <a:pt x="39719" y="15074"/>
                  <a:pt x="35413" y="1507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7B9C0A-8EF3-49BD-A262-7C35EF1581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12858" y="7251264"/>
            <a:ext cx="20936" cy="90924"/>
          </a:xfrm>
          <a:custGeom xmlns:a="http://schemas.openxmlformats.org/drawingml/2006/main">
            <a:pathLst>
              <a:path w="20936" h="90924">
                <a:moveTo>
                  <a:pt x="0" y="0"/>
                </a:moveTo>
                <a:lnTo>
                  <a:pt x="20936" y="0"/>
                </a:lnTo>
                <a:lnTo>
                  <a:pt x="20936" y="90924"/>
                </a:lnTo>
                <a:lnTo>
                  <a:pt x="0" y="9092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BD472E-AC5A-4924-8C5A-C718884CE2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53893" y="7251264"/>
            <a:ext cx="20936" cy="90924"/>
          </a:xfrm>
          <a:custGeom xmlns:a="http://schemas.openxmlformats.org/drawingml/2006/main">
            <a:pathLst>
              <a:path w="20936" h="90924">
                <a:moveTo>
                  <a:pt x="0" y="25483"/>
                </a:moveTo>
                <a:lnTo>
                  <a:pt x="20936" y="25483"/>
                </a:lnTo>
                <a:lnTo>
                  <a:pt x="20936" y="90924"/>
                </a:lnTo>
                <a:lnTo>
                  <a:pt x="0" y="90924"/>
                </a:lnTo>
                <a:lnTo>
                  <a:pt x="0" y="25483"/>
                </a:lnTo>
                <a:close/>
                <a:moveTo>
                  <a:pt x="0" y="0"/>
                </a:moveTo>
                <a:lnTo>
                  <a:pt x="20936" y="0"/>
                </a:lnTo>
                <a:lnTo>
                  <a:pt x="20936" y="17108"/>
                </a:lnTo>
                <a:lnTo>
                  <a:pt x="0" y="1710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C0DCA7-4337-42C9-8A7C-E3646FD010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91100" y="7275192"/>
            <a:ext cx="59340" cy="68552"/>
          </a:xfrm>
          <a:custGeom xmlns:a="http://schemas.openxmlformats.org/drawingml/2006/main">
            <a:pathLst>
              <a:path w="59340" h="68552">
                <a:moveTo>
                  <a:pt x="54913" y="3589"/>
                </a:moveTo>
                <a:lnTo>
                  <a:pt x="54913" y="19501"/>
                </a:lnTo>
                <a:cubicBezTo>
                  <a:pt x="50367" y="17706"/>
                  <a:pt x="46060" y="16271"/>
                  <a:pt x="41993" y="15314"/>
                </a:cubicBezTo>
                <a:cubicBezTo>
                  <a:pt x="37805" y="14356"/>
                  <a:pt x="33857" y="13878"/>
                  <a:pt x="30149" y="13878"/>
                </a:cubicBezTo>
                <a:cubicBezTo>
                  <a:pt x="26081" y="13878"/>
                  <a:pt x="23210" y="14476"/>
                  <a:pt x="21295" y="15433"/>
                </a:cubicBezTo>
                <a:cubicBezTo>
                  <a:pt x="19381" y="16390"/>
                  <a:pt x="18424" y="17946"/>
                  <a:pt x="18424" y="19979"/>
                </a:cubicBezTo>
                <a:cubicBezTo>
                  <a:pt x="18424" y="21654"/>
                  <a:pt x="19142" y="22970"/>
                  <a:pt x="20578" y="23808"/>
                </a:cubicBezTo>
                <a:cubicBezTo>
                  <a:pt x="22013" y="24765"/>
                  <a:pt x="24645" y="25363"/>
                  <a:pt x="28474" y="25842"/>
                </a:cubicBezTo>
                <a:lnTo>
                  <a:pt x="32182" y="26320"/>
                </a:lnTo>
                <a:cubicBezTo>
                  <a:pt x="42830" y="27756"/>
                  <a:pt x="50008" y="29909"/>
                  <a:pt x="53717" y="33020"/>
                </a:cubicBezTo>
                <a:cubicBezTo>
                  <a:pt x="57426" y="36130"/>
                  <a:pt x="59340" y="41035"/>
                  <a:pt x="59340" y="47735"/>
                </a:cubicBezTo>
                <a:cubicBezTo>
                  <a:pt x="59340" y="54674"/>
                  <a:pt x="56708" y="59938"/>
                  <a:pt x="51564" y="63408"/>
                </a:cubicBezTo>
                <a:cubicBezTo>
                  <a:pt x="46419" y="66877"/>
                  <a:pt x="38762" y="68552"/>
                  <a:pt x="28593" y="68552"/>
                </a:cubicBezTo>
                <a:cubicBezTo>
                  <a:pt x="24286" y="68552"/>
                  <a:pt x="19740" y="68193"/>
                  <a:pt x="15194" y="67595"/>
                </a:cubicBezTo>
                <a:cubicBezTo>
                  <a:pt x="10528" y="66997"/>
                  <a:pt x="5743" y="66040"/>
                  <a:pt x="957" y="64604"/>
                </a:cubicBezTo>
                <a:lnTo>
                  <a:pt x="957" y="48692"/>
                </a:lnTo>
                <a:cubicBezTo>
                  <a:pt x="5025" y="50846"/>
                  <a:pt x="9332" y="52401"/>
                  <a:pt x="13758" y="53358"/>
                </a:cubicBezTo>
                <a:cubicBezTo>
                  <a:pt x="18065" y="54315"/>
                  <a:pt x="22611" y="54794"/>
                  <a:pt x="27158" y="54794"/>
                </a:cubicBezTo>
                <a:cubicBezTo>
                  <a:pt x="31225" y="54794"/>
                  <a:pt x="34216" y="54315"/>
                  <a:pt x="36370" y="53119"/>
                </a:cubicBezTo>
                <a:cubicBezTo>
                  <a:pt x="38403" y="52042"/>
                  <a:pt x="39480" y="50367"/>
                  <a:pt x="39480" y="48094"/>
                </a:cubicBezTo>
                <a:cubicBezTo>
                  <a:pt x="39480" y="46180"/>
                  <a:pt x="38762" y="44864"/>
                  <a:pt x="37327" y="43907"/>
                </a:cubicBezTo>
                <a:cubicBezTo>
                  <a:pt x="35891" y="42950"/>
                  <a:pt x="33020" y="42232"/>
                  <a:pt x="28832" y="41753"/>
                </a:cubicBezTo>
                <a:lnTo>
                  <a:pt x="25124" y="41275"/>
                </a:lnTo>
                <a:cubicBezTo>
                  <a:pt x="15792" y="40198"/>
                  <a:pt x="9332" y="38045"/>
                  <a:pt x="5623" y="34814"/>
                </a:cubicBezTo>
                <a:cubicBezTo>
                  <a:pt x="1795" y="31704"/>
                  <a:pt x="0" y="26918"/>
                  <a:pt x="0" y="20458"/>
                </a:cubicBezTo>
                <a:cubicBezTo>
                  <a:pt x="0" y="13519"/>
                  <a:pt x="2273" y="8375"/>
                  <a:pt x="7059" y="5025"/>
                </a:cubicBezTo>
                <a:cubicBezTo>
                  <a:pt x="11844" y="1675"/>
                  <a:pt x="19142" y="0"/>
                  <a:pt x="28952" y="0"/>
                </a:cubicBezTo>
                <a:cubicBezTo>
                  <a:pt x="32781" y="0"/>
                  <a:pt x="36729" y="359"/>
                  <a:pt x="41035" y="957"/>
                </a:cubicBezTo>
                <a:cubicBezTo>
                  <a:pt x="45342" y="1555"/>
                  <a:pt x="49889" y="2393"/>
                  <a:pt x="54913" y="358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C4A084-3F40-4420-B777-68AF111C31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66113" y="7251264"/>
            <a:ext cx="65800" cy="90924"/>
          </a:xfrm>
          <a:custGeom xmlns:a="http://schemas.openxmlformats.org/drawingml/2006/main">
            <a:pathLst>
              <a:path w="65800" h="90924">
                <a:moveTo>
                  <a:pt x="65800" y="51085"/>
                </a:moveTo>
                <a:lnTo>
                  <a:pt x="65800" y="90924"/>
                </a:lnTo>
                <a:lnTo>
                  <a:pt x="44744" y="90924"/>
                </a:lnTo>
                <a:lnTo>
                  <a:pt x="44744" y="84464"/>
                </a:lnTo>
                <a:lnTo>
                  <a:pt x="44744" y="60536"/>
                </a:lnTo>
                <a:cubicBezTo>
                  <a:pt x="44744" y="54794"/>
                  <a:pt x="44625" y="50965"/>
                  <a:pt x="44385" y="48812"/>
                </a:cubicBezTo>
                <a:cubicBezTo>
                  <a:pt x="44146" y="46658"/>
                  <a:pt x="43667" y="45103"/>
                  <a:pt x="43069" y="44026"/>
                </a:cubicBezTo>
                <a:cubicBezTo>
                  <a:pt x="42232" y="42710"/>
                  <a:pt x="41155" y="41634"/>
                  <a:pt x="39719" y="40916"/>
                </a:cubicBezTo>
                <a:cubicBezTo>
                  <a:pt x="38284" y="40198"/>
                  <a:pt x="36609" y="39719"/>
                  <a:pt x="34934" y="39719"/>
                </a:cubicBezTo>
                <a:cubicBezTo>
                  <a:pt x="30507" y="39719"/>
                  <a:pt x="27038" y="41394"/>
                  <a:pt x="24645" y="44744"/>
                </a:cubicBezTo>
                <a:cubicBezTo>
                  <a:pt x="22133" y="48094"/>
                  <a:pt x="20936" y="52760"/>
                  <a:pt x="20936" y="58742"/>
                </a:cubicBezTo>
                <a:lnTo>
                  <a:pt x="20936" y="90924"/>
                </a:lnTo>
                <a:lnTo>
                  <a:pt x="0" y="90924"/>
                </a:lnTo>
                <a:lnTo>
                  <a:pt x="0" y="0"/>
                </a:lnTo>
                <a:lnTo>
                  <a:pt x="20936" y="0"/>
                </a:lnTo>
                <a:lnTo>
                  <a:pt x="20936" y="35054"/>
                </a:lnTo>
                <a:cubicBezTo>
                  <a:pt x="24047" y="31225"/>
                  <a:pt x="27277" y="28474"/>
                  <a:pt x="30866" y="26679"/>
                </a:cubicBezTo>
                <a:cubicBezTo>
                  <a:pt x="34455" y="24884"/>
                  <a:pt x="38403" y="23927"/>
                  <a:pt x="42710" y="23927"/>
                </a:cubicBezTo>
                <a:cubicBezTo>
                  <a:pt x="50248" y="23927"/>
                  <a:pt x="55990" y="26320"/>
                  <a:pt x="59938" y="30866"/>
                </a:cubicBezTo>
                <a:cubicBezTo>
                  <a:pt x="63766" y="35532"/>
                  <a:pt x="65800" y="42232"/>
                  <a:pt x="65800" y="5108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6BA1A0-4370-418C-96E0-44F18A667C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39689" y="7254973"/>
            <a:ext cx="78123" cy="87215"/>
          </a:xfrm>
          <a:custGeom xmlns:a="http://schemas.openxmlformats.org/drawingml/2006/main">
            <a:pathLst>
              <a:path w="78123" h="87215">
                <a:moveTo>
                  <a:pt x="0" y="0"/>
                </a:moveTo>
                <a:lnTo>
                  <a:pt x="22492" y="0"/>
                </a:lnTo>
                <a:lnTo>
                  <a:pt x="22492" y="33259"/>
                </a:lnTo>
                <a:lnTo>
                  <a:pt x="55631" y="33259"/>
                </a:lnTo>
                <a:lnTo>
                  <a:pt x="55631" y="0"/>
                </a:lnTo>
                <a:lnTo>
                  <a:pt x="78123" y="0"/>
                </a:lnTo>
                <a:lnTo>
                  <a:pt x="78123" y="87215"/>
                </a:lnTo>
                <a:lnTo>
                  <a:pt x="55631" y="87215"/>
                </a:lnTo>
                <a:lnTo>
                  <a:pt x="55631" y="50248"/>
                </a:lnTo>
                <a:lnTo>
                  <a:pt x="22492" y="50248"/>
                </a:lnTo>
                <a:lnTo>
                  <a:pt x="22492" y="87215"/>
                </a:lnTo>
                <a:lnTo>
                  <a:pt x="0" y="8721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49210D-6D33-4806-B255-751133201C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38868" y="7251264"/>
            <a:ext cx="20936" cy="90924"/>
          </a:xfrm>
          <a:custGeom xmlns:a="http://schemas.openxmlformats.org/drawingml/2006/main">
            <a:pathLst>
              <a:path w="20936" h="90924">
                <a:moveTo>
                  <a:pt x="0" y="25483"/>
                </a:moveTo>
                <a:lnTo>
                  <a:pt x="20936" y="25483"/>
                </a:lnTo>
                <a:lnTo>
                  <a:pt x="20936" y="90924"/>
                </a:lnTo>
                <a:lnTo>
                  <a:pt x="0" y="90924"/>
                </a:lnTo>
                <a:lnTo>
                  <a:pt x="0" y="25483"/>
                </a:lnTo>
                <a:close/>
                <a:moveTo>
                  <a:pt x="0" y="0"/>
                </a:moveTo>
                <a:lnTo>
                  <a:pt x="20936" y="0"/>
                </a:lnTo>
                <a:lnTo>
                  <a:pt x="20936" y="17108"/>
                </a:lnTo>
                <a:lnTo>
                  <a:pt x="0" y="1710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988245-E95D-4DBF-87AD-4235338472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9903" y="7275192"/>
            <a:ext cx="65800" cy="66997"/>
          </a:xfrm>
          <a:custGeom xmlns:a="http://schemas.openxmlformats.org/drawingml/2006/main">
            <a:pathLst>
              <a:path w="65800" h="66997">
                <a:moveTo>
                  <a:pt x="65800" y="27158"/>
                </a:moveTo>
                <a:lnTo>
                  <a:pt x="65800" y="66997"/>
                </a:lnTo>
                <a:lnTo>
                  <a:pt x="44744" y="66997"/>
                </a:lnTo>
                <a:lnTo>
                  <a:pt x="44744" y="60536"/>
                </a:lnTo>
                <a:lnTo>
                  <a:pt x="44744" y="36489"/>
                </a:lnTo>
                <a:cubicBezTo>
                  <a:pt x="44744" y="30866"/>
                  <a:pt x="44625" y="27038"/>
                  <a:pt x="44385" y="24884"/>
                </a:cubicBezTo>
                <a:cubicBezTo>
                  <a:pt x="44146" y="22731"/>
                  <a:pt x="43667" y="21176"/>
                  <a:pt x="43069" y="20099"/>
                </a:cubicBezTo>
                <a:cubicBezTo>
                  <a:pt x="42232" y="18783"/>
                  <a:pt x="41155" y="17706"/>
                  <a:pt x="39719" y="16988"/>
                </a:cubicBezTo>
                <a:cubicBezTo>
                  <a:pt x="38284" y="16271"/>
                  <a:pt x="36609" y="15792"/>
                  <a:pt x="34934" y="15792"/>
                </a:cubicBezTo>
                <a:cubicBezTo>
                  <a:pt x="30507" y="15792"/>
                  <a:pt x="27038" y="17467"/>
                  <a:pt x="24645" y="20817"/>
                </a:cubicBezTo>
                <a:cubicBezTo>
                  <a:pt x="22133" y="24167"/>
                  <a:pt x="20936" y="28832"/>
                  <a:pt x="20936" y="34814"/>
                </a:cubicBezTo>
                <a:lnTo>
                  <a:pt x="20936" y="66997"/>
                </a:lnTo>
                <a:lnTo>
                  <a:pt x="0" y="66997"/>
                </a:lnTo>
                <a:lnTo>
                  <a:pt x="0" y="1555"/>
                </a:lnTo>
                <a:lnTo>
                  <a:pt x="20936" y="1555"/>
                </a:lnTo>
                <a:lnTo>
                  <a:pt x="20936" y="11126"/>
                </a:lnTo>
                <a:cubicBezTo>
                  <a:pt x="24047" y="7298"/>
                  <a:pt x="27277" y="4546"/>
                  <a:pt x="30866" y="2752"/>
                </a:cubicBezTo>
                <a:cubicBezTo>
                  <a:pt x="34455" y="957"/>
                  <a:pt x="38403" y="0"/>
                  <a:pt x="42710" y="0"/>
                </a:cubicBezTo>
                <a:cubicBezTo>
                  <a:pt x="50248" y="0"/>
                  <a:pt x="55990" y="2393"/>
                  <a:pt x="59938" y="6939"/>
                </a:cubicBezTo>
                <a:cubicBezTo>
                  <a:pt x="63766" y="11605"/>
                  <a:pt x="65800" y="18304"/>
                  <a:pt x="65800" y="27158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EBB60E-831E-4585-A60A-6BA8AF5949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60419" y="7251264"/>
            <a:ext cx="70227" cy="92479"/>
          </a:xfrm>
          <a:custGeom xmlns:a="http://schemas.openxmlformats.org/drawingml/2006/main">
            <a:pathLst>
              <a:path w="70227" h="92479">
                <a:moveTo>
                  <a:pt x="49171" y="35054"/>
                </a:moveTo>
                <a:lnTo>
                  <a:pt x="49171" y="0"/>
                </a:lnTo>
                <a:lnTo>
                  <a:pt x="70227" y="0"/>
                </a:lnTo>
                <a:lnTo>
                  <a:pt x="70227" y="90924"/>
                </a:lnTo>
                <a:lnTo>
                  <a:pt x="49171" y="90924"/>
                </a:lnTo>
                <a:lnTo>
                  <a:pt x="49171" y="81473"/>
                </a:lnTo>
                <a:cubicBezTo>
                  <a:pt x="46299" y="85301"/>
                  <a:pt x="43069" y="88172"/>
                  <a:pt x="39600" y="89847"/>
                </a:cubicBezTo>
                <a:cubicBezTo>
                  <a:pt x="36130" y="91522"/>
                  <a:pt x="32182" y="92479"/>
                  <a:pt x="27636" y="92479"/>
                </a:cubicBezTo>
                <a:cubicBezTo>
                  <a:pt x="19501" y="92479"/>
                  <a:pt x="12921" y="89369"/>
                  <a:pt x="7776" y="83028"/>
                </a:cubicBezTo>
                <a:cubicBezTo>
                  <a:pt x="2512" y="76687"/>
                  <a:pt x="0" y="68432"/>
                  <a:pt x="0" y="58383"/>
                </a:cubicBezTo>
                <a:cubicBezTo>
                  <a:pt x="0" y="48333"/>
                  <a:pt x="2512" y="40078"/>
                  <a:pt x="7776" y="33618"/>
                </a:cubicBezTo>
                <a:cubicBezTo>
                  <a:pt x="12921" y="27158"/>
                  <a:pt x="19501" y="23927"/>
                  <a:pt x="27636" y="23927"/>
                </a:cubicBezTo>
                <a:cubicBezTo>
                  <a:pt x="32182" y="23927"/>
                  <a:pt x="36130" y="24884"/>
                  <a:pt x="39600" y="26679"/>
                </a:cubicBezTo>
                <a:cubicBezTo>
                  <a:pt x="43069" y="28474"/>
                  <a:pt x="46299" y="31225"/>
                  <a:pt x="49171" y="35054"/>
                </a:cubicBezTo>
                <a:close/>
                <a:moveTo>
                  <a:pt x="35413" y="77405"/>
                </a:moveTo>
                <a:cubicBezTo>
                  <a:pt x="39839" y="77405"/>
                  <a:pt x="43189" y="75850"/>
                  <a:pt x="45582" y="72500"/>
                </a:cubicBezTo>
                <a:cubicBezTo>
                  <a:pt x="47974" y="69270"/>
                  <a:pt x="49171" y="64484"/>
                  <a:pt x="49171" y="58263"/>
                </a:cubicBezTo>
                <a:cubicBezTo>
                  <a:pt x="49171" y="52042"/>
                  <a:pt x="47974" y="47376"/>
                  <a:pt x="45582" y="44026"/>
                </a:cubicBezTo>
                <a:cubicBezTo>
                  <a:pt x="43189" y="40796"/>
                  <a:pt x="39839" y="39121"/>
                  <a:pt x="35413" y="39121"/>
                </a:cubicBezTo>
                <a:cubicBezTo>
                  <a:pt x="30866" y="39121"/>
                  <a:pt x="27516" y="40796"/>
                  <a:pt x="25124" y="44026"/>
                </a:cubicBezTo>
                <a:cubicBezTo>
                  <a:pt x="22731" y="47376"/>
                  <a:pt x="21654" y="52042"/>
                  <a:pt x="21654" y="58263"/>
                </a:cubicBezTo>
                <a:cubicBezTo>
                  <a:pt x="21654" y="64484"/>
                  <a:pt x="22731" y="69270"/>
                  <a:pt x="25124" y="72500"/>
                </a:cubicBezTo>
                <a:cubicBezTo>
                  <a:pt x="27516" y="75850"/>
                  <a:pt x="30866" y="77405"/>
                  <a:pt x="35413" y="7740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CE6AB7-B6EF-4EF2-9990-598C14ACED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50745" y="7251264"/>
            <a:ext cx="20936" cy="90924"/>
          </a:xfrm>
          <a:custGeom xmlns:a="http://schemas.openxmlformats.org/drawingml/2006/main">
            <a:pathLst>
              <a:path w="20936" h="90924">
                <a:moveTo>
                  <a:pt x="0" y="25483"/>
                </a:moveTo>
                <a:lnTo>
                  <a:pt x="20936" y="25483"/>
                </a:lnTo>
                <a:lnTo>
                  <a:pt x="20936" y="90924"/>
                </a:lnTo>
                <a:lnTo>
                  <a:pt x="0" y="90924"/>
                </a:lnTo>
                <a:lnTo>
                  <a:pt x="0" y="25483"/>
                </a:lnTo>
                <a:close/>
                <a:moveTo>
                  <a:pt x="0" y="0"/>
                </a:moveTo>
                <a:lnTo>
                  <a:pt x="20936" y="0"/>
                </a:lnTo>
                <a:lnTo>
                  <a:pt x="20936" y="17108"/>
                </a:lnTo>
                <a:lnTo>
                  <a:pt x="0" y="1710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71D9F8-FDBD-4254-8B78-A285FDAADE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62339" y="7254973"/>
            <a:ext cx="78721" cy="87215"/>
          </a:xfrm>
          <a:custGeom xmlns:a="http://schemas.openxmlformats.org/drawingml/2006/main">
            <a:pathLst>
              <a:path w="78721" h="87215">
                <a:moveTo>
                  <a:pt x="31943" y="38643"/>
                </a:moveTo>
                <a:cubicBezTo>
                  <a:pt x="36609" y="38643"/>
                  <a:pt x="39959" y="37805"/>
                  <a:pt x="41993" y="36011"/>
                </a:cubicBezTo>
                <a:cubicBezTo>
                  <a:pt x="44026" y="34336"/>
                  <a:pt x="45103" y="31465"/>
                  <a:pt x="45103" y="27397"/>
                </a:cubicBezTo>
                <a:cubicBezTo>
                  <a:pt x="45103" y="23449"/>
                  <a:pt x="44026" y="20578"/>
                  <a:pt x="41993" y="18903"/>
                </a:cubicBezTo>
                <a:cubicBezTo>
                  <a:pt x="39959" y="17228"/>
                  <a:pt x="36609" y="16271"/>
                  <a:pt x="31943" y="16271"/>
                </a:cubicBezTo>
                <a:lnTo>
                  <a:pt x="22492" y="16271"/>
                </a:lnTo>
                <a:lnTo>
                  <a:pt x="22492" y="38643"/>
                </a:lnTo>
                <a:lnTo>
                  <a:pt x="31943" y="38643"/>
                </a:lnTo>
                <a:close/>
                <a:moveTo>
                  <a:pt x="22492" y="54196"/>
                </a:moveTo>
                <a:lnTo>
                  <a:pt x="22492" y="87215"/>
                </a:lnTo>
                <a:lnTo>
                  <a:pt x="0" y="87215"/>
                </a:lnTo>
                <a:lnTo>
                  <a:pt x="0" y="0"/>
                </a:lnTo>
                <a:lnTo>
                  <a:pt x="34336" y="0"/>
                </a:lnTo>
                <a:cubicBezTo>
                  <a:pt x="45821" y="0"/>
                  <a:pt x="54196" y="2034"/>
                  <a:pt x="59579" y="5862"/>
                </a:cubicBezTo>
                <a:cubicBezTo>
                  <a:pt x="64843" y="9691"/>
                  <a:pt x="67595" y="15792"/>
                  <a:pt x="67595" y="24047"/>
                </a:cubicBezTo>
                <a:cubicBezTo>
                  <a:pt x="67595" y="29790"/>
                  <a:pt x="66159" y="34575"/>
                  <a:pt x="63408" y="38284"/>
                </a:cubicBezTo>
                <a:cubicBezTo>
                  <a:pt x="60536" y="41993"/>
                  <a:pt x="56349" y="44744"/>
                  <a:pt x="50846" y="46419"/>
                </a:cubicBezTo>
                <a:cubicBezTo>
                  <a:pt x="53956" y="47137"/>
                  <a:pt x="56708" y="48812"/>
                  <a:pt x="59101" y="51205"/>
                </a:cubicBezTo>
                <a:cubicBezTo>
                  <a:pt x="61493" y="53717"/>
                  <a:pt x="64006" y="57426"/>
                  <a:pt x="66518" y="62450"/>
                </a:cubicBezTo>
                <a:lnTo>
                  <a:pt x="78721" y="87215"/>
                </a:lnTo>
                <a:lnTo>
                  <a:pt x="54794" y="87215"/>
                </a:lnTo>
                <a:lnTo>
                  <a:pt x="44146" y="65561"/>
                </a:lnTo>
                <a:cubicBezTo>
                  <a:pt x="41993" y="61254"/>
                  <a:pt x="39719" y="58263"/>
                  <a:pt x="37566" y="56588"/>
                </a:cubicBezTo>
                <a:cubicBezTo>
                  <a:pt x="35413" y="55033"/>
                  <a:pt x="32422" y="54196"/>
                  <a:pt x="28832" y="54196"/>
                </a:cubicBezTo>
                <a:lnTo>
                  <a:pt x="22492" y="54196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D6F64E-05E6-4E72-95B8-FAF61C5643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52785" y="7276747"/>
            <a:ext cx="65800" cy="66997"/>
          </a:xfrm>
          <a:custGeom xmlns:a="http://schemas.openxmlformats.org/drawingml/2006/main">
            <a:pathLst>
              <a:path w="65800" h="66997">
                <a:moveTo>
                  <a:pt x="0" y="39959"/>
                </a:moveTo>
                <a:lnTo>
                  <a:pt x="0" y="0"/>
                </a:lnTo>
                <a:lnTo>
                  <a:pt x="21056" y="0"/>
                </a:lnTo>
                <a:lnTo>
                  <a:pt x="21056" y="6580"/>
                </a:lnTo>
                <a:cubicBezTo>
                  <a:pt x="21056" y="10169"/>
                  <a:pt x="20936" y="14596"/>
                  <a:pt x="20936" y="19979"/>
                </a:cubicBezTo>
                <a:cubicBezTo>
                  <a:pt x="20936" y="25363"/>
                  <a:pt x="20936" y="28952"/>
                  <a:pt x="20936" y="30627"/>
                </a:cubicBezTo>
                <a:cubicBezTo>
                  <a:pt x="20936" y="35891"/>
                  <a:pt x="21056" y="39719"/>
                  <a:pt x="21295" y="41993"/>
                </a:cubicBezTo>
                <a:cubicBezTo>
                  <a:pt x="21535" y="44385"/>
                  <a:pt x="22013" y="46060"/>
                  <a:pt x="22731" y="47017"/>
                </a:cubicBezTo>
                <a:cubicBezTo>
                  <a:pt x="23568" y="48453"/>
                  <a:pt x="24645" y="49530"/>
                  <a:pt x="26081" y="50248"/>
                </a:cubicBezTo>
                <a:cubicBezTo>
                  <a:pt x="27397" y="50965"/>
                  <a:pt x="28952" y="51324"/>
                  <a:pt x="30866" y="51324"/>
                </a:cubicBezTo>
                <a:cubicBezTo>
                  <a:pt x="35173" y="51324"/>
                  <a:pt x="38643" y="49649"/>
                  <a:pt x="41155" y="46299"/>
                </a:cubicBezTo>
                <a:cubicBezTo>
                  <a:pt x="43548" y="42950"/>
                  <a:pt x="44864" y="38284"/>
                  <a:pt x="44864" y="32302"/>
                </a:cubicBezTo>
                <a:lnTo>
                  <a:pt x="44864" y="0"/>
                </a:lnTo>
                <a:lnTo>
                  <a:pt x="65800" y="0"/>
                </a:lnTo>
                <a:lnTo>
                  <a:pt x="65800" y="65441"/>
                </a:lnTo>
                <a:lnTo>
                  <a:pt x="44864" y="65441"/>
                </a:lnTo>
                <a:lnTo>
                  <a:pt x="44864" y="55990"/>
                </a:lnTo>
                <a:cubicBezTo>
                  <a:pt x="41753" y="59818"/>
                  <a:pt x="38403" y="62690"/>
                  <a:pt x="34814" y="64365"/>
                </a:cubicBezTo>
                <a:cubicBezTo>
                  <a:pt x="31225" y="66040"/>
                  <a:pt x="27397" y="66997"/>
                  <a:pt x="23210" y="66997"/>
                </a:cubicBezTo>
                <a:cubicBezTo>
                  <a:pt x="15553" y="66997"/>
                  <a:pt x="9810" y="64724"/>
                  <a:pt x="5862" y="60177"/>
                </a:cubicBezTo>
                <a:cubicBezTo>
                  <a:pt x="1914" y="55631"/>
                  <a:pt x="0" y="48812"/>
                  <a:pt x="0" y="3995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3D2510-44C1-4536-9433-59A435FC81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34855" y="7275192"/>
            <a:ext cx="59340" cy="68552"/>
          </a:xfrm>
          <a:custGeom xmlns:a="http://schemas.openxmlformats.org/drawingml/2006/main">
            <a:pathLst>
              <a:path w="59340" h="68552">
                <a:moveTo>
                  <a:pt x="54913" y="3589"/>
                </a:moveTo>
                <a:lnTo>
                  <a:pt x="54913" y="19501"/>
                </a:lnTo>
                <a:cubicBezTo>
                  <a:pt x="50367" y="17706"/>
                  <a:pt x="46060" y="16271"/>
                  <a:pt x="41993" y="15314"/>
                </a:cubicBezTo>
                <a:cubicBezTo>
                  <a:pt x="37805" y="14356"/>
                  <a:pt x="33857" y="13878"/>
                  <a:pt x="30149" y="13878"/>
                </a:cubicBezTo>
                <a:cubicBezTo>
                  <a:pt x="26081" y="13878"/>
                  <a:pt x="23210" y="14476"/>
                  <a:pt x="21295" y="15433"/>
                </a:cubicBezTo>
                <a:cubicBezTo>
                  <a:pt x="19381" y="16390"/>
                  <a:pt x="18424" y="17946"/>
                  <a:pt x="18424" y="19979"/>
                </a:cubicBezTo>
                <a:cubicBezTo>
                  <a:pt x="18424" y="21654"/>
                  <a:pt x="19142" y="22970"/>
                  <a:pt x="20578" y="23808"/>
                </a:cubicBezTo>
                <a:cubicBezTo>
                  <a:pt x="22013" y="24765"/>
                  <a:pt x="24645" y="25363"/>
                  <a:pt x="28474" y="25842"/>
                </a:cubicBezTo>
                <a:lnTo>
                  <a:pt x="32182" y="26320"/>
                </a:lnTo>
                <a:cubicBezTo>
                  <a:pt x="42830" y="27756"/>
                  <a:pt x="50008" y="29909"/>
                  <a:pt x="53717" y="33020"/>
                </a:cubicBezTo>
                <a:cubicBezTo>
                  <a:pt x="57426" y="36130"/>
                  <a:pt x="59340" y="41035"/>
                  <a:pt x="59340" y="47735"/>
                </a:cubicBezTo>
                <a:cubicBezTo>
                  <a:pt x="59340" y="54674"/>
                  <a:pt x="56708" y="59938"/>
                  <a:pt x="51564" y="63408"/>
                </a:cubicBezTo>
                <a:cubicBezTo>
                  <a:pt x="46419" y="66877"/>
                  <a:pt x="38762" y="68552"/>
                  <a:pt x="28593" y="68552"/>
                </a:cubicBezTo>
                <a:cubicBezTo>
                  <a:pt x="24286" y="68552"/>
                  <a:pt x="19740" y="68193"/>
                  <a:pt x="15194" y="67595"/>
                </a:cubicBezTo>
                <a:cubicBezTo>
                  <a:pt x="10528" y="66997"/>
                  <a:pt x="5743" y="66040"/>
                  <a:pt x="957" y="64604"/>
                </a:cubicBezTo>
                <a:lnTo>
                  <a:pt x="957" y="48692"/>
                </a:lnTo>
                <a:cubicBezTo>
                  <a:pt x="5025" y="50846"/>
                  <a:pt x="9332" y="52401"/>
                  <a:pt x="13758" y="53358"/>
                </a:cubicBezTo>
                <a:cubicBezTo>
                  <a:pt x="18065" y="54315"/>
                  <a:pt x="22611" y="54794"/>
                  <a:pt x="27158" y="54794"/>
                </a:cubicBezTo>
                <a:cubicBezTo>
                  <a:pt x="31225" y="54794"/>
                  <a:pt x="34216" y="54315"/>
                  <a:pt x="36370" y="53119"/>
                </a:cubicBezTo>
                <a:cubicBezTo>
                  <a:pt x="38403" y="52042"/>
                  <a:pt x="39480" y="50367"/>
                  <a:pt x="39480" y="48094"/>
                </a:cubicBezTo>
                <a:cubicBezTo>
                  <a:pt x="39480" y="46180"/>
                  <a:pt x="38762" y="44864"/>
                  <a:pt x="37327" y="43907"/>
                </a:cubicBezTo>
                <a:cubicBezTo>
                  <a:pt x="35891" y="42950"/>
                  <a:pt x="33020" y="42232"/>
                  <a:pt x="28832" y="41753"/>
                </a:cubicBezTo>
                <a:lnTo>
                  <a:pt x="25124" y="41275"/>
                </a:lnTo>
                <a:cubicBezTo>
                  <a:pt x="15792" y="40198"/>
                  <a:pt x="9332" y="38045"/>
                  <a:pt x="5623" y="34814"/>
                </a:cubicBezTo>
                <a:cubicBezTo>
                  <a:pt x="1795" y="31704"/>
                  <a:pt x="0" y="26918"/>
                  <a:pt x="0" y="20458"/>
                </a:cubicBezTo>
                <a:cubicBezTo>
                  <a:pt x="0" y="13519"/>
                  <a:pt x="2273" y="8375"/>
                  <a:pt x="7059" y="5025"/>
                </a:cubicBezTo>
                <a:cubicBezTo>
                  <a:pt x="11844" y="1675"/>
                  <a:pt x="19142" y="0"/>
                  <a:pt x="28952" y="0"/>
                </a:cubicBezTo>
                <a:cubicBezTo>
                  <a:pt x="32781" y="0"/>
                  <a:pt x="36729" y="359"/>
                  <a:pt x="41035" y="957"/>
                </a:cubicBezTo>
                <a:cubicBezTo>
                  <a:pt x="45342" y="1555"/>
                  <a:pt x="49889" y="2393"/>
                  <a:pt x="54913" y="358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D0F2C5-30CF-4F30-BB7C-4913184B2D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06039" y="7275192"/>
            <a:ext cx="59340" cy="68552"/>
          </a:xfrm>
          <a:custGeom xmlns:a="http://schemas.openxmlformats.org/drawingml/2006/main">
            <a:pathLst>
              <a:path w="59340" h="68552">
                <a:moveTo>
                  <a:pt x="54913" y="3589"/>
                </a:moveTo>
                <a:lnTo>
                  <a:pt x="54913" y="19501"/>
                </a:lnTo>
                <a:cubicBezTo>
                  <a:pt x="50367" y="17706"/>
                  <a:pt x="46060" y="16271"/>
                  <a:pt x="41993" y="15314"/>
                </a:cubicBezTo>
                <a:cubicBezTo>
                  <a:pt x="37805" y="14356"/>
                  <a:pt x="33857" y="13878"/>
                  <a:pt x="30149" y="13878"/>
                </a:cubicBezTo>
                <a:cubicBezTo>
                  <a:pt x="26081" y="13878"/>
                  <a:pt x="23210" y="14476"/>
                  <a:pt x="21295" y="15433"/>
                </a:cubicBezTo>
                <a:cubicBezTo>
                  <a:pt x="19381" y="16390"/>
                  <a:pt x="18424" y="17946"/>
                  <a:pt x="18424" y="19979"/>
                </a:cubicBezTo>
                <a:cubicBezTo>
                  <a:pt x="18424" y="21654"/>
                  <a:pt x="19142" y="22970"/>
                  <a:pt x="20578" y="23808"/>
                </a:cubicBezTo>
                <a:cubicBezTo>
                  <a:pt x="22013" y="24765"/>
                  <a:pt x="24645" y="25363"/>
                  <a:pt x="28474" y="25842"/>
                </a:cubicBezTo>
                <a:lnTo>
                  <a:pt x="32182" y="26320"/>
                </a:lnTo>
                <a:cubicBezTo>
                  <a:pt x="42830" y="27756"/>
                  <a:pt x="50008" y="29909"/>
                  <a:pt x="53717" y="33020"/>
                </a:cubicBezTo>
                <a:cubicBezTo>
                  <a:pt x="57426" y="36130"/>
                  <a:pt x="59340" y="41035"/>
                  <a:pt x="59340" y="47735"/>
                </a:cubicBezTo>
                <a:cubicBezTo>
                  <a:pt x="59340" y="54674"/>
                  <a:pt x="56708" y="59938"/>
                  <a:pt x="51564" y="63408"/>
                </a:cubicBezTo>
                <a:cubicBezTo>
                  <a:pt x="46419" y="66877"/>
                  <a:pt x="38762" y="68552"/>
                  <a:pt x="28593" y="68552"/>
                </a:cubicBezTo>
                <a:cubicBezTo>
                  <a:pt x="24286" y="68552"/>
                  <a:pt x="19740" y="68193"/>
                  <a:pt x="15194" y="67595"/>
                </a:cubicBezTo>
                <a:cubicBezTo>
                  <a:pt x="10528" y="66997"/>
                  <a:pt x="5743" y="66040"/>
                  <a:pt x="957" y="64604"/>
                </a:cubicBezTo>
                <a:lnTo>
                  <a:pt x="957" y="48692"/>
                </a:lnTo>
                <a:cubicBezTo>
                  <a:pt x="5025" y="50846"/>
                  <a:pt x="9332" y="52401"/>
                  <a:pt x="13758" y="53358"/>
                </a:cubicBezTo>
                <a:cubicBezTo>
                  <a:pt x="18065" y="54315"/>
                  <a:pt x="22611" y="54794"/>
                  <a:pt x="27158" y="54794"/>
                </a:cubicBezTo>
                <a:cubicBezTo>
                  <a:pt x="31225" y="54794"/>
                  <a:pt x="34216" y="54315"/>
                  <a:pt x="36370" y="53119"/>
                </a:cubicBezTo>
                <a:cubicBezTo>
                  <a:pt x="38403" y="52042"/>
                  <a:pt x="39480" y="50367"/>
                  <a:pt x="39480" y="48094"/>
                </a:cubicBezTo>
                <a:cubicBezTo>
                  <a:pt x="39480" y="46180"/>
                  <a:pt x="38762" y="44864"/>
                  <a:pt x="37327" y="43907"/>
                </a:cubicBezTo>
                <a:cubicBezTo>
                  <a:pt x="35891" y="42950"/>
                  <a:pt x="33020" y="42232"/>
                  <a:pt x="28832" y="41753"/>
                </a:cubicBezTo>
                <a:lnTo>
                  <a:pt x="25124" y="41275"/>
                </a:lnTo>
                <a:cubicBezTo>
                  <a:pt x="15792" y="40198"/>
                  <a:pt x="9332" y="38045"/>
                  <a:pt x="5623" y="34814"/>
                </a:cubicBezTo>
                <a:cubicBezTo>
                  <a:pt x="1795" y="31704"/>
                  <a:pt x="0" y="26918"/>
                  <a:pt x="0" y="20458"/>
                </a:cubicBezTo>
                <a:cubicBezTo>
                  <a:pt x="0" y="13519"/>
                  <a:pt x="2273" y="8375"/>
                  <a:pt x="7059" y="5025"/>
                </a:cubicBezTo>
                <a:cubicBezTo>
                  <a:pt x="11844" y="1675"/>
                  <a:pt x="19142" y="0"/>
                  <a:pt x="28952" y="0"/>
                </a:cubicBezTo>
                <a:cubicBezTo>
                  <a:pt x="32781" y="0"/>
                  <a:pt x="36729" y="359"/>
                  <a:pt x="41035" y="957"/>
                </a:cubicBezTo>
                <a:cubicBezTo>
                  <a:pt x="45342" y="1555"/>
                  <a:pt x="49889" y="2393"/>
                  <a:pt x="54913" y="358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50A4E6-8F57-4CE1-B1A6-C63B2A321E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81052" y="7251264"/>
            <a:ext cx="20936" cy="90924"/>
          </a:xfrm>
          <a:custGeom xmlns:a="http://schemas.openxmlformats.org/drawingml/2006/main">
            <a:pathLst>
              <a:path w="20936" h="90924">
                <a:moveTo>
                  <a:pt x="0" y="25483"/>
                </a:moveTo>
                <a:lnTo>
                  <a:pt x="20936" y="25483"/>
                </a:lnTo>
                <a:lnTo>
                  <a:pt x="20936" y="90924"/>
                </a:lnTo>
                <a:lnTo>
                  <a:pt x="0" y="90924"/>
                </a:lnTo>
                <a:lnTo>
                  <a:pt x="0" y="25483"/>
                </a:lnTo>
                <a:close/>
                <a:moveTo>
                  <a:pt x="0" y="0"/>
                </a:moveTo>
                <a:lnTo>
                  <a:pt x="20936" y="0"/>
                </a:lnTo>
                <a:lnTo>
                  <a:pt x="20936" y="17108"/>
                </a:lnTo>
                <a:lnTo>
                  <a:pt x="0" y="1710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75C133-CF26-442D-9BAA-E339483340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17182" y="7275192"/>
            <a:ext cx="66159" cy="68552"/>
          </a:xfrm>
          <a:custGeom xmlns:a="http://schemas.openxmlformats.org/drawingml/2006/main">
            <a:pathLst>
              <a:path w="66159" h="68552">
                <a:moveTo>
                  <a:pt x="34216" y="37566"/>
                </a:moveTo>
                <a:cubicBezTo>
                  <a:pt x="29790" y="37566"/>
                  <a:pt x="26440" y="38403"/>
                  <a:pt x="24286" y="39839"/>
                </a:cubicBezTo>
                <a:cubicBezTo>
                  <a:pt x="22133" y="41275"/>
                  <a:pt x="21056" y="43428"/>
                  <a:pt x="21056" y="46299"/>
                </a:cubicBezTo>
                <a:cubicBezTo>
                  <a:pt x="21056" y="48932"/>
                  <a:pt x="21894" y="51085"/>
                  <a:pt x="23688" y="52521"/>
                </a:cubicBezTo>
                <a:cubicBezTo>
                  <a:pt x="25483" y="54076"/>
                  <a:pt x="27995" y="54794"/>
                  <a:pt x="31106" y="54794"/>
                </a:cubicBezTo>
                <a:cubicBezTo>
                  <a:pt x="35054" y="54794"/>
                  <a:pt x="38403" y="53478"/>
                  <a:pt x="41035" y="50606"/>
                </a:cubicBezTo>
                <a:cubicBezTo>
                  <a:pt x="43667" y="47735"/>
                  <a:pt x="45103" y="44266"/>
                  <a:pt x="45103" y="39959"/>
                </a:cubicBezTo>
                <a:lnTo>
                  <a:pt x="45103" y="37566"/>
                </a:lnTo>
                <a:lnTo>
                  <a:pt x="34216" y="37566"/>
                </a:lnTo>
                <a:close/>
                <a:moveTo>
                  <a:pt x="66159" y="29670"/>
                </a:moveTo>
                <a:lnTo>
                  <a:pt x="66159" y="66997"/>
                </a:lnTo>
                <a:lnTo>
                  <a:pt x="45103" y="66997"/>
                </a:lnTo>
                <a:lnTo>
                  <a:pt x="45103" y="57306"/>
                </a:lnTo>
                <a:cubicBezTo>
                  <a:pt x="42232" y="61374"/>
                  <a:pt x="39121" y="64245"/>
                  <a:pt x="35652" y="65920"/>
                </a:cubicBezTo>
                <a:cubicBezTo>
                  <a:pt x="32063" y="67595"/>
                  <a:pt x="27875" y="68552"/>
                  <a:pt x="22851" y="68552"/>
                </a:cubicBezTo>
                <a:cubicBezTo>
                  <a:pt x="16031" y="68552"/>
                  <a:pt x="10528" y="66638"/>
                  <a:pt x="6341" y="62690"/>
                </a:cubicBezTo>
                <a:cubicBezTo>
                  <a:pt x="2034" y="58861"/>
                  <a:pt x="0" y="53717"/>
                  <a:pt x="0" y="47376"/>
                </a:cubicBezTo>
                <a:cubicBezTo>
                  <a:pt x="0" y="39719"/>
                  <a:pt x="2632" y="34097"/>
                  <a:pt x="7896" y="30507"/>
                </a:cubicBezTo>
                <a:cubicBezTo>
                  <a:pt x="13160" y="26918"/>
                  <a:pt x="21415" y="25124"/>
                  <a:pt x="32781" y="25124"/>
                </a:cubicBezTo>
                <a:lnTo>
                  <a:pt x="45103" y="25124"/>
                </a:lnTo>
                <a:lnTo>
                  <a:pt x="45103" y="23449"/>
                </a:lnTo>
                <a:cubicBezTo>
                  <a:pt x="45103" y="20219"/>
                  <a:pt x="43787" y="17826"/>
                  <a:pt x="41155" y="16271"/>
                </a:cubicBezTo>
                <a:cubicBezTo>
                  <a:pt x="38523" y="14715"/>
                  <a:pt x="34455" y="13878"/>
                  <a:pt x="28952" y="13878"/>
                </a:cubicBezTo>
                <a:cubicBezTo>
                  <a:pt x="24406" y="13878"/>
                  <a:pt x="20219" y="14356"/>
                  <a:pt x="16390" y="15314"/>
                </a:cubicBezTo>
                <a:cubicBezTo>
                  <a:pt x="12562" y="16271"/>
                  <a:pt x="8973" y="17587"/>
                  <a:pt x="5743" y="19262"/>
                </a:cubicBezTo>
                <a:lnTo>
                  <a:pt x="5743" y="3350"/>
                </a:lnTo>
                <a:cubicBezTo>
                  <a:pt x="10169" y="2273"/>
                  <a:pt x="14596" y="1436"/>
                  <a:pt x="19142" y="837"/>
                </a:cubicBezTo>
                <a:cubicBezTo>
                  <a:pt x="23688" y="359"/>
                  <a:pt x="28234" y="0"/>
                  <a:pt x="32781" y="0"/>
                </a:cubicBezTo>
                <a:cubicBezTo>
                  <a:pt x="44505" y="0"/>
                  <a:pt x="52999" y="2393"/>
                  <a:pt x="58263" y="7059"/>
                </a:cubicBezTo>
                <a:cubicBezTo>
                  <a:pt x="63527" y="11724"/>
                  <a:pt x="66159" y="19262"/>
                  <a:pt x="66159" y="2967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5AB8AF-00D5-4E70-83BF-A94A69FB42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02842" y="7275192"/>
            <a:ext cx="65800" cy="66997"/>
          </a:xfrm>
          <a:custGeom xmlns:a="http://schemas.openxmlformats.org/drawingml/2006/main">
            <a:pathLst>
              <a:path w="65800" h="66997">
                <a:moveTo>
                  <a:pt x="65800" y="27158"/>
                </a:moveTo>
                <a:lnTo>
                  <a:pt x="65800" y="66997"/>
                </a:lnTo>
                <a:lnTo>
                  <a:pt x="44744" y="66997"/>
                </a:lnTo>
                <a:lnTo>
                  <a:pt x="44744" y="60536"/>
                </a:lnTo>
                <a:lnTo>
                  <a:pt x="44744" y="36489"/>
                </a:lnTo>
                <a:cubicBezTo>
                  <a:pt x="44744" y="30866"/>
                  <a:pt x="44625" y="27038"/>
                  <a:pt x="44385" y="24884"/>
                </a:cubicBezTo>
                <a:cubicBezTo>
                  <a:pt x="44146" y="22731"/>
                  <a:pt x="43667" y="21176"/>
                  <a:pt x="43069" y="20099"/>
                </a:cubicBezTo>
                <a:cubicBezTo>
                  <a:pt x="42232" y="18783"/>
                  <a:pt x="41155" y="17706"/>
                  <a:pt x="39719" y="16988"/>
                </a:cubicBezTo>
                <a:cubicBezTo>
                  <a:pt x="38284" y="16271"/>
                  <a:pt x="36609" y="15792"/>
                  <a:pt x="34934" y="15792"/>
                </a:cubicBezTo>
                <a:cubicBezTo>
                  <a:pt x="30507" y="15792"/>
                  <a:pt x="27038" y="17467"/>
                  <a:pt x="24645" y="20817"/>
                </a:cubicBezTo>
                <a:cubicBezTo>
                  <a:pt x="22133" y="24167"/>
                  <a:pt x="20936" y="28832"/>
                  <a:pt x="20936" y="34814"/>
                </a:cubicBezTo>
                <a:lnTo>
                  <a:pt x="20936" y="66997"/>
                </a:lnTo>
                <a:lnTo>
                  <a:pt x="0" y="66997"/>
                </a:lnTo>
                <a:lnTo>
                  <a:pt x="0" y="1555"/>
                </a:lnTo>
                <a:lnTo>
                  <a:pt x="20936" y="1555"/>
                </a:lnTo>
                <a:lnTo>
                  <a:pt x="20936" y="11126"/>
                </a:lnTo>
                <a:cubicBezTo>
                  <a:pt x="24047" y="7298"/>
                  <a:pt x="27277" y="4546"/>
                  <a:pt x="30866" y="2752"/>
                </a:cubicBezTo>
                <a:cubicBezTo>
                  <a:pt x="34455" y="957"/>
                  <a:pt x="38403" y="0"/>
                  <a:pt x="42710" y="0"/>
                </a:cubicBezTo>
                <a:cubicBezTo>
                  <a:pt x="50248" y="0"/>
                  <a:pt x="55990" y="2393"/>
                  <a:pt x="59938" y="6939"/>
                </a:cubicBezTo>
                <a:cubicBezTo>
                  <a:pt x="63766" y="11605"/>
                  <a:pt x="65800" y="18304"/>
                  <a:pt x="65800" y="27158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A91D22-91DA-47D8-8FF7-60DC59080C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65080" y="7253418"/>
            <a:ext cx="68791" cy="90326"/>
          </a:xfrm>
          <a:custGeom xmlns:a="http://schemas.openxmlformats.org/drawingml/2006/main">
            <a:pathLst>
              <a:path w="68791" h="90326">
                <a:moveTo>
                  <a:pt x="63049" y="4307"/>
                </a:moveTo>
                <a:lnTo>
                  <a:pt x="63049" y="22731"/>
                </a:lnTo>
                <a:cubicBezTo>
                  <a:pt x="58263" y="20578"/>
                  <a:pt x="53597" y="19022"/>
                  <a:pt x="49051" y="17946"/>
                </a:cubicBezTo>
                <a:cubicBezTo>
                  <a:pt x="44505" y="16869"/>
                  <a:pt x="40198" y="16271"/>
                  <a:pt x="36130" y="16271"/>
                </a:cubicBezTo>
                <a:cubicBezTo>
                  <a:pt x="30747" y="16271"/>
                  <a:pt x="26799" y="17108"/>
                  <a:pt x="24167" y="18544"/>
                </a:cubicBezTo>
                <a:cubicBezTo>
                  <a:pt x="21535" y="19979"/>
                  <a:pt x="20338" y="22252"/>
                  <a:pt x="20338" y="25363"/>
                </a:cubicBezTo>
                <a:cubicBezTo>
                  <a:pt x="20338" y="27756"/>
                  <a:pt x="21176" y="29670"/>
                  <a:pt x="22970" y="30866"/>
                </a:cubicBezTo>
                <a:cubicBezTo>
                  <a:pt x="24645" y="32182"/>
                  <a:pt x="27875" y="33259"/>
                  <a:pt x="32422" y="34216"/>
                </a:cubicBezTo>
                <a:lnTo>
                  <a:pt x="41993" y="36130"/>
                </a:lnTo>
                <a:cubicBezTo>
                  <a:pt x="51564" y="38045"/>
                  <a:pt x="58502" y="41035"/>
                  <a:pt x="62570" y="44983"/>
                </a:cubicBezTo>
                <a:cubicBezTo>
                  <a:pt x="66638" y="49051"/>
                  <a:pt x="68791" y="54674"/>
                  <a:pt x="68791" y="61972"/>
                </a:cubicBezTo>
                <a:cubicBezTo>
                  <a:pt x="68791" y="71543"/>
                  <a:pt x="65920" y="78721"/>
                  <a:pt x="60177" y="83387"/>
                </a:cubicBezTo>
                <a:cubicBezTo>
                  <a:pt x="54435" y="88053"/>
                  <a:pt x="45821" y="90326"/>
                  <a:pt x="34097" y="90326"/>
                </a:cubicBezTo>
                <a:cubicBezTo>
                  <a:pt x="28593" y="90326"/>
                  <a:pt x="22970" y="89728"/>
                  <a:pt x="17467" y="88771"/>
                </a:cubicBezTo>
                <a:cubicBezTo>
                  <a:pt x="11844" y="87814"/>
                  <a:pt x="6221" y="86378"/>
                  <a:pt x="718" y="84224"/>
                </a:cubicBezTo>
                <a:lnTo>
                  <a:pt x="718" y="65202"/>
                </a:lnTo>
                <a:cubicBezTo>
                  <a:pt x="6221" y="68193"/>
                  <a:pt x="11605" y="70466"/>
                  <a:pt x="16869" y="71902"/>
                </a:cubicBezTo>
                <a:cubicBezTo>
                  <a:pt x="22013" y="73457"/>
                  <a:pt x="27038" y="74175"/>
                  <a:pt x="31943" y="74175"/>
                </a:cubicBezTo>
                <a:cubicBezTo>
                  <a:pt x="36729" y="74175"/>
                  <a:pt x="40557" y="73457"/>
                  <a:pt x="43189" y="71782"/>
                </a:cubicBezTo>
                <a:cubicBezTo>
                  <a:pt x="45821" y="70107"/>
                  <a:pt x="47137" y="67834"/>
                  <a:pt x="47137" y="64724"/>
                </a:cubicBezTo>
                <a:cubicBezTo>
                  <a:pt x="47137" y="62092"/>
                  <a:pt x="46180" y="59938"/>
                  <a:pt x="44385" y="58502"/>
                </a:cubicBezTo>
                <a:cubicBezTo>
                  <a:pt x="42591" y="57067"/>
                  <a:pt x="39121" y="55631"/>
                  <a:pt x="33857" y="54435"/>
                </a:cubicBezTo>
                <a:lnTo>
                  <a:pt x="25124" y="52521"/>
                </a:lnTo>
                <a:cubicBezTo>
                  <a:pt x="16390" y="50606"/>
                  <a:pt x="10050" y="47615"/>
                  <a:pt x="5982" y="43548"/>
                </a:cubicBezTo>
                <a:cubicBezTo>
                  <a:pt x="1914" y="39480"/>
                  <a:pt x="0" y="33977"/>
                  <a:pt x="0" y="27038"/>
                </a:cubicBezTo>
                <a:cubicBezTo>
                  <a:pt x="0" y="18424"/>
                  <a:pt x="2752" y="11724"/>
                  <a:pt x="8375" y="7059"/>
                </a:cubicBezTo>
                <a:cubicBezTo>
                  <a:pt x="13878" y="2393"/>
                  <a:pt x="22013" y="0"/>
                  <a:pt x="32541" y="0"/>
                </a:cubicBezTo>
                <a:cubicBezTo>
                  <a:pt x="37327" y="0"/>
                  <a:pt x="42232" y="359"/>
                  <a:pt x="47257" y="1077"/>
                </a:cubicBezTo>
                <a:cubicBezTo>
                  <a:pt x="52281" y="1795"/>
                  <a:pt x="57545" y="2871"/>
                  <a:pt x="63049" y="4307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846344-02F4-4E04-98C9-577C7D1DAC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2655" y="7275192"/>
            <a:ext cx="70227" cy="91762"/>
          </a:xfrm>
          <a:custGeom xmlns:a="http://schemas.openxmlformats.org/drawingml/2006/main">
            <a:pathLst>
              <a:path w="70227" h="91762">
                <a:moveTo>
                  <a:pt x="20936" y="57545"/>
                </a:moveTo>
                <a:lnTo>
                  <a:pt x="20936" y="91762"/>
                </a:lnTo>
                <a:lnTo>
                  <a:pt x="0" y="91762"/>
                </a:lnTo>
                <a:lnTo>
                  <a:pt x="0" y="1555"/>
                </a:lnTo>
                <a:lnTo>
                  <a:pt x="20936" y="1555"/>
                </a:lnTo>
                <a:lnTo>
                  <a:pt x="20936" y="11126"/>
                </a:lnTo>
                <a:cubicBezTo>
                  <a:pt x="23808" y="7298"/>
                  <a:pt x="26918" y="4546"/>
                  <a:pt x="30507" y="2752"/>
                </a:cubicBezTo>
                <a:cubicBezTo>
                  <a:pt x="33977" y="957"/>
                  <a:pt x="38045" y="0"/>
                  <a:pt x="42591" y="0"/>
                </a:cubicBezTo>
                <a:cubicBezTo>
                  <a:pt x="50606" y="0"/>
                  <a:pt x="57186" y="3230"/>
                  <a:pt x="62450" y="9691"/>
                </a:cubicBezTo>
                <a:cubicBezTo>
                  <a:pt x="67595" y="16151"/>
                  <a:pt x="70227" y="24406"/>
                  <a:pt x="70227" y="34455"/>
                </a:cubicBezTo>
                <a:cubicBezTo>
                  <a:pt x="70227" y="44505"/>
                  <a:pt x="67595" y="52760"/>
                  <a:pt x="62450" y="59101"/>
                </a:cubicBezTo>
                <a:cubicBezTo>
                  <a:pt x="57186" y="65441"/>
                  <a:pt x="50606" y="68552"/>
                  <a:pt x="42591" y="68552"/>
                </a:cubicBezTo>
                <a:cubicBezTo>
                  <a:pt x="38045" y="68552"/>
                  <a:pt x="33977" y="67595"/>
                  <a:pt x="30507" y="65920"/>
                </a:cubicBezTo>
                <a:cubicBezTo>
                  <a:pt x="26918" y="64245"/>
                  <a:pt x="23808" y="61374"/>
                  <a:pt x="20936" y="57545"/>
                </a:cubicBezTo>
                <a:close/>
                <a:moveTo>
                  <a:pt x="34814" y="15194"/>
                </a:moveTo>
                <a:cubicBezTo>
                  <a:pt x="30268" y="15194"/>
                  <a:pt x="26918" y="16869"/>
                  <a:pt x="24526" y="20099"/>
                </a:cubicBezTo>
                <a:cubicBezTo>
                  <a:pt x="22133" y="23449"/>
                  <a:pt x="20936" y="28115"/>
                  <a:pt x="20936" y="34336"/>
                </a:cubicBezTo>
                <a:cubicBezTo>
                  <a:pt x="20936" y="40557"/>
                  <a:pt x="22133" y="45342"/>
                  <a:pt x="24526" y="48573"/>
                </a:cubicBezTo>
                <a:cubicBezTo>
                  <a:pt x="26918" y="51922"/>
                  <a:pt x="30268" y="53478"/>
                  <a:pt x="34814" y="53478"/>
                </a:cubicBezTo>
                <a:cubicBezTo>
                  <a:pt x="39241" y="53478"/>
                  <a:pt x="42591" y="51922"/>
                  <a:pt x="44983" y="48573"/>
                </a:cubicBezTo>
                <a:cubicBezTo>
                  <a:pt x="47376" y="45342"/>
                  <a:pt x="48573" y="40557"/>
                  <a:pt x="48573" y="34336"/>
                </a:cubicBezTo>
                <a:cubicBezTo>
                  <a:pt x="48573" y="28115"/>
                  <a:pt x="47376" y="23449"/>
                  <a:pt x="44983" y="20099"/>
                </a:cubicBezTo>
                <a:cubicBezTo>
                  <a:pt x="42591" y="16869"/>
                  <a:pt x="39241" y="15194"/>
                  <a:pt x="34814" y="151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4F2892-3CDB-4FE7-93B1-CC2DF1F7FE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33410" y="7275192"/>
            <a:ext cx="66159" cy="68552"/>
          </a:xfrm>
          <a:custGeom xmlns:a="http://schemas.openxmlformats.org/drawingml/2006/main">
            <a:pathLst>
              <a:path w="66159" h="68552">
                <a:moveTo>
                  <a:pt x="34216" y="37566"/>
                </a:moveTo>
                <a:cubicBezTo>
                  <a:pt x="29790" y="37566"/>
                  <a:pt x="26440" y="38403"/>
                  <a:pt x="24286" y="39839"/>
                </a:cubicBezTo>
                <a:cubicBezTo>
                  <a:pt x="22133" y="41275"/>
                  <a:pt x="21056" y="43428"/>
                  <a:pt x="21056" y="46299"/>
                </a:cubicBezTo>
                <a:cubicBezTo>
                  <a:pt x="21056" y="48932"/>
                  <a:pt x="21894" y="51085"/>
                  <a:pt x="23688" y="52521"/>
                </a:cubicBezTo>
                <a:cubicBezTo>
                  <a:pt x="25483" y="54076"/>
                  <a:pt x="27995" y="54794"/>
                  <a:pt x="31106" y="54794"/>
                </a:cubicBezTo>
                <a:cubicBezTo>
                  <a:pt x="35054" y="54794"/>
                  <a:pt x="38403" y="53478"/>
                  <a:pt x="41035" y="50606"/>
                </a:cubicBezTo>
                <a:cubicBezTo>
                  <a:pt x="43667" y="47735"/>
                  <a:pt x="45103" y="44266"/>
                  <a:pt x="45103" y="39959"/>
                </a:cubicBezTo>
                <a:lnTo>
                  <a:pt x="45103" y="37566"/>
                </a:lnTo>
                <a:lnTo>
                  <a:pt x="34216" y="37566"/>
                </a:lnTo>
                <a:close/>
                <a:moveTo>
                  <a:pt x="66159" y="29670"/>
                </a:moveTo>
                <a:lnTo>
                  <a:pt x="66159" y="66997"/>
                </a:lnTo>
                <a:lnTo>
                  <a:pt x="45103" y="66997"/>
                </a:lnTo>
                <a:lnTo>
                  <a:pt x="45103" y="57306"/>
                </a:lnTo>
                <a:cubicBezTo>
                  <a:pt x="42232" y="61374"/>
                  <a:pt x="39121" y="64245"/>
                  <a:pt x="35652" y="65920"/>
                </a:cubicBezTo>
                <a:cubicBezTo>
                  <a:pt x="32063" y="67595"/>
                  <a:pt x="27875" y="68552"/>
                  <a:pt x="22851" y="68552"/>
                </a:cubicBezTo>
                <a:cubicBezTo>
                  <a:pt x="16031" y="68552"/>
                  <a:pt x="10528" y="66638"/>
                  <a:pt x="6341" y="62690"/>
                </a:cubicBezTo>
                <a:cubicBezTo>
                  <a:pt x="2034" y="58861"/>
                  <a:pt x="0" y="53717"/>
                  <a:pt x="0" y="47376"/>
                </a:cubicBezTo>
                <a:cubicBezTo>
                  <a:pt x="0" y="39719"/>
                  <a:pt x="2632" y="34097"/>
                  <a:pt x="7896" y="30507"/>
                </a:cubicBezTo>
                <a:cubicBezTo>
                  <a:pt x="13160" y="26918"/>
                  <a:pt x="21415" y="25124"/>
                  <a:pt x="32781" y="25124"/>
                </a:cubicBezTo>
                <a:lnTo>
                  <a:pt x="45103" y="25124"/>
                </a:lnTo>
                <a:lnTo>
                  <a:pt x="45103" y="23449"/>
                </a:lnTo>
                <a:cubicBezTo>
                  <a:pt x="45103" y="20219"/>
                  <a:pt x="43787" y="17826"/>
                  <a:pt x="41155" y="16271"/>
                </a:cubicBezTo>
                <a:cubicBezTo>
                  <a:pt x="38523" y="14715"/>
                  <a:pt x="34455" y="13878"/>
                  <a:pt x="28952" y="13878"/>
                </a:cubicBezTo>
                <a:cubicBezTo>
                  <a:pt x="24406" y="13878"/>
                  <a:pt x="20219" y="14356"/>
                  <a:pt x="16390" y="15314"/>
                </a:cubicBezTo>
                <a:cubicBezTo>
                  <a:pt x="12562" y="16271"/>
                  <a:pt x="8973" y="17587"/>
                  <a:pt x="5743" y="19262"/>
                </a:cubicBezTo>
                <a:lnTo>
                  <a:pt x="5743" y="3350"/>
                </a:lnTo>
                <a:cubicBezTo>
                  <a:pt x="10169" y="2273"/>
                  <a:pt x="14596" y="1436"/>
                  <a:pt x="19142" y="837"/>
                </a:cubicBezTo>
                <a:cubicBezTo>
                  <a:pt x="23688" y="359"/>
                  <a:pt x="28234" y="0"/>
                  <a:pt x="32781" y="0"/>
                </a:cubicBezTo>
                <a:cubicBezTo>
                  <a:pt x="44505" y="0"/>
                  <a:pt x="52999" y="2393"/>
                  <a:pt x="58263" y="7059"/>
                </a:cubicBezTo>
                <a:cubicBezTo>
                  <a:pt x="63527" y="11724"/>
                  <a:pt x="66159" y="19262"/>
                  <a:pt x="66159" y="2967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959196-CB41-464E-83EA-7435D02B6D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19069" y="7275192"/>
            <a:ext cx="65800" cy="66997"/>
          </a:xfrm>
          <a:custGeom xmlns:a="http://schemas.openxmlformats.org/drawingml/2006/main">
            <a:pathLst>
              <a:path w="65800" h="66997">
                <a:moveTo>
                  <a:pt x="65800" y="27158"/>
                </a:moveTo>
                <a:lnTo>
                  <a:pt x="65800" y="66997"/>
                </a:lnTo>
                <a:lnTo>
                  <a:pt x="44744" y="66997"/>
                </a:lnTo>
                <a:lnTo>
                  <a:pt x="44744" y="60536"/>
                </a:lnTo>
                <a:lnTo>
                  <a:pt x="44744" y="36489"/>
                </a:lnTo>
                <a:cubicBezTo>
                  <a:pt x="44744" y="30866"/>
                  <a:pt x="44625" y="27038"/>
                  <a:pt x="44385" y="24884"/>
                </a:cubicBezTo>
                <a:cubicBezTo>
                  <a:pt x="44146" y="22731"/>
                  <a:pt x="43667" y="21176"/>
                  <a:pt x="43069" y="20099"/>
                </a:cubicBezTo>
                <a:cubicBezTo>
                  <a:pt x="42232" y="18783"/>
                  <a:pt x="41155" y="17706"/>
                  <a:pt x="39719" y="16988"/>
                </a:cubicBezTo>
                <a:cubicBezTo>
                  <a:pt x="38284" y="16271"/>
                  <a:pt x="36609" y="15792"/>
                  <a:pt x="34934" y="15792"/>
                </a:cubicBezTo>
                <a:cubicBezTo>
                  <a:pt x="30507" y="15792"/>
                  <a:pt x="27038" y="17467"/>
                  <a:pt x="24645" y="20817"/>
                </a:cubicBezTo>
                <a:cubicBezTo>
                  <a:pt x="22133" y="24167"/>
                  <a:pt x="20936" y="28832"/>
                  <a:pt x="20936" y="34814"/>
                </a:cubicBezTo>
                <a:lnTo>
                  <a:pt x="20936" y="66997"/>
                </a:lnTo>
                <a:lnTo>
                  <a:pt x="0" y="66997"/>
                </a:lnTo>
                <a:lnTo>
                  <a:pt x="0" y="1555"/>
                </a:lnTo>
                <a:lnTo>
                  <a:pt x="20936" y="1555"/>
                </a:lnTo>
                <a:lnTo>
                  <a:pt x="20936" y="11126"/>
                </a:lnTo>
                <a:cubicBezTo>
                  <a:pt x="24047" y="7298"/>
                  <a:pt x="27277" y="4546"/>
                  <a:pt x="30866" y="2752"/>
                </a:cubicBezTo>
                <a:cubicBezTo>
                  <a:pt x="34455" y="957"/>
                  <a:pt x="38403" y="0"/>
                  <a:pt x="42710" y="0"/>
                </a:cubicBezTo>
                <a:cubicBezTo>
                  <a:pt x="50248" y="0"/>
                  <a:pt x="55990" y="2393"/>
                  <a:pt x="59938" y="6939"/>
                </a:cubicBezTo>
                <a:cubicBezTo>
                  <a:pt x="63766" y="11605"/>
                  <a:pt x="65800" y="18304"/>
                  <a:pt x="65800" y="27158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09F953-644B-436A-8FC6-4FB959ADB9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04251" y="7251264"/>
            <a:ext cx="20936" cy="90924"/>
          </a:xfrm>
          <a:custGeom xmlns:a="http://schemas.openxmlformats.org/drawingml/2006/main">
            <a:pathLst>
              <a:path w="20936" h="90924">
                <a:moveTo>
                  <a:pt x="0" y="25483"/>
                </a:moveTo>
                <a:lnTo>
                  <a:pt x="20936" y="25483"/>
                </a:lnTo>
                <a:lnTo>
                  <a:pt x="20936" y="90924"/>
                </a:lnTo>
                <a:lnTo>
                  <a:pt x="0" y="90924"/>
                </a:lnTo>
                <a:lnTo>
                  <a:pt x="0" y="25483"/>
                </a:lnTo>
                <a:close/>
                <a:moveTo>
                  <a:pt x="0" y="0"/>
                </a:moveTo>
                <a:lnTo>
                  <a:pt x="20936" y="0"/>
                </a:lnTo>
                <a:lnTo>
                  <a:pt x="20936" y="17108"/>
                </a:lnTo>
                <a:lnTo>
                  <a:pt x="0" y="1710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7ECD2A-F939-46CD-84AD-7DF7098FD2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41458" y="7275192"/>
            <a:ext cx="59340" cy="68552"/>
          </a:xfrm>
          <a:custGeom xmlns:a="http://schemas.openxmlformats.org/drawingml/2006/main">
            <a:pathLst>
              <a:path w="59340" h="68552">
                <a:moveTo>
                  <a:pt x="54913" y="3589"/>
                </a:moveTo>
                <a:lnTo>
                  <a:pt x="54913" y="19501"/>
                </a:lnTo>
                <a:cubicBezTo>
                  <a:pt x="50367" y="17706"/>
                  <a:pt x="46060" y="16271"/>
                  <a:pt x="41993" y="15314"/>
                </a:cubicBezTo>
                <a:cubicBezTo>
                  <a:pt x="37805" y="14356"/>
                  <a:pt x="33857" y="13878"/>
                  <a:pt x="30149" y="13878"/>
                </a:cubicBezTo>
                <a:cubicBezTo>
                  <a:pt x="26081" y="13878"/>
                  <a:pt x="23210" y="14476"/>
                  <a:pt x="21295" y="15433"/>
                </a:cubicBezTo>
                <a:cubicBezTo>
                  <a:pt x="19381" y="16390"/>
                  <a:pt x="18424" y="17946"/>
                  <a:pt x="18424" y="19979"/>
                </a:cubicBezTo>
                <a:cubicBezTo>
                  <a:pt x="18424" y="21654"/>
                  <a:pt x="19142" y="22970"/>
                  <a:pt x="20578" y="23808"/>
                </a:cubicBezTo>
                <a:cubicBezTo>
                  <a:pt x="22013" y="24765"/>
                  <a:pt x="24645" y="25363"/>
                  <a:pt x="28474" y="25842"/>
                </a:cubicBezTo>
                <a:lnTo>
                  <a:pt x="32182" y="26320"/>
                </a:lnTo>
                <a:cubicBezTo>
                  <a:pt x="42830" y="27756"/>
                  <a:pt x="50008" y="29909"/>
                  <a:pt x="53717" y="33020"/>
                </a:cubicBezTo>
                <a:cubicBezTo>
                  <a:pt x="57426" y="36130"/>
                  <a:pt x="59340" y="41035"/>
                  <a:pt x="59340" y="47735"/>
                </a:cubicBezTo>
                <a:cubicBezTo>
                  <a:pt x="59340" y="54674"/>
                  <a:pt x="56708" y="59938"/>
                  <a:pt x="51564" y="63408"/>
                </a:cubicBezTo>
                <a:cubicBezTo>
                  <a:pt x="46419" y="66877"/>
                  <a:pt x="38762" y="68552"/>
                  <a:pt x="28593" y="68552"/>
                </a:cubicBezTo>
                <a:cubicBezTo>
                  <a:pt x="24286" y="68552"/>
                  <a:pt x="19740" y="68193"/>
                  <a:pt x="15194" y="67595"/>
                </a:cubicBezTo>
                <a:cubicBezTo>
                  <a:pt x="10528" y="66997"/>
                  <a:pt x="5743" y="66040"/>
                  <a:pt x="957" y="64604"/>
                </a:cubicBezTo>
                <a:lnTo>
                  <a:pt x="957" y="48692"/>
                </a:lnTo>
                <a:cubicBezTo>
                  <a:pt x="5025" y="50846"/>
                  <a:pt x="9332" y="52401"/>
                  <a:pt x="13758" y="53358"/>
                </a:cubicBezTo>
                <a:cubicBezTo>
                  <a:pt x="18065" y="54315"/>
                  <a:pt x="22611" y="54794"/>
                  <a:pt x="27158" y="54794"/>
                </a:cubicBezTo>
                <a:cubicBezTo>
                  <a:pt x="31225" y="54794"/>
                  <a:pt x="34216" y="54315"/>
                  <a:pt x="36370" y="53119"/>
                </a:cubicBezTo>
                <a:cubicBezTo>
                  <a:pt x="38403" y="52042"/>
                  <a:pt x="39480" y="50367"/>
                  <a:pt x="39480" y="48094"/>
                </a:cubicBezTo>
                <a:cubicBezTo>
                  <a:pt x="39480" y="46180"/>
                  <a:pt x="38762" y="44864"/>
                  <a:pt x="37327" y="43907"/>
                </a:cubicBezTo>
                <a:cubicBezTo>
                  <a:pt x="35891" y="42950"/>
                  <a:pt x="33020" y="42232"/>
                  <a:pt x="28832" y="41753"/>
                </a:cubicBezTo>
                <a:lnTo>
                  <a:pt x="25124" y="41275"/>
                </a:lnTo>
                <a:cubicBezTo>
                  <a:pt x="15792" y="40198"/>
                  <a:pt x="9332" y="38045"/>
                  <a:pt x="5623" y="34814"/>
                </a:cubicBezTo>
                <a:cubicBezTo>
                  <a:pt x="1795" y="31704"/>
                  <a:pt x="0" y="26918"/>
                  <a:pt x="0" y="20458"/>
                </a:cubicBezTo>
                <a:cubicBezTo>
                  <a:pt x="0" y="13519"/>
                  <a:pt x="2273" y="8375"/>
                  <a:pt x="7059" y="5025"/>
                </a:cubicBezTo>
                <a:cubicBezTo>
                  <a:pt x="11844" y="1675"/>
                  <a:pt x="19142" y="0"/>
                  <a:pt x="28952" y="0"/>
                </a:cubicBezTo>
                <a:cubicBezTo>
                  <a:pt x="32781" y="0"/>
                  <a:pt x="36729" y="359"/>
                  <a:pt x="41035" y="957"/>
                </a:cubicBezTo>
                <a:cubicBezTo>
                  <a:pt x="45342" y="1555"/>
                  <a:pt x="49889" y="2393"/>
                  <a:pt x="54913" y="358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FB796A-17D1-48D9-A038-FF3D0C8D4A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116470" y="7251264"/>
            <a:ext cx="65800" cy="90924"/>
          </a:xfrm>
          <a:custGeom xmlns:a="http://schemas.openxmlformats.org/drawingml/2006/main">
            <a:pathLst>
              <a:path w="65800" h="90924">
                <a:moveTo>
                  <a:pt x="65800" y="51085"/>
                </a:moveTo>
                <a:lnTo>
                  <a:pt x="65800" y="90924"/>
                </a:lnTo>
                <a:lnTo>
                  <a:pt x="44744" y="90924"/>
                </a:lnTo>
                <a:lnTo>
                  <a:pt x="44744" y="84464"/>
                </a:lnTo>
                <a:lnTo>
                  <a:pt x="44744" y="60536"/>
                </a:lnTo>
                <a:cubicBezTo>
                  <a:pt x="44744" y="54794"/>
                  <a:pt x="44625" y="50965"/>
                  <a:pt x="44385" y="48812"/>
                </a:cubicBezTo>
                <a:cubicBezTo>
                  <a:pt x="44146" y="46658"/>
                  <a:pt x="43667" y="45103"/>
                  <a:pt x="43069" y="44026"/>
                </a:cubicBezTo>
                <a:cubicBezTo>
                  <a:pt x="42232" y="42710"/>
                  <a:pt x="41155" y="41634"/>
                  <a:pt x="39719" y="40916"/>
                </a:cubicBezTo>
                <a:cubicBezTo>
                  <a:pt x="38284" y="40198"/>
                  <a:pt x="36609" y="39719"/>
                  <a:pt x="34934" y="39719"/>
                </a:cubicBezTo>
                <a:cubicBezTo>
                  <a:pt x="30507" y="39719"/>
                  <a:pt x="27038" y="41394"/>
                  <a:pt x="24645" y="44744"/>
                </a:cubicBezTo>
                <a:cubicBezTo>
                  <a:pt x="22133" y="48094"/>
                  <a:pt x="20936" y="52760"/>
                  <a:pt x="20936" y="58742"/>
                </a:cubicBezTo>
                <a:lnTo>
                  <a:pt x="20936" y="90924"/>
                </a:lnTo>
                <a:lnTo>
                  <a:pt x="0" y="90924"/>
                </a:lnTo>
                <a:lnTo>
                  <a:pt x="0" y="0"/>
                </a:lnTo>
                <a:lnTo>
                  <a:pt x="20936" y="0"/>
                </a:lnTo>
                <a:lnTo>
                  <a:pt x="20936" y="35054"/>
                </a:lnTo>
                <a:cubicBezTo>
                  <a:pt x="24047" y="31225"/>
                  <a:pt x="27277" y="28474"/>
                  <a:pt x="30866" y="26679"/>
                </a:cubicBezTo>
                <a:cubicBezTo>
                  <a:pt x="34455" y="24884"/>
                  <a:pt x="38403" y="23927"/>
                  <a:pt x="42710" y="23927"/>
                </a:cubicBezTo>
                <a:cubicBezTo>
                  <a:pt x="50248" y="23927"/>
                  <a:pt x="55990" y="26320"/>
                  <a:pt x="59938" y="30866"/>
                </a:cubicBezTo>
                <a:cubicBezTo>
                  <a:pt x="63766" y="35532"/>
                  <a:pt x="65800" y="42232"/>
                  <a:pt x="65800" y="5108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2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2AB4BACD-4B14-4FB1-BAC9-194DB23CE1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215" y="7151517"/>
            <a:ext cx="3656508" cy="4985"/>
          </a:xfrm>
          <a:custGeom xmlns:a="http://schemas.openxmlformats.org/drawingml/2006/main">
            <a:pathLst>
              <a:path w="3656508" h="4985">
                <a:moveTo>
                  <a:pt x="3656508" y="0"/>
                </a:moveTo>
                <a:lnTo>
                  <a:pt x="3656508" y="0"/>
                </a:lnTo>
                <a:lnTo>
                  <a:pt x="3656508" y="4985"/>
                </a:lnTo>
                <a:lnTo>
                  <a:pt x="0" y="4985"/>
                </a:lnTo>
                <a:lnTo>
                  <a:pt x="0" y="0"/>
                </a:lnTo>
                <a:lnTo>
                  <a:pt x="3656508" y="0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319722-288B-47BF-9269-BDB3004929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0060" y="7113218"/>
            <a:ext cx="71782" cy="90326"/>
          </a:xfrm>
          <a:custGeom xmlns:a="http://schemas.openxmlformats.org/drawingml/2006/main">
            <a:pathLst>
              <a:path w="71782" h="90326">
                <a:moveTo>
                  <a:pt x="49290" y="45103"/>
                </a:moveTo>
                <a:cubicBezTo>
                  <a:pt x="49290" y="34216"/>
                  <a:pt x="48214" y="26559"/>
                  <a:pt x="46180" y="22013"/>
                </a:cubicBezTo>
                <a:cubicBezTo>
                  <a:pt x="44146" y="17587"/>
                  <a:pt x="40677" y="15314"/>
                  <a:pt x="35891" y="15314"/>
                </a:cubicBezTo>
                <a:cubicBezTo>
                  <a:pt x="31106" y="15314"/>
                  <a:pt x="27636" y="17587"/>
                  <a:pt x="25602" y="22013"/>
                </a:cubicBezTo>
                <a:cubicBezTo>
                  <a:pt x="23449" y="26559"/>
                  <a:pt x="22492" y="34216"/>
                  <a:pt x="22492" y="45103"/>
                </a:cubicBezTo>
                <a:cubicBezTo>
                  <a:pt x="22492" y="56110"/>
                  <a:pt x="23449" y="63886"/>
                  <a:pt x="25602" y="68432"/>
                </a:cubicBezTo>
                <a:cubicBezTo>
                  <a:pt x="27636" y="72979"/>
                  <a:pt x="31106" y="75132"/>
                  <a:pt x="35891" y="75132"/>
                </a:cubicBezTo>
                <a:cubicBezTo>
                  <a:pt x="40677" y="75132"/>
                  <a:pt x="44026" y="72979"/>
                  <a:pt x="46180" y="68432"/>
                </a:cubicBezTo>
                <a:cubicBezTo>
                  <a:pt x="48214" y="63886"/>
                  <a:pt x="49290" y="56110"/>
                  <a:pt x="49290" y="45103"/>
                </a:cubicBezTo>
                <a:close/>
                <a:moveTo>
                  <a:pt x="71782" y="45223"/>
                </a:moveTo>
                <a:cubicBezTo>
                  <a:pt x="71782" y="59699"/>
                  <a:pt x="68672" y="70825"/>
                  <a:pt x="62450" y="78601"/>
                </a:cubicBezTo>
                <a:cubicBezTo>
                  <a:pt x="56229" y="86497"/>
                  <a:pt x="47376" y="90326"/>
                  <a:pt x="35891" y="90326"/>
                </a:cubicBezTo>
                <a:cubicBezTo>
                  <a:pt x="24406" y="90326"/>
                  <a:pt x="15553" y="86497"/>
                  <a:pt x="9332" y="78601"/>
                </a:cubicBezTo>
                <a:cubicBezTo>
                  <a:pt x="3111" y="70825"/>
                  <a:pt x="0" y="59699"/>
                  <a:pt x="0" y="45223"/>
                </a:cubicBezTo>
                <a:cubicBezTo>
                  <a:pt x="0" y="30866"/>
                  <a:pt x="3111" y="19740"/>
                  <a:pt x="9332" y="11844"/>
                </a:cubicBezTo>
                <a:cubicBezTo>
                  <a:pt x="15553" y="3948"/>
                  <a:pt x="24406" y="0"/>
                  <a:pt x="35891" y="0"/>
                </a:cubicBezTo>
                <a:cubicBezTo>
                  <a:pt x="47376" y="0"/>
                  <a:pt x="56229" y="3948"/>
                  <a:pt x="62450" y="11844"/>
                </a:cubicBezTo>
                <a:cubicBezTo>
                  <a:pt x="68672" y="19740"/>
                  <a:pt x="71782" y="30866"/>
                  <a:pt x="71782" y="4522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4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4E023C2F-C455-429E-8A42-F540170118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215" y="6559354"/>
            <a:ext cx="3656508" cy="9970"/>
          </a:xfrm>
          <a:custGeom xmlns:a="http://schemas.openxmlformats.org/drawingml/2006/main">
            <a:pathLst>
              <a:path w="3656508" h="9970">
                <a:moveTo>
                  <a:pt x="3656508" y="9970"/>
                </a:moveTo>
                <a:lnTo>
                  <a:pt x="3656508" y="9970"/>
                </a:lnTo>
                <a:lnTo>
                  <a:pt x="0" y="9970"/>
                </a:lnTo>
                <a:lnTo>
                  <a:pt x="0" y="0"/>
                </a:lnTo>
                <a:lnTo>
                  <a:pt x="3656508" y="0"/>
                </a:lnTo>
                <a:lnTo>
                  <a:pt x="3656508" y="0"/>
                </a:lnTo>
                <a:lnTo>
                  <a:pt x="3656508" y="9970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84EFFB-98B6-42B4-B83C-55392F5CDE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7836" y="6522611"/>
            <a:ext cx="61493" cy="87215"/>
          </a:xfrm>
          <a:custGeom xmlns:a="http://schemas.openxmlformats.org/drawingml/2006/main">
            <a:pathLst>
              <a:path w="61493" h="87215">
                <a:moveTo>
                  <a:pt x="479" y="71663"/>
                </a:moveTo>
                <a:lnTo>
                  <a:pt x="20338" y="71663"/>
                </a:lnTo>
                <a:lnTo>
                  <a:pt x="20338" y="15314"/>
                </a:lnTo>
                <a:lnTo>
                  <a:pt x="0" y="19501"/>
                </a:lnTo>
                <a:lnTo>
                  <a:pt x="0" y="4187"/>
                </a:lnTo>
                <a:lnTo>
                  <a:pt x="20219" y="0"/>
                </a:lnTo>
                <a:lnTo>
                  <a:pt x="41634" y="0"/>
                </a:lnTo>
                <a:lnTo>
                  <a:pt x="41634" y="71663"/>
                </a:lnTo>
                <a:lnTo>
                  <a:pt x="61493" y="71663"/>
                </a:lnTo>
                <a:lnTo>
                  <a:pt x="61493" y="87215"/>
                </a:lnTo>
                <a:lnTo>
                  <a:pt x="479" y="87215"/>
                </a:lnTo>
                <a:lnTo>
                  <a:pt x="479" y="7166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6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60D1CD06-861D-4659-8E0F-D5AC56D752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215" y="5967191"/>
            <a:ext cx="3656508" cy="9970"/>
          </a:xfrm>
          <a:custGeom xmlns:a="http://schemas.openxmlformats.org/drawingml/2006/main">
            <a:pathLst>
              <a:path w="3656508" h="9970">
                <a:moveTo>
                  <a:pt x="3656508" y="9970"/>
                </a:moveTo>
                <a:lnTo>
                  <a:pt x="3656508" y="9970"/>
                </a:lnTo>
                <a:lnTo>
                  <a:pt x="0" y="9970"/>
                </a:lnTo>
                <a:lnTo>
                  <a:pt x="0" y="0"/>
                </a:lnTo>
                <a:lnTo>
                  <a:pt x="3656508" y="0"/>
                </a:lnTo>
                <a:lnTo>
                  <a:pt x="3656508" y="0"/>
                </a:lnTo>
                <a:lnTo>
                  <a:pt x="3656508" y="9970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9D3C68-68D0-47E2-9E7F-E76C147CCA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3769" y="5928892"/>
            <a:ext cx="63408" cy="88771"/>
          </a:xfrm>
          <a:custGeom xmlns:a="http://schemas.openxmlformats.org/drawingml/2006/main">
            <a:pathLst>
              <a:path w="63408" h="88771">
                <a:moveTo>
                  <a:pt x="25004" y="72261"/>
                </a:moveTo>
                <a:lnTo>
                  <a:pt x="63408" y="72261"/>
                </a:lnTo>
                <a:lnTo>
                  <a:pt x="63408" y="88771"/>
                </a:lnTo>
                <a:lnTo>
                  <a:pt x="0" y="88771"/>
                </a:lnTo>
                <a:lnTo>
                  <a:pt x="0" y="72261"/>
                </a:lnTo>
                <a:lnTo>
                  <a:pt x="31823" y="44146"/>
                </a:lnTo>
                <a:cubicBezTo>
                  <a:pt x="34695" y="41634"/>
                  <a:pt x="36729" y="39121"/>
                  <a:pt x="38164" y="36609"/>
                </a:cubicBezTo>
                <a:cubicBezTo>
                  <a:pt x="39480" y="34216"/>
                  <a:pt x="40198" y="31584"/>
                  <a:pt x="40198" y="28952"/>
                </a:cubicBezTo>
                <a:cubicBezTo>
                  <a:pt x="40198" y="24884"/>
                  <a:pt x="38762" y="21654"/>
                  <a:pt x="36011" y="19142"/>
                </a:cubicBezTo>
                <a:cubicBezTo>
                  <a:pt x="33259" y="16630"/>
                  <a:pt x="29670" y="15314"/>
                  <a:pt x="25124" y="15314"/>
                </a:cubicBezTo>
                <a:cubicBezTo>
                  <a:pt x="21535" y="15314"/>
                  <a:pt x="17706" y="16151"/>
                  <a:pt x="13639" y="17587"/>
                </a:cubicBezTo>
                <a:cubicBezTo>
                  <a:pt x="9451" y="19142"/>
                  <a:pt x="5025" y="21415"/>
                  <a:pt x="239" y="24286"/>
                </a:cubicBezTo>
                <a:lnTo>
                  <a:pt x="239" y="5144"/>
                </a:lnTo>
                <a:cubicBezTo>
                  <a:pt x="5264" y="3469"/>
                  <a:pt x="10289" y="2273"/>
                  <a:pt x="15314" y="1316"/>
                </a:cubicBezTo>
                <a:cubicBezTo>
                  <a:pt x="20219" y="479"/>
                  <a:pt x="25004" y="0"/>
                  <a:pt x="29790" y="0"/>
                </a:cubicBezTo>
                <a:cubicBezTo>
                  <a:pt x="40198" y="0"/>
                  <a:pt x="48333" y="2393"/>
                  <a:pt x="54076" y="6939"/>
                </a:cubicBezTo>
                <a:cubicBezTo>
                  <a:pt x="59818" y="11485"/>
                  <a:pt x="62809" y="17946"/>
                  <a:pt x="62809" y="26081"/>
                </a:cubicBezTo>
                <a:cubicBezTo>
                  <a:pt x="62809" y="30866"/>
                  <a:pt x="61493" y="35413"/>
                  <a:pt x="59101" y="39480"/>
                </a:cubicBezTo>
                <a:cubicBezTo>
                  <a:pt x="56588" y="43548"/>
                  <a:pt x="51444" y="49051"/>
                  <a:pt x="43667" y="55870"/>
                </a:cubicBezTo>
                <a:lnTo>
                  <a:pt x="25004" y="7226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8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7139F178-24BA-4D3B-A4B8-5FBDF33B44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215" y="5375028"/>
            <a:ext cx="3656508" cy="9970"/>
          </a:xfrm>
          <a:custGeom xmlns:a="http://schemas.openxmlformats.org/drawingml/2006/main">
            <a:pathLst>
              <a:path w="3656508" h="9970">
                <a:moveTo>
                  <a:pt x="3656508" y="9970"/>
                </a:moveTo>
                <a:lnTo>
                  <a:pt x="3656508" y="9970"/>
                </a:lnTo>
                <a:lnTo>
                  <a:pt x="0" y="9970"/>
                </a:lnTo>
                <a:lnTo>
                  <a:pt x="0" y="0"/>
                </a:lnTo>
                <a:lnTo>
                  <a:pt x="3656508" y="0"/>
                </a:lnTo>
                <a:lnTo>
                  <a:pt x="3656508" y="0"/>
                </a:lnTo>
                <a:lnTo>
                  <a:pt x="3656508" y="9970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26E528-A057-4856-A58F-E8C39BAF8F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2333" y="5336729"/>
            <a:ext cx="65681" cy="90326"/>
          </a:xfrm>
          <a:custGeom xmlns:a="http://schemas.openxmlformats.org/drawingml/2006/main">
            <a:pathLst>
              <a:path w="65681" h="90326">
                <a:moveTo>
                  <a:pt x="47735" y="41753"/>
                </a:moveTo>
                <a:cubicBezTo>
                  <a:pt x="53597" y="43309"/>
                  <a:pt x="58024" y="45941"/>
                  <a:pt x="61134" y="49649"/>
                </a:cubicBezTo>
                <a:cubicBezTo>
                  <a:pt x="64125" y="53478"/>
                  <a:pt x="65681" y="58263"/>
                  <a:pt x="65681" y="64006"/>
                </a:cubicBezTo>
                <a:cubicBezTo>
                  <a:pt x="65681" y="72620"/>
                  <a:pt x="62331" y="79200"/>
                  <a:pt x="55751" y="83626"/>
                </a:cubicBezTo>
                <a:cubicBezTo>
                  <a:pt x="49051" y="88172"/>
                  <a:pt x="39480" y="90326"/>
                  <a:pt x="26799" y="90326"/>
                </a:cubicBezTo>
                <a:cubicBezTo>
                  <a:pt x="22252" y="90326"/>
                  <a:pt x="17826" y="89967"/>
                  <a:pt x="13280" y="89249"/>
                </a:cubicBezTo>
                <a:cubicBezTo>
                  <a:pt x="8733" y="88651"/>
                  <a:pt x="4307" y="87574"/>
                  <a:pt x="0" y="86139"/>
                </a:cubicBezTo>
                <a:lnTo>
                  <a:pt x="0" y="68791"/>
                </a:lnTo>
                <a:cubicBezTo>
                  <a:pt x="4187" y="70945"/>
                  <a:pt x="8375" y="72500"/>
                  <a:pt x="12562" y="73577"/>
                </a:cubicBezTo>
                <a:cubicBezTo>
                  <a:pt x="16630" y="74653"/>
                  <a:pt x="20697" y="75132"/>
                  <a:pt x="24765" y="75132"/>
                </a:cubicBezTo>
                <a:cubicBezTo>
                  <a:pt x="30747" y="75132"/>
                  <a:pt x="35293" y="74175"/>
                  <a:pt x="38403" y="72021"/>
                </a:cubicBezTo>
                <a:cubicBezTo>
                  <a:pt x="41514" y="69988"/>
                  <a:pt x="43189" y="66997"/>
                  <a:pt x="43189" y="63168"/>
                </a:cubicBezTo>
                <a:cubicBezTo>
                  <a:pt x="43189" y="59220"/>
                  <a:pt x="41514" y="56229"/>
                  <a:pt x="38284" y="54196"/>
                </a:cubicBezTo>
                <a:cubicBezTo>
                  <a:pt x="35054" y="52162"/>
                  <a:pt x="30268" y="51085"/>
                  <a:pt x="23927" y="51085"/>
                </a:cubicBezTo>
                <a:lnTo>
                  <a:pt x="14955" y="51085"/>
                </a:lnTo>
                <a:lnTo>
                  <a:pt x="14955" y="36609"/>
                </a:lnTo>
                <a:lnTo>
                  <a:pt x="24406" y="36609"/>
                </a:lnTo>
                <a:cubicBezTo>
                  <a:pt x="30029" y="36609"/>
                  <a:pt x="34216" y="35771"/>
                  <a:pt x="36968" y="33977"/>
                </a:cubicBezTo>
                <a:cubicBezTo>
                  <a:pt x="39719" y="32302"/>
                  <a:pt x="41155" y="29550"/>
                  <a:pt x="41155" y="25842"/>
                </a:cubicBezTo>
                <a:cubicBezTo>
                  <a:pt x="41155" y="22492"/>
                  <a:pt x="39719" y="19979"/>
                  <a:pt x="37087" y="18065"/>
                </a:cubicBezTo>
                <a:cubicBezTo>
                  <a:pt x="34455" y="16271"/>
                  <a:pt x="30627" y="15314"/>
                  <a:pt x="25722" y="15314"/>
                </a:cubicBezTo>
                <a:cubicBezTo>
                  <a:pt x="22133" y="15314"/>
                  <a:pt x="18424" y="15792"/>
                  <a:pt x="14715" y="16630"/>
                </a:cubicBezTo>
                <a:cubicBezTo>
                  <a:pt x="11007" y="17467"/>
                  <a:pt x="7298" y="18663"/>
                  <a:pt x="3709" y="20219"/>
                </a:cubicBezTo>
                <a:lnTo>
                  <a:pt x="3709" y="3709"/>
                </a:lnTo>
                <a:cubicBezTo>
                  <a:pt x="8135" y="2512"/>
                  <a:pt x="12562" y="1555"/>
                  <a:pt x="16869" y="957"/>
                </a:cubicBezTo>
                <a:cubicBezTo>
                  <a:pt x="21176" y="359"/>
                  <a:pt x="25483" y="0"/>
                  <a:pt x="29790" y="0"/>
                </a:cubicBezTo>
                <a:cubicBezTo>
                  <a:pt x="41035" y="0"/>
                  <a:pt x="49530" y="1914"/>
                  <a:pt x="55153" y="5623"/>
                </a:cubicBezTo>
                <a:cubicBezTo>
                  <a:pt x="60776" y="9332"/>
                  <a:pt x="63647" y="14955"/>
                  <a:pt x="63647" y="22372"/>
                </a:cubicBezTo>
                <a:cubicBezTo>
                  <a:pt x="63647" y="27516"/>
                  <a:pt x="62211" y="31704"/>
                  <a:pt x="59579" y="34934"/>
                </a:cubicBezTo>
                <a:cubicBezTo>
                  <a:pt x="56947" y="38164"/>
                  <a:pt x="52999" y="40437"/>
                  <a:pt x="47735" y="4175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0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3F7D1926-405F-4820-989F-27C32D917A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215" y="4782865"/>
            <a:ext cx="3656508" cy="9970"/>
          </a:xfrm>
          <a:custGeom xmlns:a="http://schemas.openxmlformats.org/drawingml/2006/main">
            <a:pathLst>
              <a:path w="3656508" h="9970">
                <a:moveTo>
                  <a:pt x="3656508" y="9970"/>
                </a:moveTo>
                <a:lnTo>
                  <a:pt x="3656508" y="9970"/>
                </a:lnTo>
                <a:lnTo>
                  <a:pt x="0" y="9970"/>
                </a:lnTo>
                <a:lnTo>
                  <a:pt x="0" y="0"/>
                </a:lnTo>
                <a:lnTo>
                  <a:pt x="3656508" y="0"/>
                </a:lnTo>
                <a:lnTo>
                  <a:pt x="3656508" y="0"/>
                </a:lnTo>
                <a:lnTo>
                  <a:pt x="3656508" y="9970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A99FFB-C6D1-49B1-AA49-306415A02A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9701" y="4746122"/>
            <a:ext cx="72380" cy="87215"/>
          </a:xfrm>
          <a:custGeom xmlns:a="http://schemas.openxmlformats.org/drawingml/2006/main">
            <a:pathLst>
              <a:path w="72380" h="87215">
                <a:moveTo>
                  <a:pt x="38643" y="18544"/>
                </a:moveTo>
                <a:lnTo>
                  <a:pt x="13998" y="55033"/>
                </a:lnTo>
                <a:lnTo>
                  <a:pt x="38643" y="55033"/>
                </a:lnTo>
                <a:lnTo>
                  <a:pt x="38643" y="18544"/>
                </a:lnTo>
                <a:close/>
                <a:moveTo>
                  <a:pt x="34934" y="0"/>
                </a:moveTo>
                <a:lnTo>
                  <a:pt x="59938" y="0"/>
                </a:lnTo>
                <a:lnTo>
                  <a:pt x="59938" y="55033"/>
                </a:lnTo>
                <a:lnTo>
                  <a:pt x="72380" y="55033"/>
                </a:lnTo>
                <a:lnTo>
                  <a:pt x="72380" y="71304"/>
                </a:lnTo>
                <a:lnTo>
                  <a:pt x="59938" y="71304"/>
                </a:lnTo>
                <a:lnTo>
                  <a:pt x="59938" y="87215"/>
                </a:lnTo>
                <a:lnTo>
                  <a:pt x="38643" y="87215"/>
                </a:lnTo>
                <a:lnTo>
                  <a:pt x="38643" y="71304"/>
                </a:lnTo>
                <a:lnTo>
                  <a:pt x="0" y="71304"/>
                </a:lnTo>
                <a:lnTo>
                  <a:pt x="0" y="52042"/>
                </a:lnTo>
                <a:lnTo>
                  <a:pt x="34934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2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74BFE7F7-F826-4737-BBCA-665B6BDAB9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215" y="4195687"/>
            <a:ext cx="3656508" cy="4985"/>
          </a:xfrm>
          <a:custGeom xmlns:a="http://schemas.openxmlformats.org/drawingml/2006/main">
            <a:pathLst>
              <a:path w="3656508" h="4985">
                <a:moveTo>
                  <a:pt x="3656508" y="4985"/>
                </a:moveTo>
                <a:lnTo>
                  <a:pt x="3656508" y="4985"/>
                </a:lnTo>
                <a:lnTo>
                  <a:pt x="0" y="4985"/>
                </a:lnTo>
                <a:lnTo>
                  <a:pt x="0" y="0"/>
                </a:lnTo>
                <a:lnTo>
                  <a:pt x="3656508" y="0"/>
                </a:lnTo>
                <a:lnTo>
                  <a:pt x="3656508" y="4985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9D009B-271F-45D3-9751-FE01CDB8F4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3529" y="4153959"/>
            <a:ext cx="65681" cy="88771"/>
          </a:xfrm>
          <a:custGeom xmlns:a="http://schemas.openxmlformats.org/drawingml/2006/main">
            <a:pathLst>
              <a:path w="65681" h="88771">
                <a:moveTo>
                  <a:pt x="3469" y="0"/>
                </a:moveTo>
                <a:lnTo>
                  <a:pt x="59340" y="0"/>
                </a:lnTo>
                <a:lnTo>
                  <a:pt x="59340" y="16510"/>
                </a:lnTo>
                <a:lnTo>
                  <a:pt x="21415" y="16510"/>
                </a:lnTo>
                <a:lnTo>
                  <a:pt x="21415" y="30029"/>
                </a:lnTo>
                <a:cubicBezTo>
                  <a:pt x="23090" y="29550"/>
                  <a:pt x="24765" y="29191"/>
                  <a:pt x="26559" y="28952"/>
                </a:cubicBezTo>
                <a:cubicBezTo>
                  <a:pt x="28234" y="28713"/>
                  <a:pt x="30029" y="28593"/>
                  <a:pt x="31943" y="28593"/>
                </a:cubicBezTo>
                <a:cubicBezTo>
                  <a:pt x="42591" y="28593"/>
                  <a:pt x="50846" y="31345"/>
                  <a:pt x="56828" y="36609"/>
                </a:cubicBezTo>
                <a:cubicBezTo>
                  <a:pt x="62690" y="41873"/>
                  <a:pt x="65681" y="49290"/>
                  <a:pt x="65681" y="58742"/>
                </a:cubicBezTo>
                <a:cubicBezTo>
                  <a:pt x="65681" y="68193"/>
                  <a:pt x="62450" y="75611"/>
                  <a:pt x="55990" y="80875"/>
                </a:cubicBezTo>
                <a:cubicBezTo>
                  <a:pt x="49530" y="86139"/>
                  <a:pt x="40557" y="88771"/>
                  <a:pt x="29191" y="88771"/>
                </a:cubicBezTo>
                <a:cubicBezTo>
                  <a:pt x="24167" y="88771"/>
                  <a:pt x="19262" y="88292"/>
                  <a:pt x="14476" y="87335"/>
                </a:cubicBezTo>
                <a:cubicBezTo>
                  <a:pt x="9571" y="86497"/>
                  <a:pt x="4785" y="85062"/>
                  <a:pt x="0" y="83148"/>
                </a:cubicBezTo>
                <a:lnTo>
                  <a:pt x="0" y="65441"/>
                </a:lnTo>
                <a:cubicBezTo>
                  <a:pt x="4785" y="68193"/>
                  <a:pt x="9212" y="70227"/>
                  <a:pt x="13519" y="71543"/>
                </a:cubicBezTo>
                <a:cubicBezTo>
                  <a:pt x="17826" y="72979"/>
                  <a:pt x="21774" y="73577"/>
                  <a:pt x="25602" y="73577"/>
                </a:cubicBezTo>
                <a:cubicBezTo>
                  <a:pt x="30986" y="73577"/>
                  <a:pt x="35293" y="72261"/>
                  <a:pt x="38403" y="69629"/>
                </a:cubicBezTo>
                <a:cubicBezTo>
                  <a:pt x="41514" y="66997"/>
                  <a:pt x="43189" y="63288"/>
                  <a:pt x="43189" y="58742"/>
                </a:cubicBezTo>
                <a:cubicBezTo>
                  <a:pt x="43189" y="54196"/>
                  <a:pt x="41514" y="50606"/>
                  <a:pt x="38403" y="47974"/>
                </a:cubicBezTo>
                <a:cubicBezTo>
                  <a:pt x="35293" y="45342"/>
                  <a:pt x="30986" y="43907"/>
                  <a:pt x="25602" y="43907"/>
                </a:cubicBezTo>
                <a:cubicBezTo>
                  <a:pt x="22252" y="43907"/>
                  <a:pt x="18783" y="44385"/>
                  <a:pt x="15194" y="45223"/>
                </a:cubicBezTo>
                <a:cubicBezTo>
                  <a:pt x="11605" y="46060"/>
                  <a:pt x="7657" y="47376"/>
                  <a:pt x="3469" y="49051"/>
                </a:cubicBezTo>
                <a:lnTo>
                  <a:pt x="3469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A290E6-F3A0-4EB6-983E-2230A2CD5D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0743" y="5788426"/>
            <a:ext cx="90326" cy="68791"/>
          </a:xfrm>
          <a:custGeom xmlns:a="http://schemas.openxmlformats.org/drawingml/2006/main">
            <a:pathLst>
              <a:path w="90326" h="68791">
                <a:moveTo>
                  <a:pt x="4307" y="5743"/>
                </a:moveTo>
                <a:lnTo>
                  <a:pt x="22731" y="5743"/>
                </a:lnTo>
                <a:cubicBezTo>
                  <a:pt x="20578" y="10528"/>
                  <a:pt x="19022" y="15194"/>
                  <a:pt x="17946" y="19740"/>
                </a:cubicBezTo>
                <a:cubicBezTo>
                  <a:pt x="16869" y="24286"/>
                  <a:pt x="16271" y="28593"/>
                  <a:pt x="16271" y="32661"/>
                </a:cubicBezTo>
                <a:cubicBezTo>
                  <a:pt x="16271" y="38045"/>
                  <a:pt x="17108" y="41993"/>
                  <a:pt x="18544" y="44625"/>
                </a:cubicBezTo>
                <a:cubicBezTo>
                  <a:pt x="19979" y="47257"/>
                  <a:pt x="22252" y="48453"/>
                  <a:pt x="25363" y="48453"/>
                </a:cubicBezTo>
                <a:cubicBezTo>
                  <a:pt x="27756" y="48453"/>
                  <a:pt x="29670" y="47615"/>
                  <a:pt x="30866" y="45821"/>
                </a:cubicBezTo>
                <a:cubicBezTo>
                  <a:pt x="32182" y="44146"/>
                  <a:pt x="33259" y="40916"/>
                  <a:pt x="34216" y="36370"/>
                </a:cubicBezTo>
                <a:lnTo>
                  <a:pt x="36130" y="26799"/>
                </a:lnTo>
                <a:cubicBezTo>
                  <a:pt x="38045" y="17228"/>
                  <a:pt x="41035" y="10289"/>
                  <a:pt x="44983" y="6221"/>
                </a:cubicBezTo>
                <a:cubicBezTo>
                  <a:pt x="49051" y="2153"/>
                  <a:pt x="54674" y="0"/>
                  <a:pt x="61972" y="0"/>
                </a:cubicBezTo>
                <a:cubicBezTo>
                  <a:pt x="71543" y="0"/>
                  <a:pt x="78721" y="2871"/>
                  <a:pt x="83387" y="8614"/>
                </a:cubicBezTo>
                <a:cubicBezTo>
                  <a:pt x="88053" y="14356"/>
                  <a:pt x="90326" y="22970"/>
                  <a:pt x="90326" y="34695"/>
                </a:cubicBezTo>
                <a:cubicBezTo>
                  <a:pt x="90326" y="40198"/>
                  <a:pt x="89728" y="45821"/>
                  <a:pt x="88771" y="51324"/>
                </a:cubicBezTo>
                <a:cubicBezTo>
                  <a:pt x="87814" y="56947"/>
                  <a:pt x="86378" y="62570"/>
                  <a:pt x="84224" y="68073"/>
                </a:cubicBezTo>
                <a:lnTo>
                  <a:pt x="65202" y="68073"/>
                </a:lnTo>
                <a:cubicBezTo>
                  <a:pt x="68193" y="62570"/>
                  <a:pt x="70466" y="57186"/>
                  <a:pt x="71902" y="51922"/>
                </a:cubicBezTo>
                <a:cubicBezTo>
                  <a:pt x="73457" y="46778"/>
                  <a:pt x="74175" y="41753"/>
                  <a:pt x="74175" y="36848"/>
                </a:cubicBezTo>
                <a:cubicBezTo>
                  <a:pt x="74175" y="32063"/>
                  <a:pt x="73457" y="28234"/>
                  <a:pt x="71782" y="25602"/>
                </a:cubicBezTo>
                <a:cubicBezTo>
                  <a:pt x="70107" y="22970"/>
                  <a:pt x="67834" y="21654"/>
                  <a:pt x="64724" y="21654"/>
                </a:cubicBezTo>
                <a:cubicBezTo>
                  <a:pt x="62092" y="21654"/>
                  <a:pt x="59938" y="22611"/>
                  <a:pt x="58502" y="24406"/>
                </a:cubicBezTo>
                <a:cubicBezTo>
                  <a:pt x="57067" y="26200"/>
                  <a:pt x="55631" y="29670"/>
                  <a:pt x="54435" y="34934"/>
                </a:cubicBezTo>
                <a:lnTo>
                  <a:pt x="52521" y="43667"/>
                </a:lnTo>
                <a:cubicBezTo>
                  <a:pt x="50606" y="52401"/>
                  <a:pt x="47615" y="58742"/>
                  <a:pt x="43548" y="62809"/>
                </a:cubicBezTo>
                <a:cubicBezTo>
                  <a:pt x="39480" y="66877"/>
                  <a:pt x="33977" y="68791"/>
                  <a:pt x="27038" y="68791"/>
                </a:cubicBezTo>
                <a:cubicBezTo>
                  <a:pt x="18424" y="68791"/>
                  <a:pt x="11724" y="66040"/>
                  <a:pt x="7059" y="60417"/>
                </a:cubicBezTo>
                <a:cubicBezTo>
                  <a:pt x="2393" y="54913"/>
                  <a:pt x="0" y="46778"/>
                  <a:pt x="0" y="36250"/>
                </a:cubicBezTo>
                <a:cubicBezTo>
                  <a:pt x="0" y="31465"/>
                  <a:pt x="359" y="26559"/>
                  <a:pt x="1077" y="21535"/>
                </a:cubicBezTo>
                <a:cubicBezTo>
                  <a:pt x="1795" y="16510"/>
                  <a:pt x="2871" y="11246"/>
                  <a:pt x="4307" y="574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CA2E40-0E79-43E6-B20A-32CA9F3C8B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517" y="5716763"/>
            <a:ext cx="68552" cy="57785"/>
          </a:xfrm>
          <a:custGeom xmlns:a="http://schemas.openxmlformats.org/drawingml/2006/main">
            <a:pathLst>
              <a:path w="68552" h="57785">
                <a:moveTo>
                  <a:pt x="3589" y="0"/>
                </a:moveTo>
                <a:lnTo>
                  <a:pt x="20697" y="0"/>
                </a:lnTo>
                <a:cubicBezTo>
                  <a:pt x="18783" y="2871"/>
                  <a:pt x="17347" y="5743"/>
                  <a:pt x="16390" y="8614"/>
                </a:cubicBezTo>
                <a:cubicBezTo>
                  <a:pt x="15433" y="11485"/>
                  <a:pt x="14955" y="14476"/>
                  <a:pt x="14955" y="17467"/>
                </a:cubicBezTo>
                <a:cubicBezTo>
                  <a:pt x="14955" y="23329"/>
                  <a:pt x="16749" y="27875"/>
                  <a:pt x="20099" y="31106"/>
                </a:cubicBezTo>
                <a:cubicBezTo>
                  <a:pt x="23449" y="34455"/>
                  <a:pt x="28234" y="36011"/>
                  <a:pt x="34336" y="36011"/>
                </a:cubicBezTo>
                <a:cubicBezTo>
                  <a:pt x="40557" y="36011"/>
                  <a:pt x="45342" y="34455"/>
                  <a:pt x="48692" y="31106"/>
                </a:cubicBezTo>
                <a:cubicBezTo>
                  <a:pt x="52042" y="27875"/>
                  <a:pt x="53717" y="23329"/>
                  <a:pt x="53717" y="17467"/>
                </a:cubicBezTo>
                <a:cubicBezTo>
                  <a:pt x="53717" y="14237"/>
                  <a:pt x="53238" y="11126"/>
                  <a:pt x="52281" y="8135"/>
                </a:cubicBezTo>
                <a:cubicBezTo>
                  <a:pt x="51324" y="5264"/>
                  <a:pt x="49889" y="2512"/>
                  <a:pt x="47974" y="0"/>
                </a:cubicBezTo>
                <a:lnTo>
                  <a:pt x="65082" y="0"/>
                </a:lnTo>
                <a:cubicBezTo>
                  <a:pt x="66279" y="3350"/>
                  <a:pt x="67116" y="6700"/>
                  <a:pt x="67714" y="10050"/>
                </a:cubicBezTo>
                <a:cubicBezTo>
                  <a:pt x="68193" y="13399"/>
                  <a:pt x="68552" y="16749"/>
                  <a:pt x="68552" y="20099"/>
                </a:cubicBezTo>
                <a:cubicBezTo>
                  <a:pt x="68552" y="31943"/>
                  <a:pt x="65561" y="41155"/>
                  <a:pt x="59579" y="47855"/>
                </a:cubicBezTo>
                <a:cubicBezTo>
                  <a:pt x="53597" y="54554"/>
                  <a:pt x="45103" y="57785"/>
                  <a:pt x="34336" y="57785"/>
                </a:cubicBezTo>
                <a:cubicBezTo>
                  <a:pt x="23568" y="57785"/>
                  <a:pt x="15194" y="54554"/>
                  <a:pt x="9092" y="47855"/>
                </a:cubicBezTo>
                <a:cubicBezTo>
                  <a:pt x="3111" y="41155"/>
                  <a:pt x="0" y="31943"/>
                  <a:pt x="0" y="20099"/>
                </a:cubicBezTo>
                <a:cubicBezTo>
                  <a:pt x="0" y="16749"/>
                  <a:pt x="359" y="13399"/>
                  <a:pt x="957" y="10050"/>
                </a:cubicBezTo>
                <a:cubicBezTo>
                  <a:pt x="1555" y="6700"/>
                  <a:pt x="2393" y="3350"/>
                  <a:pt x="3589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22AF57-C3A2-40BC-B428-748DB74404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517" y="5631702"/>
            <a:ext cx="68552" cy="71902"/>
          </a:xfrm>
          <a:custGeom xmlns:a="http://schemas.openxmlformats.org/drawingml/2006/main">
            <a:pathLst>
              <a:path w="68552" h="71902">
                <a:moveTo>
                  <a:pt x="14955" y="35891"/>
                </a:moveTo>
                <a:cubicBezTo>
                  <a:pt x="14955" y="40557"/>
                  <a:pt x="16630" y="44146"/>
                  <a:pt x="19979" y="46539"/>
                </a:cubicBezTo>
                <a:cubicBezTo>
                  <a:pt x="23329" y="48932"/>
                  <a:pt x="28115" y="50128"/>
                  <a:pt x="34336" y="50128"/>
                </a:cubicBezTo>
                <a:cubicBezTo>
                  <a:pt x="40677" y="50128"/>
                  <a:pt x="45462" y="48932"/>
                  <a:pt x="48812" y="46539"/>
                </a:cubicBezTo>
                <a:cubicBezTo>
                  <a:pt x="52162" y="44146"/>
                  <a:pt x="53717" y="40557"/>
                  <a:pt x="53717" y="35891"/>
                </a:cubicBezTo>
                <a:cubicBezTo>
                  <a:pt x="53717" y="31345"/>
                  <a:pt x="52162" y="27875"/>
                  <a:pt x="48812" y="25483"/>
                </a:cubicBezTo>
                <a:cubicBezTo>
                  <a:pt x="45462" y="23090"/>
                  <a:pt x="40677" y="21774"/>
                  <a:pt x="34336" y="21774"/>
                </a:cubicBezTo>
                <a:cubicBezTo>
                  <a:pt x="28115" y="21774"/>
                  <a:pt x="23329" y="23090"/>
                  <a:pt x="19979" y="25483"/>
                </a:cubicBezTo>
                <a:cubicBezTo>
                  <a:pt x="16630" y="27875"/>
                  <a:pt x="14955" y="31345"/>
                  <a:pt x="14955" y="35891"/>
                </a:cubicBezTo>
                <a:close/>
                <a:moveTo>
                  <a:pt x="0" y="35891"/>
                </a:moveTo>
                <a:cubicBezTo>
                  <a:pt x="0" y="24645"/>
                  <a:pt x="3111" y="15912"/>
                  <a:pt x="9092" y="9571"/>
                </a:cubicBezTo>
                <a:cubicBezTo>
                  <a:pt x="15194" y="3230"/>
                  <a:pt x="23568" y="0"/>
                  <a:pt x="34336" y="0"/>
                </a:cubicBezTo>
                <a:cubicBezTo>
                  <a:pt x="45103" y="0"/>
                  <a:pt x="53597" y="3230"/>
                  <a:pt x="59579" y="9571"/>
                </a:cubicBezTo>
                <a:cubicBezTo>
                  <a:pt x="65561" y="15912"/>
                  <a:pt x="68552" y="24645"/>
                  <a:pt x="68552" y="35891"/>
                </a:cubicBezTo>
                <a:cubicBezTo>
                  <a:pt x="68552" y="47137"/>
                  <a:pt x="65561" y="55990"/>
                  <a:pt x="59579" y="62331"/>
                </a:cubicBezTo>
                <a:cubicBezTo>
                  <a:pt x="53597" y="68791"/>
                  <a:pt x="45103" y="71902"/>
                  <a:pt x="34336" y="71902"/>
                </a:cubicBezTo>
                <a:cubicBezTo>
                  <a:pt x="23568" y="71902"/>
                  <a:pt x="15194" y="68791"/>
                  <a:pt x="9092" y="62331"/>
                </a:cubicBezTo>
                <a:cubicBezTo>
                  <a:pt x="3111" y="55990"/>
                  <a:pt x="0" y="47137"/>
                  <a:pt x="0" y="35891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E14A30-4AD5-4615-A37D-26962C99E1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517" y="5567935"/>
            <a:ext cx="66997" cy="48573"/>
          </a:xfrm>
          <a:custGeom xmlns:a="http://schemas.openxmlformats.org/drawingml/2006/main">
            <a:pathLst>
              <a:path w="66997" h="48573">
                <a:moveTo>
                  <a:pt x="19381" y="0"/>
                </a:moveTo>
                <a:cubicBezTo>
                  <a:pt x="18544" y="1914"/>
                  <a:pt x="17946" y="3709"/>
                  <a:pt x="17467" y="5503"/>
                </a:cubicBezTo>
                <a:cubicBezTo>
                  <a:pt x="17108" y="7298"/>
                  <a:pt x="16869" y="9092"/>
                  <a:pt x="16869" y="10887"/>
                </a:cubicBezTo>
                <a:cubicBezTo>
                  <a:pt x="16869" y="16271"/>
                  <a:pt x="18663" y="20458"/>
                  <a:pt x="22013" y="23329"/>
                </a:cubicBezTo>
                <a:cubicBezTo>
                  <a:pt x="25483" y="26200"/>
                  <a:pt x="30388" y="27636"/>
                  <a:pt x="36848" y="27636"/>
                </a:cubicBezTo>
                <a:lnTo>
                  <a:pt x="66997" y="27636"/>
                </a:lnTo>
                <a:lnTo>
                  <a:pt x="66997" y="48573"/>
                </a:lnTo>
                <a:lnTo>
                  <a:pt x="1555" y="48573"/>
                </a:lnTo>
                <a:lnTo>
                  <a:pt x="1555" y="27636"/>
                </a:lnTo>
                <a:lnTo>
                  <a:pt x="12323" y="27636"/>
                </a:lnTo>
                <a:cubicBezTo>
                  <a:pt x="8016" y="25004"/>
                  <a:pt x="4905" y="22013"/>
                  <a:pt x="2991" y="18424"/>
                </a:cubicBezTo>
                <a:cubicBezTo>
                  <a:pt x="1077" y="14955"/>
                  <a:pt x="0" y="10767"/>
                  <a:pt x="0" y="5862"/>
                </a:cubicBezTo>
                <a:cubicBezTo>
                  <a:pt x="0" y="5144"/>
                  <a:pt x="120" y="4427"/>
                  <a:pt x="120" y="3589"/>
                </a:cubicBezTo>
                <a:cubicBezTo>
                  <a:pt x="120" y="2871"/>
                  <a:pt x="239" y="1675"/>
                  <a:pt x="479" y="0"/>
                </a:cubicBezTo>
                <a:lnTo>
                  <a:pt x="19381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CC2943-A540-4500-93B1-15F5716535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517" y="5492205"/>
            <a:ext cx="68552" cy="70227"/>
          </a:xfrm>
          <a:custGeom xmlns:a="http://schemas.openxmlformats.org/drawingml/2006/main">
            <a:pathLst>
              <a:path w="68552" h="70227">
                <a:moveTo>
                  <a:pt x="34097" y="0"/>
                </a:moveTo>
                <a:lnTo>
                  <a:pt x="40078" y="0"/>
                </a:lnTo>
                <a:lnTo>
                  <a:pt x="40078" y="48932"/>
                </a:lnTo>
                <a:cubicBezTo>
                  <a:pt x="44983" y="48453"/>
                  <a:pt x="48692" y="46658"/>
                  <a:pt x="51085" y="43548"/>
                </a:cubicBezTo>
                <a:cubicBezTo>
                  <a:pt x="53597" y="40557"/>
                  <a:pt x="54794" y="36370"/>
                  <a:pt x="54794" y="30866"/>
                </a:cubicBezTo>
                <a:cubicBezTo>
                  <a:pt x="54794" y="26559"/>
                  <a:pt x="54196" y="22013"/>
                  <a:pt x="52880" y="17347"/>
                </a:cubicBezTo>
                <a:cubicBezTo>
                  <a:pt x="51564" y="12801"/>
                  <a:pt x="49530" y="8016"/>
                  <a:pt x="46898" y="3111"/>
                </a:cubicBezTo>
                <a:lnTo>
                  <a:pt x="63049" y="3111"/>
                </a:lnTo>
                <a:cubicBezTo>
                  <a:pt x="64963" y="8135"/>
                  <a:pt x="66279" y="13040"/>
                  <a:pt x="67116" y="17946"/>
                </a:cubicBezTo>
                <a:cubicBezTo>
                  <a:pt x="68073" y="22970"/>
                  <a:pt x="68552" y="27875"/>
                  <a:pt x="68552" y="32781"/>
                </a:cubicBezTo>
                <a:cubicBezTo>
                  <a:pt x="68552" y="44625"/>
                  <a:pt x="65561" y="53837"/>
                  <a:pt x="59579" y="60417"/>
                </a:cubicBezTo>
                <a:cubicBezTo>
                  <a:pt x="53597" y="66997"/>
                  <a:pt x="45223" y="70227"/>
                  <a:pt x="34336" y="70227"/>
                </a:cubicBezTo>
                <a:cubicBezTo>
                  <a:pt x="23688" y="70227"/>
                  <a:pt x="15314" y="66997"/>
                  <a:pt x="9212" y="60536"/>
                </a:cubicBezTo>
                <a:cubicBezTo>
                  <a:pt x="3111" y="54076"/>
                  <a:pt x="0" y="45223"/>
                  <a:pt x="0" y="33977"/>
                </a:cubicBezTo>
                <a:cubicBezTo>
                  <a:pt x="0" y="23688"/>
                  <a:pt x="3111" y="15553"/>
                  <a:pt x="9332" y="9332"/>
                </a:cubicBezTo>
                <a:cubicBezTo>
                  <a:pt x="15553" y="3111"/>
                  <a:pt x="23808" y="0"/>
                  <a:pt x="34097" y="0"/>
                </a:cubicBezTo>
                <a:close/>
                <a:moveTo>
                  <a:pt x="27158" y="21535"/>
                </a:moveTo>
                <a:cubicBezTo>
                  <a:pt x="23210" y="21535"/>
                  <a:pt x="19979" y="22731"/>
                  <a:pt x="17587" y="25004"/>
                </a:cubicBezTo>
                <a:cubicBezTo>
                  <a:pt x="15194" y="27397"/>
                  <a:pt x="13878" y="30388"/>
                  <a:pt x="13878" y="34097"/>
                </a:cubicBezTo>
                <a:cubicBezTo>
                  <a:pt x="13878" y="38164"/>
                  <a:pt x="15074" y="41514"/>
                  <a:pt x="17347" y="44026"/>
                </a:cubicBezTo>
                <a:cubicBezTo>
                  <a:pt x="19620" y="46539"/>
                  <a:pt x="22851" y="48094"/>
                  <a:pt x="27158" y="48692"/>
                </a:cubicBezTo>
                <a:lnTo>
                  <a:pt x="27158" y="21535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70FD92-EFB7-4351-BE80-3357F7DE6C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3157" y="4594580"/>
            <a:ext cx="81256" cy="2561922"/>
          </a:xfrm>
          <a:custGeom xmlns:a="http://schemas.openxmlformats.org/drawingml/2006/main">
            <a:pathLst>
              <a:path w="81256" h="2561922">
                <a:moveTo>
                  <a:pt x="0" y="2561922"/>
                </a:moveTo>
                <a:lnTo>
                  <a:pt x="81256" y="2561922"/>
                </a:lnTo>
                <a:lnTo>
                  <a:pt x="81256" y="0"/>
                </a:lnTo>
                <a:lnTo>
                  <a:pt x="0" y="0"/>
                </a:lnTo>
                <a:lnTo>
                  <a:pt x="0" y="2561922"/>
                </a:lnTo>
                <a:close/>
              </a:path>
            </a:pathLst>
          </a:custGeom>
          <a:solidFill xmlns:a="http://schemas.openxmlformats.org/drawingml/2006/main">
            <a:srgbClr val="176D9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0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EFD67BFB-E3B2-4C6A-B77B-354D2F481C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8172" y="4589595"/>
            <a:ext cx="91225" cy="2566907"/>
          </a:xfrm>
          <a:custGeom xmlns:a="http://schemas.openxmlformats.org/drawingml/2006/main">
            <a:pathLst>
              <a:path w="91225" h="2566907">
                <a:moveTo>
                  <a:pt x="91225" y="0"/>
                </a:moveTo>
                <a:lnTo>
                  <a:pt x="91225" y="2566907"/>
                </a:lnTo>
                <a:lnTo>
                  <a:pt x="0" y="2566907"/>
                </a:lnTo>
                <a:lnTo>
                  <a:pt x="0" y="0"/>
                </a:lnTo>
                <a:lnTo>
                  <a:pt x="91225" y="0"/>
                </a:lnTo>
                <a:close/>
                <a:moveTo>
                  <a:pt x="9970" y="9970"/>
                </a:moveTo>
                <a:lnTo>
                  <a:pt x="9970" y="2561922"/>
                </a:lnTo>
                <a:lnTo>
                  <a:pt x="81256" y="2561922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DFF850-B360-49F4-AE65-7E5860835E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2575" y="5359999"/>
            <a:ext cx="81256" cy="1796503"/>
          </a:xfrm>
          <a:custGeom xmlns:a="http://schemas.openxmlformats.org/drawingml/2006/main">
            <a:pathLst>
              <a:path w="81256" h="1796503">
                <a:moveTo>
                  <a:pt x="0" y="1796503"/>
                </a:moveTo>
                <a:lnTo>
                  <a:pt x="81256" y="1796503"/>
                </a:lnTo>
                <a:lnTo>
                  <a:pt x="81256" y="0"/>
                </a:lnTo>
                <a:lnTo>
                  <a:pt x="0" y="0"/>
                </a:lnTo>
                <a:lnTo>
                  <a:pt x="0" y="1796503"/>
                </a:lnTo>
                <a:close/>
              </a:path>
            </a:pathLst>
          </a:custGeom>
          <a:solidFill xmlns:a="http://schemas.openxmlformats.org/drawingml/2006/main">
            <a:srgbClr val="176D9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2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170B9D7B-9E8C-4293-9F5C-4F37109481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7590" y="5355014"/>
            <a:ext cx="91225" cy="1801488"/>
          </a:xfrm>
          <a:custGeom xmlns:a="http://schemas.openxmlformats.org/drawingml/2006/main">
            <a:pathLst>
              <a:path w="91225" h="1801488">
                <a:moveTo>
                  <a:pt x="91225" y="0"/>
                </a:moveTo>
                <a:lnTo>
                  <a:pt x="91225" y="1801488"/>
                </a:lnTo>
                <a:lnTo>
                  <a:pt x="0" y="1801488"/>
                </a:lnTo>
                <a:lnTo>
                  <a:pt x="0" y="0"/>
                </a:lnTo>
                <a:lnTo>
                  <a:pt x="91225" y="0"/>
                </a:lnTo>
                <a:close/>
                <a:moveTo>
                  <a:pt x="9970" y="9970"/>
                </a:moveTo>
                <a:lnTo>
                  <a:pt x="9970" y="1796503"/>
                </a:lnTo>
                <a:lnTo>
                  <a:pt x="81256" y="1796503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318D23-D1BA-4ECD-9166-3A93CC8BFF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51993" y="4854978"/>
            <a:ext cx="81256" cy="2301524"/>
          </a:xfrm>
          <a:custGeom xmlns:a="http://schemas.openxmlformats.org/drawingml/2006/main">
            <a:pathLst>
              <a:path w="81256" h="2301524">
                <a:moveTo>
                  <a:pt x="0" y="2301524"/>
                </a:moveTo>
                <a:lnTo>
                  <a:pt x="81256" y="2301524"/>
                </a:lnTo>
                <a:lnTo>
                  <a:pt x="81256" y="0"/>
                </a:lnTo>
                <a:lnTo>
                  <a:pt x="0" y="0"/>
                </a:lnTo>
                <a:lnTo>
                  <a:pt x="0" y="2301524"/>
                </a:lnTo>
                <a:close/>
              </a:path>
            </a:pathLst>
          </a:custGeom>
          <a:solidFill xmlns:a="http://schemas.openxmlformats.org/drawingml/2006/main">
            <a:srgbClr val="176D9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4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79BF62BB-8C30-4CF4-BFBD-660C1FE3C9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847008" y="4849993"/>
            <a:ext cx="91225" cy="2306509"/>
          </a:xfrm>
          <a:custGeom xmlns:a="http://schemas.openxmlformats.org/drawingml/2006/main">
            <a:pathLst>
              <a:path w="91225" h="2306509">
                <a:moveTo>
                  <a:pt x="91225" y="0"/>
                </a:moveTo>
                <a:lnTo>
                  <a:pt x="91225" y="2306509"/>
                </a:lnTo>
                <a:lnTo>
                  <a:pt x="0" y="2306509"/>
                </a:lnTo>
                <a:lnTo>
                  <a:pt x="0" y="0"/>
                </a:lnTo>
                <a:lnTo>
                  <a:pt x="91225" y="0"/>
                </a:lnTo>
                <a:close/>
                <a:moveTo>
                  <a:pt x="9970" y="9970"/>
                </a:moveTo>
                <a:lnTo>
                  <a:pt x="9970" y="2301524"/>
                </a:lnTo>
                <a:lnTo>
                  <a:pt x="81256" y="2301524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0918D4-214E-461D-B610-2A4245D43D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61411" y="4785059"/>
            <a:ext cx="81256" cy="2371443"/>
          </a:xfrm>
          <a:custGeom xmlns:a="http://schemas.openxmlformats.org/drawingml/2006/main">
            <a:pathLst>
              <a:path w="81256" h="2371443">
                <a:moveTo>
                  <a:pt x="0" y="2371443"/>
                </a:moveTo>
                <a:lnTo>
                  <a:pt x="81256" y="2371443"/>
                </a:lnTo>
                <a:lnTo>
                  <a:pt x="81256" y="0"/>
                </a:lnTo>
                <a:lnTo>
                  <a:pt x="0" y="0"/>
                </a:lnTo>
                <a:lnTo>
                  <a:pt x="0" y="2371443"/>
                </a:lnTo>
                <a:close/>
              </a:path>
            </a:pathLst>
          </a:custGeom>
          <a:solidFill xmlns:a="http://schemas.openxmlformats.org/drawingml/2006/main">
            <a:srgbClr val="176D9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6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66A0C04C-87BD-4490-AB05-949947830B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56426" y="4780074"/>
            <a:ext cx="91226" cy="2376428"/>
          </a:xfrm>
          <a:custGeom xmlns:a="http://schemas.openxmlformats.org/drawingml/2006/main">
            <a:pathLst>
              <a:path w="91226" h="2376428">
                <a:moveTo>
                  <a:pt x="91226" y="0"/>
                </a:moveTo>
                <a:lnTo>
                  <a:pt x="91226" y="2376428"/>
                </a:lnTo>
                <a:lnTo>
                  <a:pt x="0" y="2376428"/>
                </a:lnTo>
                <a:lnTo>
                  <a:pt x="0" y="0"/>
                </a:lnTo>
                <a:lnTo>
                  <a:pt x="91226" y="0"/>
                </a:lnTo>
                <a:close/>
                <a:moveTo>
                  <a:pt x="9970" y="9970"/>
                </a:moveTo>
                <a:lnTo>
                  <a:pt x="9970" y="2371443"/>
                </a:lnTo>
                <a:lnTo>
                  <a:pt x="81256" y="2371443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20AB30-140A-49CA-990D-E170105967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70829" y="5023656"/>
            <a:ext cx="81256" cy="2132846"/>
          </a:xfrm>
          <a:custGeom xmlns:a="http://schemas.openxmlformats.org/drawingml/2006/main">
            <a:pathLst>
              <a:path w="81256" h="2132846">
                <a:moveTo>
                  <a:pt x="0" y="2132846"/>
                </a:moveTo>
                <a:lnTo>
                  <a:pt x="81256" y="2132846"/>
                </a:lnTo>
                <a:lnTo>
                  <a:pt x="81256" y="0"/>
                </a:lnTo>
                <a:lnTo>
                  <a:pt x="0" y="0"/>
                </a:lnTo>
                <a:lnTo>
                  <a:pt x="0" y="2132846"/>
                </a:lnTo>
                <a:close/>
              </a:path>
            </a:pathLst>
          </a:custGeom>
          <a:solidFill xmlns:a="http://schemas.openxmlformats.org/drawingml/2006/main">
            <a:srgbClr val="176D9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8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5415ADA8-CA1C-402D-A12F-45FBC93B24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065844" y="5018671"/>
            <a:ext cx="91226" cy="2137831"/>
          </a:xfrm>
          <a:custGeom xmlns:a="http://schemas.openxmlformats.org/drawingml/2006/main">
            <a:pathLst>
              <a:path w="91226" h="2137831">
                <a:moveTo>
                  <a:pt x="91226" y="0"/>
                </a:moveTo>
                <a:lnTo>
                  <a:pt x="91226" y="2137831"/>
                </a:lnTo>
                <a:lnTo>
                  <a:pt x="0" y="2137831"/>
                </a:lnTo>
                <a:lnTo>
                  <a:pt x="0" y="0"/>
                </a:lnTo>
                <a:lnTo>
                  <a:pt x="91226" y="0"/>
                </a:lnTo>
                <a:close/>
                <a:moveTo>
                  <a:pt x="9970" y="9970"/>
                </a:moveTo>
                <a:lnTo>
                  <a:pt x="9970" y="2132846"/>
                </a:lnTo>
                <a:lnTo>
                  <a:pt x="81256" y="2132846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BA9037-A17F-4F37-88AD-0E68B9EBFA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80247" y="5072792"/>
            <a:ext cx="81256" cy="2083710"/>
          </a:xfrm>
          <a:custGeom xmlns:a="http://schemas.openxmlformats.org/drawingml/2006/main">
            <a:pathLst>
              <a:path w="81256" h="2083710">
                <a:moveTo>
                  <a:pt x="0" y="2083710"/>
                </a:moveTo>
                <a:lnTo>
                  <a:pt x="81256" y="2083710"/>
                </a:lnTo>
                <a:lnTo>
                  <a:pt x="81256" y="0"/>
                </a:lnTo>
                <a:lnTo>
                  <a:pt x="0" y="0"/>
                </a:lnTo>
                <a:lnTo>
                  <a:pt x="0" y="2083710"/>
                </a:lnTo>
                <a:close/>
              </a:path>
            </a:pathLst>
          </a:custGeom>
          <a:solidFill xmlns:a="http://schemas.openxmlformats.org/drawingml/2006/main">
            <a:srgbClr val="176D9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0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AD98AB57-2D89-464E-BF48-F9E8005BD9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75262" y="5067807"/>
            <a:ext cx="91226" cy="2088695"/>
          </a:xfrm>
          <a:custGeom xmlns:a="http://schemas.openxmlformats.org/drawingml/2006/main">
            <a:pathLst>
              <a:path w="91226" h="2088695">
                <a:moveTo>
                  <a:pt x="91226" y="0"/>
                </a:moveTo>
                <a:lnTo>
                  <a:pt x="91226" y="2088695"/>
                </a:lnTo>
                <a:lnTo>
                  <a:pt x="0" y="2088695"/>
                </a:lnTo>
                <a:lnTo>
                  <a:pt x="0" y="0"/>
                </a:lnTo>
                <a:lnTo>
                  <a:pt x="91226" y="0"/>
                </a:lnTo>
                <a:close/>
                <a:moveTo>
                  <a:pt x="9970" y="9970"/>
                </a:moveTo>
                <a:lnTo>
                  <a:pt x="9970" y="2083710"/>
                </a:lnTo>
                <a:lnTo>
                  <a:pt x="81256" y="2083710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C3217B-2F79-484B-840C-3F4D44A5C6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4412" y="5206603"/>
            <a:ext cx="81256" cy="1949899"/>
          </a:xfrm>
          <a:custGeom xmlns:a="http://schemas.openxmlformats.org/drawingml/2006/main">
            <a:pathLst>
              <a:path w="81256" h="1949899">
                <a:moveTo>
                  <a:pt x="0" y="1949899"/>
                </a:moveTo>
                <a:lnTo>
                  <a:pt x="81256" y="1949899"/>
                </a:lnTo>
                <a:lnTo>
                  <a:pt x="81256" y="0"/>
                </a:lnTo>
                <a:lnTo>
                  <a:pt x="0" y="0"/>
                </a:lnTo>
                <a:lnTo>
                  <a:pt x="0" y="1949899"/>
                </a:lnTo>
                <a:close/>
              </a:path>
            </a:pathLst>
          </a:custGeom>
          <a:solidFill xmlns:a="http://schemas.openxmlformats.org/drawingml/2006/main">
            <a:srgbClr val="C3882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2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CCCDB964-C26D-44BB-BB0E-2FD4C6BF64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9427" y="5201618"/>
            <a:ext cx="91225" cy="1954884"/>
          </a:xfrm>
          <a:custGeom xmlns:a="http://schemas.openxmlformats.org/drawingml/2006/main">
            <a:pathLst>
              <a:path w="91225" h="1954884">
                <a:moveTo>
                  <a:pt x="91225" y="0"/>
                </a:moveTo>
                <a:lnTo>
                  <a:pt x="91225" y="1954884"/>
                </a:lnTo>
                <a:lnTo>
                  <a:pt x="0" y="1954884"/>
                </a:lnTo>
                <a:lnTo>
                  <a:pt x="0" y="0"/>
                </a:lnTo>
                <a:lnTo>
                  <a:pt x="91225" y="0"/>
                </a:lnTo>
                <a:close/>
                <a:moveTo>
                  <a:pt x="9970" y="9970"/>
                </a:moveTo>
                <a:lnTo>
                  <a:pt x="9970" y="1949899"/>
                </a:lnTo>
                <a:lnTo>
                  <a:pt x="81256" y="1949899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D2EA96-D091-40A0-BB73-C7E02EE3F1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23830" y="5803628"/>
            <a:ext cx="81256" cy="1352874"/>
          </a:xfrm>
          <a:custGeom xmlns:a="http://schemas.openxmlformats.org/drawingml/2006/main">
            <a:pathLst>
              <a:path w="81256" h="1352874">
                <a:moveTo>
                  <a:pt x="0" y="1352874"/>
                </a:moveTo>
                <a:lnTo>
                  <a:pt x="81256" y="1352874"/>
                </a:lnTo>
                <a:lnTo>
                  <a:pt x="81256" y="0"/>
                </a:lnTo>
                <a:lnTo>
                  <a:pt x="0" y="0"/>
                </a:lnTo>
                <a:lnTo>
                  <a:pt x="0" y="1352874"/>
                </a:lnTo>
                <a:close/>
              </a:path>
            </a:pathLst>
          </a:custGeom>
          <a:solidFill xmlns:a="http://schemas.openxmlformats.org/drawingml/2006/main">
            <a:srgbClr val="C3882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4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1ABF5550-2909-43AC-8E1C-AABC0ECB21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18845" y="5798643"/>
            <a:ext cx="91225" cy="1357859"/>
          </a:xfrm>
          <a:custGeom xmlns:a="http://schemas.openxmlformats.org/drawingml/2006/main">
            <a:pathLst>
              <a:path w="91225" h="1357859">
                <a:moveTo>
                  <a:pt x="91225" y="0"/>
                </a:moveTo>
                <a:lnTo>
                  <a:pt x="91225" y="1357859"/>
                </a:lnTo>
                <a:lnTo>
                  <a:pt x="0" y="1357859"/>
                </a:lnTo>
                <a:lnTo>
                  <a:pt x="0" y="0"/>
                </a:lnTo>
                <a:lnTo>
                  <a:pt x="91225" y="0"/>
                </a:lnTo>
                <a:close/>
                <a:moveTo>
                  <a:pt x="9970" y="9970"/>
                </a:moveTo>
                <a:lnTo>
                  <a:pt x="9970" y="1352874"/>
                </a:lnTo>
                <a:lnTo>
                  <a:pt x="81256" y="1352874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ED849A-6722-4153-B05A-CE9084C1E5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33248" y="5475750"/>
            <a:ext cx="81256" cy="1680752"/>
          </a:xfrm>
          <a:custGeom xmlns:a="http://schemas.openxmlformats.org/drawingml/2006/main">
            <a:pathLst>
              <a:path w="81256" h="1680752">
                <a:moveTo>
                  <a:pt x="0" y="1680752"/>
                </a:moveTo>
                <a:lnTo>
                  <a:pt x="81256" y="1680752"/>
                </a:lnTo>
                <a:lnTo>
                  <a:pt x="81256" y="0"/>
                </a:lnTo>
                <a:lnTo>
                  <a:pt x="0" y="0"/>
                </a:lnTo>
                <a:lnTo>
                  <a:pt x="0" y="1680752"/>
                </a:lnTo>
                <a:close/>
              </a:path>
            </a:pathLst>
          </a:custGeom>
          <a:solidFill xmlns:a="http://schemas.openxmlformats.org/drawingml/2006/main">
            <a:srgbClr val="C3882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6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19B54C29-BAE4-4D49-BD50-383ED85AE4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28263" y="5470765"/>
            <a:ext cx="91226" cy="1685737"/>
          </a:xfrm>
          <a:custGeom xmlns:a="http://schemas.openxmlformats.org/drawingml/2006/main">
            <a:pathLst>
              <a:path w="91226" h="1685737">
                <a:moveTo>
                  <a:pt x="91226" y="0"/>
                </a:moveTo>
                <a:lnTo>
                  <a:pt x="91226" y="1685737"/>
                </a:lnTo>
                <a:lnTo>
                  <a:pt x="0" y="1685737"/>
                </a:lnTo>
                <a:lnTo>
                  <a:pt x="0" y="0"/>
                </a:lnTo>
                <a:lnTo>
                  <a:pt x="91226" y="0"/>
                </a:lnTo>
                <a:close/>
                <a:moveTo>
                  <a:pt x="9970" y="9970"/>
                </a:moveTo>
                <a:lnTo>
                  <a:pt x="9970" y="1680752"/>
                </a:lnTo>
                <a:lnTo>
                  <a:pt x="81256" y="1680752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6DA00C-472F-4225-BCB3-156C4C30BF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42666" y="5314628"/>
            <a:ext cx="81256" cy="1841873"/>
          </a:xfrm>
          <a:custGeom xmlns:a="http://schemas.openxmlformats.org/drawingml/2006/main">
            <a:pathLst>
              <a:path w="81256" h="1841873">
                <a:moveTo>
                  <a:pt x="0" y="1841873"/>
                </a:moveTo>
                <a:lnTo>
                  <a:pt x="81256" y="1841873"/>
                </a:lnTo>
                <a:lnTo>
                  <a:pt x="81256" y="0"/>
                </a:lnTo>
                <a:lnTo>
                  <a:pt x="0" y="0"/>
                </a:lnTo>
                <a:lnTo>
                  <a:pt x="0" y="1841873"/>
                </a:lnTo>
                <a:close/>
              </a:path>
            </a:pathLst>
          </a:custGeom>
          <a:solidFill xmlns:a="http://schemas.openxmlformats.org/drawingml/2006/main">
            <a:srgbClr val="C3882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8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BF5DF29E-307F-40F3-B986-4E98859170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37682" y="5309644"/>
            <a:ext cx="91225" cy="1846858"/>
          </a:xfrm>
          <a:custGeom xmlns:a="http://schemas.openxmlformats.org/drawingml/2006/main">
            <a:pathLst>
              <a:path w="91225" h="1846858">
                <a:moveTo>
                  <a:pt x="91225" y="0"/>
                </a:moveTo>
                <a:lnTo>
                  <a:pt x="91225" y="1846858"/>
                </a:lnTo>
                <a:lnTo>
                  <a:pt x="0" y="1846858"/>
                </a:lnTo>
                <a:lnTo>
                  <a:pt x="0" y="0"/>
                </a:lnTo>
                <a:lnTo>
                  <a:pt x="91225" y="0"/>
                </a:lnTo>
                <a:close/>
                <a:moveTo>
                  <a:pt x="9970" y="9970"/>
                </a:moveTo>
                <a:lnTo>
                  <a:pt x="9970" y="1841873"/>
                </a:lnTo>
                <a:lnTo>
                  <a:pt x="81256" y="1841873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143D80-CCDD-4A3F-9AA1-2651CBB40D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52084" y="5644221"/>
            <a:ext cx="81256" cy="1512281"/>
          </a:xfrm>
          <a:custGeom xmlns:a="http://schemas.openxmlformats.org/drawingml/2006/main">
            <a:pathLst>
              <a:path w="81256" h="1512281">
                <a:moveTo>
                  <a:pt x="0" y="1512281"/>
                </a:moveTo>
                <a:lnTo>
                  <a:pt x="81256" y="1512281"/>
                </a:lnTo>
                <a:lnTo>
                  <a:pt x="81256" y="0"/>
                </a:lnTo>
                <a:lnTo>
                  <a:pt x="0" y="0"/>
                </a:lnTo>
                <a:lnTo>
                  <a:pt x="0" y="1512281"/>
                </a:lnTo>
                <a:close/>
              </a:path>
            </a:pathLst>
          </a:custGeom>
          <a:solidFill xmlns:a="http://schemas.openxmlformats.org/drawingml/2006/main">
            <a:srgbClr val="C3882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0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B8587D94-3BB3-46A7-94CC-792D579824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147100" y="5639236"/>
            <a:ext cx="91226" cy="1517265"/>
          </a:xfrm>
          <a:custGeom xmlns:a="http://schemas.openxmlformats.org/drawingml/2006/main">
            <a:pathLst>
              <a:path w="91226" h="1517265">
                <a:moveTo>
                  <a:pt x="91226" y="0"/>
                </a:moveTo>
                <a:lnTo>
                  <a:pt x="91226" y="1517265"/>
                </a:lnTo>
                <a:lnTo>
                  <a:pt x="0" y="1517265"/>
                </a:lnTo>
                <a:lnTo>
                  <a:pt x="0" y="0"/>
                </a:lnTo>
                <a:lnTo>
                  <a:pt x="91226" y="0"/>
                </a:lnTo>
                <a:close/>
                <a:moveTo>
                  <a:pt x="9970" y="9970"/>
                </a:moveTo>
                <a:lnTo>
                  <a:pt x="9970" y="1512281"/>
                </a:lnTo>
                <a:lnTo>
                  <a:pt x="81256" y="1512281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F08D8F-9CDD-415E-B8BD-A396A9370C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61502" y="5413941"/>
            <a:ext cx="81256" cy="1742561"/>
          </a:xfrm>
          <a:custGeom xmlns:a="http://schemas.openxmlformats.org/drawingml/2006/main">
            <a:pathLst>
              <a:path w="81256" h="1742561">
                <a:moveTo>
                  <a:pt x="0" y="1742561"/>
                </a:moveTo>
                <a:lnTo>
                  <a:pt x="81256" y="1742561"/>
                </a:lnTo>
                <a:lnTo>
                  <a:pt x="81256" y="0"/>
                </a:lnTo>
                <a:lnTo>
                  <a:pt x="0" y="0"/>
                </a:lnTo>
                <a:lnTo>
                  <a:pt x="0" y="1742561"/>
                </a:lnTo>
                <a:close/>
              </a:path>
            </a:pathLst>
          </a:custGeom>
          <a:solidFill xmlns:a="http://schemas.openxmlformats.org/drawingml/2006/main">
            <a:srgbClr val="C3882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2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95AC4622-38A6-4FA2-9B89-AC922383E8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56518" y="5408956"/>
            <a:ext cx="91225" cy="1747546"/>
          </a:xfrm>
          <a:custGeom xmlns:a="http://schemas.openxmlformats.org/drawingml/2006/main">
            <a:pathLst>
              <a:path w="91225" h="1747546">
                <a:moveTo>
                  <a:pt x="91225" y="0"/>
                </a:moveTo>
                <a:lnTo>
                  <a:pt x="91225" y="1747546"/>
                </a:lnTo>
                <a:lnTo>
                  <a:pt x="0" y="1747546"/>
                </a:lnTo>
                <a:lnTo>
                  <a:pt x="0" y="0"/>
                </a:lnTo>
                <a:lnTo>
                  <a:pt x="91225" y="0"/>
                </a:lnTo>
                <a:close/>
                <a:moveTo>
                  <a:pt x="9970" y="9970"/>
                </a:moveTo>
                <a:lnTo>
                  <a:pt x="9970" y="1742561"/>
                </a:lnTo>
                <a:lnTo>
                  <a:pt x="81256" y="1742561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8F2E2E-DCC4-44E4-91FD-43B6FDFBFD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5668" y="4665061"/>
            <a:ext cx="81256" cy="2491441"/>
          </a:xfrm>
          <a:custGeom xmlns:a="http://schemas.openxmlformats.org/drawingml/2006/main">
            <a:pathLst>
              <a:path w="81256" h="2491441">
                <a:moveTo>
                  <a:pt x="0" y="2491441"/>
                </a:moveTo>
                <a:lnTo>
                  <a:pt x="81256" y="2491441"/>
                </a:lnTo>
                <a:lnTo>
                  <a:pt x="81256" y="0"/>
                </a:lnTo>
                <a:lnTo>
                  <a:pt x="0" y="0"/>
                </a:lnTo>
                <a:lnTo>
                  <a:pt x="0" y="2491441"/>
                </a:lnTo>
                <a:close/>
              </a:path>
            </a:pathLst>
          </a:custGeom>
          <a:solidFill xmlns:a="http://schemas.openxmlformats.org/drawingml/2006/main">
            <a:srgbClr val="168B6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4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B911EC32-3AEB-457F-AE1A-4955D002B9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0683" y="4660076"/>
            <a:ext cx="91226" cy="2496425"/>
          </a:xfrm>
          <a:custGeom xmlns:a="http://schemas.openxmlformats.org/drawingml/2006/main">
            <a:pathLst>
              <a:path w="91226" h="2496425">
                <a:moveTo>
                  <a:pt x="91226" y="0"/>
                </a:moveTo>
                <a:lnTo>
                  <a:pt x="91226" y="2496425"/>
                </a:lnTo>
                <a:lnTo>
                  <a:pt x="0" y="2496425"/>
                </a:lnTo>
                <a:lnTo>
                  <a:pt x="0" y="0"/>
                </a:lnTo>
                <a:lnTo>
                  <a:pt x="91226" y="0"/>
                </a:lnTo>
                <a:close/>
                <a:moveTo>
                  <a:pt x="9970" y="9970"/>
                </a:moveTo>
                <a:lnTo>
                  <a:pt x="9970" y="2491441"/>
                </a:lnTo>
                <a:lnTo>
                  <a:pt x="81256" y="2491441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057BD3-9940-4FCD-AF20-D33DBE5062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5086" y="4962643"/>
            <a:ext cx="81256" cy="2193859"/>
          </a:xfrm>
          <a:custGeom xmlns:a="http://schemas.openxmlformats.org/drawingml/2006/main">
            <a:pathLst>
              <a:path w="81256" h="2193859">
                <a:moveTo>
                  <a:pt x="0" y="2193859"/>
                </a:moveTo>
                <a:lnTo>
                  <a:pt x="81256" y="2193859"/>
                </a:lnTo>
                <a:lnTo>
                  <a:pt x="81256" y="0"/>
                </a:lnTo>
                <a:lnTo>
                  <a:pt x="0" y="0"/>
                </a:lnTo>
                <a:lnTo>
                  <a:pt x="0" y="2193859"/>
                </a:lnTo>
                <a:close/>
              </a:path>
            </a:pathLst>
          </a:custGeom>
          <a:solidFill xmlns:a="http://schemas.openxmlformats.org/drawingml/2006/main">
            <a:srgbClr val="168B6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6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94F3015C-E408-44A4-B156-426759B904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0101" y="4957658"/>
            <a:ext cx="91226" cy="2198843"/>
          </a:xfrm>
          <a:custGeom xmlns:a="http://schemas.openxmlformats.org/drawingml/2006/main">
            <a:pathLst>
              <a:path w="91226" h="2198843">
                <a:moveTo>
                  <a:pt x="91226" y="0"/>
                </a:moveTo>
                <a:lnTo>
                  <a:pt x="91226" y="2198843"/>
                </a:lnTo>
                <a:lnTo>
                  <a:pt x="0" y="2198843"/>
                </a:lnTo>
                <a:lnTo>
                  <a:pt x="0" y="0"/>
                </a:lnTo>
                <a:lnTo>
                  <a:pt x="91226" y="0"/>
                </a:lnTo>
                <a:close/>
                <a:moveTo>
                  <a:pt x="9970" y="9970"/>
                </a:moveTo>
                <a:lnTo>
                  <a:pt x="9970" y="2193859"/>
                </a:lnTo>
                <a:lnTo>
                  <a:pt x="81256" y="2193859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A95FA4-50C0-4ED0-88C5-28F79AEE1C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14504" y="4848389"/>
            <a:ext cx="81256" cy="2308113"/>
          </a:xfrm>
          <a:custGeom xmlns:a="http://schemas.openxmlformats.org/drawingml/2006/main">
            <a:pathLst>
              <a:path w="81256" h="2308113">
                <a:moveTo>
                  <a:pt x="0" y="2308113"/>
                </a:moveTo>
                <a:lnTo>
                  <a:pt x="81256" y="2308113"/>
                </a:lnTo>
                <a:lnTo>
                  <a:pt x="81256" y="0"/>
                </a:lnTo>
                <a:lnTo>
                  <a:pt x="0" y="0"/>
                </a:lnTo>
                <a:lnTo>
                  <a:pt x="0" y="2308113"/>
                </a:lnTo>
                <a:close/>
              </a:path>
            </a:pathLst>
          </a:custGeom>
          <a:solidFill xmlns:a="http://schemas.openxmlformats.org/drawingml/2006/main">
            <a:srgbClr val="168B6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8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162D68EF-A4C8-4883-AB75-0A2C2DF0B8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09519" y="4843404"/>
            <a:ext cx="91225" cy="2313098"/>
          </a:xfrm>
          <a:custGeom xmlns:a="http://schemas.openxmlformats.org/drawingml/2006/main">
            <a:pathLst>
              <a:path w="91225" h="2313098">
                <a:moveTo>
                  <a:pt x="91225" y="0"/>
                </a:moveTo>
                <a:lnTo>
                  <a:pt x="91225" y="2313098"/>
                </a:lnTo>
                <a:lnTo>
                  <a:pt x="0" y="2313098"/>
                </a:lnTo>
                <a:lnTo>
                  <a:pt x="0" y="0"/>
                </a:lnTo>
                <a:lnTo>
                  <a:pt x="91225" y="0"/>
                </a:lnTo>
                <a:close/>
                <a:moveTo>
                  <a:pt x="9970" y="9970"/>
                </a:moveTo>
                <a:lnTo>
                  <a:pt x="9970" y="2308113"/>
                </a:lnTo>
                <a:lnTo>
                  <a:pt x="81256" y="2308113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DFF985-797A-4CEE-B6AF-267F50E10D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23922" y="4775064"/>
            <a:ext cx="81256" cy="2381437"/>
          </a:xfrm>
          <a:custGeom xmlns:a="http://schemas.openxmlformats.org/drawingml/2006/main">
            <a:pathLst>
              <a:path w="81256" h="2381437">
                <a:moveTo>
                  <a:pt x="0" y="2381437"/>
                </a:moveTo>
                <a:lnTo>
                  <a:pt x="81256" y="2381437"/>
                </a:lnTo>
                <a:lnTo>
                  <a:pt x="81256" y="0"/>
                </a:lnTo>
                <a:lnTo>
                  <a:pt x="0" y="0"/>
                </a:lnTo>
                <a:lnTo>
                  <a:pt x="0" y="2381437"/>
                </a:lnTo>
                <a:close/>
              </a:path>
            </a:pathLst>
          </a:custGeom>
          <a:solidFill xmlns:a="http://schemas.openxmlformats.org/drawingml/2006/main">
            <a:srgbClr val="168B6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0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1D55C486-B626-4946-8A78-3938318774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18937" y="4770080"/>
            <a:ext cx="91225" cy="2386422"/>
          </a:xfrm>
          <a:custGeom xmlns:a="http://schemas.openxmlformats.org/drawingml/2006/main">
            <a:pathLst>
              <a:path w="91225" h="2386422">
                <a:moveTo>
                  <a:pt x="91225" y="0"/>
                </a:moveTo>
                <a:lnTo>
                  <a:pt x="91225" y="2386422"/>
                </a:lnTo>
                <a:lnTo>
                  <a:pt x="0" y="2386422"/>
                </a:lnTo>
                <a:lnTo>
                  <a:pt x="0" y="0"/>
                </a:lnTo>
                <a:lnTo>
                  <a:pt x="91225" y="0"/>
                </a:lnTo>
                <a:close/>
                <a:moveTo>
                  <a:pt x="9970" y="9970"/>
                </a:moveTo>
                <a:lnTo>
                  <a:pt x="9970" y="2381437"/>
                </a:lnTo>
                <a:lnTo>
                  <a:pt x="81256" y="2381437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9EF444-D780-4438-A550-8D2CA72EC0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33340" y="4746625"/>
            <a:ext cx="81256" cy="2409877"/>
          </a:xfrm>
          <a:custGeom xmlns:a="http://schemas.openxmlformats.org/drawingml/2006/main">
            <a:pathLst>
              <a:path w="81256" h="2409877">
                <a:moveTo>
                  <a:pt x="0" y="2409877"/>
                </a:moveTo>
                <a:lnTo>
                  <a:pt x="81256" y="2409877"/>
                </a:lnTo>
                <a:lnTo>
                  <a:pt x="81256" y="0"/>
                </a:lnTo>
                <a:lnTo>
                  <a:pt x="0" y="0"/>
                </a:lnTo>
                <a:lnTo>
                  <a:pt x="0" y="2409877"/>
                </a:lnTo>
                <a:close/>
              </a:path>
            </a:pathLst>
          </a:custGeom>
          <a:solidFill xmlns:a="http://schemas.openxmlformats.org/drawingml/2006/main">
            <a:srgbClr val="168B6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2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5DEF25A3-8B68-4F80-8877-0930582651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28355" y="4741640"/>
            <a:ext cx="91225" cy="2414862"/>
          </a:xfrm>
          <a:custGeom xmlns:a="http://schemas.openxmlformats.org/drawingml/2006/main">
            <a:pathLst>
              <a:path w="91225" h="2414862">
                <a:moveTo>
                  <a:pt x="91225" y="0"/>
                </a:moveTo>
                <a:lnTo>
                  <a:pt x="91225" y="2414862"/>
                </a:lnTo>
                <a:lnTo>
                  <a:pt x="0" y="2414862"/>
                </a:lnTo>
                <a:lnTo>
                  <a:pt x="0" y="0"/>
                </a:lnTo>
                <a:lnTo>
                  <a:pt x="91225" y="0"/>
                </a:lnTo>
                <a:close/>
                <a:moveTo>
                  <a:pt x="9970" y="9970"/>
                </a:moveTo>
                <a:lnTo>
                  <a:pt x="9970" y="2409877"/>
                </a:lnTo>
                <a:lnTo>
                  <a:pt x="81256" y="2409877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E259F5-8304-41F8-8023-6A719C33FC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42758" y="4957713"/>
            <a:ext cx="81256" cy="2198789"/>
          </a:xfrm>
          <a:custGeom xmlns:a="http://schemas.openxmlformats.org/drawingml/2006/main">
            <a:pathLst>
              <a:path w="81256" h="2198789">
                <a:moveTo>
                  <a:pt x="0" y="2198789"/>
                </a:moveTo>
                <a:lnTo>
                  <a:pt x="81256" y="2198789"/>
                </a:lnTo>
                <a:lnTo>
                  <a:pt x="81256" y="0"/>
                </a:lnTo>
                <a:lnTo>
                  <a:pt x="0" y="0"/>
                </a:lnTo>
                <a:lnTo>
                  <a:pt x="0" y="2198789"/>
                </a:lnTo>
                <a:close/>
              </a:path>
            </a:pathLst>
          </a:custGeom>
          <a:solidFill xmlns:a="http://schemas.openxmlformats.org/drawingml/2006/main">
            <a:srgbClr val="168B6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4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82F13854-101B-4308-A203-37BAE53CC6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37773" y="4952728"/>
            <a:ext cx="91226" cy="2203774"/>
          </a:xfrm>
          <a:custGeom xmlns:a="http://schemas.openxmlformats.org/drawingml/2006/main">
            <a:pathLst>
              <a:path w="91226" h="2203774">
                <a:moveTo>
                  <a:pt x="91226" y="0"/>
                </a:moveTo>
                <a:lnTo>
                  <a:pt x="91226" y="2203774"/>
                </a:lnTo>
                <a:lnTo>
                  <a:pt x="0" y="2203774"/>
                </a:lnTo>
                <a:lnTo>
                  <a:pt x="0" y="0"/>
                </a:lnTo>
                <a:lnTo>
                  <a:pt x="91226" y="0"/>
                </a:lnTo>
                <a:close/>
                <a:moveTo>
                  <a:pt x="9970" y="9970"/>
                </a:moveTo>
                <a:lnTo>
                  <a:pt x="9970" y="2198789"/>
                </a:lnTo>
                <a:lnTo>
                  <a:pt x="81256" y="2198789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5A340E-2F0B-4A70-A2E1-36486EA945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6924" y="5331560"/>
            <a:ext cx="81256" cy="1824942"/>
          </a:xfrm>
          <a:custGeom xmlns:a="http://schemas.openxmlformats.org/drawingml/2006/main">
            <a:pathLst>
              <a:path w="81256" h="1824942">
                <a:moveTo>
                  <a:pt x="0" y="1824942"/>
                </a:moveTo>
                <a:lnTo>
                  <a:pt x="81256" y="1824942"/>
                </a:lnTo>
                <a:lnTo>
                  <a:pt x="81256" y="0"/>
                </a:lnTo>
                <a:lnTo>
                  <a:pt x="0" y="0"/>
                </a:lnTo>
                <a:lnTo>
                  <a:pt x="0" y="1824942"/>
                </a:lnTo>
                <a:close/>
              </a:path>
            </a:pathLst>
          </a:custGeom>
          <a:solidFill xmlns:a="http://schemas.openxmlformats.org/drawingml/2006/main">
            <a:srgbClr val="BA611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6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19808303-2E98-43C4-BA63-557C5C3F0A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1939" y="5326575"/>
            <a:ext cx="91225" cy="1829927"/>
          </a:xfrm>
          <a:custGeom xmlns:a="http://schemas.openxmlformats.org/drawingml/2006/main">
            <a:pathLst>
              <a:path w="91225" h="1829927">
                <a:moveTo>
                  <a:pt x="91225" y="0"/>
                </a:moveTo>
                <a:lnTo>
                  <a:pt x="91225" y="1829927"/>
                </a:lnTo>
                <a:lnTo>
                  <a:pt x="0" y="1829927"/>
                </a:lnTo>
                <a:lnTo>
                  <a:pt x="0" y="0"/>
                </a:lnTo>
                <a:lnTo>
                  <a:pt x="91225" y="0"/>
                </a:lnTo>
                <a:close/>
                <a:moveTo>
                  <a:pt x="9970" y="9970"/>
                </a:moveTo>
                <a:lnTo>
                  <a:pt x="9970" y="1824942"/>
                </a:lnTo>
                <a:lnTo>
                  <a:pt x="81256" y="1824942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679525-D212-4BCC-825B-643B9D01D4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6342" y="5748012"/>
            <a:ext cx="81256" cy="1408490"/>
          </a:xfrm>
          <a:custGeom xmlns:a="http://schemas.openxmlformats.org/drawingml/2006/main">
            <a:pathLst>
              <a:path w="81256" h="1408490">
                <a:moveTo>
                  <a:pt x="0" y="1408490"/>
                </a:moveTo>
                <a:lnTo>
                  <a:pt x="81256" y="1408490"/>
                </a:lnTo>
                <a:lnTo>
                  <a:pt x="81256" y="0"/>
                </a:lnTo>
                <a:lnTo>
                  <a:pt x="0" y="0"/>
                </a:lnTo>
                <a:lnTo>
                  <a:pt x="0" y="1408490"/>
                </a:lnTo>
                <a:close/>
              </a:path>
            </a:pathLst>
          </a:custGeom>
          <a:solidFill xmlns:a="http://schemas.openxmlformats.org/drawingml/2006/main">
            <a:srgbClr val="BA611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8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487FBD03-EC4C-45A4-AC34-586FFE6B69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81357" y="5743027"/>
            <a:ext cx="91225" cy="1413475"/>
          </a:xfrm>
          <a:custGeom xmlns:a="http://schemas.openxmlformats.org/drawingml/2006/main">
            <a:pathLst>
              <a:path w="91225" h="1413475">
                <a:moveTo>
                  <a:pt x="91225" y="0"/>
                </a:moveTo>
                <a:lnTo>
                  <a:pt x="91225" y="1413475"/>
                </a:lnTo>
                <a:lnTo>
                  <a:pt x="0" y="1413475"/>
                </a:lnTo>
                <a:lnTo>
                  <a:pt x="0" y="0"/>
                </a:lnTo>
                <a:lnTo>
                  <a:pt x="91225" y="0"/>
                </a:lnTo>
                <a:close/>
                <a:moveTo>
                  <a:pt x="9970" y="9970"/>
                </a:moveTo>
                <a:lnTo>
                  <a:pt x="9970" y="1408490"/>
                </a:lnTo>
                <a:lnTo>
                  <a:pt x="81256" y="1408490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9BBEF8-4BEF-4D09-9CC6-53A8DE74B8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95760" y="5718848"/>
            <a:ext cx="81256" cy="1437653"/>
          </a:xfrm>
          <a:custGeom xmlns:a="http://schemas.openxmlformats.org/drawingml/2006/main">
            <a:pathLst>
              <a:path w="81256" h="1437653">
                <a:moveTo>
                  <a:pt x="0" y="1437653"/>
                </a:moveTo>
                <a:lnTo>
                  <a:pt x="81256" y="1437653"/>
                </a:lnTo>
                <a:lnTo>
                  <a:pt x="81256" y="0"/>
                </a:lnTo>
                <a:lnTo>
                  <a:pt x="0" y="0"/>
                </a:lnTo>
                <a:lnTo>
                  <a:pt x="0" y="1437653"/>
                </a:lnTo>
                <a:close/>
              </a:path>
            </a:pathLst>
          </a:custGeom>
          <a:solidFill xmlns:a="http://schemas.openxmlformats.org/drawingml/2006/main">
            <a:srgbClr val="BA611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0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62FF1419-84DD-4EDF-946B-AECFA4143E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90775" y="5713864"/>
            <a:ext cx="91225" cy="1442638"/>
          </a:xfrm>
          <a:custGeom xmlns:a="http://schemas.openxmlformats.org/drawingml/2006/main">
            <a:pathLst>
              <a:path w="91225" h="1442638">
                <a:moveTo>
                  <a:pt x="91225" y="0"/>
                </a:moveTo>
                <a:lnTo>
                  <a:pt x="91225" y="1442638"/>
                </a:lnTo>
                <a:lnTo>
                  <a:pt x="0" y="1442638"/>
                </a:lnTo>
                <a:lnTo>
                  <a:pt x="0" y="0"/>
                </a:lnTo>
                <a:lnTo>
                  <a:pt x="91225" y="0"/>
                </a:lnTo>
                <a:close/>
                <a:moveTo>
                  <a:pt x="9970" y="9970"/>
                </a:moveTo>
                <a:lnTo>
                  <a:pt x="9970" y="1437653"/>
                </a:lnTo>
                <a:lnTo>
                  <a:pt x="81256" y="1437653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899263-7FF6-48C8-B5AC-BF1BC89DE7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5178" y="5222443"/>
            <a:ext cx="81256" cy="1934059"/>
          </a:xfrm>
          <a:custGeom xmlns:a="http://schemas.openxmlformats.org/drawingml/2006/main">
            <a:pathLst>
              <a:path w="81256" h="1934059">
                <a:moveTo>
                  <a:pt x="0" y="1934059"/>
                </a:moveTo>
                <a:lnTo>
                  <a:pt x="81256" y="1934059"/>
                </a:lnTo>
                <a:lnTo>
                  <a:pt x="81256" y="0"/>
                </a:lnTo>
                <a:lnTo>
                  <a:pt x="0" y="0"/>
                </a:lnTo>
                <a:lnTo>
                  <a:pt x="0" y="1934059"/>
                </a:lnTo>
                <a:close/>
              </a:path>
            </a:pathLst>
          </a:custGeom>
          <a:solidFill xmlns:a="http://schemas.openxmlformats.org/drawingml/2006/main">
            <a:srgbClr val="BA611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2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52E4344F-F55B-450E-8F4E-D3EE7123E2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00193" y="5217458"/>
            <a:ext cx="91225" cy="1939044"/>
          </a:xfrm>
          <a:custGeom xmlns:a="http://schemas.openxmlformats.org/drawingml/2006/main">
            <a:pathLst>
              <a:path w="91225" h="1939044">
                <a:moveTo>
                  <a:pt x="91225" y="0"/>
                </a:moveTo>
                <a:lnTo>
                  <a:pt x="91225" y="1939044"/>
                </a:lnTo>
                <a:lnTo>
                  <a:pt x="0" y="1939044"/>
                </a:lnTo>
                <a:lnTo>
                  <a:pt x="0" y="0"/>
                </a:lnTo>
                <a:lnTo>
                  <a:pt x="91225" y="0"/>
                </a:lnTo>
                <a:close/>
                <a:moveTo>
                  <a:pt x="9970" y="9970"/>
                </a:moveTo>
                <a:lnTo>
                  <a:pt x="9970" y="1934059"/>
                </a:lnTo>
                <a:lnTo>
                  <a:pt x="81256" y="1934059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9FD518-7CD9-4EEA-BD68-DE38A8AB98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14596" y="5758128"/>
            <a:ext cx="81255" cy="1398374"/>
          </a:xfrm>
          <a:custGeom xmlns:a="http://schemas.openxmlformats.org/drawingml/2006/main">
            <a:pathLst>
              <a:path w="81255" h="1398374">
                <a:moveTo>
                  <a:pt x="0" y="1398374"/>
                </a:moveTo>
                <a:lnTo>
                  <a:pt x="81255" y="1398374"/>
                </a:lnTo>
                <a:lnTo>
                  <a:pt x="81255" y="0"/>
                </a:lnTo>
                <a:lnTo>
                  <a:pt x="0" y="0"/>
                </a:lnTo>
                <a:lnTo>
                  <a:pt x="0" y="1398374"/>
                </a:lnTo>
                <a:close/>
              </a:path>
            </a:pathLst>
          </a:custGeom>
          <a:solidFill xmlns:a="http://schemas.openxmlformats.org/drawingml/2006/main">
            <a:srgbClr val="BA611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4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4BF2653B-45A4-49F0-981F-D7C4A73F9C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09611" y="5753143"/>
            <a:ext cx="91225" cy="1403359"/>
          </a:xfrm>
          <a:custGeom xmlns:a="http://schemas.openxmlformats.org/drawingml/2006/main">
            <a:pathLst>
              <a:path w="91225" h="1403359">
                <a:moveTo>
                  <a:pt x="91225" y="0"/>
                </a:moveTo>
                <a:lnTo>
                  <a:pt x="91225" y="1403359"/>
                </a:lnTo>
                <a:lnTo>
                  <a:pt x="0" y="1403359"/>
                </a:lnTo>
                <a:lnTo>
                  <a:pt x="0" y="0"/>
                </a:lnTo>
                <a:lnTo>
                  <a:pt x="91225" y="0"/>
                </a:lnTo>
                <a:close/>
                <a:moveTo>
                  <a:pt x="9970" y="9970"/>
                </a:moveTo>
                <a:lnTo>
                  <a:pt x="9970" y="1398374"/>
                </a:lnTo>
                <a:lnTo>
                  <a:pt x="81255" y="1398374"/>
                </a:lnTo>
                <a:lnTo>
                  <a:pt x="81255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6AE2D5-7E35-4468-A2F7-BA435950A3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24014" y="5863342"/>
            <a:ext cx="81256" cy="1293160"/>
          </a:xfrm>
          <a:custGeom xmlns:a="http://schemas.openxmlformats.org/drawingml/2006/main">
            <a:pathLst>
              <a:path w="81256" h="1293160">
                <a:moveTo>
                  <a:pt x="0" y="1293160"/>
                </a:moveTo>
                <a:lnTo>
                  <a:pt x="81256" y="1293160"/>
                </a:lnTo>
                <a:lnTo>
                  <a:pt x="81256" y="0"/>
                </a:lnTo>
                <a:lnTo>
                  <a:pt x="0" y="0"/>
                </a:lnTo>
                <a:lnTo>
                  <a:pt x="0" y="1293160"/>
                </a:lnTo>
                <a:close/>
              </a:path>
            </a:pathLst>
          </a:custGeom>
          <a:solidFill xmlns:a="http://schemas.openxmlformats.org/drawingml/2006/main">
            <a:srgbClr val="BA611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6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43445D63-E711-4D31-B3F1-FA52FE3010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19029" y="5858357"/>
            <a:ext cx="91225" cy="1298145"/>
          </a:xfrm>
          <a:custGeom xmlns:a="http://schemas.openxmlformats.org/drawingml/2006/main">
            <a:pathLst>
              <a:path w="91225" h="1298145">
                <a:moveTo>
                  <a:pt x="91225" y="0"/>
                </a:moveTo>
                <a:lnTo>
                  <a:pt x="91225" y="1298145"/>
                </a:lnTo>
                <a:lnTo>
                  <a:pt x="0" y="1298145"/>
                </a:lnTo>
                <a:lnTo>
                  <a:pt x="0" y="0"/>
                </a:lnTo>
                <a:lnTo>
                  <a:pt x="91225" y="0"/>
                </a:lnTo>
                <a:close/>
                <a:moveTo>
                  <a:pt x="9970" y="9970"/>
                </a:moveTo>
                <a:lnTo>
                  <a:pt x="9970" y="1293160"/>
                </a:lnTo>
                <a:lnTo>
                  <a:pt x="81256" y="1293160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70AA13-C226-44C6-97BE-32E2DCFCCB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8180" y="5016067"/>
            <a:ext cx="81256" cy="2140434"/>
          </a:xfrm>
          <a:custGeom xmlns:a="http://schemas.openxmlformats.org/drawingml/2006/main">
            <a:pathLst>
              <a:path w="81256" h="2140434">
                <a:moveTo>
                  <a:pt x="0" y="2140434"/>
                </a:moveTo>
                <a:lnTo>
                  <a:pt x="81256" y="2140434"/>
                </a:lnTo>
                <a:lnTo>
                  <a:pt x="81256" y="0"/>
                </a:lnTo>
                <a:lnTo>
                  <a:pt x="0" y="0"/>
                </a:lnTo>
                <a:lnTo>
                  <a:pt x="0" y="2140434"/>
                </a:lnTo>
                <a:close/>
              </a:path>
            </a:pathLst>
          </a:custGeom>
          <a:solidFill xmlns:a="http://schemas.openxmlformats.org/drawingml/2006/main">
            <a:srgbClr val="C283B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8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F4034246-00A4-409F-B9AD-CF6D1A5F07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195" y="5011083"/>
            <a:ext cx="91225" cy="2145419"/>
          </a:xfrm>
          <a:custGeom xmlns:a="http://schemas.openxmlformats.org/drawingml/2006/main">
            <a:pathLst>
              <a:path w="91225" h="2145419">
                <a:moveTo>
                  <a:pt x="91225" y="0"/>
                </a:moveTo>
                <a:lnTo>
                  <a:pt x="91225" y="2145419"/>
                </a:lnTo>
                <a:lnTo>
                  <a:pt x="0" y="2145419"/>
                </a:lnTo>
                <a:lnTo>
                  <a:pt x="0" y="0"/>
                </a:lnTo>
                <a:lnTo>
                  <a:pt x="91225" y="0"/>
                </a:lnTo>
                <a:close/>
                <a:moveTo>
                  <a:pt x="9970" y="9970"/>
                </a:moveTo>
                <a:lnTo>
                  <a:pt x="9970" y="2140434"/>
                </a:lnTo>
                <a:lnTo>
                  <a:pt x="81256" y="2140434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2A4FFA-47AA-4C54-BF82-8EC235DF86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7598" y="5402959"/>
            <a:ext cx="81256" cy="1753543"/>
          </a:xfrm>
          <a:custGeom xmlns:a="http://schemas.openxmlformats.org/drawingml/2006/main">
            <a:pathLst>
              <a:path w="81256" h="1753543">
                <a:moveTo>
                  <a:pt x="0" y="1753543"/>
                </a:moveTo>
                <a:lnTo>
                  <a:pt x="81256" y="1753543"/>
                </a:lnTo>
                <a:lnTo>
                  <a:pt x="81256" y="0"/>
                </a:lnTo>
                <a:lnTo>
                  <a:pt x="0" y="0"/>
                </a:lnTo>
                <a:lnTo>
                  <a:pt x="0" y="1753543"/>
                </a:lnTo>
                <a:close/>
              </a:path>
            </a:pathLst>
          </a:custGeom>
          <a:solidFill xmlns:a="http://schemas.openxmlformats.org/drawingml/2006/main">
            <a:srgbClr val="C283B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0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56DEF779-7941-46AB-B2B2-F25103F3FD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562613" y="5397974"/>
            <a:ext cx="91225" cy="1758527"/>
          </a:xfrm>
          <a:custGeom xmlns:a="http://schemas.openxmlformats.org/drawingml/2006/main">
            <a:pathLst>
              <a:path w="91225" h="1758527">
                <a:moveTo>
                  <a:pt x="91225" y="0"/>
                </a:moveTo>
                <a:lnTo>
                  <a:pt x="91225" y="1758527"/>
                </a:lnTo>
                <a:lnTo>
                  <a:pt x="0" y="1758527"/>
                </a:lnTo>
                <a:lnTo>
                  <a:pt x="0" y="0"/>
                </a:lnTo>
                <a:lnTo>
                  <a:pt x="91225" y="0"/>
                </a:lnTo>
                <a:close/>
                <a:moveTo>
                  <a:pt x="9970" y="9970"/>
                </a:moveTo>
                <a:lnTo>
                  <a:pt x="9970" y="1753543"/>
                </a:lnTo>
                <a:lnTo>
                  <a:pt x="81256" y="1753543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EA5588-6E78-4964-B639-A62308410C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77016" y="5187184"/>
            <a:ext cx="81256" cy="1969318"/>
          </a:xfrm>
          <a:custGeom xmlns:a="http://schemas.openxmlformats.org/drawingml/2006/main">
            <a:pathLst>
              <a:path w="81256" h="1969318">
                <a:moveTo>
                  <a:pt x="0" y="1969318"/>
                </a:moveTo>
                <a:lnTo>
                  <a:pt x="81256" y="1969318"/>
                </a:lnTo>
                <a:lnTo>
                  <a:pt x="81256" y="0"/>
                </a:lnTo>
                <a:lnTo>
                  <a:pt x="0" y="0"/>
                </a:lnTo>
                <a:lnTo>
                  <a:pt x="0" y="1969318"/>
                </a:lnTo>
                <a:close/>
              </a:path>
            </a:pathLst>
          </a:custGeom>
          <a:solidFill xmlns:a="http://schemas.openxmlformats.org/drawingml/2006/main">
            <a:srgbClr val="C283B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2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DEA4677C-05E2-4BD0-B89B-24CB01A68E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72031" y="5182199"/>
            <a:ext cx="91225" cy="1974303"/>
          </a:xfrm>
          <a:custGeom xmlns:a="http://schemas.openxmlformats.org/drawingml/2006/main">
            <a:pathLst>
              <a:path w="91225" h="1974303">
                <a:moveTo>
                  <a:pt x="91225" y="0"/>
                </a:moveTo>
                <a:lnTo>
                  <a:pt x="91225" y="1974303"/>
                </a:lnTo>
                <a:lnTo>
                  <a:pt x="0" y="1974303"/>
                </a:lnTo>
                <a:lnTo>
                  <a:pt x="0" y="0"/>
                </a:lnTo>
                <a:lnTo>
                  <a:pt x="91225" y="0"/>
                </a:lnTo>
                <a:close/>
                <a:moveTo>
                  <a:pt x="9970" y="9970"/>
                </a:moveTo>
                <a:lnTo>
                  <a:pt x="9970" y="1969318"/>
                </a:lnTo>
                <a:lnTo>
                  <a:pt x="81256" y="1969318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CECD2F-287D-4A36-9A54-6BB9FC325C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86434" y="4892514"/>
            <a:ext cx="81256" cy="2263988"/>
          </a:xfrm>
          <a:custGeom xmlns:a="http://schemas.openxmlformats.org/drawingml/2006/main">
            <a:pathLst>
              <a:path w="81256" h="2263988">
                <a:moveTo>
                  <a:pt x="0" y="2263988"/>
                </a:moveTo>
                <a:lnTo>
                  <a:pt x="81256" y="2263988"/>
                </a:lnTo>
                <a:lnTo>
                  <a:pt x="81256" y="0"/>
                </a:lnTo>
                <a:lnTo>
                  <a:pt x="0" y="0"/>
                </a:lnTo>
                <a:lnTo>
                  <a:pt x="0" y="2263988"/>
                </a:lnTo>
                <a:close/>
              </a:path>
            </a:pathLst>
          </a:custGeom>
          <a:solidFill xmlns:a="http://schemas.openxmlformats.org/drawingml/2006/main">
            <a:srgbClr val="C283B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4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79DFDF66-96AC-47ED-9BD2-B786F42141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81449" y="4887529"/>
            <a:ext cx="91225" cy="2268973"/>
          </a:xfrm>
          <a:custGeom xmlns:a="http://schemas.openxmlformats.org/drawingml/2006/main">
            <a:pathLst>
              <a:path w="91225" h="2268973">
                <a:moveTo>
                  <a:pt x="91225" y="0"/>
                </a:moveTo>
                <a:lnTo>
                  <a:pt x="91225" y="2268973"/>
                </a:lnTo>
                <a:lnTo>
                  <a:pt x="0" y="2268973"/>
                </a:lnTo>
                <a:lnTo>
                  <a:pt x="0" y="0"/>
                </a:lnTo>
                <a:lnTo>
                  <a:pt x="91225" y="0"/>
                </a:lnTo>
                <a:close/>
                <a:moveTo>
                  <a:pt x="9970" y="9970"/>
                </a:moveTo>
                <a:lnTo>
                  <a:pt x="9970" y="2263988"/>
                </a:lnTo>
                <a:lnTo>
                  <a:pt x="81256" y="2263988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3EAA34-D1E4-4E8A-B78C-C2857D67DC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95851" y="5367826"/>
            <a:ext cx="81256" cy="1788676"/>
          </a:xfrm>
          <a:custGeom xmlns:a="http://schemas.openxmlformats.org/drawingml/2006/main">
            <a:pathLst>
              <a:path w="81256" h="1788676">
                <a:moveTo>
                  <a:pt x="0" y="1788676"/>
                </a:moveTo>
                <a:lnTo>
                  <a:pt x="81256" y="1788676"/>
                </a:lnTo>
                <a:lnTo>
                  <a:pt x="81256" y="0"/>
                </a:lnTo>
                <a:lnTo>
                  <a:pt x="0" y="0"/>
                </a:lnTo>
                <a:lnTo>
                  <a:pt x="0" y="1788676"/>
                </a:lnTo>
                <a:close/>
              </a:path>
            </a:pathLst>
          </a:custGeom>
          <a:solidFill xmlns:a="http://schemas.openxmlformats.org/drawingml/2006/main">
            <a:srgbClr val="C283B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6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CF48CA05-D824-46AC-B109-95BE9F0224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390866" y="5362841"/>
            <a:ext cx="91226" cy="1793661"/>
          </a:xfrm>
          <a:custGeom xmlns:a="http://schemas.openxmlformats.org/drawingml/2006/main">
            <a:pathLst>
              <a:path w="91226" h="1793661">
                <a:moveTo>
                  <a:pt x="91226" y="0"/>
                </a:moveTo>
                <a:lnTo>
                  <a:pt x="91226" y="1793661"/>
                </a:lnTo>
                <a:lnTo>
                  <a:pt x="0" y="1793661"/>
                </a:lnTo>
                <a:lnTo>
                  <a:pt x="0" y="0"/>
                </a:lnTo>
                <a:lnTo>
                  <a:pt x="91226" y="0"/>
                </a:lnTo>
                <a:close/>
                <a:moveTo>
                  <a:pt x="9970" y="9970"/>
                </a:moveTo>
                <a:lnTo>
                  <a:pt x="9970" y="1788676"/>
                </a:lnTo>
                <a:lnTo>
                  <a:pt x="81256" y="1788676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0BC467-FE6F-4EA5-BFFE-EC579956B3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05269" y="5418953"/>
            <a:ext cx="81256" cy="1737549"/>
          </a:xfrm>
          <a:custGeom xmlns:a="http://schemas.openxmlformats.org/drawingml/2006/main">
            <a:pathLst>
              <a:path w="81256" h="1737549">
                <a:moveTo>
                  <a:pt x="0" y="1737549"/>
                </a:moveTo>
                <a:lnTo>
                  <a:pt x="81256" y="1737549"/>
                </a:lnTo>
                <a:lnTo>
                  <a:pt x="81256" y="0"/>
                </a:lnTo>
                <a:lnTo>
                  <a:pt x="0" y="0"/>
                </a:lnTo>
                <a:lnTo>
                  <a:pt x="0" y="1737549"/>
                </a:lnTo>
                <a:close/>
              </a:path>
            </a:pathLst>
          </a:custGeom>
          <a:solidFill xmlns:a="http://schemas.openxmlformats.org/drawingml/2006/main">
            <a:srgbClr val="C283B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8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208F4A15-83D3-48B2-8897-4C5B1CB273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00285" y="5413968"/>
            <a:ext cx="91226" cy="1742534"/>
          </a:xfrm>
          <a:custGeom xmlns:a="http://schemas.openxmlformats.org/drawingml/2006/main">
            <a:pathLst>
              <a:path w="91226" h="1742534">
                <a:moveTo>
                  <a:pt x="91226" y="0"/>
                </a:moveTo>
                <a:lnTo>
                  <a:pt x="91226" y="1742534"/>
                </a:lnTo>
                <a:lnTo>
                  <a:pt x="0" y="1742534"/>
                </a:lnTo>
                <a:lnTo>
                  <a:pt x="0" y="0"/>
                </a:lnTo>
                <a:lnTo>
                  <a:pt x="91226" y="0"/>
                </a:lnTo>
                <a:close/>
                <a:moveTo>
                  <a:pt x="9970" y="9970"/>
                </a:moveTo>
                <a:lnTo>
                  <a:pt x="9970" y="1737549"/>
                </a:lnTo>
                <a:lnTo>
                  <a:pt x="81256" y="1737549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D2084D-2775-420C-8A9B-95D8902817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435" y="5100750"/>
            <a:ext cx="81256" cy="2055752"/>
          </a:xfrm>
          <a:custGeom xmlns:a="http://schemas.openxmlformats.org/drawingml/2006/main">
            <a:pathLst>
              <a:path w="81256" h="2055752">
                <a:moveTo>
                  <a:pt x="0" y="2055752"/>
                </a:moveTo>
                <a:lnTo>
                  <a:pt x="81256" y="2055752"/>
                </a:lnTo>
                <a:lnTo>
                  <a:pt x="81256" y="0"/>
                </a:lnTo>
                <a:lnTo>
                  <a:pt x="0" y="0"/>
                </a:lnTo>
                <a:lnTo>
                  <a:pt x="0" y="2055752"/>
                </a:lnTo>
                <a:close/>
              </a:path>
            </a:pathLst>
          </a:custGeom>
          <a:solidFill xmlns:a="http://schemas.openxmlformats.org/drawingml/2006/main">
            <a:srgbClr val="BD926E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0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95289C3E-8785-4E94-A5DE-8313B5050E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450" y="5095765"/>
            <a:ext cx="91225" cy="2060737"/>
          </a:xfrm>
          <a:custGeom xmlns:a="http://schemas.openxmlformats.org/drawingml/2006/main">
            <a:pathLst>
              <a:path w="91225" h="2060737">
                <a:moveTo>
                  <a:pt x="91225" y="0"/>
                </a:moveTo>
                <a:lnTo>
                  <a:pt x="91225" y="2060737"/>
                </a:lnTo>
                <a:lnTo>
                  <a:pt x="0" y="2060737"/>
                </a:lnTo>
                <a:lnTo>
                  <a:pt x="0" y="0"/>
                </a:lnTo>
                <a:lnTo>
                  <a:pt x="91225" y="0"/>
                </a:lnTo>
                <a:close/>
                <a:moveTo>
                  <a:pt x="9970" y="9970"/>
                </a:moveTo>
                <a:lnTo>
                  <a:pt x="9970" y="2055752"/>
                </a:lnTo>
                <a:lnTo>
                  <a:pt x="81256" y="2055752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95C468-31DB-4728-BB88-9A348084AA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8853" y="5739364"/>
            <a:ext cx="81256" cy="1417138"/>
          </a:xfrm>
          <a:custGeom xmlns:a="http://schemas.openxmlformats.org/drawingml/2006/main">
            <a:pathLst>
              <a:path w="81256" h="1417138">
                <a:moveTo>
                  <a:pt x="0" y="1417138"/>
                </a:moveTo>
                <a:lnTo>
                  <a:pt x="81256" y="1417138"/>
                </a:lnTo>
                <a:lnTo>
                  <a:pt x="81256" y="0"/>
                </a:lnTo>
                <a:lnTo>
                  <a:pt x="0" y="0"/>
                </a:lnTo>
                <a:lnTo>
                  <a:pt x="0" y="1417138"/>
                </a:lnTo>
                <a:close/>
              </a:path>
            </a:pathLst>
          </a:custGeom>
          <a:solidFill xmlns:a="http://schemas.openxmlformats.org/drawingml/2006/main">
            <a:srgbClr val="BD926E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2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E7A4953B-319C-4F12-9E8A-2668C156AB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43868" y="5734379"/>
            <a:ext cx="91225" cy="1422123"/>
          </a:xfrm>
          <a:custGeom xmlns:a="http://schemas.openxmlformats.org/drawingml/2006/main">
            <a:pathLst>
              <a:path w="91225" h="1422123">
                <a:moveTo>
                  <a:pt x="91225" y="0"/>
                </a:moveTo>
                <a:lnTo>
                  <a:pt x="91225" y="1422123"/>
                </a:lnTo>
                <a:lnTo>
                  <a:pt x="0" y="1422123"/>
                </a:lnTo>
                <a:lnTo>
                  <a:pt x="0" y="0"/>
                </a:lnTo>
                <a:lnTo>
                  <a:pt x="91225" y="0"/>
                </a:lnTo>
                <a:close/>
                <a:moveTo>
                  <a:pt x="9970" y="9970"/>
                </a:moveTo>
                <a:lnTo>
                  <a:pt x="9970" y="1417138"/>
                </a:lnTo>
                <a:lnTo>
                  <a:pt x="81256" y="1417138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60D6B8-D2A3-4A09-B223-E2B42F2318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58271" y="5571374"/>
            <a:ext cx="81256" cy="1585128"/>
          </a:xfrm>
          <a:custGeom xmlns:a="http://schemas.openxmlformats.org/drawingml/2006/main">
            <a:pathLst>
              <a:path w="81256" h="1585128">
                <a:moveTo>
                  <a:pt x="0" y="1585128"/>
                </a:moveTo>
                <a:lnTo>
                  <a:pt x="81256" y="1585128"/>
                </a:lnTo>
                <a:lnTo>
                  <a:pt x="81256" y="0"/>
                </a:lnTo>
                <a:lnTo>
                  <a:pt x="0" y="0"/>
                </a:lnTo>
                <a:lnTo>
                  <a:pt x="0" y="1585128"/>
                </a:lnTo>
                <a:close/>
              </a:path>
            </a:pathLst>
          </a:custGeom>
          <a:solidFill xmlns:a="http://schemas.openxmlformats.org/drawingml/2006/main">
            <a:srgbClr val="BD926E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4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F818E72E-EF97-436A-9391-85E2F9A2CD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53286" y="5566389"/>
            <a:ext cx="91226" cy="1590113"/>
          </a:xfrm>
          <a:custGeom xmlns:a="http://schemas.openxmlformats.org/drawingml/2006/main">
            <a:pathLst>
              <a:path w="91226" h="1590113">
                <a:moveTo>
                  <a:pt x="91226" y="0"/>
                </a:moveTo>
                <a:lnTo>
                  <a:pt x="91226" y="1590113"/>
                </a:lnTo>
                <a:lnTo>
                  <a:pt x="0" y="1590113"/>
                </a:lnTo>
                <a:lnTo>
                  <a:pt x="0" y="0"/>
                </a:lnTo>
                <a:lnTo>
                  <a:pt x="91226" y="0"/>
                </a:lnTo>
                <a:close/>
                <a:moveTo>
                  <a:pt x="9970" y="9970"/>
                </a:moveTo>
                <a:lnTo>
                  <a:pt x="9970" y="1585128"/>
                </a:lnTo>
                <a:lnTo>
                  <a:pt x="81256" y="1585128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5D3397-37AF-4BAE-8A98-9AE0BF30E2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67689" y="5136680"/>
            <a:ext cx="81256" cy="2019822"/>
          </a:xfrm>
          <a:custGeom xmlns:a="http://schemas.openxmlformats.org/drawingml/2006/main">
            <a:pathLst>
              <a:path w="81256" h="2019822">
                <a:moveTo>
                  <a:pt x="0" y="2019822"/>
                </a:moveTo>
                <a:lnTo>
                  <a:pt x="81256" y="2019822"/>
                </a:lnTo>
                <a:lnTo>
                  <a:pt x="81256" y="0"/>
                </a:lnTo>
                <a:lnTo>
                  <a:pt x="0" y="0"/>
                </a:lnTo>
                <a:lnTo>
                  <a:pt x="0" y="2019822"/>
                </a:lnTo>
                <a:close/>
              </a:path>
            </a:pathLst>
          </a:custGeom>
          <a:solidFill xmlns:a="http://schemas.openxmlformats.org/drawingml/2006/main">
            <a:srgbClr val="BD926E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6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16A63E4C-808F-4485-A2CD-8360D919D7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62704" y="5131695"/>
            <a:ext cx="91226" cy="2024807"/>
          </a:xfrm>
          <a:custGeom xmlns:a="http://schemas.openxmlformats.org/drawingml/2006/main">
            <a:pathLst>
              <a:path w="91226" h="2024807">
                <a:moveTo>
                  <a:pt x="91226" y="0"/>
                </a:moveTo>
                <a:lnTo>
                  <a:pt x="91226" y="2024807"/>
                </a:lnTo>
                <a:lnTo>
                  <a:pt x="0" y="2024807"/>
                </a:lnTo>
                <a:lnTo>
                  <a:pt x="0" y="0"/>
                </a:lnTo>
                <a:lnTo>
                  <a:pt x="91226" y="0"/>
                </a:lnTo>
                <a:close/>
                <a:moveTo>
                  <a:pt x="9970" y="9970"/>
                </a:moveTo>
                <a:lnTo>
                  <a:pt x="9970" y="2019822"/>
                </a:lnTo>
                <a:lnTo>
                  <a:pt x="81256" y="2019822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BA8733-3906-4F40-B1F5-8966E9DAA6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77107" y="5662755"/>
            <a:ext cx="81256" cy="1493747"/>
          </a:xfrm>
          <a:custGeom xmlns:a="http://schemas.openxmlformats.org/drawingml/2006/main">
            <a:pathLst>
              <a:path w="81256" h="1493747">
                <a:moveTo>
                  <a:pt x="0" y="1493747"/>
                </a:moveTo>
                <a:lnTo>
                  <a:pt x="81256" y="1493747"/>
                </a:lnTo>
                <a:lnTo>
                  <a:pt x="81256" y="0"/>
                </a:lnTo>
                <a:lnTo>
                  <a:pt x="0" y="0"/>
                </a:lnTo>
                <a:lnTo>
                  <a:pt x="0" y="1493747"/>
                </a:lnTo>
                <a:close/>
              </a:path>
            </a:pathLst>
          </a:custGeom>
          <a:solidFill xmlns:a="http://schemas.openxmlformats.org/drawingml/2006/main">
            <a:srgbClr val="BD926E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8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EF5F491C-9ACF-4462-BE71-E355496E42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472122" y="5657770"/>
            <a:ext cx="91226" cy="1498732"/>
          </a:xfrm>
          <a:custGeom xmlns:a="http://schemas.openxmlformats.org/drawingml/2006/main">
            <a:pathLst>
              <a:path w="91226" h="1498732">
                <a:moveTo>
                  <a:pt x="91226" y="0"/>
                </a:moveTo>
                <a:lnTo>
                  <a:pt x="91226" y="1498732"/>
                </a:lnTo>
                <a:lnTo>
                  <a:pt x="0" y="1498732"/>
                </a:lnTo>
                <a:lnTo>
                  <a:pt x="0" y="0"/>
                </a:lnTo>
                <a:lnTo>
                  <a:pt x="91226" y="0"/>
                </a:lnTo>
                <a:close/>
                <a:moveTo>
                  <a:pt x="9970" y="9970"/>
                </a:moveTo>
                <a:lnTo>
                  <a:pt x="9970" y="1493747"/>
                </a:lnTo>
                <a:lnTo>
                  <a:pt x="81256" y="1493747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7ACC7C-C2A6-49C8-A59C-DAD3E0AFAA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86525" y="6041302"/>
            <a:ext cx="81256" cy="1115200"/>
          </a:xfrm>
          <a:custGeom xmlns:a="http://schemas.openxmlformats.org/drawingml/2006/main">
            <a:pathLst>
              <a:path w="81256" h="1115200">
                <a:moveTo>
                  <a:pt x="0" y="1115200"/>
                </a:moveTo>
                <a:lnTo>
                  <a:pt x="81256" y="1115200"/>
                </a:lnTo>
                <a:lnTo>
                  <a:pt x="81256" y="0"/>
                </a:lnTo>
                <a:lnTo>
                  <a:pt x="0" y="0"/>
                </a:lnTo>
                <a:lnTo>
                  <a:pt x="0" y="1115200"/>
                </a:lnTo>
                <a:close/>
              </a:path>
            </a:pathLst>
          </a:custGeom>
          <a:solidFill xmlns:a="http://schemas.openxmlformats.org/drawingml/2006/main">
            <a:srgbClr val="BD926E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0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ABDDEF31-F0C3-4C79-AD6B-B1018447B5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81540" y="6036317"/>
            <a:ext cx="91226" cy="1120185"/>
          </a:xfrm>
          <a:custGeom xmlns:a="http://schemas.openxmlformats.org/drawingml/2006/main">
            <a:pathLst>
              <a:path w="91226" h="1120185">
                <a:moveTo>
                  <a:pt x="91226" y="0"/>
                </a:moveTo>
                <a:lnTo>
                  <a:pt x="91226" y="1120185"/>
                </a:lnTo>
                <a:lnTo>
                  <a:pt x="0" y="1120185"/>
                </a:lnTo>
                <a:lnTo>
                  <a:pt x="0" y="0"/>
                </a:lnTo>
                <a:lnTo>
                  <a:pt x="91226" y="0"/>
                </a:lnTo>
                <a:close/>
                <a:moveTo>
                  <a:pt x="9970" y="9970"/>
                </a:moveTo>
                <a:lnTo>
                  <a:pt x="9970" y="1115200"/>
                </a:lnTo>
                <a:lnTo>
                  <a:pt x="81256" y="1115200"/>
                </a:lnTo>
                <a:lnTo>
                  <a:pt x="81256" y="9970"/>
                </a:lnTo>
                <a:lnTo>
                  <a:pt x="9970" y="9970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ED94C8-E197-43D3-9199-B91974CDC7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6924" y="7156502"/>
            <a:ext cx="10" cy="10"/>
          </a:xfrm>
          <a:custGeom xmlns:a="http://schemas.openxmlformats.org/drawingml/2006/main">
            <a:pathLst>
              <a:path w="1" h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76D9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8F40F8-2E74-408D-9BEF-9630ECC60B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6924" y="7156502"/>
            <a:ext cx="10" cy="10"/>
          </a:xfrm>
          <a:custGeom xmlns:a="http://schemas.openxmlformats.org/drawingml/2006/main">
            <a:pathLst>
              <a:path w="1" h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C3882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3BEB5E-4ADE-4750-AED8-48CEB50123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6924" y="7156502"/>
            <a:ext cx="10" cy="10"/>
          </a:xfrm>
          <a:custGeom xmlns:a="http://schemas.openxmlformats.org/drawingml/2006/main">
            <a:pathLst>
              <a:path w="1" h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68B6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2B15EB-88E7-488E-8EE8-DDE4518494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6924" y="7156502"/>
            <a:ext cx="10" cy="10"/>
          </a:xfrm>
          <a:custGeom xmlns:a="http://schemas.openxmlformats.org/drawingml/2006/main">
            <a:pathLst>
              <a:path w="1" h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BA611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EF8AA6-69AA-44EB-B6ED-5D2F712E5F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6924" y="7156502"/>
            <a:ext cx="10" cy="10"/>
          </a:xfrm>
          <a:custGeom xmlns:a="http://schemas.openxmlformats.org/drawingml/2006/main">
            <a:pathLst>
              <a:path w="1" h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C283B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C02499-4ED4-4936-9495-4CACC1C3C9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6924" y="7156502"/>
            <a:ext cx="10" cy="10"/>
          </a:xfrm>
          <a:custGeom xmlns:a="http://schemas.openxmlformats.org/drawingml/2006/main">
            <a:pathLst>
              <a:path w="1" h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BD926E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385CC0-1531-4CED-A294-574DE275B0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215" y="4195687"/>
            <a:ext cx="10" cy="2960815"/>
          </a:xfrm>
          <a:custGeom xmlns:a="http://schemas.openxmlformats.org/drawingml/2006/main">
            <a:pathLst>
              <a:path w="1" h="2960815" fill="none">
                <a:moveTo>
                  <a:pt x="0" y="2960815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2462" cap="sq">
            <a:solidFill>
              <a:srgbClr val="CCCCCC"/>
            </a:solidFill>
            <a:miter/>
          </a:ln>
        </p:spPr>
      </p:sp>
      <p:sp>
        <p:nvSpPr>
          <p:cNvPr id="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B3132A-90B4-4035-BBBC-EB8A503603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228723" y="4195687"/>
            <a:ext cx="10" cy="2960815"/>
          </a:xfrm>
          <a:custGeom xmlns:a="http://schemas.openxmlformats.org/drawingml/2006/main">
            <a:pathLst>
              <a:path w="1" h="2960815" fill="none">
                <a:moveTo>
                  <a:pt x="0" y="2960815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2462" cap="sq">
            <a:solidFill>
              <a:srgbClr val="CCCCCC"/>
            </a:solidFill>
            <a:miter/>
          </a:ln>
        </p:spPr>
      </p:sp>
      <p:sp>
        <p:nvSpPr>
          <p:cNvPr id="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FB3A28-6DC6-4AD8-9BA3-B2E1E85E92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215" y="7156502"/>
            <a:ext cx="3656508" cy="10"/>
          </a:xfrm>
          <a:custGeom xmlns:a="http://schemas.openxmlformats.org/drawingml/2006/main">
            <a:pathLst>
              <a:path w="3656508" h="1" fill="none">
                <a:moveTo>
                  <a:pt x="0" y="0"/>
                </a:moveTo>
                <a:lnTo>
                  <a:pt x="3656508" y="0"/>
                </a:lnTo>
              </a:path>
            </a:pathLst>
          </a:custGeom>
          <a:noFill xmlns:a="http://schemas.openxmlformats.org/drawingml/2006/main"/>
          <a:ln xmlns:a="http://schemas.openxmlformats.org/drawingml/2006/main" w="12462" cap="sq">
            <a:solidFill>
              <a:srgbClr val="CCCCCC"/>
            </a:solidFill>
            <a:miter/>
          </a:ln>
        </p:spPr>
      </p:sp>
      <p:sp>
        <p:nvSpPr>
          <p:cNvPr id="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1E8EBE-0214-4D55-9B47-951B2C330E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215" y="4195687"/>
            <a:ext cx="3656508" cy="10"/>
          </a:xfrm>
          <a:custGeom xmlns:a="http://schemas.openxmlformats.org/drawingml/2006/main">
            <a:pathLst>
              <a:path w="3656508" h="1" fill="none">
                <a:moveTo>
                  <a:pt x="0" y="0"/>
                </a:moveTo>
                <a:lnTo>
                  <a:pt x="3656508" y="0"/>
                </a:lnTo>
              </a:path>
            </a:pathLst>
          </a:custGeom>
          <a:noFill xmlns:a="http://schemas.openxmlformats.org/drawingml/2006/main"/>
          <a:ln xmlns:a="http://schemas.openxmlformats.org/drawingml/2006/main" w="12462" cap="sq">
            <a:solidFill>
              <a:srgbClr val="CCCCCC"/>
            </a:solidFill>
            <a:miter/>
          </a:ln>
        </p:spPr>
      </p:sp>
      <p:sp>
        <p:nvSpPr>
          <p:cNvPr id="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407FD1-D1F4-42B7-B9C9-E03E7ECC76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906177" y="4034117"/>
            <a:ext cx="113196" cy="101751"/>
          </a:xfrm>
          <a:custGeom xmlns:a="http://schemas.openxmlformats.org/drawingml/2006/main">
            <a:pathLst>
              <a:path w="113196" h="101751">
                <a:moveTo>
                  <a:pt x="0" y="0"/>
                </a:moveTo>
                <a:lnTo>
                  <a:pt x="33359" y="0"/>
                </a:lnTo>
                <a:lnTo>
                  <a:pt x="56528" y="54435"/>
                </a:lnTo>
                <a:lnTo>
                  <a:pt x="79838" y="0"/>
                </a:lnTo>
                <a:lnTo>
                  <a:pt x="113196" y="0"/>
                </a:lnTo>
                <a:lnTo>
                  <a:pt x="113196" y="101751"/>
                </a:lnTo>
                <a:lnTo>
                  <a:pt x="88352" y="101751"/>
                </a:lnTo>
                <a:lnTo>
                  <a:pt x="88352" y="27357"/>
                </a:lnTo>
                <a:lnTo>
                  <a:pt x="64903" y="82211"/>
                </a:lnTo>
                <a:lnTo>
                  <a:pt x="48293" y="82211"/>
                </a:lnTo>
                <a:lnTo>
                  <a:pt x="24845" y="27357"/>
                </a:lnTo>
                <a:lnTo>
                  <a:pt x="24845" y="101751"/>
                </a:lnTo>
                <a:lnTo>
                  <a:pt x="0" y="10175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38B097-E9A2-493D-98F7-FD89A9FDEA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038216" y="4057706"/>
            <a:ext cx="83885" cy="79977"/>
          </a:xfrm>
          <a:custGeom xmlns:a="http://schemas.openxmlformats.org/drawingml/2006/main">
            <a:pathLst>
              <a:path w="83885" h="79977">
                <a:moveTo>
                  <a:pt x="42013" y="17447"/>
                </a:moveTo>
                <a:cubicBezTo>
                  <a:pt x="36569" y="17447"/>
                  <a:pt x="32382" y="19401"/>
                  <a:pt x="29590" y="23309"/>
                </a:cubicBezTo>
                <a:cubicBezTo>
                  <a:pt x="26799" y="27217"/>
                  <a:pt x="25403" y="32800"/>
                  <a:pt x="25403" y="40058"/>
                </a:cubicBezTo>
                <a:cubicBezTo>
                  <a:pt x="25403" y="47456"/>
                  <a:pt x="26799" y="53039"/>
                  <a:pt x="29590" y="56947"/>
                </a:cubicBezTo>
                <a:cubicBezTo>
                  <a:pt x="32382" y="60855"/>
                  <a:pt x="36569" y="62670"/>
                  <a:pt x="42013" y="62670"/>
                </a:cubicBezTo>
                <a:cubicBezTo>
                  <a:pt x="47316" y="62670"/>
                  <a:pt x="51364" y="60855"/>
                  <a:pt x="54156" y="56947"/>
                </a:cubicBezTo>
                <a:cubicBezTo>
                  <a:pt x="56947" y="53039"/>
                  <a:pt x="58483" y="47456"/>
                  <a:pt x="58483" y="40058"/>
                </a:cubicBezTo>
                <a:cubicBezTo>
                  <a:pt x="58483" y="32800"/>
                  <a:pt x="56947" y="27217"/>
                  <a:pt x="54156" y="23309"/>
                </a:cubicBezTo>
                <a:cubicBezTo>
                  <a:pt x="51364" y="19401"/>
                  <a:pt x="47316" y="17447"/>
                  <a:pt x="42013" y="17447"/>
                </a:cubicBezTo>
                <a:close/>
                <a:moveTo>
                  <a:pt x="42013" y="0"/>
                </a:moveTo>
                <a:cubicBezTo>
                  <a:pt x="55133" y="0"/>
                  <a:pt x="65322" y="3629"/>
                  <a:pt x="72719" y="10608"/>
                </a:cubicBezTo>
                <a:cubicBezTo>
                  <a:pt x="80117" y="17726"/>
                  <a:pt x="83885" y="27497"/>
                  <a:pt x="83885" y="40058"/>
                </a:cubicBezTo>
                <a:cubicBezTo>
                  <a:pt x="83885" y="52620"/>
                  <a:pt x="80117" y="62530"/>
                  <a:pt x="72719" y="69509"/>
                </a:cubicBezTo>
                <a:cubicBezTo>
                  <a:pt x="65322" y="76488"/>
                  <a:pt x="55133" y="79977"/>
                  <a:pt x="42013" y="79977"/>
                </a:cubicBezTo>
                <a:cubicBezTo>
                  <a:pt x="28892" y="79977"/>
                  <a:pt x="18564" y="76488"/>
                  <a:pt x="11166" y="69509"/>
                </a:cubicBezTo>
                <a:cubicBezTo>
                  <a:pt x="3629" y="62530"/>
                  <a:pt x="0" y="52620"/>
                  <a:pt x="0" y="40058"/>
                </a:cubicBezTo>
                <a:cubicBezTo>
                  <a:pt x="0" y="27497"/>
                  <a:pt x="3629" y="17726"/>
                  <a:pt x="11166" y="10608"/>
                </a:cubicBezTo>
                <a:cubicBezTo>
                  <a:pt x="18564" y="3629"/>
                  <a:pt x="28892" y="0"/>
                  <a:pt x="42013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51EC1E-E511-4D54-925D-8E532F33EA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39828" y="4057706"/>
            <a:ext cx="56668" cy="78163"/>
          </a:xfrm>
          <a:custGeom xmlns:a="http://schemas.openxmlformats.org/drawingml/2006/main">
            <a:pathLst>
              <a:path w="56668" h="78163">
                <a:moveTo>
                  <a:pt x="56668" y="22611"/>
                </a:moveTo>
                <a:cubicBezTo>
                  <a:pt x="54435" y="21634"/>
                  <a:pt x="52341" y="20936"/>
                  <a:pt x="50248" y="20378"/>
                </a:cubicBezTo>
                <a:cubicBezTo>
                  <a:pt x="48154" y="19959"/>
                  <a:pt x="46060" y="19680"/>
                  <a:pt x="43967" y="19680"/>
                </a:cubicBezTo>
                <a:cubicBezTo>
                  <a:pt x="37686" y="19680"/>
                  <a:pt x="32800" y="21774"/>
                  <a:pt x="29451" y="25682"/>
                </a:cubicBezTo>
                <a:cubicBezTo>
                  <a:pt x="26101" y="29730"/>
                  <a:pt x="24426" y="35452"/>
                  <a:pt x="24426" y="42990"/>
                </a:cubicBezTo>
                <a:lnTo>
                  <a:pt x="24426" y="78163"/>
                </a:lnTo>
                <a:lnTo>
                  <a:pt x="0" y="78163"/>
                </a:lnTo>
                <a:lnTo>
                  <a:pt x="0" y="1814"/>
                </a:lnTo>
                <a:lnTo>
                  <a:pt x="24426" y="1814"/>
                </a:lnTo>
                <a:lnTo>
                  <a:pt x="24426" y="14376"/>
                </a:lnTo>
                <a:cubicBezTo>
                  <a:pt x="27497" y="9352"/>
                  <a:pt x="30986" y="5723"/>
                  <a:pt x="35173" y="3489"/>
                </a:cubicBezTo>
                <a:cubicBezTo>
                  <a:pt x="39221" y="1256"/>
                  <a:pt x="44106" y="0"/>
                  <a:pt x="49829" y="0"/>
                </a:cubicBezTo>
                <a:cubicBezTo>
                  <a:pt x="50666" y="0"/>
                  <a:pt x="51504" y="140"/>
                  <a:pt x="52481" y="140"/>
                </a:cubicBezTo>
                <a:cubicBezTo>
                  <a:pt x="53318" y="140"/>
                  <a:pt x="54714" y="279"/>
                  <a:pt x="56668" y="558"/>
                </a:cubicBezTo>
                <a:lnTo>
                  <a:pt x="56668" y="2261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41D471-FEEA-4C6D-9D09-EF573942A0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02916" y="4057706"/>
            <a:ext cx="77186" cy="79977"/>
          </a:xfrm>
          <a:custGeom xmlns:a="http://schemas.openxmlformats.org/drawingml/2006/main">
            <a:pathLst>
              <a:path w="77186" h="79977">
                <a:moveTo>
                  <a:pt x="39919" y="43827"/>
                </a:moveTo>
                <a:cubicBezTo>
                  <a:pt x="34755" y="43827"/>
                  <a:pt x="30846" y="44804"/>
                  <a:pt x="28334" y="46479"/>
                </a:cubicBezTo>
                <a:cubicBezTo>
                  <a:pt x="25822" y="48154"/>
                  <a:pt x="24565" y="50666"/>
                  <a:pt x="24565" y="54016"/>
                </a:cubicBezTo>
                <a:cubicBezTo>
                  <a:pt x="24565" y="57087"/>
                  <a:pt x="25542" y="59599"/>
                  <a:pt x="27636" y="61274"/>
                </a:cubicBezTo>
                <a:cubicBezTo>
                  <a:pt x="29730" y="63089"/>
                  <a:pt x="32661" y="63926"/>
                  <a:pt x="36290" y="63926"/>
                </a:cubicBezTo>
                <a:cubicBezTo>
                  <a:pt x="40896" y="63926"/>
                  <a:pt x="44804" y="62391"/>
                  <a:pt x="47875" y="59041"/>
                </a:cubicBezTo>
                <a:cubicBezTo>
                  <a:pt x="50945" y="55691"/>
                  <a:pt x="52620" y="51643"/>
                  <a:pt x="52620" y="46619"/>
                </a:cubicBezTo>
                <a:lnTo>
                  <a:pt x="52620" y="43827"/>
                </a:lnTo>
                <a:lnTo>
                  <a:pt x="39919" y="43827"/>
                </a:lnTo>
                <a:close/>
                <a:moveTo>
                  <a:pt x="77186" y="34615"/>
                </a:moveTo>
                <a:lnTo>
                  <a:pt x="77186" y="78163"/>
                </a:lnTo>
                <a:lnTo>
                  <a:pt x="52620" y="78163"/>
                </a:lnTo>
                <a:lnTo>
                  <a:pt x="52620" y="66857"/>
                </a:lnTo>
                <a:cubicBezTo>
                  <a:pt x="49270" y="71603"/>
                  <a:pt x="45641" y="74953"/>
                  <a:pt x="41594" y="76907"/>
                </a:cubicBezTo>
                <a:cubicBezTo>
                  <a:pt x="37406" y="78861"/>
                  <a:pt x="32521" y="79977"/>
                  <a:pt x="26659" y="79977"/>
                </a:cubicBezTo>
                <a:cubicBezTo>
                  <a:pt x="18703" y="79977"/>
                  <a:pt x="12283" y="77744"/>
                  <a:pt x="7398" y="73138"/>
                </a:cubicBezTo>
                <a:cubicBezTo>
                  <a:pt x="2373" y="68672"/>
                  <a:pt x="0" y="62670"/>
                  <a:pt x="0" y="55272"/>
                </a:cubicBezTo>
                <a:cubicBezTo>
                  <a:pt x="0" y="46339"/>
                  <a:pt x="3071" y="39779"/>
                  <a:pt x="9212" y="35592"/>
                </a:cubicBezTo>
                <a:cubicBezTo>
                  <a:pt x="15353" y="31405"/>
                  <a:pt x="24984" y="29311"/>
                  <a:pt x="38244" y="29311"/>
                </a:cubicBezTo>
                <a:lnTo>
                  <a:pt x="52620" y="29311"/>
                </a:lnTo>
                <a:lnTo>
                  <a:pt x="52620" y="27357"/>
                </a:lnTo>
                <a:cubicBezTo>
                  <a:pt x="52620" y="23588"/>
                  <a:pt x="51085" y="20797"/>
                  <a:pt x="48014" y="18982"/>
                </a:cubicBezTo>
                <a:cubicBezTo>
                  <a:pt x="44944" y="17168"/>
                  <a:pt x="40198" y="16191"/>
                  <a:pt x="33777" y="16191"/>
                </a:cubicBezTo>
                <a:cubicBezTo>
                  <a:pt x="28474" y="16191"/>
                  <a:pt x="23588" y="16749"/>
                  <a:pt x="19122" y="17866"/>
                </a:cubicBezTo>
                <a:cubicBezTo>
                  <a:pt x="14656" y="18982"/>
                  <a:pt x="10468" y="20518"/>
                  <a:pt x="6700" y="22472"/>
                </a:cubicBezTo>
                <a:lnTo>
                  <a:pt x="6700" y="3908"/>
                </a:lnTo>
                <a:cubicBezTo>
                  <a:pt x="11864" y="2652"/>
                  <a:pt x="17028" y="1675"/>
                  <a:pt x="22332" y="977"/>
                </a:cubicBezTo>
                <a:cubicBezTo>
                  <a:pt x="27636" y="419"/>
                  <a:pt x="32940" y="0"/>
                  <a:pt x="38244" y="0"/>
                </a:cubicBezTo>
                <a:cubicBezTo>
                  <a:pt x="51922" y="0"/>
                  <a:pt x="61832" y="2792"/>
                  <a:pt x="67974" y="8235"/>
                </a:cubicBezTo>
                <a:cubicBezTo>
                  <a:pt x="74115" y="13678"/>
                  <a:pt x="77186" y="22472"/>
                  <a:pt x="77186" y="3461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57A51A-5D10-42F9-8725-19ED723057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02853" y="4029790"/>
            <a:ext cx="24426" cy="106078"/>
          </a:xfrm>
          <a:custGeom xmlns:a="http://schemas.openxmlformats.org/drawingml/2006/main">
            <a:pathLst>
              <a:path w="24426" h="106078">
                <a:moveTo>
                  <a:pt x="0" y="0"/>
                </a:moveTo>
                <a:lnTo>
                  <a:pt x="24426" y="0"/>
                </a:lnTo>
                <a:lnTo>
                  <a:pt x="24426" y="106078"/>
                </a:lnTo>
                <a:lnTo>
                  <a:pt x="0" y="10607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4AFB87-203B-4131-BA3F-6472B4E3C3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88274" y="4034117"/>
            <a:ext cx="106636" cy="101751"/>
          </a:xfrm>
          <a:custGeom xmlns:a="http://schemas.openxmlformats.org/drawingml/2006/main">
            <a:pathLst>
              <a:path w="106636" h="101751">
                <a:moveTo>
                  <a:pt x="0" y="0"/>
                </a:moveTo>
                <a:lnTo>
                  <a:pt x="26380" y="0"/>
                </a:lnTo>
                <a:lnTo>
                  <a:pt x="53318" y="75092"/>
                </a:lnTo>
                <a:lnTo>
                  <a:pt x="80256" y="0"/>
                </a:lnTo>
                <a:lnTo>
                  <a:pt x="106636" y="0"/>
                </a:lnTo>
                <a:lnTo>
                  <a:pt x="68951" y="101751"/>
                </a:lnTo>
                <a:lnTo>
                  <a:pt x="37686" y="10175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894A34-9F0C-4F65-8318-032F111675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93977" y="4057706"/>
            <a:ext cx="77186" cy="79977"/>
          </a:xfrm>
          <a:custGeom xmlns:a="http://schemas.openxmlformats.org/drawingml/2006/main">
            <a:pathLst>
              <a:path w="77186" h="79977">
                <a:moveTo>
                  <a:pt x="39919" y="43827"/>
                </a:moveTo>
                <a:cubicBezTo>
                  <a:pt x="34755" y="43827"/>
                  <a:pt x="30846" y="44804"/>
                  <a:pt x="28334" y="46479"/>
                </a:cubicBezTo>
                <a:cubicBezTo>
                  <a:pt x="25822" y="48154"/>
                  <a:pt x="24565" y="50666"/>
                  <a:pt x="24565" y="54016"/>
                </a:cubicBezTo>
                <a:cubicBezTo>
                  <a:pt x="24565" y="57087"/>
                  <a:pt x="25542" y="59599"/>
                  <a:pt x="27636" y="61274"/>
                </a:cubicBezTo>
                <a:cubicBezTo>
                  <a:pt x="29730" y="63089"/>
                  <a:pt x="32661" y="63926"/>
                  <a:pt x="36290" y="63926"/>
                </a:cubicBezTo>
                <a:cubicBezTo>
                  <a:pt x="40896" y="63926"/>
                  <a:pt x="44804" y="62391"/>
                  <a:pt x="47875" y="59041"/>
                </a:cubicBezTo>
                <a:cubicBezTo>
                  <a:pt x="50945" y="55691"/>
                  <a:pt x="52620" y="51643"/>
                  <a:pt x="52620" y="46619"/>
                </a:cubicBezTo>
                <a:lnTo>
                  <a:pt x="52620" y="43827"/>
                </a:lnTo>
                <a:lnTo>
                  <a:pt x="39919" y="43827"/>
                </a:lnTo>
                <a:close/>
                <a:moveTo>
                  <a:pt x="77186" y="34615"/>
                </a:moveTo>
                <a:lnTo>
                  <a:pt x="77186" y="78163"/>
                </a:lnTo>
                <a:lnTo>
                  <a:pt x="52620" y="78163"/>
                </a:lnTo>
                <a:lnTo>
                  <a:pt x="52620" y="66857"/>
                </a:lnTo>
                <a:cubicBezTo>
                  <a:pt x="49270" y="71603"/>
                  <a:pt x="45641" y="74953"/>
                  <a:pt x="41594" y="76907"/>
                </a:cubicBezTo>
                <a:cubicBezTo>
                  <a:pt x="37406" y="78861"/>
                  <a:pt x="32521" y="79977"/>
                  <a:pt x="26659" y="79977"/>
                </a:cubicBezTo>
                <a:cubicBezTo>
                  <a:pt x="18703" y="79977"/>
                  <a:pt x="12283" y="77744"/>
                  <a:pt x="7398" y="73138"/>
                </a:cubicBezTo>
                <a:cubicBezTo>
                  <a:pt x="2373" y="68672"/>
                  <a:pt x="0" y="62670"/>
                  <a:pt x="0" y="55272"/>
                </a:cubicBezTo>
                <a:cubicBezTo>
                  <a:pt x="0" y="46339"/>
                  <a:pt x="3071" y="39779"/>
                  <a:pt x="9212" y="35592"/>
                </a:cubicBezTo>
                <a:cubicBezTo>
                  <a:pt x="15353" y="31405"/>
                  <a:pt x="24984" y="29311"/>
                  <a:pt x="38244" y="29311"/>
                </a:cubicBezTo>
                <a:lnTo>
                  <a:pt x="52620" y="29311"/>
                </a:lnTo>
                <a:lnTo>
                  <a:pt x="52620" y="27357"/>
                </a:lnTo>
                <a:cubicBezTo>
                  <a:pt x="52620" y="23588"/>
                  <a:pt x="51085" y="20797"/>
                  <a:pt x="48014" y="18982"/>
                </a:cubicBezTo>
                <a:cubicBezTo>
                  <a:pt x="44944" y="17168"/>
                  <a:pt x="40198" y="16191"/>
                  <a:pt x="33777" y="16191"/>
                </a:cubicBezTo>
                <a:cubicBezTo>
                  <a:pt x="28474" y="16191"/>
                  <a:pt x="23588" y="16749"/>
                  <a:pt x="19122" y="17866"/>
                </a:cubicBezTo>
                <a:cubicBezTo>
                  <a:pt x="14656" y="18982"/>
                  <a:pt x="10468" y="20518"/>
                  <a:pt x="6700" y="22472"/>
                </a:cubicBezTo>
                <a:lnTo>
                  <a:pt x="6700" y="3908"/>
                </a:lnTo>
                <a:cubicBezTo>
                  <a:pt x="11864" y="2652"/>
                  <a:pt x="17028" y="1675"/>
                  <a:pt x="22332" y="977"/>
                </a:cubicBezTo>
                <a:cubicBezTo>
                  <a:pt x="27636" y="419"/>
                  <a:pt x="32940" y="0"/>
                  <a:pt x="38244" y="0"/>
                </a:cubicBezTo>
                <a:cubicBezTo>
                  <a:pt x="51922" y="0"/>
                  <a:pt x="61832" y="2792"/>
                  <a:pt x="67974" y="8235"/>
                </a:cubicBezTo>
                <a:cubicBezTo>
                  <a:pt x="74115" y="13678"/>
                  <a:pt x="77186" y="22472"/>
                  <a:pt x="77186" y="3461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0C2665-120C-4534-99BA-2B60388A01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3914" y="4029790"/>
            <a:ext cx="24426" cy="106078"/>
          </a:xfrm>
          <a:custGeom xmlns:a="http://schemas.openxmlformats.org/drawingml/2006/main">
            <a:pathLst>
              <a:path w="24426" h="106078">
                <a:moveTo>
                  <a:pt x="0" y="0"/>
                </a:moveTo>
                <a:lnTo>
                  <a:pt x="24426" y="0"/>
                </a:lnTo>
                <a:lnTo>
                  <a:pt x="24426" y="106078"/>
                </a:lnTo>
                <a:lnTo>
                  <a:pt x="0" y="10607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87E4C6-2F42-4274-85CC-F775E3BE69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40951" y="4059520"/>
            <a:ext cx="76767" cy="78163"/>
          </a:xfrm>
          <a:custGeom xmlns:a="http://schemas.openxmlformats.org/drawingml/2006/main">
            <a:pathLst>
              <a:path w="76767" h="78163">
                <a:moveTo>
                  <a:pt x="0" y="46619"/>
                </a:moveTo>
                <a:lnTo>
                  <a:pt x="0" y="0"/>
                </a:lnTo>
                <a:lnTo>
                  <a:pt x="24565" y="0"/>
                </a:lnTo>
                <a:lnTo>
                  <a:pt x="24565" y="7677"/>
                </a:lnTo>
                <a:cubicBezTo>
                  <a:pt x="24565" y="11864"/>
                  <a:pt x="24426" y="17028"/>
                  <a:pt x="24426" y="23309"/>
                </a:cubicBezTo>
                <a:cubicBezTo>
                  <a:pt x="24426" y="29590"/>
                  <a:pt x="24426" y="33777"/>
                  <a:pt x="24426" y="35732"/>
                </a:cubicBezTo>
                <a:cubicBezTo>
                  <a:pt x="24426" y="41873"/>
                  <a:pt x="24565" y="46339"/>
                  <a:pt x="24845" y="48991"/>
                </a:cubicBezTo>
                <a:cubicBezTo>
                  <a:pt x="25124" y="51783"/>
                  <a:pt x="25682" y="53737"/>
                  <a:pt x="26520" y="54854"/>
                </a:cubicBezTo>
                <a:cubicBezTo>
                  <a:pt x="27497" y="56528"/>
                  <a:pt x="28753" y="57785"/>
                  <a:pt x="30428" y="58622"/>
                </a:cubicBezTo>
                <a:cubicBezTo>
                  <a:pt x="31963" y="59460"/>
                  <a:pt x="33777" y="59878"/>
                  <a:pt x="36011" y="59878"/>
                </a:cubicBezTo>
                <a:cubicBezTo>
                  <a:pt x="41035" y="59878"/>
                  <a:pt x="45083" y="57924"/>
                  <a:pt x="48014" y="54016"/>
                </a:cubicBezTo>
                <a:cubicBezTo>
                  <a:pt x="50806" y="50108"/>
                  <a:pt x="52341" y="44664"/>
                  <a:pt x="52341" y="37686"/>
                </a:cubicBezTo>
                <a:lnTo>
                  <a:pt x="52341" y="0"/>
                </a:lnTo>
                <a:lnTo>
                  <a:pt x="76767" y="0"/>
                </a:lnTo>
                <a:lnTo>
                  <a:pt x="76767" y="76348"/>
                </a:lnTo>
                <a:lnTo>
                  <a:pt x="52341" y="76348"/>
                </a:lnTo>
                <a:lnTo>
                  <a:pt x="52341" y="65322"/>
                </a:lnTo>
                <a:cubicBezTo>
                  <a:pt x="48712" y="69788"/>
                  <a:pt x="44804" y="73138"/>
                  <a:pt x="40617" y="75092"/>
                </a:cubicBezTo>
                <a:cubicBezTo>
                  <a:pt x="36429" y="77046"/>
                  <a:pt x="31963" y="78163"/>
                  <a:pt x="27078" y="78163"/>
                </a:cubicBezTo>
                <a:cubicBezTo>
                  <a:pt x="18145" y="78163"/>
                  <a:pt x="11445" y="75511"/>
                  <a:pt x="6839" y="70207"/>
                </a:cubicBezTo>
                <a:cubicBezTo>
                  <a:pt x="2233" y="64903"/>
                  <a:pt x="0" y="56947"/>
                  <a:pt x="0" y="4661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3C410E-F727-4430-B1B5-9A2132FD9D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35444" y="4057706"/>
            <a:ext cx="81931" cy="79977"/>
          </a:xfrm>
          <a:custGeom xmlns:a="http://schemas.openxmlformats.org/drawingml/2006/main">
            <a:pathLst>
              <a:path w="81931" h="79977">
                <a:moveTo>
                  <a:pt x="81931" y="39779"/>
                </a:moveTo>
                <a:lnTo>
                  <a:pt x="81931" y="46758"/>
                </a:lnTo>
                <a:lnTo>
                  <a:pt x="24845" y="46758"/>
                </a:lnTo>
                <a:cubicBezTo>
                  <a:pt x="25403" y="52481"/>
                  <a:pt x="27497" y="56808"/>
                  <a:pt x="31126" y="59599"/>
                </a:cubicBezTo>
                <a:cubicBezTo>
                  <a:pt x="34615" y="62530"/>
                  <a:pt x="39500" y="63926"/>
                  <a:pt x="45921" y="63926"/>
                </a:cubicBezTo>
                <a:cubicBezTo>
                  <a:pt x="50945" y="63926"/>
                  <a:pt x="56249" y="63228"/>
                  <a:pt x="61693" y="61693"/>
                </a:cubicBezTo>
                <a:cubicBezTo>
                  <a:pt x="66997" y="60157"/>
                  <a:pt x="72580" y="57785"/>
                  <a:pt x="78302" y="54714"/>
                </a:cubicBezTo>
                <a:lnTo>
                  <a:pt x="78302" y="73557"/>
                </a:lnTo>
                <a:cubicBezTo>
                  <a:pt x="72440" y="75790"/>
                  <a:pt x="66718" y="77325"/>
                  <a:pt x="60995" y="78302"/>
                </a:cubicBezTo>
                <a:cubicBezTo>
                  <a:pt x="55133" y="79419"/>
                  <a:pt x="49410" y="79977"/>
                  <a:pt x="43687" y="79977"/>
                </a:cubicBezTo>
                <a:cubicBezTo>
                  <a:pt x="29869" y="79977"/>
                  <a:pt x="19122" y="76488"/>
                  <a:pt x="11445" y="69509"/>
                </a:cubicBezTo>
                <a:cubicBezTo>
                  <a:pt x="3769" y="62530"/>
                  <a:pt x="0" y="52760"/>
                  <a:pt x="0" y="40058"/>
                </a:cubicBezTo>
                <a:cubicBezTo>
                  <a:pt x="0" y="27636"/>
                  <a:pt x="3769" y="17866"/>
                  <a:pt x="11306" y="10747"/>
                </a:cubicBezTo>
                <a:cubicBezTo>
                  <a:pt x="18843" y="3629"/>
                  <a:pt x="29171" y="0"/>
                  <a:pt x="42292" y="0"/>
                </a:cubicBezTo>
                <a:cubicBezTo>
                  <a:pt x="54295" y="0"/>
                  <a:pt x="63786" y="3629"/>
                  <a:pt x="71044" y="10887"/>
                </a:cubicBezTo>
                <a:cubicBezTo>
                  <a:pt x="78302" y="18145"/>
                  <a:pt x="81931" y="27776"/>
                  <a:pt x="81931" y="39779"/>
                </a:cubicBezTo>
                <a:close/>
                <a:moveTo>
                  <a:pt x="56808" y="31684"/>
                </a:moveTo>
                <a:cubicBezTo>
                  <a:pt x="56808" y="27078"/>
                  <a:pt x="55412" y="23309"/>
                  <a:pt x="52760" y="20518"/>
                </a:cubicBezTo>
                <a:cubicBezTo>
                  <a:pt x="49968" y="17726"/>
                  <a:pt x="46479" y="16191"/>
                  <a:pt x="42152" y="16191"/>
                </a:cubicBezTo>
                <a:cubicBezTo>
                  <a:pt x="37406" y="16191"/>
                  <a:pt x="33498" y="17587"/>
                  <a:pt x="30567" y="20239"/>
                </a:cubicBezTo>
                <a:cubicBezTo>
                  <a:pt x="27636" y="22891"/>
                  <a:pt x="25822" y="26659"/>
                  <a:pt x="25124" y="31684"/>
                </a:cubicBezTo>
                <a:lnTo>
                  <a:pt x="56808" y="31684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1421B0-2DBA-4FED-AFE4-AF0522CFFC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31333" y="4057706"/>
            <a:ext cx="69230" cy="79977"/>
          </a:xfrm>
          <a:custGeom xmlns:a="http://schemas.openxmlformats.org/drawingml/2006/main">
            <a:pathLst>
              <a:path w="69230" h="79977">
                <a:moveTo>
                  <a:pt x="64066" y="4187"/>
                </a:moveTo>
                <a:lnTo>
                  <a:pt x="64066" y="22751"/>
                </a:lnTo>
                <a:cubicBezTo>
                  <a:pt x="58762" y="20657"/>
                  <a:pt x="53737" y="18982"/>
                  <a:pt x="48991" y="17866"/>
                </a:cubicBezTo>
                <a:cubicBezTo>
                  <a:pt x="44106" y="16749"/>
                  <a:pt x="39500" y="16191"/>
                  <a:pt x="35173" y="16191"/>
                </a:cubicBezTo>
                <a:cubicBezTo>
                  <a:pt x="30428" y="16191"/>
                  <a:pt x="27078" y="16889"/>
                  <a:pt x="24845" y="18005"/>
                </a:cubicBezTo>
                <a:cubicBezTo>
                  <a:pt x="22611" y="19122"/>
                  <a:pt x="21495" y="20936"/>
                  <a:pt x="21495" y="23309"/>
                </a:cubicBezTo>
                <a:cubicBezTo>
                  <a:pt x="21495" y="25263"/>
                  <a:pt x="22332" y="26799"/>
                  <a:pt x="24007" y="27776"/>
                </a:cubicBezTo>
                <a:cubicBezTo>
                  <a:pt x="25682" y="28892"/>
                  <a:pt x="28753" y="29590"/>
                  <a:pt x="33219" y="30149"/>
                </a:cubicBezTo>
                <a:lnTo>
                  <a:pt x="37546" y="30707"/>
                </a:lnTo>
                <a:cubicBezTo>
                  <a:pt x="49968" y="32382"/>
                  <a:pt x="58343" y="34894"/>
                  <a:pt x="62670" y="38523"/>
                </a:cubicBezTo>
                <a:cubicBezTo>
                  <a:pt x="66997" y="42152"/>
                  <a:pt x="69230" y="47875"/>
                  <a:pt x="69230" y="55691"/>
                </a:cubicBezTo>
                <a:cubicBezTo>
                  <a:pt x="69230" y="63786"/>
                  <a:pt x="66159" y="69928"/>
                  <a:pt x="60157" y="73976"/>
                </a:cubicBezTo>
                <a:cubicBezTo>
                  <a:pt x="54156" y="78023"/>
                  <a:pt x="45223" y="79977"/>
                  <a:pt x="33359" y="79977"/>
                </a:cubicBezTo>
                <a:cubicBezTo>
                  <a:pt x="28334" y="79977"/>
                  <a:pt x="23030" y="79559"/>
                  <a:pt x="17726" y="78861"/>
                </a:cubicBezTo>
                <a:cubicBezTo>
                  <a:pt x="12283" y="78163"/>
                  <a:pt x="6700" y="77046"/>
                  <a:pt x="1117" y="75371"/>
                </a:cubicBezTo>
                <a:lnTo>
                  <a:pt x="1117" y="56808"/>
                </a:lnTo>
                <a:cubicBezTo>
                  <a:pt x="5862" y="59320"/>
                  <a:pt x="10887" y="61134"/>
                  <a:pt x="16051" y="62251"/>
                </a:cubicBezTo>
                <a:cubicBezTo>
                  <a:pt x="21076" y="63368"/>
                  <a:pt x="26380" y="63926"/>
                  <a:pt x="31684" y="63926"/>
                </a:cubicBezTo>
                <a:cubicBezTo>
                  <a:pt x="36429" y="63926"/>
                  <a:pt x="39919" y="63368"/>
                  <a:pt x="42431" y="61972"/>
                </a:cubicBezTo>
                <a:cubicBezTo>
                  <a:pt x="44804" y="60716"/>
                  <a:pt x="46060" y="58762"/>
                  <a:pt x="46060" y="56110"/>
                </a:cubicBezTo>
                <a:cubicBezTo>
                  <a:pt x="46060" y="53876"/>
                  <a:pt x="45223" y="52341"/>
                  <a:pt x="43548" y="51225"/>
                </a:cubicBezTo>
                <a:cubicBezTo>
                  <a:pt x="41873" y="50108"/>
                  <a:pt x="38523" y="49270"/>
                  <a:pt x="33638" y="48712"/>
                </a:cubicBezTo>
                <a:lnTo>
                  <a:pt x="29311" y="48154"/>
                </a:lnTo>
                <a:cubicBezTo>
                  <a:pt x="18424" y="46898"/>
                  <a:pt x="10887" y="44385"/>
                  <a:pt x="6560" y="40617"/>
                </a:cubicBezTo>
                <a:cubicBezTo>
                  <a:pt x="2094" y="36988"/>
                  <a:pt x="0" y="31405"/>
                  <a:pt x="0" y="23868"/>
                </a:cubicBezTo>
                <a:cubicBezTo>
                  <a:pt x="0" y="15772"/>
                  <a:pt x="2652" y="9770"/>
                  <a:pt x="8235" y="5862"/>
                </a:cubicBezTo>
                <a:cubicBezTo>
                  <a:pt x="13818" y="1954"/>
                  <a:pt x="22332" y="0"/>
                  <a:pt x="33777" y="0"/>
                </a:cubicBezTo>
                <a:cubicBezTo>
                  <a:pt x="38244" y="0"/>
                  <a:pt x="42850" y="419"/>
                  <a:pt x="47875" y="1117"/>
                </a:cubicBezTo>
                <a:cubicBezTo>
                  <a:pt x="52899" y="1814"/>
                  <a:pt x="58203" y="2792"/>
                  <a:pt x="64066" y="4187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B47E74-A66D-4CD1-B32E-88B4796432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6285" y="4255506"/>
            <a:ext cx="3492619" cy="387325"/>
          </a:xfrm>
          <a:custGeom xmlns:a="http://schemas.openxmlformats.org/drawingml/2006/main">
            <a:pathLst>
              <a:path w="3492619" h="387325">
                <a:moveTo>
                  <a:pt x="23927" y="387325"/>
                </a:moveTo>
                <a:lnTo>
                  <a:pt x="3468692" y="387325"/>
                </a:lnTo>
                <a:cubicBezTo>
                  <a:pt x="3484644" y="387325"/>
                  <a:pt x="3492619" y="379349"/>
                  <a:pt x="3492619" y="363397"/>
                </a:cubicBezTo>
                <a:lnTo>
                  <a:pt x="3492619" y="23927"/>
                </a:lnTo>
                <a:cubicBezTo>
                  <a:pt x="3492619" y="7976"/>
                  <a:pt x="3484644" y="0"/>
                  <a:pt x="3468692" y="0"/>
                </a:cubicBezTo>
                <a:lnTo>
                  <a:pt x="23927" y="0"/>
                </a:lnTo>
                <a:cubicBezTo>
                  <a:pt x="7976" y="0"/>
                  <a:pt x="0" y="7976"/>
                  <a:pt x="0" y="23927"/>
                </a:cubicBezTo>
                <a:lnTo>
                  <a:pt x="0" y="363397"/>
                </a:lnTo>
                <a:cubicBezTo>
                  <a:pt x="0" y="379349"/>
                  <a:pt x="7976" y="387325"/>
                  <a:pt x="23927" y="387325"/>
                </a:cubicBezTo>
                <a:close/>
              </a:path>
            </a:pathLst>
          </a:custGeom>
          <a:solidFill xmlns:a="http://schemas.openxmlformats.org/drawingml/2006/main">
            <a:srgbClr val="FFFFFF">
              <a:alpha val="8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8CC544-DC9C-4522-9AAA-21051747CB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6285" y="4255506"/>
            <a:ext cx="3492619" cy="387325"/>
          </a:xfrm>
          <a:custGeom xmlns:a="http://schemas.openxmlformats.org/drawingml/2006/main">
            <a:pathLst>
              <a:path w="3492619" h="387325" fill="none">
                <a:moveTo>
                  <a:pt x="23927" y="387325"/>
                </a:moveTo>
                <a:lnTo>
                  <a:pt x="3468692" y="387325"/>
                </a:lnTo>
                <a:cubicBezTo>
                  <a:pt x="3484644" y="387325"/>
                  <a:pt x="3492619" y="379349"/>
                  <a:pt x="3492619" y="363397"/>
                </a:cubicBezTo>
                <a:lnTo>
                  <a:pt x="3492619" y="23927"/>
                </a:lnTo>
                <a:cubicBezTo>
                  <a:pt x="3492619" y="7976"/>
                  <a:pt x="3484644" y="0"/>
                  <a:pt x="3468692" y="0"/>
                </a:cubicBezTo>
                <a:lnTo>
                  <a:pt x="23927" y="0"/>
                </a:lnTo>
                <a:cubicBezTo>
                  <a:pt x="7976" y="0"/>
                  <a:pt x="0" y="7976"/>
                  <a:pt x="0" y="23927"/>
                </a:cubicBezTo>
                <a:lnTo>
                  <a:pt x="0" y="363397"/>
                </a:lnTo>
                <a:cubicBezTo>
                  <a:pt x="0" y="379349"/>
                  <a:pt x="7976" y="387325"/>
                  <a:pt x="23927" y="38732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CCCCCC">
                <a:alpha val="80000"/>
              </a:srgbClr>
            </a:solidFill>
            <a:miter/>
          </a:ln>
        </p:spPr>
      </p:sp>
      <p:sp>
        <p:nvSpPr>
          <p:cNvPr id="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CFAD2E-EDB9-4F76-B5C2-907857B8B1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4140" y="4310588"/>
            <a:ext cx="239274" cy="83746"/>
          </a:xfrm>
          <a:custGeom xmlns:a="http://schemas.openxmlformats.org/drawingml/2006/main">
            <a:pathLst>
              <a:path w="239274" h="83746">
                <a:moveTo>
                  <a:pt x="0" y="83746"/>
                </a:moveTo>
                <a:lnTo>
                  <a:pt x="239274" y="83746"/>
                </a:lnTo>
                <a:lnTo>
                  <a:pt x="239274" y="0"/>
                </a:lnTo>
                <a:lnTo>
                  <a:pt x="0" y="0"/>
                </a:lnTo>
                <a:lnTo>
                  <a:pt x="0" y="83746"/>
                </a:lnTo>
                <a:close/>
              </a:path>
            </a:pathLst>
          </a:custGeom>
          <a:solidFill xmlns:a="http://schemas.openxmlformats.org/drawingml/2006/main">
            <a:srgbClr val="176D9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3E5C5C-419A-4B53-B8B0-00BC8F7BB1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4140" y="4310588"/>
            <a:ext cx="239274" cy="83746"/>
          </a:xfrm>
          <a:custGeom xmlns:a="http://schemas.openxmlformats.org/drawingml/2006/main">
            <a:pathLst>
              <a:path w="239274" h="83746" fill="none">
                <a:moveTo>
                  <a:pt x="0" y="83746"/>
                </a:moveTo>
                <a:lnTo>
                  <a:pt x="239274" y="83746"/>
                </a:lnTo>
                <a:lnTo>
                  <a:pt x="239274" y="0"/>
                </a:lnTo>
                <a:lnTo>
                  <a:pt x="0" y="0"/>
                </a:lnTo>
                <a:lnTo>
                  <a:pt x="0" y="83746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E50993-41EE-41D6-B592-5D149F2394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823" y="4305563"/>
            <a:ext cx="70347" cy="90326"/>
          </a:xfrm>
          <a:custGeom xmlns:a="http://schemas.openxmlformats.org/drawingml/2006/main">
            <a:pathLst>
              <a:path w="70347" h="90326">
                <a:moveTo>
                  <a:pt x="70347" y="8255"/>
                </a:moveTo>
                <a:lnTo>
                  <a:pt x="70347" y="20697"/>
                </a:lnTo>
                <a:cubicBezTo>
                  <a:pt x="66279" y="17108"/>
                  <a:pt x="62092" y="14356"/>
                  <a:pt x="57545" y="12442"/>
                </a:cubicBezTo>
                <a:cubicBezTo>
                  <a:pt x="52999" y="10648"/>
                  <a:pt x="48333" y="9691"/>
                  <a:pt x="43309" y="9691"/>
                </a:cubicBezTo>
                <a:cubicBezTo>
                  <a:pt x="33259" y="9691"/>
                  <a:pt x="25602" y="12801"/>
                  <a:pt x="20338" y="18903"/>
                </a:cubicBezTo>
                <a:cubicBezTo>
                  <a:pt x="15074" y="25004"/>
                  <a:pt x="12442" y="33738"/>
                  <a:pt x="12442" y="45223"/>
                </a:cubicBezTo>
                <a:cubicBezTo>
                  <a:pt x="12442" y="56708"/>
                  <a:pt x="15074" y="65561"/>
                  <a:pt x="20338" y="71663"/>
                </a:cubicBezTo>
                <a:cubicBezTo>
                  <a:pt x="25602" y="77764"/>
                  <a:pt x="33259" y="80755"/>
                  <a:pt x="43309" y="80755"/>
                </a:cubicBezTo>
                <a:cubicBezTo>
                  <a:pt x="48333" y="80755"/>
                  <a:pt x="52999" y="79917"/>
                  <a:pt x="57545" y="78003"/>
                </a:cubicBezTo>
                <a:cubicBezTo>
                  <a:pt x="62092" y="76209"/>
                  <a:pt x="66279" y="73457"/>
                  <a:pt x="70347" y="69748"/>
                </a:cubicBezTo>
                <a:lnTo>
                  <a:pt x="70347" y="82071"/>
                </a:lnTo>
                <a:cubicBezTo>
                  <a:pt x="66159" y="84942"/>
                  <a:pt x="61733" y="86976"/>
                  <a:pt x="57186" y="88292"/>
                </a:cubicBezTo>
                <a:cubicBezTo>
                  <a:pt x="52640" y="89608"/>
                  <a:pt x="47735" y="90326"/>
                  <a:pt x="42591" y="90326"/>
                </a:cubicBezTo>
                <a:cubicBezTo>
                  <a:pt x="29431" y="90326"/>
                  <a:pt x="19022" y="86378"/>
                  <a:pt x="11366" y="78362"/>
                </a:cubicBezTo>
                <a:cubicBezTo>
                  <a:pt x="3709" y="70347"/>
                  <a:pt x="0" y="59340"/>
                  <a:pt x="0" y="45223"/>
                </a:cubicBezTo>
                <a:cubicBezTo>
                  <a:pt x="0" y="31225"/>
                  <a:pt x="3709" y="20219"/>
                  <a:pt x="11366" y="12083"/>
                </a:cubicBezTo>
                <a:cubicBezTo>
                  <a:pt x="19022" y="4068"/>
                  <a:pt x="29431" y="0"/>
                  <a:pt x="42591" y="0"/>
                </a:cubicBezTo>
                <a:cubicBezTo>
                  <a:pt x="47855" y="0"/>
                  <a:pt x="52760" y="718"/>
                  <a:pt x="57306" y="2034"/>
                </a:cubicBezTo>
                <a:cubicBezTo>
                  <a:pt x="61852" y="3469"/>
                  <a:pt x="66279" y="5503"/>
                  <a:pt x="70347" y="825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29A8C0-3A32-4B7D-B5BB-EF6A61D611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808" y="4327337"/>
            <a:ext cx="55272" cy="68552"/>
          </a:xfrm>
          <a:custGeom xmlns:a="http://schemas.openxmlformats.org/drawingml/2006/main">
            <a:pathLst>
              <a:path w="55272" h="68552">
                <a:moveTo>
                  <a:pt x="33857" y="34097"/>
                </a:moveTo>
                <a:cubicBezTo>
                  <a:pt x="25124" y="34097"/>
                  <a:pt x="19142" y="35173"/>
                  <a:pt x="15792" y="37087"/>
                </a:cubicBezTo>
                <a:cubicBezTo>
                  <a:pt x="12442" y="39121"/>
                  <a:pt x="10767" y="42471"/>
                  <a:pt x="10767" y="47257"/>
                </a:cubicBezTo>
                <a:cubicBezTo>
                  <a:pt x="10767" y="51085"/>
                  <a:pt x="11964" y="54196"/>
                  <a:pt x="14476" y="56349"/>
                </a:cubicBezTo>
                <a:cubicBezTo>
                  <a:pt x="16988" y="58622"/>
                  <a:pt x="20458" y="59699"/>
                  <a:pt x="24765" y="59699"/>
                </a:cubicBezTo>
                <a:cubicBezTo>
                  <a:pt x="30747" y="59699"/>
                  <a:pt x="35532" y="57665"/>
                  <a:pt x="39121" y="53358"/>
                </a:cubicBezTo>
                <a:cubicBezTo>
                  <a:pt x="42710" y="49171"/>
                  <a:pt x="44505" y="43548"/>
                  <a:pt x="44505" y="36489"/>
                </a:cubicBezTo>
                <a:lnTo>
                  <a:pt x="44505" y="34097"/>
                </a:lnTo>
                <a:lnTo>
                  <a:pt x="33857" y="34097"/>
                </a:lnTo>
                <a:close/>
                <a:moveTo>
                  <a:pt x="55272" y="29670"/>
                </a:moveTo>
                <a:lnTo>
                  <a:pt x="55272" y="66997"/>
                </a:lnTo>
                <a:lnTo>
                  <a:pt x="44505" y="66997"/>
                </a:lnTo>
                <a:lnTo>
                  <a:pt x="44505" y="57067"/>
                </a:lnTo>
                <a:cubicBezTo>
                  <a:pt x="41993" y="61134"/>
                  <a:pt x="38882" y="64006"/>
                  <a:pt x="35293" y="65800"/>
                </a:cubicBezTo>
                <a:cubicBezTo>
                  <a:pt x="31704" y="67595"/>
                  <a:pt x="27158" y="68552"/>
                  <a:pt x="21894" y="68552"/>
                </a:cubicBezTo>
                <a:cubicBezTo>
                  <a:pt x="15194" y="68552"/>
                  <a:pt x="9810" y="66757"/>
                  <a:pt x="5862" y="63049"/>
                </a:cubicBezTo>
                <a:cubicBezTo>
                  <a:pt x="1914" y="59340"/>
                  <a:pt x="0" y="54315"/>
                  <a:pt x="0" y="47974"/>
                </a:cubicBezTo>
                <a:cubicBezTo>
                  <a:pt x="0" y="40677"/>
                  <a:pt x="2393" y="35173"/>
                  <a:pt x="7417" y="31345"/>
                </a:cubicBezTo>
                <a:cubicBezTo>
                  <a:pt x="12323" y="27636"/>
                  <a:pt x="19620" y="25722"/>
                  <a:pt x="29431" y="25722"/>
                </a:cubicBezTo>
                <a:lnTo>
                  <a:pt x="44505" y="25722"/>
                </a:lnTo>
                <a:lnTo>
                  <a:pt x="44505" y="24645"/>
                </a:lnTo>
                <a:cubicBezTo>
                  <a:pt x="44505" y="19740"/>
                  <a:pt x="42830" y="15912"/>
                  <a:pt x="39600" y="13160"/>
                </a:cubicBezTo>
                <a:cubicBezTo>
                  <a:pt x="36370" y="10528"/>
                  <a:pt x="31823" y="9092"/>
                  <a:pt x="25961" y="9092"/>
                </a:cubicBezTo>
                <a:cubicBezTo>
                  <a:pt x="22133" y="9092"/>
                  <a:pt x="18544" y="9571"/>
                  <a:pt x="14955" y="10528"/>
                </a:cubicBezTo>
                <a:cubicBezTo>
                  <a:pt x="11366" y="11485"/>
                  <a:pt x="8016" y="12801"/>
                  <a:pt x="4785" y="14476"/>
                </a:cubicBezTo>
                <a:lnTo>
                  <a:pt x="4785" y="4546"/>
                </a:lnTo>
                <a:cubicBezTo>
                  <a:pt x="8614" y="3111"/>
                  <a:pt x="12442" y="1914"/>
                  <a:pt x="16151" y="1196"/>
                </a:cubicBezTo>
                <a:cubicBezTo>
                  <a:pt x="19860" y="479"/>
                  <a:pt x="23449" y="0"/>
                  <a:pt x="27038" y="0"/>
                </a:cubicBezTo>
                <a:cubicBezTo>
                  <a:pt x="36489" y="0"/>
                  <a:pt x="43548" y="2512"/>
                  <a:pt x="48214" y="7417"/>
                </a:cubicBezTo>
                <a:cubicBezTo>
                  <a:pt x="52880" y="12323"/>
                  <a:pt x="55272" y="19740"/>
                  <a:pt x="55272" y="2967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D4B270-015C-4A8B-A392-283FEF9E0F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6854" y="4327337"/>
            <a:ext cx="38284" cy="66997"/>
          </a:xfrm>
          <a:custGeom xmlns:a="http://schemas.openxmlformats.org/drawingml/2006/main">
            <a:pathLst>
              <a:path w="38284" h="66997">
                <a:moveTo>
                  <a:pt x="38284" y="11605"/>
                </a:moveTo>
                <a:cubicBezTo>
                  <a:pt x="37087" y="10887"/>
                  <a:pt x="35771" y="10408"/>
                  <a:pt x="34336" y="10050"/>
                </a:cubicBezTo>
                <a:cubicBezTo>
                  <a:pt x="32900" y="9810"/>
                  <a:pt x="31345" y="9571"/>
                  <a:pt x="29670" y="9571"/>
                </a:cubicBezTo>
                <a:cubicBezTo>
                  <a:pt x="23568" y="9571"/>
                  <a:pt x="18903" y="11605"/>
                  <a:pt x="15672" y="15553"/>
                </a:cubicBezTo>
                <a:cubicBezTo>
                  <a:pt x="12323" y="19501"/>
                  <a:pt x="10767" y="25124"/>
                  <a:pt x="10767" y="32541"/>
                </a:cubicBezTo>
                <a:lnTo>
                  <a:pt x="10767" y="66997"/>
                </a:lnTo>
                <a:lnTo>
                  <a:pt x="0" y="66997"/>
                </a:lnTo>
                <a:lnTo>
                  <a:pt x="0" y="1555"/>
                </a:lnTo>
                <a:lnTo>
                  <a:pt x="10767" y="1555"/>
                </a:lnTo>
                <a:lnTo>
                  <a:pt x="10767" y="11724"/>
                </a:lnTo>
                <a:cubicBezTo>
                  <a:pt x="12921" y="7776"/>
                  <a:pt x="15912" y="4785"/>
                  <a:pt x="19501" y="2871"/>
                </a:cubicBezTo>
                <a:cubicBezTo>
                  <a:pt x="23090" y="957"/>
                  <a:pt x="27516" y="0"/>
                  <a:pt x="32781" y="0"/>
                </a:cubicBezTo>
                <a:cubicBezTo>
                  <a:pt x="33498" y="0"/>
                  <a:pt x="34336" y="120"/>
                  <a:pt x="35293" y="120"/>
                </a:cubicBezTo>
                <a:cubicBezTo>
                  <a:pt x="36130" y="239"/>
                  <a:pt x="37087" y="359"/>
                  <a:pt x="38284" y="598"/>
                </a:cubicBezTo>
                <a:lnTo>
                  <a:pt x="38284" y="11605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AE784C-D554-4E60-AAE5-2F414C3331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69225" y="4327337"/>
            <a:ext cx="60656" cy="68552"/>
          </a:xfrm>
          <a:custGeom xmlns:a="http://schemas.openxmlformats.org/drawingml/2006/main">
            <a:pathLst>
              <a:path w="60656" h="68552">
                <a:moveTo>
                  <a:pt x="60656" y="31584"/>
                </a:moveTo>
                <a:lnTo>
                  <a:pt x="60656" y="36848"/>
                </a:lnTo>
                <a:lnTo>
                  <a:pt x="11246" y="36848"/>
                </a:lnTo>
                <a:cubicBezTo>
                  <a:pt x="11724" y="44266"/>
                  <a:pt x="13878" y="50008"/>
                  <a:pt x="17946" y="53837"/>
                </a:cubicBezTo>
                <a:cubicBezTo>
                  <a:pt x="21894" y="57665"/>
                  <a:pt x="27397" y="59579"/>
                  <a:pt x="34575" y="59579"/>
                </a:cubicBezTo>
                <a:cubicBezTo>
                  <a:pt x="38643" y="59579"/>
                  <a:pt x="42710" y="59101"/>
                  <a:pt x="46539" y="58144"/>
                </a:cubicBezTo>
                <a:cubicBezTo>
                  <a:pt x="50367" y="57186"/>
                  <a:pt x="54315" y="55631"/>
                  <a:pt x="58144" y="53478"/>
                </a:cubicBezTo>
                <a:lnTo>
                  <a:pt x="58144" y="63647"/>
                </a:lnTo>
                <a:cubicBezTo>
                  <a:pt x="54315" y="65322"/>
                  <a:pt x="50367" y="66638"/>
                  <a:pt x="46299" y="67356"/>
                </a:cubicBezTo>
                <a:cubicBezTo>
                  <a:pt x="42232" y="68073"/>
                  <a:pt x="38045" y="68552"/>
                  <a:pt x="33977" y="68552"/>
                </a:cubicBezTo>
                <a:cubicBezTo>
                  <a:pt x="23449" y="68552"/>
                  <a:pt x="15194" y="65561"/>
                  <a:pt x="9092" y="59579"/>
                </a:cubicBezTo>
                <a:cubicBezTo>
                  <a:pt x="2991" y="53597"/>
                  <a:pt x="0" y="45342"/>
                  <a:pt x="0" y="34934"/>
                </a:cubicBezTo>
                <a:cubicBezTo>
                  <a:pt x="0" y="24286"/>
                  <a:pt x="2871" y="15792"/>
                  <a:pt x="8614" y="9451"/>
                </a:cubicBezTo>
                <a:cubicBezTo>
                  <a:pt x="14356" y="3230"/>
                  <a:pt x="22252" y="0"/>
                  <a:pt x="32063" y="0"/>
                </a:cubicBezTo>
                <a:cubicBezTo>
                  <a:pt x="40916" y="0"/>
                  <a:pt x="47855" y="2871"/>
                  <a:pt x="52999" y="8494"/>
                </a:cubicBezTo>
                <a:cubicBezTo>
                  <a:pt x="58024" y="14237"/>
                  <a:pt x="60656" y="21894"/>
                  <a:pt x="60656" y="31584"/>
                </a:cubicBezTo>
                <a:close/>
                <a:moveTo>
                  <a:pt x="49889" y="28474"/>
                </a:moveTo>
                <a:cubicBezTo>
                  <a:pt x="49769" y="22611"/>
                  <a:pt x="48094" y="17946"/>
                  <a:pt x="44983" y="14356"/>
                </a:cubicBezTo>
                <a:cubicBezTo>
                  <a:pt x="41753" y="10887"/>
                  <a:pt x="37446" y="9092"/>
                  <a:pt x="32182" y="9092"/>
                </a:cubicBezTo>
                <a:cubicBezTo>
                  <a:pt x="26200" y="9092"/>
                  <a:pt x="21415" y="10887"/>
                  <a:pt x="17826" y="14237"/>
                </a:cubicBezTo>
                <a:cubicBezTo>
                  <a:pt x="14237" y="17587"/>
                  <a:pt x="12083" y="22372"/>
                  <a:pt x="11605" y="28474"/>
                </a:cubicBezTo>
                <a:lnTo>
                  <a:pt x="49889" y="28474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04E368-B1B7-4DF9-9358-0512F3D91F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4140" y="4486305"/>
            <a:ext cx="239274" cy="83746"/>
          </a:xfrm>
          <a:custGeom xmlns:a="http://schemas.openxmlformats.org/drawingml/2006/main">
            <a:pathLst>
              <a:path w="239274" h="83746">
                <a:moveTo>
                  <a:pt x="0" y="83746"/>
                </a:moveTo>
                <a:lnTo>
                  <a:pt x="239274" y="83746"/>
                </a:lnTo>
                <a:lnTo>
                  <a:pt x="239274" y="0"/>
                </a:lnTo>
                <a:lnTo>
                  <a:pt x="0" y="0"/>
                </a:lnTo>
                <a:lnTo>
                  <a:pt x="0" y="83746"/>
                </a:lnTo>
                <a:close/>
              </a:path>
            </a:pathLst>
          </a:custGeom>
          <a:solidFill xmlns:a="http://schemas.openxmlformats.org/drawingml/2006/main">
            <a:srgbClr val="C3882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3D8457-E7AF-4830-8C18-586C7D8EB4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4140" y="4486305"/>
            <a:ext cx="239274" cy="83746"/>
          </a:xfrm>
          <a:custGeom xmlns:a="http://schemas.openxmlformats.org/drawingml/2006/main">
            <a:pathLst>
              <a:path w="239274" h="83746" fill="none">
                <a:moveTo>
                  <a:pt x="0" y="83746"/>
                </a:moveTo>
                <a:lnTo>
                  <a:pt x="239274" y="83746"/>
                </a:lnTo>
                <a:lnTo>
                  <a:pt x="239274" y="0"/>
                </a:lnTo>
                <a:lnTo>
                  <a:pt x="0" y="0"/>
                </a:lnTo>
                <a:lnTo>
                  <a:pt x="0" y="83746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969279-60A1-4EF3-B39C-5D67C78E0C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847" y="4482836"/>
            <a:ext cx="56229" cy="87215"/>
          </a:xfrm>
          <a:custGeom xmlns:a="http://schemas.openxmlformats.org/drawingml/2006/main">
            <a:pathLst>
              <a:path w="56229" h="87215">
                <a:moveTo>
                  <a:pt x="0" y="0"/>
                </a:moveTo>
                <a:lnTo>
                  <a:pt x="55153" y="0"/>
                </a:lnTo>
                <a:lnTo>
                  <a:pt x="55153" y="9930"/>
                </a:lnTo>
                <a:lnTo>
                  <a:pt x="11844" y="9930"/>
                </a:lnTo>
                <a:lnTo>
                  <a:pt x="11844" y="35771"/>
                </a:lnTo>
                <a:lnTo>
                  <a:pt x="53358" y="35771"/>
                </a:lnTo>
                <a:lnTo>
                  <a:pt x="53358" y="45701"/>
                </a:lnTo>
                <a:lnTo>
                  <a:pt x="11844" y="45701"/>
                </a:lnTo>
                <a:lnTo>
                  <a:pt x="11844" y="77285"/>
                </a:lnTo>
                <a:lnTo>
                  <a:pt x="56229" y="77285"/>
                </a:lnTo>
                <a:lnTo>
                  <a:pt x="56229" y="87215"/>
                </a:lnTo>
                <a:lnTo>
                  <a:pt x="0" y="8721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06BF67-181B-4A91-B0A0-F67DB9E7D8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314" y="4503055"/>
            <a:ext cx="58502" cy="91762"/>
          </a:xfrm>
          <a:custGeom xmlns:a="http://schemas.openxmlformats.org/drawingml/2006/main">
            <a:pathLst>
              <a:path w="58502" h="91762">
                <a:moveTo>
                  <a:pt x="11126" y="34336"/>
                </a:moveTo>
                <a:cubicBezTo>
                  <a:pt x="11126" y="42232"/>
                  <a:pt x="12682" y="48453"/>
                  <a:pt x="15912" y="52999"/>
                </a:cubicBezTo>
                <a:cubicBezTo>
                  <a:pt x="19142" y="57545"/>
                  <a:pt x="23568" y="59699"/>
                  <a:pt x="29311" y="59699"/>
                </a:cubicBezTo>
                <a:cubicBezTo>
                  <a:pt x="35054" y="59699"/>
                  <a:pt x="39480" y="57545"/>
                  <a:pt x="42830" y="52999"/>
                </a:cubicBezTo>
                <a:cubicBezTo>
                  <a:pt x="46060" y="48453"/>
                  <a:pt x="47735" y="42232"/>
                  <a:pt x="47735" y="34336"/>
                </a:cubicBezTo>
                <a:cubicBezTo>
                  <a:pt x="47735" y="26440"/>
                  <a:pt x="46060" y="20338"/>
                  <a:pt x="42830" y="15792"/>
                </a:cubicBezTo>
                <a:cubicBezTo>
                  <a:pt x="39480" y="11246"/>
                  <a:pt x="35054" y="8973"/>
                  <a:pt x="29311" y="8973"/>
                </a:cubicBezTo>
                <a:cubicBezTo>
                  <a:pt x="23568" y="8973"/>
                  <a:pt x="19142" y="11246"/>
                  <a:pt x="15912" y="15792"/>
                </a:cubicBezTo>
                <a:cubicBezTo>
                  <a:pt x="12682" y="20338"/>
                  <a:pt x="11126" y="26440"/>
                  <a:pt x="11126" y="34336"/>
                </a:cubicBezTo>
                <a:close/>
                <a:moveTo>
                  <a:pt x="47735" y="57186"/>
                </a:moveTo>
                <a:cubicBezTo>
                  <a:pt x="45462" y="61134"/>
                  <a:pt x="42591" y="64006"/>
                  <a:pt x="39121" y="65800"/>
                </a:cubicBezTo>
                <a:cubicBezTo>
                  <a:pt x="35652" y="67595"/>
                  <a:pt x="31584" y="68552"/>
                  <a:pt x="26799" y="68552"/>
                </a:cubicBezTo>
                <a:cubicBezTo>
                  <a:pt x="18903" y="68552"/>
                  <a:pt x="12442" y="65441"/>
                  <a:pt x="7417" y="59220"/>
                </a:cubicBezTo>
                <a:cubicBezTo>
                  <a:pt x="2393" y="52999"/>
                  <a:pt x="0" y="44625"/>
                  <a:pt x="0" y="34336"/>
                </a:cubicBezTo>
                <a:cubicBezTo>
                  <a:pt x="0" y="24047"/>
                  <a:pt x="2393" y="15792"/>
                  <a:pt x="7417" y="9451"/>
                </a:cubicBezTo>
                <a:cubicBezTo>
                  <a:pt x="12442" y="3230"/>
                  <a:pt x="18903" y="0"/>
                  <a:pt x="26799" y="0"/>
                </a:cubicBezTo>
                <a:cubicBezTo>
                  <a:pt x="31584" y="0"/>
                  <a:pt x="35652" y="957"/>
                  <a:pt x="39121" y="2871"/>
                </a:cubicBezTo>
                <a:cubicBezTo>
                  <a:pt x="42591" y="4785"/>
                  <a:pt x="45462" y="7657"/>
                  <a:pt x="47735" y="11485"/>
                </a:cubicBezTo>
                <a:lnTo>
                  <a:pt x="47735" y="1555"/>
                </a:lnTo>
                <a:lnTo>
                  <a:pt x="58502" y="1555"/>
                </a:lnTo>
                <a:lnTo>
                  <a:pt x="58502" y="91762"/>
                </a:lnTo>
                <a:lnTo>
                  <a:pt x="47735" y="91762"/>
                </a:lnTo>
                <a:lnTo>
                  <a:pt x="47735" y="57186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B65610-485F-4254-9834-64F510F079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0872" y="4503055"/>
            <a:ext cx="54794" cy="68552"/>
          </a:xfrm>
          <a:custGeom xmlns:a="http://schemas.openxmlformats.org/drawingml/2006/main">
            <a:pathLst>
              <a:path w="54794" h="68552">
                <a:moveTo>
                  <a:pt x="0" y="41155"/>
                </a:moveTo>
                <a:lnTo>
                  <a:pt x="0" y="1555"/>
                </a:lnTo>
                <a:lnTo>
                  <a:pt x="10767" y="1555"/>
                </a:lnTo>
                <a:lnTo>
                  <a:pt x="10767" y="40796"/>
                </a:lnTo>
                <a:cubicBezTo>
                  <a:pt x="10767" y="47017"/>
                  <a:pt x="11964" y="51564"/>
                  <a:pt x="14356" y="54674"/>
                </a:cubicBezTo>
                <a:cubicBezTo>
                  <a:pt x="16749" y="57785"/>
                  <a:pt x="20338" y="59340"/>
                  <a:pt x="25243" y="59340"/>
                </a:cubicBezTo>
                <a:cubicBezTo>
                  <a:pt x="30986" y="59340"/>
                  <a:pt x="35652" y="57545"/>
                  <a:pt x="39002" y="53837"/>
                </a:cubicBezTo>
                <a:cubicBezTo>
                  <a:pt x="42351" y="50128"/>
                  <a:pt x="44026" y="45103"/>
                  <a:pt x="44026" y="38643"/>
                </a:cubicBezTo>
                <a:lnTo>
                  <a:pt x="44026" y="1555"/>
                </a:lnTo>
                <a:lnTo>
                  <a:pt x="54794" y="1555"/>
                </a:lnTo>
                <a:lnTo>
                  <a:pt x="54794" y="66997"/>
                </a:lnTo>
                <a:lnTo>
                  <a:pt x="44026" y="66997"/>
                </a:lnTo>
                <a:lnTo>
                  <a:pt x="44026" y="56947"/>
                </a:lnTo>
                <a:cubicBezTo>
                  <a:pt x="41394" y="61015"/>
                  <a:pt x="38284" y="63886"/>
                  <a:pt x="34934" y="65800"/>
                </a:cubicBezTo>
                <a:cubicBezTo>
                  <a:pt x="31465" y="67595"/>
                  <a:pt x="27516" y="68552"/>
                  <a:pt x="22970" y="68552"/>
                </a:cubicBezTo>
                <a:cubicBezTo>
                  <a:pt x="15433" y="68552"/>
                  <a:pt x="9691" y="66279"/>
                  <a:pt x="5862" y="61613"/>
                </a:cubicBezTo>
                <a:cubicBezTo>
                  <a:pt x="1914" y="57067"/>
                  <a:pt x="0" y="50248"/>
                  <a:pt x="0" y="41155"/>
                </a:cubicBezTo>
                <a:close/>
                <a:moveTo>
                  <a:pt x="27038" y="0"/>
                </a:moveTo>
                <a:lnTo>
                  <a:pt x="27038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7A9F36-7879-414D-A20C-434A8C6727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93731" y="4503055"/>
            <a:ext cx="55272" cy="68552"/>
          </a:xfrm>
          <a:custGeom xmlns:a="http://schemas.openxmlformats.org/drawingml/2006/main">
            <a:pathLst>
              <a:path w="55272" h="68552">
                <a:moveTo>
                  <a:pt x="33857" y="34097"/>
                </a:moveTo>
                <a:cubicBezTo>
                  <a:pt x="25124" y="34097"/>
                  <a:pt x="19142" y="35173"/>
                  <a:pt x="15792" y="37087"/>
                </a:cubicBezTo>
                <a:cubicBezTo>
                  <a:pt x="12442" y="39121"/>
                  <a:pt x="10767" y="42471"/>
                  <a:pt x="10767" y="47257"/>
                </a:cubicBezTo>
                <a:cubicBezTo>
                  <a:pt x="10767" y="51085"/>
                  <a:pt x="11964" y="54196"/>
                  <a:pt x="14476" y="56349"/>
                </a:cubicBezTo>
                <a:cubicBezTo>
                  <a:pt x="16988" y="58622"/>
                  <a:pt x="20458" y="59699"/>
                  <a:pt x="24765" y="59699"/>
                </a:cubicBezTo>
                <a:cubicBezTo>
                  <a:pt x="30747" y="59699"/>
                  <a:pt x="35532" y="57665"/>
                  <a:pt x="39121" y="53358"/>
                </a:cubicBezTo>
                <a:cubicBezTo>
                  <a:pt x="42710" y="49171"/>
                  <a:pt x="44505" y="43548"/>
                  <a:pt x="44505" y="36489"/>
                </a:cubicBezTo>
                <a:lnTo>
                  <a:pt x="44505" y="34097"/>
                </a:lnTo>
                <a:lnTo>
                  <a:pt x="33857" y="34097"/>
                </a:lnTo>
                <a:close/>
                <a:moveTo>
                  <a:pt x="55272" y="29670"/>
                </a:moveTo>
                <a:lnTo>
                  <a:pt x="55272" y="66997"/>
                </a:lnTo>
                <a:lnTo>
                  <a:pt x="44505" y="66997"/>
                </a:lnTo>
                <a:lnTo>
                  <a:pt x="44505" y="57067"/>
                </a:lnTo>
                <a:cubicBezTo>
                  <a:pt x="41993" y="61134"/>
                  <a:pt x="38882" y="64006"/>
                  <a:pt x="35293" y="65800"/>
                </a:cubicBezTo>
                <a:cubicBezTo>
                  <a:pt x="31704" y="67595"/>
                  <a:pt x="27158" y="68552"/>
                  <a:pt x="21894" y="68552"/>
                </a:cubicBezTo>
                <a:cubicBezTo>
                  <a:pt x="15194" y="68552"/>
                  <a:pt x="9810" y="66757"/>
                  <a:pt x="5862" y="63049"/>
                </a:cubicBezTo>
                <a:cubicBezTo>
                  <a:pt x="1914" y="59340"/>
                  <a:pt x="0" y="54315"/>
                  <a:pt x="0" y="47974"/>
                </a:cubicBezTo>
                <a:cubicBezTo>
                  <a:pt x="0" y="40677"/>
                  <a:pt x="2393" y="35173"/>
                  <a:pt x="7417" y="31345"/>
                </a:cubicBezTo>
                <a:cubicBezTo>
                  <a:pt x="12323" y="27636"/>
                  <a:pt x="19620" y="25722"/>
                  <a:pt x="29431" y="25722"/>
                </a:cubicBezTo>
                <a:lnTo>
                  <a:pt x="44505" y="25722"/>
                </a:lnTo>
                <a:lnTo>
                  <a:pt x="44505" y="24645"/>
                </a:lnTo>
                <a:cubicBezTo>
                  <a:pt x="44505" y="19740"/>
                  <a:pt x="42830" y="15912"/>
                  <a:pt x="39600" y="13160"/>
                </a:cubicBezTo>
                <a:cubicBezTo>
                  <a:pt x="36370" y="10528"/>
                  <a:pt x="31823" y="9092"/>
                  <a:pt x="25961" y="9092"/>
                </a:cubicBezTo>
                <a:cubicBezTo>
                  <a:pt x="22133" y="9092"/>
                  <a:pt x="18544" y="9571"/>
                  <a:pt x="14955" y="10528"/>
                </a:cubicBezTo>
                <a:cubicBezTo>
                  <a:pt x="11366" y="11485"/>
                  <a:pt x="8016" y="12801"/>
                  <a:pt x="4785" y="14476"/>
                </a:cubicBezTo>
                <a:lnTo>
                  <a:pt x="4785" y="4546"/>
                </a:lnTo>
                <a:cubicBezTo>
                  <a:pt x="8614" y="3111"/>
                  <a:pt x="12442" y="1914"/>
                  <a:pt x="16151" y="1196"/>
                </a:cubicBezTo>
                <a:cubicBezTo>
                  <a:pt x="19860" y="479"/>
                  <a:pt x="23449" y="0"/>
                  <a:pt x="27038" y="0"/>
                </a:cubicBezTo>
                <a:cubicBezTo>
                  <a:pt x="36489" y="0"/>
                  <a:pt x="43548" y="2512"/>
                  <a:pt x="48214" y="7417"/>
                </a:cubicBezTo>
                <a:cubicBezTo>
                  <a:pt x="52880" y="12323"/>
                  <a:pt x="55272" y="19740"/>
                  <a:pt x="55272" y="2967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9455E6-CAE8-43D6-98B2-8AD4B32A53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371136" y="4479127"/>
            <a:ext cx="10767" cy="90924"/>
          </a:xfrm>
          <a:custGeom xmlns:a="http://schemas.openxmlformats.org/drawingml/2006/main">
            <a:pathLst>
              <a:path w="10767" h="90924">
                <a:moveTo>
                  <a:pt x="0" y="0"/>
                </a:moveTo>
                <a:lnTo>
                  <a:pt x="10767" y="0"/>
                </a:lnTo>
                <a:lnTo>
                  <a:pt x="10767" y="90924"/>
                </a:lnTo>
                <a:lnTo>
                  <a:pt x="0" y="9092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B5E839-C5F9-4907-B938-850C5C3C77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04395" y="4479127"/>
            <a:ext cx="10767" cy="90924"/>
          </a:xfrm>
          <a:custGeom xmlns:a="http://schemas.openxmlformats.org/drawingml/2006/main">
            <a:pathLst>
              <a:path w="10767" h="90924">
                <a:moveTo>
                  <a:pt x="0" y="25483"/>
                </a:moveTo>
                <a:lnTo>
                  <a:pt x="10767" y="25483"/>
                </a:lnTo>
                <a:lnTo>
                  <a:pt x="10767" y="90924"/>
                </a:lnTo>
                <a:lnTo>
                  <a:pt x="0" y="90924"/>
                </a:lnTo>
                <a:lnTo>
                  <a:pt x="0" y="25483"/>
                </a:lnTo>
                <a:close/>
                <a:moveTo>
                  <a:pt x="0" y="0"/>
                </a:moveTo>
                <a:lnTo>
                  <a:pt x="10767" y="0"/>
                </a:lnTo>
                <a:lnTo>
                  <a:pt x="10767" y="13639"/>
                </a:lnTo>
                <a:lnTo>
                  <a:pt x="0" y="13639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3FAC2B-361F-41AD-BB4C-F92F6EC9E7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29639" y="4486066"/>
            <a:ext cx="40796" cy="83985"/>
          </a:xfrm>
          <a:custGeom xmlns:a="http://schemas.openxmlformats.org/drawingml/2006/main">
            <a:pathLst>
              <a:path w="40796" h="83985">
                <a:moveTo>
                  <a:pt x="18663" y="0"/>
                </a:moveTo>
                <a:lnTo>
                  <a:pt x="18663" y="18544"/>
                </a:lnTo>
                <a:lnTo>
                  <a:pt x="40796" y="18544"/>
                </a:lnTo>
                <a:lnTo>
                  <a:pt x="40796" y="26918"/>
                </a:lnTo>
                <a:lnTo>
                  <a:pt x="18663" y="26918"/>
                </a:lnTo>
                <a:lnTo>
                  <a:pt x="18663" y="62450"/>
                </a:lnTo>
                <a:cubicBezTo>
                  <a:pt x="18663" y="67834"/>
                  <a:pt x="19381" y="71304"/>
                  <a:pt x="20817" y="72739"/>
                </a:cubicBezTo>
                <a:cubicBezTo>
                  <a:pt x="22252" y="74295"/>
                  <a:pt x="25243" y="75012"/>
                  <a:pt x="29790" y="75012"/>
                </a:cubicBezTo>
                <a:lnTo>
                  <a:pt x="40796" y="75012"/>
                </a:lnTo>
                <a:lnTo>
                  <a:pt x="40796" y="83985"/>
                </a:lnTo>
                <a:lnTo>
                  <a:pt x="29790" y="83985"/>
                </a:lnTo>
                <a:cubicBezTo>
                  <a:pt x="21415" y="83985"/>
                  <a:pt x="15672" y="82430"/>
                  <a:pt x="12562" y="79319"/>
                </a:cubicBezTo>
                <a:cubicBezTo>
                  <a:pt x="9451" y="76209"/>
                  <a:pt x="7896" y="70586"/>
                  <a:pt x="7896" y="62450"/>
                </a:cubicBezTo>
                <a:lnTo>
                  <a:pt x="7896" y="26918"/>
                </a:lnTo>
                <a:lnTo>
                  <a:pt x="0" y="26918"/>
                </a:lnTo>
                <a:lnTo>
                  <a:pt x="0" y="18544"/>
                </a:lnTo>
                <a:lnTo>
                  <a:pt x="7896" y="18544"/>
                </a:lnTo>
                <a:lnTo>
                  <a:pt x="7896" y="0"/>
                </a:lnTo>
                <a:lnTo>
                  <a:pt x="18663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FE6351-C937-468B-88AA-5AC3DF7E8E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476895" y="4504610"/>
            <a:ext cx="63647" cy="90206"/>
          </a:xfrm>
          <a:custGeom xmlns:a="http://schemas.openxmlformats.org/drawingml/2006/main">
            <a:pathLst>
              <a:path w="63647" h="90206">
                <a:moveTo>
                  <a:pt x="34934" y="71423"/>
                </a:moveTo>
                <a:cubicBezTo>
                  <a:pt x="31823" y="79080"/>
                  <a:pt x="28832" y="84224"/>
                  <a:pt x="25961" y="86617"/>
                </a:cubicBezTo>
                <a:cubicBezTo>
                  <a:pt x="23090" y="89010"/>
                  <a:pt x="19262" y="90206"/>
                  <a:pt x="14476" y="90206"/>
                </a:cubicBezTo>
                <a:lnTo>
                  <a:pt x="5862" y="90206"/>
                </a:lnTo>
                <a:lnTo>
                  <a:pt x="5862" y="81233"/>
                </a:lnTo>
                <a:lnTo>
                  <a:pt x="12203" y="81233"/>
                </a:lnTo>
                <a:cubicBezTo>
                  <a:pt x="15074" y="81233"/>
                  <a:pt x="17347" y="80516"/>
                  <a:pt x="19022" y="79080"/>
                </a:cubicBezTo>
                <a:cubicBezTo>
                  <a:pt x="20697" y="77644"/>
                  <a:pt x="22492" y="74414"/>
                  <a:pt x="24526" y="69150"/>
                </a:cubicBezTo>
                <a:lnTo>
                  <a:pt x="26440" y="64365"/>
                </a:lnTo>
                <a:lnTo>
                  <a:pt x="0" y="0"/>
                </a:lnTo>
                <a:lnTo>
                  <a:pt x="11366" y="0"/>
                </a:lnTo>
                <a:lnTo>
                  <a:pt x="31823" y="51205"/>
                </a:lnTo>
                <a:lnTo>
                  <a:pt x="52281" y="0"/>
                </a:lnTo>
                <a:lnTo>
                  <a:pt x="63647" y="0"/>
                </a:lnTo>
                <a:lnTo>
                  <a:pt x="34934" y="7142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6516DD-09BE-4DC3-ABB8-2E021775E7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3331" y="4310588"/>
            <a:ext cx="239274" cy="83746"/>
          </a:xfrm>
          <a:custGeom xmlns:a="http://schemas.openxmlformats.org/drawingml/2006/main">
            <a:pathLst>
              <a:path w="239274" h="83746">
                <a:moveTo>
                  <a:pt x="0" y="83746"/>
                </a:moveTo>
                <a:lnTo>
                  <a:pt x="239274" y="83746"/>
                </a:lnTo>
                <a:lnTo>
                  <a:pt x="239274" y="0"/>
                </a:lnTo>
                <a:lnTo>
                  <a:pt x="0" y="0"/>
                </a:lnTo>
                <a:lnTo>
                  <a:pt x="0" y="83746"/>
                </a:lnTo>
                <a:close/>
              </a:path>
            </a:pathLst>
          </a:custGeom>
          <a:solidFill xmlns:a="http://schemas.openxmlformats.org/drawingml/2006/main">
            <a:srgbClr val="168B6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B27347-2EBD-41C6-88BA-E2137D9C6B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3331" y="4310588"/>
            <a:ext cx="239274" cy="83746"/>
          </a:xfrm>
          <a:custGeom xmlns:a="http://schemas.openxmlformats.org/drawingml/2006/main">
            <a:pathLst>
              <a:path w="239274" h="83746" fill="none">
                <a:moveTo>
                  <a:pt x="0" y="83746"/>
                </a:moveTo>
                <a:lnTo>
                  <a:pt x="239274" y="83746"/>
                </a:lnTo>
                <a:lnTo>
                  <a:pt x="239274" y="0"/>
                </a:lnTo>
                <a:lnTo>
                  <a:pt x="0" y="0"/>
                </a:lnTo>
                <a:lnTo>
                  <a:pt x="0" y="83746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F14467-E3C5-4F7B-93E8-74D59BCE24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30039" y="4307119"/>
            <a:ext cx="56349" cy="87215"/>
          </a:xfrm>
          <a:custGeom xmlns:a="http://schemas.openxmlformats.org/drawingml/2006/main">
            <a:pathLst>
              <a:path w="56349" h="87215">
                <a:moveTo>
                  <a:pt x="11844" y="9691"/>
                </a:moveTo>
                <a:lnTo>
                  <a:pt x="11844" y="42471"/>
                </a:lnTo>
                <a:lnTo>
                  <a:pt x="26679" y="42471"/>
                </a:lnTo>
                <a:cubicBezTo>
                  <a:pt x="32182" y="42471"/>
                  <a:pt x="36370" y="41155"/>
                  <a:pt x="39361" y="38284"/>
                </a:cubicBezTo>
                <a:cubicBezTo>
                  <a:pt x="42351" y="35413"/>
                  <a:pt x="43907" y="31345"/>
                  <a:pt x="43907" y="26081"/>
                </a:cubicBezTo>
                <a:cubicBezTo>
                  <a:pt x="43907" y="20817"/>
                  <a:pt x="42351" y="16869"/>
                  <a:pt x="39361" y="13998"/>
                </a:cubicBezTo>
                <a:cubicBezTo>
                  <a:pt x="36370" y="11126"/>
                  <a:pt x="32182" y="9691"/>
                  <a:pt x="26679" y="9691"/>
                </a:cubicBezTo>
                <a:lnTo>
                  <a:pt x="11844" y="9691"/>
                </a:lnTo>
                <a:close/>
                <a:moveTo>
                  <a:pt x="0" y="0"/>
                </a:moveTo>
                <a:lnTo>
                  <a:pt x="26679" y="0"/>
                </a:lnTo>
                <a:cubicBezTo>
                  <a:pt x="36370" y="0"/>
                  <a:pt x="43787" y="2273"/>
                  <a:pt x="48812" y="6700"/>
                </a:cubicBezTo>
                <a:cubicBezTo>
                  <a:pt x="53837" y="11126"/>
                  <a:pt x="56349" y="17587"/>
                  <a:pt x="56349" y="26081"/>
                </a:cubicBezTo>
                <a:cubicBezTo>
                  <a:pt x="56349" y="34695"/>
                  <a:pt x="53837" y="41275"/>
                  <a:pt x="48812" y="45582"/>
                </a:cubicBezTo>
                <a:cubicBezTo>
                  <a:pt x="43787" y="50008"/>
                  <a:pt x="36370" y="52162"/>
                  <a:pt x="26679" y="52162"/>
                </a:cubicBezTo>
                <a:lnTo>
                  <a:pt x="11844" y="52162"/>
                </a:lnTo>
                <a:lnTo>
                  <a:pt x="11844" y="87215"/>
                </a:lnTo>
                <a:lnTo>
                  <a:pt x="0" y="8721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F6FF92-E593-42F2-B250-30F0134B12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99318" y="4327337"/>
            <a:ext cx="38284" cy="66997"/>
          </a:xfrm>
          <a:custGeom xmlns:a="http://schemas.openxmlformats.org/drawingml/2006/main">
            <a:pathLst>
              <a:path w="38284" h="66997">
                <a:moveTo>
                  <a:pt x="38284" y="11605"/>
                </a:moveTo>
                <a:cubicBezTo>
                  <a:pt x="37087" y="10887"/>
                  <a:pt x="35771" y="10408"/>
                  <a:pt x="34336" y="10050"/>
                </a:cubicBezTo>
                <a:cubicBezTo>
                  <a:pt x="32900" y="9810"/>
                  <a:pt x="31345" y="9571"/>
                  <a:pt x="29670" y="9571"/>
                </a:cubicBezTo>
                <a:cubicBezTo>
                  <a:pt x="23568" y="9571"/>
                  <a:pt x="18903" y="11605"/>
                  <a:pt x="15672" y="15553"/>
                </a:cubicBezTo>
                <a:cubicBezTo>
                  <a:pt x="12323" y="19501"/>
                  <a:pt x="10767" y="25124"/>
                  <a:pt x="10767" y="32541"/>
                </a:cubicBezTo>
                <a:lnTo>
                  <a:pt x="10767" y="66997"/>
                </a:lnTo>
                <a:lnTo>
                  <a:pt x="0" y="66997"/>
                </a:lnTo>
                <a:lnTo>
                  <a:pt x="0" y="1555"/>
                </a:lnTo>
                <a:lnTo>
                  <a:pt x="10767" y="1555"/>
                </a:lnTo>
                <a:lnTo>
                  <a:pt x="10767" y="11724"/>
                </a:lnTo>
                <a:cubicBezTo>
                  <a:pt x="12921" y="7776"/>
                  <a:pt x="15912" y="4785"/>
                  <a:pt x="19501" y="2871"/>
                </a:cubicBezTo>
                <a:cubicBezTo>
                  <a:pt x="23090" y="957"/>
                  <a:pt x="27516" y="0"/>
                  <a:pt x="32781" y="0"/>
                </a:cubicBezTo>
                <a:cubicBezTo>
                  <a:pt x="33498" y="0"/>
                  <a:pt x="34336" y="120"/>
                  <a:pt x="35293" y="120"/>
                </a:cubicBezTo>
                <a:cubicBezTo>
                  <a:pt x="36130" y="239"/>
                  <a:pt x="37087" y="359"/>
                  <a:pt x="38284" y="598"/>
                </a:cubicBezTo>
                <a:lnTo>
                  <a:pt x="38284" y="11605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78964A-E095-4D99-8F89-0F80E2BF67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41689" y="4327337"/>
            <a:ext cx="60058" cy="68552"/>
          </a:xfrm>
          <a:custGeom xmlns:a="http://schemas.openxmlformats.org/drawingml/2006/main">
            <a:pathLst>
              <a:path w="60058" h="68552">
                <a:moveTo>
                  <a:pt x="30029" y="9092"/>
                </a:moveTo>
                <a:cubicBezTo>
                  <a:pt x="24286" y="9092"/>
                  <a:pt x="19740" y="11366"/>
                  <a:pt x="16390" y="15912"/>
                </a:cubicBezTo>
                <a:cubicBezTo>
                  <a:pt x="13040" y="20458"/>
                  <a:pt x="11366" y="26559"/>
                  <a:pt x="11366" y="34336"/>
                </a:cubicBezTo>
                <a:cubicBezTo>
                  <a:pt x="11366" y="42232"/>
                  <a:pt x="12921" y="48333"/>
                  <a:pt x="16271" y="52880"/>
                </a:cubicBezTo>
                <a:cubicBezTo>
                  <a:pt x="19620" y="57426"/>
                  <a:pt x="24167" y="59579"/>
                  <a:pt x="30029" y="59579"/>
                </a:cubicBezTo>
                <a:cubicBezTo>
                  <a:pt x="35771" y="59579"/>
                  <a:pt x="40318" y="57426"/>
                  <a:pt x="43667" y="52880"/>
                </a:cubicBezTo>
                <a:cubicBezTo>
                  <a:pt x="47017" y="48333"/>
                  <a:pt x="48692" y="42232"/>
                  <a:pt x="48692" y="34336"/>
                </a:cubicBezTo>
                <a:cubicBezTo>
                  <a:pt x="48692" y="26679"/>
                  <a:pt x="47017" y="20458"/>
                  <a:pt x="43667" y="15912"/>
                </a:cubicBezTo>
                <a:cubicBezTo>
                  <a:pt x="40318" y="11366"/>
                  <a:pt x="35771" y="9092"/>
                  <a:pt x="30029" y="9092"/>
                </a:cubicBezTo>
                <a:close/>
                <a:moveTo>
                  <a:pt x="30029" y="0"/>
                </a:moveTo>
                <a:cubicBezTo>
                  <a:pt x="39361" y="0"/>
                  <a:pt x="46658" y="3111"/>
                  <a:pt x="52042" y="9092"/>
                </a:cubicBezTo>
                <a:cubicBezTo>
                  <a:pt x="57306" y="15194"/>
                  <a:pt x="60058" y="23568"/>
                  <a:pt x="60058" y="34336"/>
                </a:cubicBezTo>
                <a:cubicBezTo>
                  <a:pt x="60058" y="45103"/>
                  <a:pt x="57306" y="53478"/>
                  <a:pt x="52042" y="59460"/>
                </a:cubicBezTo>
                <a:cubicBezTo>
                  <a:pt x="46658" y="65561"/>
                  <a:pt x="39361" y="68552"/>
                  <a:pt x="30029" y="68552"/>
                </a:cubicBezTo>
                <a:cubicBezTo>
                  <a:pt x="20578" y="68552"/>
                  <a:pt x="13160" y="65561"/>
                  <a:pt x="7896" y="59460"/>
                </a:cubicBezTo>
                <a:cubicBezTo>
                  <a:pt x="2632" y="53478"/>
                  <a:pt x="0" y="45103"/>
                  <a:pt x="0" y="34336"/>
                </a:cubicBezTo>
                <a:cubicBezTo>
                  <a:pt x="0" y="23568"/>
                  <a:pt x="2632" y="15194"/>
                  <a:pt x="7896" y="9092"/>
                </a:cubicBezTo>
                <a:cubicBezTo>
                  <a:pt x="13160" y="3111"/>
                  <a:pt x="20578" y="0"/>
                  <a:pt x="30029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4A271B-511B-4EAD-90AA-B806296D23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19214" y="4327337"/>
            <a:ext cx="58502" cy="91762"/>
          </a:xfrm>
          <a:custGeom xmlns:a="http://schemas.openxmlformats.org/drawingml/2006/main">
            <a:pathLst>
              <a:path w="58502" h="91762">
                <a:moveTo>
                  <a:pt x="10767" y="57186"/>
                </a:moveTo>
                <a:lnTo>
                  <a:pt x="10767" y="91762"/>
                </a:lnTo>
                <a:lnTo>
                  <a:pt x="0" y="91762"/>
                </a:lnTo>
                <a:lnTo>
                  <a:pt x="0" y="1555"/>
                </a:lnTo>
                <a:lnTo>
                  <a:pt x="10767" y="1555"/>
                </a:lnTo>
                <a:lnTo>
                  <a:pt x="10767" y="11485"/>
                </a:lnTo>
                <a:cubicBezTo>
                  <a:pt x="12921" y="7657"/>
                  <a:pt x="15792" y="4785"/>
                  <a:pt x="19262" y="2871"/>
                </a:cubicBezTo>
                <a:cubicBezTo>
                  <a:pt x="22731" y="957"/>
                  <a:pt x="26918" y="0"/>
                  <a:pt x="31704" y="0"/>
                </a:cubicBezTo>
                <a:cubicBezTo>
                  <a:pt x="39600" y="0"/>
                  <a:pt x="46060" y="3230"/>
                  <a:pt x="51085" y="9451"/>
                </a:cubicBezTo>
                <a:cubicBezTo>
                  <a:pt x="55990" y="15792"/>
                  <a:pt x="58502" y="24047"/>
                  <a:pt x="58502" y="34336"/>
                </a:cubicBezTo>
                <a:cubicBezTo>
                  <a:pt x="58502" y="44625"/>
                  <a:pt x="55990" y="52999"/>
                  <a:pt x="51085" y="59220"/>
                </a:cubicBezTo>
                <a:cubicBezTo>
                  <a:pt x="46060" y="65441"/>
                  <a:pt x="39600" y="68552"/>
                  <a:pt x="31704" y="68552"/>
                </a:cubicBezTo>
                <a:cubicBezTo>
                  <a:pt x="26918" y="68552"/>
                  <a:pt x="22731" y="67595"/>
                  <a:pt x="19262" y="65800"/>
                </a:cubicBezTo>
                <a:cubicBezTo>
                  <a:pt x="15792" y="64006"/>
                  <a:pt x="12921" y="61134"/>
                  <a:pt x="10767" y="57186"/>
                </a:cubicBezTo>
                <a:close/>
                <a:moveTo>
                  <a:pt x="47376" y="34336"/>
                </a:moveTo>
                <a:cubicBezTo>
                  <a:pt x="47376" y="26440"/>
                  <a:pt x="45701" y="20338"/>
                  <a:pt x="42471" y="15792"/>
                </a:cubicBezTo>
                <a:cubicBezTo>
                  <a:pt x="39121" y="11246"/>
                  <a:pt x="34695" y="8973"/>
                  <a:pt x="29072" y="8973"/>
                </a:cubicBezTo>
                <a:cubicBezTo>
                  <a:pt x="23329" y="8973"/>
                  <a:pt x="18903" y="11246"/>
                  <a:pt x="15672" y="15792"/>
                </a:cubicBezTo>
                <a:cubicBezTo>
                  <a:pt x="12323" y="20338"/>
                  <a:pt x="10767" y="26440"/>
                  <a:pt x="10767" y="34336"/>
                </a:cubicBezTo>
                <a:cubicBezTo>
                  <a:pt x="10767" y="42232"/>
                  <a:pt x="12323" y="48453"/>
                  <a:pt x="15672" y="52999"/>
                </a:cubicBezTo>
                <a:cubicBezTo>
                  <a:pt x="18903" y="57545"/>
                  <a:pt x="23329" y="59699"/>
                  <a:pt x="29072" y="59699"/>
                </a:cubicBezTo>
                <a:cubicBezTo>
                  <a:pt x="34695" y="59699"/>
                  <a:pt x="39121" y="57545"/>
                  <a:pt x="42471" y="52999"/>
                </a:cubicBezTo>
                <a:cubicBezTo>
                  <a:pt x="45701" y="48453"/>
                  <a:pt x="47376" y="42232"/>
                  <a:pt x="47376" y="34336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C7F7FB-2DAE-474D-A8E6-8A29E36668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90876" y="4327337"/>
            <a:ext cx="60058" cy="68552"/>
          </a:xfrm>
          <a:custGeom xmlns:a="http://schemas.openxmlformats.org/drawingml/2006/main">
            <a:pathLst>
              <a:path w="60058" h="68552">
                <a:moveTo>
                  <a:pt x="30029" y="9092"/>
                </a:moveTo>
                <a:cubicBezTo>
                  <a:pt x="24286" y="9092"/>
                  <a:pt x="19740" y="11366"/>
                  <a:pt x="16390" y="15912"/>
                </a:cubicBezTo>
                <a:cubicBezTo>
                  <a:pt x="13040" y="20458"/>
                  <a:pt x="11366" y="26559"/>
                  <a:pt x="11366" y="34336"/>
                </a:cubicBezTo>
                <a:cubicBezTo>
                  <a:pt x="11366" y="42232"/>
                  <a:pt x="12921" y="48333"/>
                  <a:pt x="16271" y="52880"/>
                </a:cubicBezTo>
                <a:cubicBezTo>
                  <a:pt x="19620" y="57426"/>
                  <a:pt x="24167" y="59579"/>
                  <a:pt x="30029" y="59579"/>
                </a:cubicBezTo>
                <a:cubicBezTo>
                  <a:pt x="35771" y="59579"/>
                  <a:pt x="40318" y="57426"/>
                  <a:pt x="43667" y="52880"/>
                </a:cubicBezTo>
                <a:cubicBezTo>
                  <a:pt x="47017" y="48333"/>
                  <a:pt x="48692" y="42232"/>
                  <a:pt x="48692" y="34336"/>
                </a:cubicBezTo>
                <a:cubicBezTo>
                  <a:pt x="48692" y="26679"/>
                  <a:pt x="47017" y="20458"/>
                  <a:pt x="43667" y="15912"/>
                </a:cubicBezTo>
                <a:cubicBezTo>
                  <a:pt x="40318" y="11366"/>
                  <a:pt x="35771" y="9092"/>
                  <a:pt x="30029" y="9092"/>
                </a:cubicBezTo>
                <a:close/>
                <a:moveTo>
                  <a:pt x="30029" y="0"/>
                </a:moveTo>
                <a:cubicBezTo>
                  <a:pt x="39361" y="0"/>
                  <a:pt x="46658" y="3111"/>
                  <a:pt x="52042" y="9092"/>
                </a:cubicBezTo>
                <a:cubicBezTo>
                  <a:pt x="57306" y="15194"/>
                  <a:pt x="60058" y="23568"/>
                  <a:pt x="60058" y="34336"/>
                </a:cubicBezTo>
                <a:cubicBezTo>
                  <a:pt x="60058" y="45103"/>
                  <a:pt x="57306" y="53478"/>
                  <a:pt x="52042" y="59460"/>
                </a:cubicBezTo>
                <a:cubicBezTo>
                  <a:pt x="46658" y="65561"/>
                  <a:pt x="39361" y="68552"/>
                  <a:pt x="30029" y="68552"/>
                </a:cubicBezTo>
                <a:cubicBezTo>
                  <a:pt x="20578" y="68552"/>
                  <a:pt x="13160" y="65561"/>
                  <a:pt x="7896" y="59460"/>
                </a:cubicBezTo>
                <a:cubicBezTo>
                  <a:pt x="2632" y="53478"/>
                  <a:pt x="0" y="45103"/>
                  <a:pt x="0" y="34336"/>
                </a:cubicBezTo>
                <a:cubicBezTo>
                  <a:pt x="0" y="23568"/>
                  <a:pt x="2632" y="15194"/>
                  <a:pt x="7896" y="9092"/>
                </a:cubicBezTo>
                <a:cubicBezTo>
                  <a:pt x="13160" y="3111"/>
                  <a:pt x="20578" y="0"/>
                  <a:pt x="30029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05836B-5354-4E43-BF16-EB86778782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68401" y="4327337"/>
            <a:ext cx="38284" cy="66997"/>
          </a:xfrm>
          <a:custGeom xmlns:a="http://schemas.openxmlformats.org/drawingml/2006/main">
            <a:pathLst>
              <a:path w="38284" h="66997">
                <a:moveTo>
                  <a:pt x="38284" y="11605"/>
                </a:moveTo>
                <a:cubicBezTo>
                  <a:pt x="37087" y="10887"/>
                  <a:pt x="35771" y="10408"/>
                  <a:pt x="34336" y="10050"/>
                </a:cubicBezTo>
                <a:cubicBezTo>
                  <a:pt x="32900" y="9810"/>
                  <a:pt x="31345" y="9571"/>
                  <a:pt x="29670" y="9571"/>
                </a:cubicBezTo>
                <a:cubicBezTo>
                  <a:pt x="23568" y="9571"/>
                  <a:pt x="18903" y="11605"/>
                  <a:pt x="15672" y="15553"/>
                </a:cubicBezTo>
                <a:cubicBezTo>
                  <a:pt x="12323" y="19501"/>
                  <a:pt x="10767" y="25124"/>
                  <a:pt x="10767" y="32541"/>
                </a:cubicBezTo>
                <a:lnTo>
                  <a:pt x="10767" y="66997"/>
                </a:lnTo>
                <a:lnTo>
                  <a:pt x="0" y="66997"/>
                </a:lnTo>
                <a:lnTo>
                  <a:pt x="0" y="1555"/>
                </a:lnTo>
                <a:lnTo>
                  <a:pt x="10767" y="1555"/>
                </a:lnTo>
                <a:lnTo>
                  <a:pt x="10767" y="11724"/>
                </a:lnTo>
                <a:cubicBezTo>
                  <a:pt x="12921" y="7776"/>
                  <a:pt x="15912" y="4785"/>
                  <a:pt x="19501" y="2871"/>
                </a:cubicBezTo>
                <a:cubicBezTo>
                  <a:pt x="23090" y="957"/>
                  <a:pt x="27516" y="0"/>
                  <a:pt x="32781" y="0"/>
                </a:cubicBezTo>
                <a:cubicBezTo>
                  <a:pt x="33498" y="0"/>
                  <a:pt x="34336" y="120"/>
                  <a:pt x="35293" y="120"/>
                </a:cubicBezTo>
                <a:cubicBezTo>
                  <a:pt x="36130" y="239"/>
                  <a:pt x="37087" y="359"/>
                  <a:pt x="38284" y="598"/>
                </a:cubicBezTo>
                <a:lnTo>
                  <a:pt x="38284" y="11605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96B6AE-7510-4F82-8B91-2ED733FB3E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09915" y="4310349"/>
            <a:ext cx="40796" cy="83985"/>
          </a:xfrm>
          <a:custGeom xmlns:a="http://schemas.openxmlformats.org/drawingml/2006/main">
            <a:pathLst>
              <a:path w="40796" h="83985">
                <a:moveTo>
                  <a:pt x="18663" y="0"/>
                </a:moveTo>
                <a:lnTo>
                  <a:pt x="18663" y="18544"/>
                </a:lnTo>
                <a:lnTo>
                  <a:pt x="40796" y="18544"/>
                </a:lnTo>
                <a:lnTo>
                  <a:pt x="40796" y="26918"/>
                </a:lnTo>
                <a:lnTo>
                  <a:pt x="18663" y="26918"/>
                </a:lnTo>
                <a:lnTo>
                  <a:pt x="18663" y="62450"/>
                </a:lnTo>
                <a:cubicBezTo>
                  <a:pt x="18663" y="67834"/>
                  <a:pt x="19381" y="71304"/>
                  <a:pt x="20817" y="72739"/>
                </a:cubicBezTo>
                <a:cubicBezTo>
                  <a:pt x="22252" y="74295"/>
                  <a:pt x="25243" y="75012"/>
                  <a:pt x="29790" y="75012"/>
                </a:cubicBezTo>
                <a:lnTo>
                  <a:pt x="40796" y="75012"/>
                </a:lnTo>
                <a:lnTo>
                  <a:pt x="40796" y="83985"/>
                </a:lnTo>
                <a:lnTo>
                  <a:pt x="29790" y="83985"/>
                </a:lnTo>
                <a:cubicBezTo>
                  <a:pt x="21415" y="83985"/>
                  <a:pt x="15672" y="82430"/>
                  <a:pt x="12562" y="79319"/>
                </a:cubicBezTo>
                <a:cubicBezTo>
                  <a:pt x="9451" y="76209"/>
                  <a:pt x="7896" y="70586"/>
                  <a:pt x="7896" y="62450"/>
                </a:cubicBezTo>
                <a:lnTo>
                  <a:pt x="7896" y="26918"/>
                </a:lnTo>
                <a:lnTo>
                  <a:pt x="0" y="26918"/>
                </a:lnTo>
                <a:lnTo>
                  <a:pt x="0" y="18544"/>
                </a:lnTo>
                <a:lnTo>
                  <a:pt x="7896" y="18544"/>
                </a:lnTo>
                <a:lnTo>
                  <a:pt x="7896" y="0"/>
                </a:lnTo>
                <a:lnTo>
                  <a:pt x="18663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A0A795-462C-4224-B400-2452244038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64828" y="4303410"/>
            <a:ext cx="10767" cy="90924"/>
          </a:xfrm>
          <a:custGeom xmlns:a="http://schemas.openxmlformats.org/drawingml/2006/main">
            <a:pathLst>
              <a:path w="10767" h="90924">
                <a:moveTo>
                  <a:pt x="0" y="25483"/>
                </a:moveTo>
                <a:lnTo>
                  <a:pt x="10767" y="25483"/>
                </a:lnTo>
                <a:lnTo>
                  <a:pt x="10767" y="90924"/>
                </a:lnTo>
                <a:lnTo>
                  <a:pt x="0" y="90924"/>
                </a:lnTo>
                <a:lnTo>
                  <a:pt x="0" y="25483"/>
                </a:lnTo>
                <a:close/>
                <a:moveTo>
                  <a:pt x="0" y="0"/>
                </a:moveTo>
                <a:lnTo>
                  <a:pt x="10767" y="0"/>
                </a:lnTo>
                <a:lnTo>
                  <a:pt x="10767" y="13639"/>
                </a:lnTo>
                <a:lnTo>
                  <a:pt x="0" y="13639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FB0F99-6EDF-43E6-8473-932B81850D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593422" y="4327337"/>
            <a:ext cx="60058" cy="68552"/>
          </a:xfrm>
          <a:custGeom xmlns:a="http://schemas.openxmlformats.org/drawingml/2006/main">
            <a:pathLst>
              <a:path w="60058" h="68552">
                <a:moveTo>
                  <a:pt x="30029" y="9092"/>
                </a:moveTo>
                <a:cubicBezTo>
                  <a:pt x="24286" y="9092"/>
                  <a:pt x="19740" y="11366"/>
                  <a:pt x="16390" y="15912"/>
                </a:cubicBezTo>
                <a:cubicBezTo>
                  <a:pt x="13040" y="20458"/>
                  <a:pt x="11366" y="26559"/>
                  <a:pt x="11366" y="34336"/>
                </a:cubicBezTo>
                <a:cubicBezTo>
                  <a:pt x="11366" y="42232"/>
                  <a:pt x="12921" y="48333"/>
                  <a:pt x="16271" y="52880"/>
                </a:cubicBezTo>
                <a:cubicBezTo>
                  <a:pt x="19620" y="57426"/>
                  <a:pt x="24167" y="59579"/>
                  <a:pt x="30029" y="59579"/>
                </a:cubicBezTo>
                <a:cubicBezTo>
                  <a:pt x="35771" y="59579"/>
                  <a:pt x="40318" y="57426"/>
                  <a:pt x="43667" y="52880"/>
                </a:cubicBezTo>
                <a:cubicBezTo>
                  <a:pt x="47017" y="48333"/>
                  <a:pt x="48692" y="42232"/>
                  <a:pt x="48692" y="34336"/>
                </a:cubicBezTo>
                <a:cubicBezTo>
                  <a:pt x="48692" y="26679"/>
                  <a:pt x="47017" y="20458"/>
                  <a:pt x="43667" y="15912"/>
                </a:cubicBezTo>
                <a:cubicBezTo>
                  <a:pt x="40318" y="11366"/>
                  <a:pt x="35771" y="9092"/>
                  <a:pt x="30029" y="9092"/>
                </a:cubicBezTo>
                <a:close/>
                <a:moveTo>
                  <a:pt x="30029" y="0"/>
                </a:moveTo>
                <a:cubicBezTo>
                  <a:pt x="39361" y="0"/>
                  <a:pt x="46658" y="3111"/>
                  <a:pt x="52042" y="9092"/>
                </a:cubicBezTo>
                <a:cubicBezTo>
                  <a:pt x="57306" y="15194"/>
                  <a:pt x="60058" y="23568"/>
                  <a:pt x="60058" y="34336"/>
                </a:cubicBezTo>
                <a:cubicBezTo>
                  <a:pt x="60058" y="45103"/>
                  <a:pt x="57306" y="53478"/>
                  <a:pt x="52042" y="59460"/>
                </a:cubicBezTo>
                <a:cubicBezTo>
                  <a:pt x="46658" y="65561"/>
                  <a:pt x="39361" y="68552"/>
                  <a:pt x="30029" y="68552"/>
                </a:cubicBezTo>
                <a:cubicBezTo>
                  <a:pt x="20578" y="68552"/>
                  <a:pt x="13160" y="65561"/>
                  <a:pt x="7896" y="59460"/>
                </a:cubicBezTo>
                <a:cubicBezTo>
                  <a:pt x="2632" y="53478"/>
                  <a:pt x="0" y="45103"/>
                  <a:pt x="0" y="34336"/>
                </a:cubicBezTo>
                <a:cubicBezTo>
                  <a:pt x="0" y="23568"/>
                  <a:pt x="2632" y="15194"/>
                  <a:pt x="7896" y="9092"/>
                </a:cubicBezTo>
                <a:cubicBezTo>
                  <a:pt x="13160" y="3111"/>
                  <a:pt x="20578" y="0"/>
                  <a:pt x="30029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231165-2C1E-49C1-B31B-C694C16E51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670947" y="4327337"/>
            <a:ext cx="54794" cy="66997"/>
          </a:xfrm>
          <a:custGeom xmlns:a="http://schemas.openxmlformats.org/drawingml/2006/main">
            <a:pathLst>
              <a:path w="54794" h="66997">
                <a:moveTo>
                  <a:pt x="54794" y="27516"/>
                </a:moveTo>
                <a:lnTo>
                  <a:pt x="54794" y="66997"/>
                </a:lnTo>
                <a:lnTo>
                  <a:pt x="44026" y="66997"/>
                </a:lnTo>
                <a:lnTo>
                  <a:pt x="44026" y="27875"/>
                </a:lnTo>
                <a:cubicBezTo>
                  <a:pt x="44026" y="21654"/>
                  <a:pt x="42710" y="17108"/>
                  <a:pt x="40318" y="13998"/>
                </a:cubicBezTo>
                <a:cubicBezTo>
                  <a:pt x="37925" y="10887"/>
                  <a:pt x="34336" y="9332"/>
                  <a:pt x="29550" y="9332"/>
                </a:cubicBezTo>
                <a:cubicBezTo>
                  <a:pt x="23688" y="9332"/>
                  <a:pt x="19142" y="11246"/>
                  <a:pt x="15792" y="14955"/>
                </a:cubicBezTo>
                <a:cubicBezTo>
                  <a:pt x="12442" y="18663"/>
                  <a:pt x="10767" y="23688"/>
                  <a:pt x="10767" y="30029"/>
                </a:cubicBezTo>
                <a:lnTo>
                  <a:pt x="10767" y="66997"/>
                </a:lnTo>
                <a:lnTo>
                  <a:pt x="0" y="66997"/>
                </a:lnTo>
                <a:lnTo>
                  <a:pt x="0" y="1555"/>
                </a:lnTo>
                <a:lnTo>
                  <a:pt x="10767" y="1555"/>
                </a:lnTo>
                <a:lnTo>
                  <a:pt x="10767" y="11724"/>
                </a:lnTo>
                <a:cubicBezTo>
                  <a:pt x="13280" y="7896"/>
                  <a:pt x="16271" y="4905"/>
                  <a:pt x="19860" y="2991"/>
                </a:cubicBezTo>
                <a:cubicBezTo>
                  <a:pt x="23329" y="1077"/>
                  <a:pt x="27397" y="0"/>
                  <a:pt x="31943" y="0"/>
                </a:cubicBezTo>
                <a:cubicBezTo>
                  <a:pt x="39361" y="0"/>
                  <a:pt x="45103" y="2393"/>
                  <a:pt x="48932" y="7059"/>
                </a:cubicBezTo>
                <a:cubicBezTo>
                  <a:pt x="52760" y="11724"/>
                  <a:pt x="54794" y="18544"/>
                  <a:pt x="54794" y="27516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B05045-597E-4D90-B689-1288A7F74C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743088" y="4327337"/>
            <a:ext cx="55272" cy="68552"/>
          </a:xfrm>
          <a:custGeom xmlns:a="http://schemas.openxmlformats.org/drawingml/2006/main">
            <a:pathLst>
              <a:path w="55272" h="68552">
                <a:moveTo>
                  <a:pt x="33857" y="34097"/>
                </a:moveTo>
                <a:cubicBezTo>
                  <a:pt x="25124" y="34097"/>
                  <a:pt x="19142" y="35173"/>
                  <a:pt x="15792" y="37087"/>
                </a:cubicBezTo>
                <a:cubicBezTo>
                  <a:pt x="12442" y="39121"/>
                  <a:pt x="10767" y="42471"/>
                  <a:pt x="10767" y="47257"/>
                </a:cubicBezTo>
                <a:cubicBezTo>
                  <a:pt x="10767" y="51085"/>
                  <a:pt x="11964" y="54196"/>
                  <a:pt x="14476" y="56349"/>
                </a:cubicBezTo>
                <a:cubicBezTo>
                  <a:pt x="16988" y="58622"/>
                  <a:pt x="20458" y="59699"/>
                  <a:pt x="24765" y="59699"/>
                </a:cubicBezTo>
                <a:cubicBezTo>
                  <a:pt x="30747" y="59699"/>
                  <a:pt x="35532" y="57665"/>
                  <a:pt x="39121" y="53358"/>
                </a:cubicBezTo>
                <a:cubicBezTo>
                  <a:pt x="42710" y="49171"/>
                  <a:pt x="44505" y="43548"/>
                  <a:pt x="44505" y="36489"/>
                </a:cubicBezTo>
                <a:lnTo>
                  <a:pt x="44505" y="34097"/>
                </a:lnTo>
                <a:lnTo>
                  <a:pt x="33857" y="34097"/>
                </a:lnTo>
                <a:close/>
                <a:moveTo>
                  <a:pt x="55272" y="29670"/>
                </a:moveTo>
                <a:lnTo>
                  <a:pt x="55272" y="66997"/>
                </a:lnTo>
                <a:lnTo>
                  <a:pt x="44505" y="66997"/>
                </a:lnTo>
                <a:lnTo>
                  <a:pt x="44505" y="57067"/>
                </a:lnTo>
                <a:cubicBezTo>
                  <a:pt x="41993" y="61134"/>
                  <a:pt x="38882" y="64006"/>
                  <a:pt x="35293" y="65800"/>
                </a:cubicBezTo>
                <a:cubicBezTo>
                  <a:pt x="31704" y="67595"/>
                  <a:pt x="27158" y="68552"/>
                  <a:pt x="21894" y="68552"/>
                </a:cubicBezTo>
                <a:cubicBezTo>
                  <a:pt x="15194" y="68552"/>
                  <a:pt x="9810" y="66757"/>
                  <a:pt x="5862" y="63049"/>
                </a:cubicBezTo>
                <a:cubicBezTo>
                  <a:pt x="1914" y="59340"/>
                  <a:pt x="0" y="54315"/>
                  <a:pt x="0" y="47974"/>
                </a:cubicBezTo>
                <a:cubicBezTo>
                  <a:pt x="0" y="40677"/>
                  <a:pt x="2393" y="35173"/>
                  <a:pt x="7417" y="31345"/>
                </a:cubicBezTo>
                <a:cubicBezTo>
                  <a:pt x="12323" y="27636"/>
                  <a:pt x="19620" y="25722"/>
                  <a:pt x="29431" y="25722"/>
                </a:cubicBezTo>
                <a:lnTo>
                  <a:pt x="44505" y="25722"/>
                </a:lnTo>
                <a:lnTo>
                  <a:pt x="44505" y="24645"/>
                </a:lnTo>
                <a:cubicBezTo>
                  <a:pt x="44505" y="19740"/>
                  <a:pt x="42830" y="15912"/>
                  <a:pt x="39600" y="13160"/>
                </a:cubicBezTo>
                <a:cubicBezTo>
                  <a:pt x="36370" y="10528"/>
                  <a:pt x="31823" y="9092"/>
                  <a:pt x="25961" y="9092"/>
                </a:cubicBezTo>
                <a:cubicBezTo>
                  <a:pt x="22133" y="9092"/>
                  <a:pt x="18544" y="9571"/>
                  <a:pt x="14955" y="10528"/>
                </a:cubicBezTo>
                <a:cubicBezTo>
                  <a:pt x="11366" y="11485"/>
                  <a:pt x="8016" y="12801"/>
                  <a:pt x="4785" y="14476"/>
                </a:cubicBezTo>
                <a:lnTo>
                  <a:pt x="4785" y="4546"/>
                </a:lnTo>
                <a:cubicBezTo>
                  <a:pt x="8614" y="3111"/>
                  <a:pt x="12442" y="1914"/>
                  <a:pt x="16151" y="1196"/>
                </a:cubicBezTo>
                <a:cubicBezTo>
                  <a:pt x="19860" y="479"/>
                  <a:pt x="23449" y="0"/>
                  <a:pt x="27038" y="0"/>
                </a:cubicBezTo>
                <a:cubicBezTo>
                  <a:pt x="36489" y="0"/>
                  <a:pt x="43548" y="2512"/>
                  <a:pt x="48214" y="7417"/>
                </a:cubicBezTo>
                <a:cubicBezTo>
                  <a:pt x="52880" y="12323"/>
                  <a:pt x="55272" y="19740"/>
                  <a:pt x="55272" y="2967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03CFB6-6D70-4BE0-B9B3-EE40E49991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20493" y="4303410"/>
            <a:ext cx="10767" cy="90924"/>
          </a:xfrm>
          <a:custGeom xmlns:a="http://schemas.openxmlformats.org/drawingml/2006/main">
            <a:pathLst>
              <a:path w="10767" h="90924">
                <a:moveTo>
                  <a:pt x="0" y="0"/>
                </a:moveTo>
                <a:lnTo>
                  <a:pt x="10767" y="0"/>
                </a:lnTo>
                <a:lnTo>
                  <a:pt x="10767" y="90924"/>
                </a:lnTo>
                <a:lnTo>
                  <a:pt x="0" y="9092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624270-C190-4615-82C1-EED28E317E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53752" y="4303410"/>
            <a:ext cx="10767" cy="90924"/>
          </a:xfrm>
          <a:custGeom xmlns:a="http://schemas.openxmlformats.org/drawingml/2006/main">
            <a:pathLst>
              <a:path w="10767" h="90924">
                <a:moveTo>
                  <a:pt x="0" y="25483"/>
                </a:moveTo>
                <a:lnTo>
                  <a:pt x="10767" y="25483"/>
                </a:lnTo>
                <a:lnTo>
                  <a:pt x="10767" y="90924"/>
                </a:lnTo>
                <a:lnTo>
                  <a:pt x="0" y="90924"/>
                </a:lnTo>
                <a:lnTo>
                  <a:pt x="0" y="25483"/>
                </a:lnTo>
                <a:close/>
                <a:moveTo>
                  <a:pt x="0" y="0"/>
                </a:moveTo>
                <a:lnTo>
                  <a:pt x="10767" y="0"/>
                </a:lnTo>
                <a:lnTo>
                  <a:pt x="10767" y="13639"/>
                </a:lnTo>
                <a:lnTo>
                  <a:pt x="0" y="13639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83E703-DC72-4C1A-A3DB-5A557F109D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878995" y="4310349"/>
            <a:ext cx="40796" cy="83985"/>
          </a:xfrm>
          <a:custGeom xmlns:a="http://schemas.openxmlformats.org/drawingml/2006/main">
            <a:pathLst>
              <a:path w="40796" h="83985">
                <a:moveTo>
                  <a:pt x="18663" y="0"/>
                </a:moveTo>
                <a:lnTo>
                  <a:pt x="18663" y="18544"/>
                </a:lnTo>
                <a:lnTo>
                  <a:pt x="40796" y="18544"/>
                </a:lnTo>
                <a:lnTo>
                  <a:pt x="40796" y="26918"/>
                </a:lnTo>
                <a:lnTo>
                  <a:pt x="18663" y="26918"/>
                </a:lnTo>
                <a:lnTo>
                  <a:pt x="18663" y="62450"/>
                </a:lnTo>
                <a:cubicBezTo>
                  <a:pt x="18663" y="67834"/>
                  <a:pt x="19381" y="71304"/>
                  <a:pt x="20817" y="72739"/>
                </a:cubicBezTo>
                <a:cubicBezTo>
                  <a:pt x="22252" y="74295"/>
                  <a:pt x="25243" y="75012"/>
                  <a:pt x="29790" y="75012"/>
                </a:cubicBezTo>
                <a:lnTo>
                  <a:pt x="40796" y="75012"/>
                </a:lnTo>
                <a:lnTo>
                  <a:pt x="40796" y="83985"/>
                </a:lnTo>
                <a:lnTo>
                  <a:pt x="29790" y="83985"/>
                </a:lnTo>
                <a:cubicBezTo>
                  <a:pt x="21415" y="83985"/>
                  <a:pt x="15672" y="82430"/>
                  <a:pt x="12562" y="79319"/>
                </a:cubicBezTo>
                <a:cubicBezTo>
                  <a:pt x="9451" y="76209"/>
                  <a:pt x="7896" y="70586"/>
                  <a:pt x="7896" y="62450"/>
                </a:cubicBezTo>
                <a:lnTo>
                  <a:pt x="7896" y="26918"/>
                </a:lnTo>
                <a:lnTo>
                  <a:pt x="0" y="26918"/>
                </a:lnTo>
                <a:lnTo>
                  <a:pt x="0" y="18544"/>
                </a:lnTo>
                <a:lnTo>
                  <a:pt x="7896" y="18544"/>
                </a:lnTo>
                <a:lnTo>
                  <a:pt x="7896" y="0"/>
                </a:lnTo>
                <a:lnTo>
                  <a:pt x="18663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0CD4DA-B623-4609-A5B5-9B84ACBE07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926252" y="4328893"/>
            <a:ext cx="63647" cy="90206"/>
          </a:xfrm>
          <a:custGeom xmlns:a="http://schemas.openxmlformats.org/drawingml/2006/main">
            <a:pathLst>
              <a:path w="63647" h="90206">
                <a:moveTo>
                  <a:pt x="34934" y="71423"/>
                </a:moveTo>
                <a:cubicBezTo>
                  <a:pt x="31823" y="79080"/>
                  <a:pt x="28832" y="84224"/>
                  <a:pt x="25961" y="86617"/>
                </a:cubicBezTo>
                <a:cubicBezTo>
                  <a:pt x="23090" y="89010"/>
                  <a:pt x="19262" y="90206"/>
                  <a:pt x="14476" y="90206"/>
                </a:cubicBezTo>
                <a:lnTo>
                  <a:pt x="5862" y="90206"/>
                </a:lnTo>
                <a:lnTo>
                  <a:pt x="5862" y="81233"/>
                </a:lnTo>
                <a:lnTo>
                  <a:pt x="12203" y="81233"/>
                </a:lnTo>
                <a:cubicBezTo>
                  <a:pt x="15074" y="81233"/>
                  <a:pt x="17347" y="80516"/>
                  <a:pt x="19022" y="79080"/>
                </a:cubicBezTo>
                <a:cubicBezTo>
                  <a:pt x="20697" y="77644"/>
                  <a:pt x="22492" y="74414"/>
                  <a:pt x="24526" y="69150"/>
                </a:cubicBezTo>
                <a:lnTo>
                  <a:pt x="26440" y="64365"/>
                </a:lnTo>
                <a:lnTo>
                  <a:pt x="0" y="0"/>
                </a:lnTo>
                <a:lnTo>
                  <a:pt x="11366" y="0"/>
                </a:lnTo>
                <a:lnTo>
                  <a:pt x="31823" y="51205"/>
                </a:lnTo>
                <a:lnTo>
                  <a:pt x="52281" y="0"/>
                </a:lnTo>
                <a:lnTo>
                  <a:pt x="63647" y="0"/>
                </a:lnTo>
                <a:lnTo>
                  <a:pt x="34934" y="7142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AEBDC2-58B0-412D-A657-DAFEF71391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3331" y="4486305"/>
            <a:ext cx="239274" cy="83746"/>
          </a:xfrm>
          <a:custGeom xmlns:a="http://schemas.openxmlformats.org/drawingml/2006/main">
            <a:pathLst>
              <a:path w="239274" h="83746">
                <a:moveTo>
                  <a:pt x="0" y="83746"/>
                </a:moveTo>
                <a:lnTo>
                  <a:pt x="239274" y="83746"/>
                </a:lnTo>
                <a:lnTo>
                  <a:pt x="239274" y="0"/>
                </a:lnTo>
                <a:lnTo>
                  <a:pt x="0" y="0"/>
                </a:lnTo>
                <a:lnTo>
                  <a:pt x="0" y="83746"/>
                </a:lnTo>
                <a:close/>
              </a:path>
            </a:pathLst>
          </a:custGeom>
          <a:solidFill xmlns:a="http://schemas.openxmlformats.org/drawingml/2006/main">
            <a:srgbClr val="BA611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C9B6DA-2714-4A0D-A71E-74626631A2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83331" y="4486305"/>
            <a:ext cx="239274" cy="83746"/>
          </a:xfrm>
          <a:custGeom xmlns:a="http://schemas.openxmlformats.org/drawingml/2006/main">
            <a:pathLst>
              <a:path w="239274" h="83746" fill="none">
                <a:moveTo>
                  <a:pt x="0" y="83746"/>
                </a:moveTo>
                <a:lnTo>
                  <a:pt x="239274" y="83746"/>
                </a:lnTo>
                <a:lnTo>
                  <a:pt x="239274" y="0"/>
                </a:lnTo>
                <a:lnTo>
                  <a:pt x="0" y="0"/>
                </a:lnTo>
                <a:lnTo>
                  <a:pt x="0" y="83746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7CFB37-C207-40E2-87B4-F5FB12F88B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30039" y="4482836"/>
            <a:ext cx="54315" cy="87215"/>
          </a:xfrm>
          <a:custGeom xmlns:a="http://schemas.openxmlformats.org/drawingml/2006/main">
            <a:pathLst>
              <a:path w="54315" h="87215">
                <a:moveTo>
                  <a:pt x="0" y="0"/>
                </a:moveTo>
                <a:lnTo>
                  <a:pt x="11844" y="0"/>
                </a:lnTo>
                <a:lnTo>
                  <a:pt x="11844" y="77285"/>
                </a:lnTo>
                <a:lnTo>
                  <a:pt x="54315" y="77285"/>
                </a:lnTo>
                <a:lnTo>
                  <a:pt x="54315" y="87215"/>
                </a:lnTo>
                <a:lnTo>
                  <a:pt x="0" y="8721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47FBEF-248E-4BE7-B544-D2A1895E89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189508" y="4503055"/>
            <a:ext cx="60058" cy="68552"/>
          </a:xfrm>
          <a:custGeom xmlns:a="http://schemas.openxmlformats.org/drawingml/2006/main">
            <a:pathLst>
              <a:path w="60058" h="68552">
                <a:moveTo>
                  <a:pt x="30029" y="9092"/>
                </a:moveTo>
                <a:cubicBezTo>
                  <a:pt x="24286" y="9092"/>
                  <a:pt x="19740" y="11366"/>
                  <a:pt x="16390" y="15912"/>
                </a:cubicBezTo>
                <a:cubicBezTo>
                  <a:pt x="13040" y="20458"/>
                  <a:pt x="11366" y="26559"/>
                  <a:pt x="11366" y="34336"/>
                </a:cubicBezTo>
                <a:cubicBezTo>
                  <a:pt x="11366" y="42232"/>
                  <a:pt x="12921" y="48333"/>
                  <a:pt x="16271" y="52880"/>
                </a:cubicBezTo>
                <a:cubicBezTo>
                  <a:pt x="19620" y="57426"/>
                  <a:pt x="24167" y="59579"/>
                  <a:pt x="30029" y="59579"/>
                </a:cubicBezTo>
                <a:cubicBezTo>
                  <a:pt x="35771" y="59579"/>
                  <a:pt x="40318" y="57426"/>
                  <a:pt x="43667" y="52880"/>
                </a:cubicBezTo>
                <a:cubicBezTo>
                  <a:pt x="47017" y="48333"/>
                  <a:pt x="48692" y="42232"/>
                  <a:pt x="48692" y="34336"/>
                </a:cubicBezTo>
                <a:cubicBezTo>
                  <a:pt x="48692" y="26679"/>
                  <a:pt x="47017" y="20458"/>
                  <a:pt x="43667" y="15912"/>
                </a:cubicBezTo>
                <a:cubicBezTo>
                  <a:pt x="40318" y="11366"/>
                  <a:pt x="35771" y="9092"/>
                  <a:pt x="30029" y="9092"/>
                </a:cubicBezTo>
                <a:close/>
                <a:moveTo>
                  <a:pt x="30029" y="0"/>
                </a:moveTo>
                <a:cubicBezTo>
                  <a:pt x="39361" y="0"/>
                  <a:pt x="46658" y="3111"/>
                  <a:pt x="52042" y="9092"/>
                </a:cubicBezTo>
                <a:cubicBezTo>
                  <a:pt x="57306" y="15194"/>
                  <a:pt x="60058" y="23568"/>
                  <a:pt x="60058" y="34336"/>
                </a:cubicBezTo>
                <a:cubicBezTo>
                  <a:pt x="60058" y="45103"/>
                  <a:pt x="57306" y="53478"/>
                  <a:pt x="52042" y="59460"/>
                </a:cubicBezTo>
                <a:cubicBezTo>
                  <a:pt x="46658" y="65561"/>
                  <a:pt x="39361" y="68552"/>
                  <a:pt x="30029" y="68552"/>
                </a:cubicBezTo>
                <a:cubicBezTo>
                  <a:pt x="20578" y="68552"/>
                  <a:pt x="13160" y="65561"/>
                  <a:pt x="7896" y="59460"/>
                </a:cubicBezTo>
                <a:cubicBezTo>
                  <a:pt x="2632" y="53478"/>
                  <a:pt x="0" y="45103"/>
                  <a:pt x="0" y="34336"/>
                </a:cubicBezTo>
                <a:cubicBezTo>
                  <a:pt x="0" y="23568"/>
                  <a:pt x="2632" y="15194"/>
                  <a:pt x="7896" y="9092"/>
                </a:cubicBezTo>
                <a:cubicBezTo>
                  <a:pt x="13160" y="3111"/>
                  <a:pt x="20578" y="0"/>
                  <a:pt x="30029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534406-E081-48A6-96A9-C3B3EEB50A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259734" y="4504610"/>
            <a:ext cx="63647" cy="90206"/>
          </a:xfrm>
          <a:custGeom xmlns:a="http://schemas.openxmlformats.org/drawingml/2006/main">
            <a:pathLst>
              <a:path w="63647" h="90206">
                <a:moveTo>
                  <a:pt x="34934" y="71423"/>
                </a:moveTo>
                <a:cubicBezTo>
                  <a:pt x="31823" y="79080"/>
                  <a:pt x="28832" y="84224"/>
                  <a:pt x="25961" y="86617"/>
                </a:cubicBezTo>
                <a:cubicBezTo>
                  <a:pt x="23090" y="89010"/>
                  <a:pt x="19262" y="90206"/>
                  <a:pt x="14476" y="90206"/>
                </a:cubicBezTo>
                <a:lnTo>
                  <a:pt x="5862" y="90206"/>
                </a:lnTo>
                <a:lnTo>
                  <a:pt x="5862" y="81233"/>
                </a:lnTo>
                <a:lnTo>
                  <a:pt x="12203" y="81233"/>
                </a:lnTo>
                <a:cubicBezTo>
                  <a:pt x="15074" y="81233"/>
                  <a:pt x="17347" y="80516"/>
                  <a:pt x="19022" y="79080"/>
                </a:cubicBezTo>
                <a:cubicBezTo>
                  <a:pt x="20697" y="77644"/>
                  <a:pt x="22492" y="74414"/>
                  <a:pt x="24526" y="69150"/>
                </a:cubicBezTo>
                <a:lnTo>
                  <a:pt x="26440" y="64365"/>
                </a:lnTo>
                <a:lnTo>
                  <a:pt x="0" y="0"/>
                </a:lnTo>
                <a:lnTo>
                  <a:pt x="11366" y="0"/>
                </a:lnTo>
                <a:lnTo>
                  <a:pt x="31823" y="51205"/>
                </a:lnTo>
                <a:lnTo>
                  <a:pt x="52281" y="0"/>
                </a:lnTo>
                <a:lnTo>
                  <a:pt x="63647" y="0"/>
                </a:lnTo>
                <a:lnTo>
                  <a:pt x="34934" y="7142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F10ED3-82FB-4048-84AD-5B308A3DA9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334149" y="4503055"/>
            <a:ext cx="55272" cy="68552"/>
          </a:xfrm>
          <a:custGeom xmlns:a="http://schemas.openxmlformats.org/drawingml/2006/main">
            <a:pathLst>
              <a:path w="55272" h="68552">
                <a:moveTo>
                  <a:pt x="33857" y="34097"/>
                </a:moveTo>
                <a:cubicBezTo>
                  <a:pt x="25124" y="34097"/>
                  <a:pt x="19142" y="35173"/>
                  <a:pt x="15792" y="37087"/>
                </a:cubicBezTo>
                <a:cubicBezTo>
                  <a:pt x="12442" y="39121"/>
                  <a:pt x="10767" y="42471"/>
                  <a:pt x="10767" y="47257"/>
                </a:cubicBezTo>
                <a:cubicBezTo>
                  <a:pt x="10767" y="51085"/>
                  <a:pt x="11964" y="54196"/>
                  <a:pt x="14476" y="56349"/>
                </a:cubicBezTo>
                <a:cubicBezTo>
                  <a:pt x="16988" y="58622"/>
                  <a:pt x="20458" y="59699"/>
                  <a:pt x="24765" y="59699"/>
                </a:cubicBezTo>
                <a:cubicBezTo>
                  <a:pt x="30747" y="59699"/>
                  <a:pt x="35532" y="57665"/>
                  <a:pt x="39121" y="53358"/>
                </a:cubicBezTo>
                <a:cubicBezTo>
                  <a:pt x="42710" y="49171"/>
                  <a:pt x="44505" y="43548"/>
                  <a:pt x="44505" y="36489"/>
                </a:cubicBezTo>
                <a:lnTo>
                  <a:pt x="44505" y="34097"/>
                </a:lnTo>
                <a:lnTo>
                  <a:pt x="33857" y="34097"/>
                </a:lnTo>
                <a:close/>
                <a:moveTo>
                  <a:pt x="55272" y="29670"/>
                </a:moveTo>
                <a:lnTo>
                  <a:pt x="55272" y="66997"/>
                </a:lnTo>
                <a:lnTo>
                  <a:pt x="44505" y="66997"/>
                </a:lnTo>
                <a:lnTo>
                  <a:pt x="44505" y="57067"/>
                </a:lnTo>
                <a:cubicBezTo>
                  <a:pt x="41993" y="61134"/>
                  <a:pt x="38882" y="64006"/>
                  <a:pt x="35293" y="65800"/>
                </a:cubicBezTo>
                <a:cubicBezTo>
                  <a:pt x="31704" y="67595"/>
                  <a:pt x="27158" y="68552"/>
                  <a:pt x="21894" y="68552"/>
                </a:cubicBezTo>
                <a:cubicBezTo>
                  <a:pt x="15194" y="68552"/>
                  <a:pt x="9810" y="66757"/>
                  <a:pt x="5862" y="63049"/>
                </a:cubicBezTo>
                <a:cubicBezTo>
                  <a:pt x="1914" y="59340"/>
                  <a:pt x="0" y="54315"/>
                  <a:pt x="0" y="47974"/>
                </a:cubicBezTo>
                <a:cubicBezTo>
                  <a:pt x="0" y="40677"/>
                  <a:pt x="2393" y="35173"/>
                  <a:pt x="7417" y="31345"/>
                </a:cubicBezTo>
                <a:cubicBezTo>
                  <a:pt x="12323" y="27636"/>
                  <a:pt x="19620" y="25722"/>
                  <a:pt x="29431" y="25722"/>
                </a:cubicBezTo>
                <a:lnTo>
                  <a:pt x="44505" y="25722"/>
                </a:lnTo>
                <a:lnTo>
                  <a:pt x="44505" y="24645"/>
                </a:lnTo>
                <a:cubicBezTo>
                  <a:pt x="44505" y="19740"/>
                  <a:pt x="42830" y="15912"/>
                  <a:pt x="39600" y="13160"/>
                </a:cubicBezTo>
                <a:cubicBezTo>
                  <a:pt x="36370" y="10528"/>
                  <a:pt x="31823" y="9092"/>
                  <a:pt x="25961" y="9092"/>
                </a:cubicBezTo>
                <a:cubicBezTo>
                  <a:pt x="22133" y="9092"/>
                  <a:pt x="18544" y="9571"/>
                  <a:pt x="14955" y="10528"/>
                </a:cubicBezTo>
                <a:cubicBezTo>
                  <a:pt x="11366" y="11485"/>
                  <a:pt x="8016" y="12801"/>
                  <a:pt x="4785" y="14476"/>
                </a:cubicBezTo>
                <a:lnTo>
                  <a:pt x="4785" y="4546"/>
                </a:lnTo>
                <a:cubicBezTo>
                  <a:pt x="8614" y="3111"/>
                  <a:pt x="12442" y="1914"/>
                  <a:pt x="16151" y="1196"/>
                </a:cubicBezTo>
                <a:cubicBezTo>
                  <a:pt x="19860" y="479"/>
                  <a:pt x="23449" y="0"/>
                  <a:pt x="27038" y="0"/>
                </a:cubicBezTo>
                <a:cubicBezTo>
                  <a:pt x="36489" y="0"/>
                  <a:pt x="43548" y="2512"/>
                  <a:pt x="48214" y="7417"/>
                </a:cubicBezTo>
                <a:cubicBezTo>
                  <a:pt x="52880" y="12323"/>
                  <a:pt x="55272" y="19740"/>
                  <a:pt x="55272" y="2967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F1FAA8-4B34-4FE7-AF93-35A0246224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11554" y="4479127"/>
            <a:ext cx="10767" cy="90924"/>
          </a:xfrm>
          <a:custGeom xmlns:a="http://schemas.openxmlformats.org/drawingml/2006/main">
            <a:pathLst>
              <a:path w="10767" h="90924">
                <a:moveTo>
                  <a:pt x="0" y="0"/>
                </a:moveTo>
                <a:lnTo>
                  <a:pt x="10767" y="0"/>
                </a:lnTo>
                <a:lnTo>
                  <a:pt x="10767" y="90924"/>
                </a:lnTo>
                <a:lnTo>
                  <a:pt x="0" y="9092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A0C641-DADB-49E9-A55C-ACFDF616D2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36797" y="4486066"/>
            <a:ext cx="40796" cy="83985"/>
          </a:xfrm>
          <a:custGeom xmlns:a="http://schemas.openxmlformats.org/drawingml/2006/main">
            <a:pathLst>
              <a:path w="40796" h="83985">
                <a:moveTo>
                  <a:pt x="18663" y="0"/>
                </a:moveTo>
                <a:lnTo>
                  <a:pt x="18663" y="18544"/>
                </a:lnTo>
                <a:lnTo>
                  <a:pt x="40796" y="18544"/>
                </a:lnTo>
                <a:lnTo>
                  <a:pt x="40796" y="26918"/>
                </a:lnTo>
                <a:lnTo>
                  <a:pt x="18663" y="26918"/>
                </a:lnTo>
                <a:lnTo>
                  <a:pt x="18663" y="62450"/>
                </a:lnTo>
                <a:cubicBezTo>
                  <a:pt x="18663" y="67834"/>
                  <a:pt x="19381" y="71304"/>
                  <a:pt x="20817" y="72739"/>
                </a:cubicBezTo>
                <a:cubicBezTo>
                  <a:pt x="22252" y="74295"/>
                  <a:pt x="25243" y="75012"/>
                  <a:pt x="29790" y="75012"/>
                </a:cubicBezTo>
                <a:lnTo>
                  <a:pt x="40796" y="75012"/>
                </a:lnTo>
                <a:lnTo>
                  <a:pt x="40796" y="83985"/>
                </a:lnTo>
                <a:lnTo>
                  <a:pt x="29790" y="83985"/>
                </a:lnTo>
                <a:cubicBezTo>
                  <a:pt x="21415" y="83985"/>
                  <a:pt x="15672" y="82430"/>
                  <a:pt x="12562" y="79319"/>
                </a:cubicBezTo>
                <a:cubicBezTo>
                  <a:pt x="9451" y="76209"/>
                  <a:pt x="7896" y="70586"/>
                  <a:pt x="7896" y="62450"/>
                </a:cubicBezTo>
                <a:lnTo>
                  <a:pt x="7896" y="26918"/>
                </a:lnTo>
                <a:lnTo>
                  <a:pt x="0" y="26918"/>
                </a:lnTo>
                <a:lnTo>
                  <a:pt x="0" y="18544"/>
                </a:lnTo>
                <a:lnTo>
                  <a:pt x="7896" y="18544"/>
                </a:lnTo>
                <a:lnTo>
                  <a:pt x="7896" y="0"/>
                </a:lnTo>
                <a:lnTo>
                  <a:pt x="18663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1E979C-ACFD-45BC-94C9-CC9010ED72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2484054" y="4504610"/>
            <a:ext cx="63647" cy="90206"/>
          </a:xfrm>
          <a:custGeom xmlns:a="http://schemas.openxmlformats.org/drawingml/2006/main">
            <a:pathLst>
              <a:path w="63647" h="90206">
                <a:moveTo>
                  <a:pt x="34934" y="71423"/>
                </a:moveTo>
                <a:cubicBezTo>
                  <a:pt x="31823" y="79080"/>
                  <a:pt x="28832" y="84224"/>
                  <a:pt x="25961" y="86617"/>
                </a:cubicBezTo>
                <a:cubicBezTo>
                  <a:pt x="23090" y="89010"/>
                  <a:pt x="19262" y="90206"/>
                  <a:pt x="14476" y="90206"/>
                </a:cubicBezTo>
                <a:lnTo>
                  <a:pt x="5862" y="90206"/>
                </a:lnTo>
                <a:lnTo>
                  <a:pt x="5862" y="81233"/>
                </a:lnTo>
                <a:lnTo>
                  <a:pt x="12203" y="81233"/>
                </a:lnTo>
                <a:cubicBezTo>
                  <a:pt x="15074" y="81233"/>
                  <a:pt x="17347" y="80516"/>
                  <a:pt x="19022" y="79080"/>
                </a:cubicBezTo>
                <a:cubicBezTo>
                  <a:pt x="20697" y="77644"/>
                  <a:pt x="22492" y="74414"/>
                  <a:pt x="24526" y="69150"/>
                </a:cubicBezTo>
                <a:lnTo>
                  <a:pt x="26440" y="64365"/>
                </a:lnTo>
                <a:lnTo>
                  <a:pt x="0" y="0"/>
                </a:lnTo>
                <a:lnTo>
                  <a:pt x="11366" y="0"/>
                </a:lnTo>
                <a:lnTo>
                  <a:pt x="31823" y="51205"/>
                </a:lnTo>
                <a:lnTo>
                  <a:pt x="52281" y="0"/>
                </a:lnTo>
                <a:lnTo>
                  <a:pt x="63647" y="0"/>
                </a:lnTo>
                <a:lnTo>
                  <a:pt x="34934" y="7142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790BE5-223D-41D1-B198-E97F4AC060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32278" y="4310588"/>
            <a:ext cx="239274" cy="83746"/>
          </a:xfrm>
          <a:custGeom xmlns:a="http://schemas.openxmlformats.org/drawingml/2006/main">
            <a:pathLst>
              <a:path w="239274" h="83746">
                <a:moveTo>
                  <a:pt x="0" y="83746"/>
                </a:moveTo>
                <a:lnTo>
                  <a:pt x="239274" y="83746"/>
                </a:lnTo>
                <a:lnTo>
                  <a:pt x="239274" y="0"/>
                </a:lnTo>
                <a:lnTo>
                  <a:pt x="0" y="0"/>
                </a:lnTo>
                <a:lnTo>
                  <a:pt x="0" y="83746"/>
                </a:lnTo>
                <a:close/>
              </a:path>
            </a:pathLst>
          </a:custGeom>
          <a:solidFill xmlns:a="http://schemas.openxmlformats.org/drawingml/2006/main">
            <a:srgbClr val="C283B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672E8C-3737-4063-B431-BB777BB434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32278" y="4310588"/>
            <a:ext cx="239274" cy="83746"/>
          </a:xfrm>
          <a:custGeom xmlns:a="http://schemas.openxmlformats.org/drawingml/2006/main">
            <a:pathLst>
              <a:path w="239274" h="83746" fill="none">
                <a:moveTo>
                  <a:pt x="0" y="83746"/>
                </a:moveTo>
                <a:lnTo>
                  <a:pt x="239274" y="83746"/>
                </a:lnTo>
                <a:lnTo>
                  <a:pt x="239274" y="0"/>
                </a:lnTo>
                <a:lnTo>
                  <a:pt x="0" y="0"/>
                </a:lnTo>
                <a:lnTo>
                  <a:pt x="0" y="83746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D07C67-248B-43DC-A4C2-FD256D33F2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68218" y="4307119"/>
            <a:ext cx="79917" cy="87215"/>
          </a:xfrm>
          <a:custGeom xmlns:a="http://schemas.openxmlformats.org/drawingml/2006/main">
            <a:pathLst>
              <a:path w="79917" h="87215">
                <a:moveTo>
                  <a:pt x="39959" y="11605"/>
                </a:moveTo>
                <a:lnTo>
                  <a:pt x="23927" y="55033"/>
                </a:lnTo>
                <a:lnTo>
                  <a:pt x="55990" y="55033"/>
                </a:lnTo>
                <a:lnTo>
                  <a:pt x="39959" y="11605"/>
                </a:lnTo>
                <a:close/>
                <a:moveTo>
                  <a:pt x="33259" y="0"/>
                </a:moveTo>
                <a:lnTo>
                  <a:pt x="46658" y="0"/>
                </a:lnTo>
                <a:lnTo>
                  <a:pt x="79917" y="87215"/>
                </a:lnTo>
                <a:lnTo>
                  <a:pt x="67595" y="87215"/>
                </a:lnTo>
                <a:lnTo>
                  <a:pt x="59699" y="64843"/>
                </a:lnTo>
                <a:lnTo>
                  <a:pt x="20338" y="64843"/>
                </a:lnTo>
                <a:lnTo>
                  <a:pt x="12442" y="87215"/>
                </a:lnTo>
                <a:lnTo>
                  <a:pt x="0" y="87215"/>
                </a:lnTo>
                <a:lnTo>
                  <a:pt x="33259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276949-6248-491D-8E09-C030D7D10F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59262" y="4327337"/>
            <a:ext cx="54794" cy="68552"/>
          </a:xfrm>
          <a:custGeom xmlns:a="http://schemas.openxmlformats.org/drawingml/2006/main">
            <a:pathLst>
              <a:path w="54794" h="68552">
                <a:moveTo>
                  <a:pt x="0" y="41155"/>
                </a:moveTo>
                <a:lnTo>
                  <a:pt x="0" y="1555"/>
                </a:lnTo>
                <a:lnTo>
                  <a:pt x="10767" y="1555"/>
                </a:lnTo>
                <a:lnTo>
                  <a:pt x="10767" y="40796"/>
                </a:lnTo>
                <a:cubicBezTo>
                  <a:pt x="10767" y="47017"/>
                  <a:pt x="11964" y="51564"/>
                  <a:pt x="14356" y="54674"/>
                </a:cubicBezTo>
                <a:cubicBezTo>
                  <a:pt x="16749" y="57785"/>
                  <a:pt x="20338" y="59340"/>
                  <a:pt x="25243" y="59340"/>
                </a:cubicBezTo>
                <a:cubicBezTo>
                  <a:pt x="30986" y="59340"/>
                  <a:pt x="35652" y="57545"/>
                  <a:pt x="39002" y="53837"/>
                </a:cubicBezTo>
                <a:cubicBezTo>
                  <a:pt x="42351" y="50128"/>
                  <a:pt x="44026" y="45103"/>
                  <a:pt x="44026" y="38643"/>
                </a:cubicBezTo>
                <a:lnTo>
                  <a:pt x="44026" y="1555"/>
                </a:lnTo>
                <a:lnTo>
                  <a:pt x="54794" y="1555"/>
                </a:lnTo>
                <a:lnTo>
                  <a:pt x="54794" y="66997"/>
                </a:lnTo>
                <a:lnTo>
                  <a:pt x="44026" y="66997"/>
                </a:lnTo>
                <a:lnTo>
                  <a:pt x="44026" y="56947"/>
                </a:lnTo>
                <a:cubicBezTo>
                  <a:pt x="41394" y="61015"/>
                  <a:pt x="38284" y="63886"/>
                  <a:pt x="34934" y="65800"/>
                </a:cubicBezTo>
                <a:cubicBezTo>
                  <a:pt x="31465" y="67595"/>
                  <a:pt x="27516" y="68552"/>
                  <a:pt x="22970" y="68552"/>
                </a:cubicBezTo>
                <a:cubicBezTo>
                  <a:pt x="15433" y="68552"/>
                  <a:pt x="9691" y="66279"/>
                  <a:pt x="5862" y="61613"/>
                </a:cubicBezTo>
                <a:cubicBezTo>
                  <a:pt x="1914" y="57067"/>
                  <a:pt x="0" y="50248"/>
                  <a:pt x="0" y="41155"/>
                </a:cubicBezTo>
                <a:close/>
                <a:moveTo>
                  <a:pt x="27038" y="0"/>
                </a:moveTo>
                <a:lnTo>
                  <a:pt x="27038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0C5860-34D7-4AD9-BE38-4D63EB029F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28173" y="4310349"/>
            <a:ext cx="40796" cy="83985"/>
          </a:xfrm>
          <a:custGeom xmlns:a="http://schemas.openxmlformats.org/drawingml/2006/main">
            <a:pathLst>
              <a:path w="40796" h="83985">
                <a:moveTo>
                  <a:pt x="18663" y="0"/>
                </a:moveTo>
                <a:lnTo>
                  <a:pt x="18663" y="18544"/>
                </a:lnTo>
                <a:lnTo>
                  <a:pt x="40796" y="18544"/>
                </a:lnTo>
                <a:lnTo>
                  <a:pt x="40796" y="26918"/>
                </a:lnTo>
                <a:lnTo>
                  <a:pt x="18663" y="26918"/>
                </a:lnTo>
                <a:lnTo>
                  <a:pt x="18663" y="62450"/>
                </a:lnTo>
                <a:cubicBezTo>
                  <a:pt x="18663" y="67834"/>
                  <a:pt x="19381" y="71304"/>
                  <a:pt x="20817" y="72739"/>
                </a:cubicBezTo>
                <a:cubicBezTo>
                  <a:pt x="22252" y="74295"/>
                  <a:pt x="25243" y="75012"/>
                  <a:pt x="29790" y="75012"/>
                </a:cubicBezTo>
                <a:lnTo>
                  <a:pt x="40796" y="75012"/>
                </a:lnTo>
                <a:lnTo>
                  <a:pt x="40796" y="83985"/>
                </a:lnTo>
                <a:lnTo>
                  <a:pt x="29790" y="83985"/>
                </a:lnTo>
                <a:cubicBezTo>
                  <a:pt x="21415" y="83985"/>
                  <a:pt x="15672" y="82430"/>
                  <a:pt x="12562" y="79319"/>
                </a:cubicBezTo>
                <a:cubicBezTo>
                  <a:pt x="9451" y="76209"/>
                  <a:pt x="7896" y="70586"/>
                  <a:pt x="7896" y="62450"/>
                </a:cubicBezTo>
                <a:lnTo>
                  <a:pt x="7896" y="26918"/>
                </a:lnTo>
                <a:lnTo>
                  <a:pt x="0" y="26918"/>
                </a:lnTo>
                <a:lnTo>
                  <a:pt x="0" y="18544"/>
                </a:lnTo>
                <a:lnTo>
                  <a:pt x="7896" y="18544"/>
                </a:lnTo>
                <a:lnTo>
                  <a:pt x="7896" y="0"/>
                </a:lnTo>
                <a:lnTo>
                  <a:pt x="18663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EFDB80-20FA-4728-B710-07E9555E98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82727" y="4303410"/>
            <a:ext cx="54794" cy="90924"/>
          </a:xfrm>
          <a:custGeom xmlns:a="http://schemas.openxmlformats.org/drawingml/2006/main">
            <a:pathLst>
              <a:path w="54794" h="90924">
                <a:moveTo>
                  <a:pt x="54794" y="51444"/>
                </a:moveTo>
                <a:lnTo>
                  <a:pt x="54794" y="90924"/>
                </a:lnTo>
                <a:lnTo>
                  <a:pt x="44026" y="90924"/>
                </a:lnTo>
                <a:lnTo>
                  <a:pt x="44026" y="51803"/>
                </a:lnTo>
                <a:cubicBezTo>
                  <a:pt x="44026" y="45582"/>
                  <a:pt x="42710" y="41035"/>
                  <a:pt x="40318" y="37925"/>
                </a:cubicBezTo>
                <a:cubicBezTo>
                  <a:pt x="37925" y="34814"/>
                  <a:pt x="34336" y="33259"/>
                  <a:pt x="29550" y="33259"/>
                </a:cubicBezTo>
                <a:cubicBezTo>
                  <a:pt x="23688" y="33259"/>
                  <a:pt x="19142" y="35173"/>
                  <a:pt x="15792" y="38882"/>
                </a:cubicBezTo>
                <a:cubicBezTo>
                  <a:pt x="12442" y="42591"/>
                  <a:pt x="10767" y="47615"/>
                  <a:pt x="10767" y="53956"/>
                </a:cubicBezTo>
                <a:lnTo>
                  <a:pt x="10767" y="90924"/>
                </a:lnTo>
                <a:lnTo>
                  <a:pt x="0" y="90924"/>
                </a:lnTo>
                <a:lnTo>
                  <a:pt x="0" y="0"/>
                </a:lnTo>
                <a:lnTo>
                  <a:pt x="10767" y="0"/>
                </a:lnTo>
                <a:lnTo>
                  <a:pt x="10767" y="35652"/>
                </a:lnTo>
                <a:cubicBezTo>
                  <a:pt x="13280" y="31823"/>
                  <a:pt x="16271" y="28832"/>
                  <a:pt x="19860" y="26918"/>
                </a:cubicBezTo>
                <a:cubicBezTo>
                  <a:pt x="23329" y="25004"/>
                  <a:pt x="27397" y="23927"/>
                  <a:pt x="31943" y="23927"/>
                </a:cubicBezTo>
                <a:cubicBezTo>
                  <a:pt x="39361" y="23927"/>
                  <a:pt x="45103" y="26320"/>
                  <a:pt x="48932" y="30986"/>
                </a:cubicBezTo>
                <a:cubicBezTo>
                  <a:pt x="52760" y="35652"/>
                  <a:pt x="54794" y="42471"/>
                  <a:pt x="54794" y="5144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E2B9F1-2A40-4724-805C-8FF0564137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54270" y="4327337"/>
            <a:ext cx="60058" cy="68552"/>
          </a:xfrm>
          <a:custGeom xmlns:a="http://schemas.openxmlformats.org/drawingml/2006/main">
            <a:pathLst>
              <a:path w="60058" h="68552">
                <a:moveTo>
                  <a:pt x="30029" y="9092"/>
                </a:moveTo>
                <a:cubicBezTo>
                  <a:pt x="24286" y="9092"/>
                  <a:pt x="19740" y="11366"/>
                  <a:pt x="16390" y="15912"/>
                </a:cubicBezTo>
                <a:cubicBezTo>
                  <a:pt x="13040" y="20458"/>
                  <a:pt x="11366" y="26559"/>
                  <a:pt x="11366" y="34336"/>
                </a:cubicBezTo>
                <a:cubicBezTo>
                  <a:pt x="11366" y="42232"/>
                  <a:pt x="12921" y="48333"/>
                  <a:pt x="16271" y="52880"/>
                </a:cubicBezTo>
                <a:cubicBezTo>
                  <a:pt x="19620" y="57426"/>
                  <a:pt x="24167" y="59579"/>
                  <a:pt x="30029" y="59579"/>
                </a:cubicBezTo>
                <a:cubicBezTo>
                  <a:pt x="35771" y="59579"/>
                  <a:pt x="40318" y="57426"/>
                  <a:pt x="43667" y="52880"/>
                </a:cubicBezTo>
                <a:cubicBezTo>
                  <a:pt x="47017" y="48333"/>
                  <a:pt x="48692" y="42232"/>
                  <a:pt x="48692" y="34336"/>
                </a:cubicBezTo>
                <a:cubicBezTo>
                  <a:pt x="48692" y="26679"/>
                  <a:pt x="47017" y="20458"/>
                  <a:pt x="43667" y="15912"/>
                </a:cubicBezTo>
                <a:cubicBezTo>
                  <a:pt x="40318" y="11366"/>
                  <a:pt x="35771" y="9092"/>
                  <a:pt x="30029" y="9092"/>
                </a:cubicBezTo>
                <a:close/>
                <a:moveTo>
                  <a:pt x="30029" y="0"/>
                </a:moveTo>
                <a:cubicBezTo>
                  <a:pt x="39361" y="0"/>
                  <a:pt x="46658" y="3111"/>
                  <a:pt x="52042" y="9092"/>
                </a:cubicBezTo>
                <a:cubicBezTo>
                  <a:pt x="57306" y="15194"/>
                  <a:pt x="60058" y="23568"/>
                  <a:pt x="60058" y="34336"/>
                </a:cubicBezTo>
                <a:cubicBezTo>
                  <a:pt x="60058" y="45103"/>
                  <a:pt x="57306" y="53478"/>
                  <a:pt x="52042" y="59460"/>
                </a:cubicBezTo>
                <a:cubicBezTo>
                  <a:pt x="46658" y="65561"/>
                  <a:pt x="39361" y="68552"/>
                  <a:pt x="30029" y="68552"/>
                </a:cubicBezTo>
                <a:cubicBezTo>
                  <a:pt x="20578" y="68552"/>
                  <a:pt x="13160" y="65561"/>
                  <a:pt x="7896" y="59460"/>
                </a:cubicBezTo>
                <a:cubicBezTo>
                  <a:pt x="2632" y="53478"/>
                  <a:pt x="0" y="45103"/>
                  <a:pt x="0" y="34336"/>
                </a:cubicBezTo>
                <a:cubicBezTo>
                  <a:pt x="0" y="23568"/>
                  <a:pt x="2632" y="15194"/>
                  <a:pt x="7896" y="9092"/>
                </a:cubicBezTo>
                <a:cubicBezTo>
                  <a:pt x="13160" y="3111"/>
                  <a:pt x="20578" y="0"/>
                  <a:pt x="30029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B62312-3FA8-4E13-874C-01C1407DDA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31795" y="4327337"/>
            <a:ext cx="38284" cy="66997"/>
          </a:xfrm>
          <a:custGeom xmlns:a="http://schemas.openxmlformats.org/drawingml/2006/main">
            <a:pathLst>
              <a:path w="38284" h="66997">
                <a:moveTo>
                  <a:pt x="38284" y="11605"/>
                </a:moveTo>
                <a:cubicBezTo>
                  <a:pt x="37087" y="10887"/>
                  <a:pt x="35771" y="10408"/>
                  <a:pt x="34336" y="10050"/>
                </a:cubicBezTo>
                <a:cubicBezTo>
                  <a:pt x="32900" y="9810"/>
                  <a:pt x="31345" y="9571"/>
                  <a:pt x="29670" y="9571"/>
                </a:cubicBezTo>
                <a:cubicBezTo>
                  <a:pt x="23568" y="9571"/>
                  <a:pt x="18903" y="11605"/>
                  <a:pt x="15672" y="15553"/>
                </a:cubicBezTo>
                <a:cubicBezTo>
                  <a:pt x="12323" y="19501"/>
                  <a:pt x="10767" y="25124"/>
                  <a:pt x="10767" y="32541"/>
                </a:cubicBezTo>
                <a:lnTo>
                  <a:pt x="10767" y="66997"/>
                </a:lnTo>
                <a:lnTo>
                  <a:pt x="0" y="66997"/>
                </a:lnTo>
                <a:lnTo>
                  <a:pt x="0" y="1555"/>
                </a:lnTo>
                <a:lnTo>
                  <a:pt x="10767" y="1555"/>
                </a:lnTo>
                <a:lnTo>
                  <a:pt x="10767" y="11724"/>
                </a:lnTo>
                <a:cubicBezTo>
                  <a:pt x="12921" y="7776"/>
                  <a:pt x="15912" y="4785"/>
                  <a:pt x="19501" y="2871"/>
                </a:cubicBezTo>
                <a:cubicBezTo>
                  <a:pt x="23090" y="957"/>
                  <a:pt x="27516" y="0"/>
                  <a:pt x="32781" y="0"/>
                </a:cubicBezTo>
                <a:cubicBezTo>
                  <a:pt x="33498" y="0"/>
                  <a:pt x="34336" y="120"/>
                  <a:pt x="35293" y="120"/>
                </a:cubicBezTo>
                <a:cubicBezTo>
                  <a:pt x="36130" y="239"/>
                  <a:pt x="37087" y="359"/>
                  <a:pt x="38284" y="598"/>
                </a:cubicBezTo>
                <a:lnTo>
                  <a:pt x="38284" y="11605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3C8A6F-3888-4374-BA5C-C86A6C2F04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981325" y="4303410"/>
            <a:ext cx="10767" cy="90924"/>
          </a:xfrm>
          <a:custGeom xmlns:a="http://schemas.openxmlformats.org/drawingml/2006/main">
            <a:pathLst>
              <a:path w="10767" h="90924">
                <a:moveTo>
                  <a:pt x="0" y="25483"/>
                </a:moveTo>
                <a:lnTo>
                  <a:pt x="10767" y="25483"/>
                </a:lnTo>
                <a:lnTo>
                  <a:pt x="10767" y="90924"/>
                </a:lnTo>
                <a:lnTo>
                  <a:pt x="0" y="90924"/>
                </a:lnTo>
                <a:lnTo>
                  <a:pt x="0" y="25483"/>
                </a:lnTo>
                <a:close/>
                <a:moveTo>
                  <a:pt x="0" y="0"/>
                </a:moveTo>
                <a:lnTo>
                  <a:pt x="10767" y="0"/>
                </a:lnTo>
                <a:lnTo>
                  <a:pt x="10767" y="13639"/>
                </a:lnTo>
                <a:lnTo>
                  <a:pt x="0" y="13639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632A6E-C0DB-40D7-B6F6-D06EFD0565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06568" y="4310349"/>
            <a:ext cx="40796" cy="83985"/>
          </a:xfrm>
          <a:custGeom xmlns:a="http://schemas.openxmlformats.org/drawingml/2006/main">
            <a:pathLst>
              <a:path w="40796" h="83985">
                <a:moveTo>
                  <a:pt x="18663" y="0"/>
                </a:moveTo>
                <a:lnTo>
                  <a:pt x="18663" y="18544"/>
                </a:lnTo>
                <a:lnTo>
                  <a:pt x="40796" y="18544"/>
                </a:lnTo>
                <a:lnTo>
                  <a:pt x="40796" y="26918"/>
                </a:lnTo>
                <a:lnTo>
                  <a:pt x="18663" y="26918"/>
                </a:lnTo>
                <a:lnTo>
                  <a:pt x="18663" y="62450"/>
                </a:lnTo>
                <a:cubicBezTo>
                  <a:pt x="18663" y="67834"/>
                  <a:pt x="19381" y="71304"/>
                  <a:pt x="20817" y="72739"/>
                </a:cubicBezTo>
                <a:cubicBezTo>
                  <a:pt x="22252" y="74295"/>
                  <a:pt x="25243" y="75012"/>
                  <a:pt x="29790" y="75012"/>
                </a:cubicBezTo>
                <a:lnTo>
                  <a:pt x="40796" y="75012"/>
                </a:lnTo>
                <a:lnTo>
                  <a:pt x="40796" y="83985"/>
                </a:lnTo>
                <a:lnTo>
                  <a:pt x="29790" y="83985"/>
                </a:lnTo>
                <a:cubicBezTo>
                  <a:pt x="21415" y="83985"/>
                  <a:pt x="15672" y="82430"/>
                  <a:pt x="12562" y="79319"/>
                </a:cubicBezTo>
                <a:cubicBezTo>
                  <a:pt x="9451" y="76209"/>
                  <a:pt x="7896" y="70586"/>
                  <a:pt x="7896" y="62450"/>
                </a:cubicBezTo>
                <a:lnTo>
                  <a:pt x="7896" y="26918"/>
                </a:lnTo>
                <a:lnTo>
                  <a:pt x="0" y="26918"/>
                </a:lnTo>
                <a:lnTo>
                  <a:pt x="0" y="18544"/>
                </a:lnTo>
                <a:lnTo>
                  <a:pt x="7896" y="18544"/>
                </a:lnTo>
                <a:lnTo>
                  <a:pt x="7896" y="0"/>
                </a:lnTo>
                <a:lnTo>
                  <a:pt x="18663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7E22F3-9542-4FA5-A610-121F19C580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053825" y="4328893"/>
            <a:ext cx="63647" cy="90206"/>
          </a:xfrm>
          <a:custGeom xmlns:a="http://schemas.openxmlformats.org/drawingml/2006/main">
            <a:pathLst>
              <a:path w="63647" h="90206">
                <a:moveTo>
                  <a:pt x="34934" y="71423"/>
                </a:moveTo>
                <a:cubicBezTo>
                  <a:pt x="31823" y="79080"/>
                  <a:pt x="28832" y="84224"/>
                  <a:pt x="25961" y="86617"/>
                </a:cubicBezTo>
                <a:cubicBezTo>
                  <a:pt x="23090" y="89010"/>
                  <a:pt x="19262" y="90206"/>
                  <a:pt x="14476" y="90206"/>
                </a:cubicBezTo>
                <a:lnTo>
                  <a:pt x="5862" y="90206"/>
                </a:lnTo>
                <a:lnTo>
                  <a:pt x="5862" y="81233"/>
                </a:lnTo>
                <a:lnTo>
                  <a:pt x="12203" y="81233"/>
                </a:lnTo>
                <a:cubicBezTo>
                  <a:pt x="15074" y="81233"/>
                  <a:pt x="17347" y="80516"/>
                  <a:pt x="19022" y="79080"/>
                </a:cubicBezTo>
                <a:cubicBezTo>
                  <a:pt x="20697" y="77644"/>
                  <a:pt x="22492" y="74414"/>
                  <a:pt x="24526" y="69150"/>
                </a:cubicBezTo>
                <a:lnTo>
                  <a:pt x="26440" y="64365"/>
                </a:lnTo>
                <a:lnTo>
                  <a:pt x="0" y="0"/>
                </a:lnTo>
                <a:lnTo>
                  <a:pt x="11366" y="0"/>
                </a:lnTo>
                <a:lnTo>
                  <a:pt x="31823" y="51205"/>
                </a:lnTo>
                <a:lnTo>
                  <a:pt x="52281" y="0"/>
                </a:lnTo>
                <a:lnTo>
                  <a:pt x="63647" y="0"/>
                </a:lnTo>
                <a:lnTo>
                  <a:pt x="34934" y="7142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DFB87D-A8AF-42C5-982E-2849A3265B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32278" y="4486305"/>
            <a:ext cx="239274" cy="83746"/>
          </a:xfrm>
          <a:custGeom xmlns:a="http://schemas.openxmlformats.org/drawingml/2006/main">
            <a:pathLst>
              <a:path w="239274" h="83746">
                <a:moveTo>
                  <a:pt x="0" y="83746"/>
                </a:moveTo>
                <a:lnTo>
                  <a:pt x="239274" y="83746"/>
                </a:lnTo>
                <a:lnTo>
                  <a:pt x="239274" y="0"/>
                </a:lnTo>
                <a:lnTo>
                  <a:pt x="0" y="0"/>
                </a:lnTo>
                <a:lnTo>
                  <a:pt x="0" y="83746"/>
                </a:lnTo>
                <a:close/>
              </a:path>
            </a:pathLst>
          </a:custGeom>
          <a:solidFill xmlns:a="http://schemas.openxmlformats.org/drawingml/2006/main">
            <a:srgbClr val="BD926E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136CA0-5E79-44CF-9662-927A8C4DE2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232278" y="4486305"/>
            <a:ext cx="239274" cy="83746"/>
          </a:xfrm>
          <a:custGeom xmlns:a="http://schemas.openxmlformats.org/drawingml/2006/main">
            <a:pathLst>
              <a:path w="239274" h="83746" fill="none">
                <a:moveTo>
                  <a:pt x="0" y="83746"/>
                </a:moveTo>
                <a:lnTo>
                  <a:pt x="239274" y="83746"/>
                </a:lnTo>
                <a:lnTo>
                  <a:pt x="239274" y="0"/>
                </a:lnTo>
                <a:lnTo>
                  <a:pt x="0" y="0"/>
                </a:lnTo>
                <a:lnTo>
                  <a:pt x="0" y="83746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5D2412-FA8D-4B55-8CA4-521F1AAACD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78986" y="4482836"/>
            <a:ext cx="56349" cy="87215"/>
          </a:xfrm>
          <a:custGeom xmlns:a="http://schemas.openxmlformats.org/drawingml/2006/main">
            <a:pathLst>
              <a:path w="56349" h="87215">
                <a:moveTo>
                  <a:pt x="11844" y="9691"/>
                </a:moveTo>
                <a:lnTo>
                  <a:pt x="11844" y="42471"/>
                </a:lnTo>
                <a:lnTo>
                  <a:pt x="26679" y="42471"/>
                </a:lnTo>
                <a:cubicBezTo>
                  <a:pt x="32182" y="42471"/>
                  <a:pt x="36370" y="41155"/>
                  <a:pt x="39361" y="38284"/>
                </a:cubicBezTo>
                <a:cubicBezTo>
                  <a:pt x="42351" y="35413"/>
                  <a:pt x="43907" y="31345"/>
                  <a:pt x="43907" y="26081"/>
                </a:cubicBezTo>
                <a:cubicBezTo>
                  <a:pt x="43907" y="20817"/>
                  <a:pt x="42351" y="16869"/>
                  <a:pt x="39361" y="13998"/>
                </a:cubicBezTo>
                <a:cubicBezTo>
                  <a:pt x="36370" y="11126"/>
                  <a:pt x="32182" y="9691"/>
                  <a:pt x="26679" y="9691"/>
                </a:cubicBezTo>
                <a:lnTo>
                  <a:pt x="11844" y="9691"/>
                </a:lnTo>
                <a:close/>
                <a:moveTo>
                  <a:pt x="0" y="0"/>
                </a:moveTo>
                <a:lnTo>
                  <a:pt x="26679" y="0"/>
                </a:lnTo>
                <a:cubicBezTo>
                  <a:pt x="36370" y="0"/>
                  <a:pt x="43787" y="2273"/>
                  <a:pt x="48812" y="6700"/>
                </a:cubicBezTo>
                <a:cubicBezTo>
                  <a:pt x="53837" y="11126"/>
                  <a:pt x="56349" y="17587"/>
                  <a:pt x="56349" y="26081"/>
                </a:cubicBezTo>
                <a:cubicBezTo>
                  <a:pt x="56349" y="34695"/>
                  <a:pt x="53837" y="41275"/>
                  <a:pt x="48812" y="45582"/>
                </a:cubicBezTo>
                <a:cubicBezTo>
                  <a:pt x="43787" y="50008"/>
                  <a:pt x="36370" y="52162"/>
                  <a:pt x="26679" y="52162"/>
                </a:cubicBezTo>
                <a:lnTo>
                  <a:pt x="11844" y="52162"/>
                </a:lnTo>
                <a:lnTo>
                  <a:pt x="11844" y="87215"/>
                </a:lnTo>
                <a:lnTo>
                  <a:pt x="0" y="8721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1537AA-02C6-4BD0-9B8E-417140192A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647546" y="4503055"/>
            <a:ext cx="54794" cy="68552"/>
          </a:xfrm>
          <a:custGeom xmlns:a="http://schemas.openxmlformats.org/drawingml/2006/main">
            <a:pathLst>
              <a:path w="54794" h="68552">
                <a:moveTo>
                  <a:pt x="0" y="41155"/>
                </a:moveTo>
                <a:lnTo>
                  <a:pt x="0" y="1555"/>
                </a:lnTo>
                <a:lnTo>
                  <a:pt x="10767" y="1555"/>
                </a:lnTo>
                <a:lnTo>
                  <a:pt x="10767" y="40796"/>
                </a:lnTo>
                <a:cubicBezTo>
                  <a:pt x="10767" y="47017"/>
                  <a:pt x="11964" y="51564"/>
                  <a:pt x="14356" y="54674"/>
                </a:cubicBezTo>
                <a:cubicBezTo>
                  <a:pt x="16749" y="57785"/>
                  <a:pt x="20338" y="59340"/>
                  <a:pt x="25243" y="59340"/>
                </a:cubicBezTo>
                <a:cubicBezTo>
                  <a:pt x="30986" y="59340"/>
                  <a:pt x="35652" y="57545"/>
                  <a:pt x="39002" y="53837"/>
                </a:cubicBezTo>
                <a:cubicBezTo>
                  <a:pt x="42351" y="50128"/>
                  <a:pt x="44026" y="45103"/>
                  <a:pt x="44026" y="38643"/>
                </a:cubicBezTo>
                <a:lnTo>
                  <a:pt x="44026" y="1555"/>
                </a:lnTo>
                <a:lnTo>
                  <a:pt x="54794" y="1555"/>
                </a:lnTo>
                <a:lnTo>
                  <a:pt x="54794" y="66997"/>
                </a:lnTo>
                <a:lnTo>
                  <a:pt x="44026" y="66997"/>
                </a:lnTo>
                <a:lnTo>
                  <a:pt x="44026" y="56947"/>
                </a:lnTo>
                <a:cubicBezTo>
                  <a:pt x="41394" y="61015"/>
                  <a:pt x="38284" y="63886"/>
                  <a:pt x="34934" y="65800"/>
                </a:cubicBezTo>
                <a:cubicBezTo>
                  <a:pt x="31465" y="67595"/>
                  <a:pt x="27516" y="68552"/>
                  <a:pt x="22970" y="68552"/>
                </a:cubicBezTo>
                <a:cubicBezTo>
                  <a:pt x="15433" y="68552"/>
                  <a:pt x="9691" y="66279"/>
                  <a:pt x="5862" y="61613"/>
                </a:cubicBezTo>
                <a:cubicBezTo>
                  <a:pt x="1914" y="57067"/>
                  <a:pt x="0" y="50248"/>
                  <a:pt x="0" y="41155"/>
                </a:cubicBezTo>
                <a:close/>
                <a:moveTo>
                  <a:pt x="27038" y="0"/>
                </a:moveTo>
                <a:lnTo>
                  <a:pt x="27038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F60B68-3C56-4CBE-A6CB-480E1A5CCA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24114" y="4503055"/>
            <a:ext cx="38284" cy="66997"/>
          </a:xfrm>
          <a:custGeom xmlns:a="http://schemas.openxmlformats.org/drawingml/2006/main">
            <a:pathLst>
              <a:path w="38284" h="66997">
                <a:moveTo>
                  <a:pt x="38284" y="11605"/>
                </a:moveTo>
                <a:cubicBezTo>
                  <a:pt x="37087" y="10887"/>
                  <a:pt x="35771" y="10408"/>
                  <a:pt x="34336" y="10050"/>
                </a:cubicBezTo>
                <a:cubicBezTo>
                  <a:pt x="32900" y="9810"/>
                  <a:pt x="31345" y="9571"/>
                  <a:pt x="29670" y="9571"/>
                </a:cubicBezTo>
                <a:cubicBezTo>
                  <a:pt x="23568" y="9571"/>
                  <a:pt x="18903" y="11605"/>
                  <a:pt x="15672" y="15553"/>
                </a:cubicBezTo>
                <a:cubicBezTo>
                  <a:pt x="12323" y="19501"/>
                  <a:pt x="10767" y="25124"/>
                  <a:pt x="10767" y="32541"/>
                </a:cubicBezTo>
                <a:lnTo>
                  <a:pt x="10767" y="66997"/>
                </a:lnTo>
                <a:lnTo>
                  <a:pt x="0" y="66997"/>
                </a:lnTo>
                <a:lnTo>
                  <a:pt x="0" y="1555"/>
                </a:lnTo>
                <a:lnTo>
                  <a:pt x="10767" y="1555"/>
                </a:lnTo>
                <a:lnTo>
                  <a:pt x="10767" y="11724"/>
                </a:lnTo>
                <a:cubicBezTo>
                  <a:pt x="12921" y="7776"/>
                  <a:pt x="15912" y="4785"/>
                  <a:pt x="19501" y="2871"/>
                </a:cubicBezTo>
                <a:cubicBezTo>
                  <a:pt x="23090" y="957"/>
                  <a:pt x="27516" y="0"/>
                  <a:pt x="32781" y="0"/>
                </a:cubicBezTo>
                <a:cubicBezTo>
                  <a:pt x="33498" y="0"/>
                  <a:pt x="34336" y="120"/>
                  <a:pt x="35293" y="120"/>
                </a:cubicBezTo>
                <a:cubicBezTo>
                  <a:pt x="36130" y="239"/>
                  <a:pt x="37087" y="359"/>
                  <a:pt x="38284" y="598"/>
                </a:cubicBezTo>
                <a:lnTo>
                  <a:pt x="38284" y="11605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D9CBCF-B02D-47AD-90E1-57AA85914D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73644" y="4479127"/>
            <a:ext cx="10767" cy="90924"/>
          </a:xfrm>
          <a:custGeom xmlns:a="http://schemas.openxmlformats.org/drawingml/2006/main">
            <a:pathLst>
              <a:path w="10767" h="90924">
                <a:moveTo>
                  <a:pt x="0" y="25483"/>
                </a:moveTo>
                <a:lnTo>
                  <a:pt x="10767" y="25483"/>
                </a:lnTo>
                <a:lnTo>
                  <a:pt x="10767" y="90924"/>
                </a:lnTo>
                <a:lnTo>
                  <a:pt x="0" y="90924"/>
                </a:lnTo>
                <a:lnTo>
                  <a:pt x="0" y="25483"/>
                </a:lnTo>
                <a:close/>
                <a:moveTo>
                  <a:pt x="0" y="0"/>
                </a:moveTo>
                <a:lnTo>
                  <a:pt x="10767" y="0"/>
                </a:lnTo>
                <a:lnTo>
                  <a:pt x="10767" y="13639"/>
                </a:lnTo>
                <a:lnTo>
                  <a:pt x="0" y="13639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287D67-128D-47F7-8F84-57F40E4720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798887" y="4486066"/>
            <a:ext cx="40796" cy="83985"/>
          </a:xfrm>
          <a:custGeom xmlns:a="http://schemas.openxmlformats.org/drawingml/2006/main">
            <a:pathLst>
              <a:path w="40796" h="83985">
                <a:moveTo>
                  <a:pt x="18663" y="0"/>
                </a:moveTo>
                <a:lnTo>
                  <a:pt x="18663" y="18544"/>
                </a:lnTo>
                <a:lnTo>
                  <a:pt x="40796" y="18544"/>
                </a:lnTo>
                <a:lnTo>
                  <a:pt x="40796" y="26918"/>
                </a:lnTo>
                <a:lnTo>
                  <a:pt x="18663" y="26918"/>
                </a:lnTo>
                <a:lnTo>
                  <a:pt x="18663" y="62450"/>
                </a:lnTo>
                <a:cubicBezTo>
                  <a:pt x="18663" y="67834"/>
                  <a:pt x="19381" y="71304"/>
                  <a:pt x="20817" y="72739"/>
                </a:cubicBezTo>
                <a:cubicBezTo>
                  <a:pt x="22252" y="74295"/>
                  <a:pt x="25243" y="75012"/>
                  <a:pt x="29790" y="75012"/>
                </a:cubicBezTo>
                <a:lnTo>
                  <a:pt x="40796" y="75012"/>
                </a:lnTo>
                <a:lnTo>
                  <a:pt x="40796" y="83985"/>
                </a:lnTo>
                <a:lnTo>
                  <a:pt x="29790" y="83985"/>
                </a:lnTo>
                <a:cubicBezTo>
                  <a:pt x="21415" y="83985"/>
                  <a:pt x="15672" y="82430"/>
                  <a:pt x="12562" y="79319"/>
                </a:cubicBezTo>
                <a:cubicBezTo>
                  <a:pt x="9451" y="76209"/>
                  <a:pt x="7896" y="70586"/>
                  <a:pt x="7896" y="62450"/>
                </a:cubicBezTo>
                <a:lnTo>
                  <a:pt x="7896" y="26918"/>
                </a:lnTo>
                <a:lnTo>
                  <a:pt x="0" y="26918"/>
                </a:lnTo>
                <a:lnTo>
                  <a:pt x="0" y="18544"/>
                </a:lnTo>
                <a:lnTo>
                  <a:pt x="7896" y="18544"/>
                </a:lnTo>
                <a:lnTo>
                  <a:pt x="7896" y="0"/>
                </a:lnTo>
                <a:lnTo>
                  <a:pt x="18663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C83FFE-22FF-4004-8371-3C16D6E775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846144" y="4504610"/>
            <a:ext cx="63647" cy="90206"/>
          </a:xfrm>
          <a:custGeom xmlns:a="http://schemas.openxmlformats.org/drawingml/2006/main">
            <a:pathLst>
              <a:path w="63647" h="90206">
                <a:moveTo>
                  <a:pt x="34934" y="71423"/>
                </a:moveTo>
                <a:cubicBezTo>
                  <a:pt x="31823" y="79080"/>
                  <a:pt x="28832" y="84224"/>
                  <a:pt x="25961" y="86617"/>
                </a:cubicBezTo>
                <a:cubicBezTo>
                  <a:pt x="23090" y="89010"/>
                  <a:pt x="19262" y="90206"/>
                  <a:pt x="14476" y="90206"/>
                </a:cubicBezTo>
                <a:lnTo>
                  <a:pt x="5862" y="90206"/>
                </a:lnTo>
                <a:lnTo>
                  <a:pt x="5862" y="81233"/>
                </a:lnTo>
                <a:lnTo>
                  <a:pt x="12203" y="81233"/>
                </a:lnTo>
                <a:cubicBezTo>
                  <a:pt x="15074" y="81233"/>
                  <a:pt x="17347" y="80516"/>
                  <a:pt x="19022" y="79080"/>
                </a:cubicBezTo>
                <a:cubicBezTo>
                  <a:pt x="20697" y="77644"/>
                  <a:pt x="22492" y="74414"/>
                  <a:pt x="24526" y="69150"/>
                </a:cubicBezTo>
                <a:lnTo>
                  <a:pt x="26440" y="64365"/>
                </a:lnTo>
                <a:lnTo>
                  <a:pt x="0" y="0"/>
                </a:lnTo>
                <a:lnTo>
                  <a:pt x="11366" y="0"/>
                </a:lnTo>
                <a:lnTo>
                  <a:pt x="31823" y="51205"/>
                </a:lnTo>
                <a:lnTo>
                  <a:pt x="52281" y="0"/>
                </a:lnTo>
                <a:lnTo>
                  <a:pt x="63647" y="0"/>
                </a:lnTo>
                <a:lnTo>
                  <a:pt x="34934" y="7142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8EA3A2-1D4C-4D24-AB88-25AE7060C8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3654" y="4195687"/>
            <a:ext cx="3656508" cy="2960815"/>
          </a:xfrm>
          <a:custGeom xmlns:a="http://schemas.openxmlformats.org/drawingml/2006/main">
            <a:pathLst>
              <a:path w="3656508" h="2960815">
                <a:moveTo>
                  <a:pt x="0" y="2960815"/>
                </a:moveTo>
                <a:lnTo>
                  <a:pt x="3656508" y="2960815"/>
                </a:lnTo>
                <a:lnTo>
                  <a:pt x="3656508" y="0"/>
                </a:lnTo>
                <a:lnTo>
                  <a:pt x="0" y="0"/>
                </a:lnTo>
                <a:lnTo>
                  <a:pt x="0" y="2960815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6ABF1D-8E77-4760-9D1A-95678DCF73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24067" y="7254973"/>
            <a:ext cx="91403" cy="87215"/>
          </a:xfrm>
          <a:custGeom xmlns:a="http://schemas.openxmlformats.org/drawingml/2006/main">
            <a:pathLst>
              <a:path w="91403" h="87215">
                <a:moveTo>
                  <a:pt x="63288" y="71304"/>
                </a:moveTo>
                <a:lnTo>
                  <a:pt x="28115" y="71304"/>
                </a:lnTo>
                <a:lnTo>
                  <a:pt x="22611" y="87215"/>
                </a:lnTo>
                <a:lnTo>
                  <a:pt x="0" y="87215"/>
                </a:lnTo>
                <a:lnTo>
                  <a:pt x="32302" y="0"/>
                </a:lnTo>
                <a:lnTo>
                  <a:pt x="59101" y="0"/>
                </a:lnTo>
                <a:lnTo>
                  <a:pt x="91403" y="87215"/>
                </a:lnTo>
                <a:lnTo>
                  <a:pt x="68791" y="87215"/>
                </a:lnTo>
                <a:lnTo>
                  <a:pt x="63288" y="71304"/>
                </a:lnTo>
                <a:close/>
                <a:moveTo>
                  <a:pt x="33738" y="55153"/>
                </a:moveTo>
                <a:lnTo>
                  <a:pt x="57665" y="55153"/>
                </a:lnTo>
                <a:lnTo>
                  <a:pt x="45701" y="20458"/>
                </a:lnTo>
                <a:lnTo>
                  <a:pt x="33738" y="5515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708A69-4A6F-4F8C-A3B4-F105FA5020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26117" y="7275192"/>
            <a:ext cx="48573" cy="66997"/>
          </a:xfrm>
          <a:custGeom xmlns:a="http://schemas.openxmlformats.org/drawingml/2006/main">
            <a:pathLst>
              <a:path w="48573" h="66997">
                <a:moveTo>
                  <a:pt x="48573" y="19381"/>
                </a:moveTo>
                <a:cubicBezTo>
                  <a:pt x="46658" y="18544"/>
                  <a:pt x="44864" y="17946"/>
                  <a:pt x="43069" y="17467"/>
                </a:cubicBezTo>
                <a:cubicBezTo>
                  <a:pt x="41275" y="17108"/>
                  <a:pt x="39480" y="16869"/>
                  <a:pt x="37686" y="16869"/>
                </a:cubicBezTo>
                <a:cubicBezTo>
                  <a:pt x="32302" y="16869"/>
                  <a:pt x="28115" y="18663"/>
                  <a:pt x="25243" y="22013"/>
                </a:cubicBezTo>
                <a:cubicBezTo>
                  <a:pt x="22372" y="25483"/>
                  <a:pt x="20936" y="30388"/>
                  <a:pt x="20936" y="36848"/>
                </a:cubicBezTo>
                <a:lnTo>
                  <a:pt x="20936" y="66997"/>
                </a:lnTo>
                <a:lnTo>
                  <a:pt x="0" y="66997"/>
                </a:lnTo>
                <a:lnTo>
                  <a:pt x="0" y="1555"/>
                </a:lnTo>
                <a:lnTo>
                  <a:pt x="20936" y="1555"/>
                </a:lnTo>
                <a:lnTo>
                  <a:pt x="20936" y="12323"/>
                </a:lnTo>
                <a:cubicBezTo>
                  <a:pt x="23568" y="8016"/>
                  <a:pt x="26559" y="4905"/>
                  <a:pt x="30149" y="2991"/>
                </a:cubicBezTo>
                <a:cubicBezTo>
                  <a:pt x="33618" y="1077"/>
                  <a:pt x="37805" y="0"/>
                  <a:pt x="42710" y="0"/>
                </a:cubicBezTo>
                <a:cubicBezTo>
                  <a:pt x="43428" y="0"/>
                  <a:pt x="44146" y="120"/>
                  <a:pt x="44983" y="120"/>
                </a:cubicBezTo>
                <a:cubicBezTo>
                  <a:pt x="45701" y="120"/>
                  <a:pt x="46898" y="239"/>
                  <a:pt x="48573" y="479"/>
                </a:cubicBezTo>
                <a:lnTo>
                  <a:pt x="48573" y="1938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37305A-93DF-42BF-90AD-7B70764688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80193" y="7275192"/>
            <a:ext cx="66159" cy="68552"/>
          </a:xfrm>
          <a:custGeom xmlns:a="http://schemas.openxmlformats.org/drawingml/2006/main">
            <a:pathLst>
              <a:path w="66159" h="68552">
                <a:moveTo>
                  <a:pt x="34216" y="37566"/>
                </a:moveTo>
                <a:cubicBezTo>
                  <a:pt x="29790" y="37566"/>
                  <a:pt x="26440" y="38403"/>
                  <a:pt x="24286" y="39839"/>
                </a:cubicBezTo>
                <a:cubicBezTo>
                  <a:pt x="22133" y="41275"/>
                  <a:pt x="21056" y="43428"/>
                  <a:pt x="21056" y="46299"/>
                </a:cubicBezTo>
                <a:cubicBezTo>
                  <a:pt x="21056" y="48932"/>
                  <a:pt x="21894" y="51085"/>
                  <a:pt x="23688" y="52521"/>
                </a:cubicBezTo>
                <a:cubicBezTo>
                  <a:pt x="25483" y="54076"/>
                  <a:pt x="27995" y="54794"/>
                  <a:pt x="31106" y="54794"/>
                </a:cubicBezTo>
                <a:cubicBezTo>
                  <a:pt x="35054" y="54794"/>
                  <a:pt x="38403" y="53478"/>
                  <a:pt x="41035" y="50606"/>
                </a:cubicBezTo>
                <a:cubicBezTo>
                  <a:pt x="43667" y="47735"/>
                  <a:pt x="45103" y="44266"/>
                  <a:pt x="45103" y="39959"/>
                </a:cubicBezTo>
                <a:lnTo>
                  <a:pt x="45103" y="37566"/>
                </a:lnTo>
                <a:lnTo>
                  <a:pt x="34216" y="37566"/>
                </a:lnTo>
                <a:close/>
                <a:moveTo>
                  <a:pt x="66159" y="29670"/>
                </a:moveTo>
                <a:lnTo>
                  <a:pt x="66159" y="66997"/>
                </a:lnTo>
                <a:lnTo>
                  <a:pt x="45103" y="66997"/>
                </a:lnTo>
                <a:lnTo>
                  <a:pt x="45103" y="57306"/>
                </a:lnTo>
                <a:cubicBezTo>
                  <a:pt x="42232" y="61374"/>
                  <a:pt x="39121" y="64245"/>
                  <a:pt x="35652" y="65920"/>
                </a:cubicBezTo>
                <a:cubicBezTo>
                  <a:pt x="32063" y="67595"/>
                  <a:pt x="27875" y="68552"/>
                  <a:pt x="22851" y="68552"/>
                </a:cubicBezTo>
                <a:cubicBezTo>
                  <a:pt x="16031" y="68552"/>
                  <a:pt x="10528" y="66638"/>
                  <a:pt x="6341" y="62690"/>
                </a:cubicBezTo>
                <a:cubicBezTo>
                  <a:pt x="2034" y="58861"/>
                  <a:pt x="0" y="53717"/>
                  <a:pt x="0" y="47376"/>
                </a:cubicBezTo>
                <a:cubicBezTo>
                  <a:pt x="0" y="39719"/>
                  <a:pt x="2632" y="34097"/>
                  <a:pt x="7896" y="30507"/>
                </a:cubicBezTo>
                <a:cubicBezTo>
                  <a:pt x="13160" y="26918"/>
                  <a:pt x="21415" y="25124"/>
                  <a:pt x="32781" y="25124"/>
                </a:cubicBezTo>
                <a:lnTo>
                  <a:pt x="45103" y="25124"/>
                </a:lnTo>
                <a:lnTo>
                  <a:pt x="45103" y="23449"/>
                </a:lnTo>
                <a:cubicBezTo>
                  <a:pt x="45103" y="20219"/>
                  <a:pt x="43787" y="17826"/>
                  <a:pt x="41155" y="16271"/>
                </a:cubicBezTo>
                <a:cubicBezTo>
                  <a:pt x="38523" y="14715"/>
                  <a:pt x="34455" y="13878"/>
                  <a:pt x="28952" y="13878"/>
                </a:cubicBezTo>
                <a:cubicBezTo>
                  <a:pt x="24406" y="13878"/>
                  <a:pt x="20219" y="14356"/>
                  <a:pt x="16390" y="15314"/>
                </a:cubicBezTo>
                <a:cubicBezTo>
                  <a:pt x="12562" y="16271"/>
                  <a:pt x="8973" y="17587"/>
                  <a:pt x="5743" y="19262"/>
                </a:cubicBezTo>
                <a:lnTo>
                  <a:pt x="5743" y="3350"/>
                </a:lnTo>
                <a:cubicBezTo>
                  <a:pt x="10169" y="2273"/>
                  <a:pt x="14596" y="1436"/>
                  <a:pt x="19142" y="837"/>
                </a:cubicBezTo>
                <a:cubicBezTo>
                  <a:pt x="23688" y="359"/>
                  <a:pt x="28234" y="0"/>
                  <a:pt x="32781" y="0"/>
                </a:cubicBezTo>
                <a:cubicBezTo>
                  <a:pt x="44505" y="0"/>
                  <a:pt x="52999" y="2393"/>
                  <a:pt x="58263" y="7059"/>
                </a:cubicBezTo>
                <a:cubicBezTo>
                  <a:pt x="63527" y="11724"/>
                  <a:pt x="66159" y="19262"/>
                  <a:pt x="66159" y="2967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FD482E-19A3-4F54-A8A6-B9E4E42060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5853" y="7251264"/>
            <a:ext cx="70227" cy="92479"/>
          </a:xfrm>
          <a:custGeom xmlns:a="http://schemas.openxmlformats.org/drawingml/2006/main">
            <a:pathLst>
              <a:path w="70227" h="92479">
                <a:moveTo>
                  <a:pt x="34814" y="77405"/>
                </a:moveTo>
                <a:cubicBezTo>
                  <a:pt x="39241" y="77405"/>
                  <a:pt x="42591" y="75850"/>
                  <a:pt x="44983" y="72500"/>
                </a:cubicBezTo>
                <a:cubicBezTo>
                  <a:pt x="47376" y="69270"/>
                  <a:pt x="48573" y="64484"/>
                  <a:pt x="48573" y="58263"/>
                </a:cubicBezTo>
                <a:cubicBezTo>
                  <a:pt x="48573" y="52042"/>
                  <a:pt x="47376" y="47376"/>
                  <a:pt x="44983" y="44026"/>
                </a:cubicBezTo>
                <a:cubicBezTo>
                  <a:pt x="42591" y="40796"/>
                  <a:pt x="39241" y="39121"/>
                  <a:pt x="34814" y="39121"/>
                </a:cubicBezTo>
                <a:cubicBezTo>
                  <a:pt x="30268" y="39121"/>
                  <a:pt x="26918" y="40796"/>
                  <a:pt x="24526" y="44026"/>
                </a:cubicBezTo>
                <a:cubicBezTo>
                  <a:pt x="22133" y="47376"/>
                  <a:pt x="20936" y="52042"/>
                  <a:pt x="20936" y="58263"/>
                </a:cubicBezTo>
                <a:cubicBezTo>
                  <a:pt x="20936" y="64484"/>
                  <a:pt x="22133" y="69270"/>
                  <a:pt x="24526" y="72500"/>
                </a:cubicBezTo>
                <a:cubicBezTo>
                  <a:pt x="26918" y="75850"/>
                  <a:pt x="30268" y="77405"/>
                  <a:pt x="34814" y="77405"/>
                </a:cubicBezTo>
                <a:close/>
                <a:moveTo>
                  <a:pt x="20936" y="35054"/>
                </a:moveTo>
                <a:cubicBezTo>
                  <a:pt x="23808" y="31225"/>
                  <a:pt x="26918" y="28474"/>
                  <a:pt x="30507" y="26679"/>
                </a:cubicBezTo>
                <a:cubicBezTo>
                  <a:pt x="33977" y="24884"/>
                  <a:pt x="38045" y="23927"/>
                  <a:pt x="42591" y="23927"/>
                </a:cubicBezTo>
                <a:cubicBezTo>
                  <a:pt x="50606" y="23927"/>
                  <a:pt x="57186" y="27158"/>
                  <a:pt x="62450" y="33618"/>
                </a:cubicBezTo>
                <a:cubicBezTo>
                  <a:pt x="67595" y="40078"/>
                  <a:pt x="70227" y="48333"/>
                  <a:pt x="70227" y="58383"/>
                </a:cubicBezTo>
                <a:cubicBezTo>
                  <a:pt x="70227" y="68432"/>
                  <a:pt x="67595" y="76687"/>
                  <a:pt x="62450" y="83028"/>
                </a:cubicBezTo>
                <a:cubicBezTo>
                  <a:pt x="57186" y="89369"/>
                  <a:pt x="50606" y="92479"/>
                  <a:pt x="42591" y="92479"/>
                </a:cubicBezTo>
                <a:cubicBezTo>
                  <a:pt x="38045" y="92479"/>
                  <a:pt x="33977" y="91522"/>
                  <a:pt x="30507" y="89847"/>
                </a:cubicBezTo>
                <a:cubicBezTo>
                  <a:pt x="26918" y="88172"/>
                  <a:pt x="23808" y="85301"/>
                  <a:pt x="20936" y="81473"/>
                </a:cubicBezTo>
                <a:lnTo>
                  <a:pt x="20936" y="90924"/>
                </a:lnTo>
                <a:lnTo>
                  <a:pt x="0" y="90924"/>
                </a:lnTo>
                <a:lnTo>
                  <a:pt x="0" y="0"/>
                </a:lnTo>
                <a:lnTo>
                  <a:pt x="20936" y="0"/>
                </a:lnTo>
                <a:lnTo>
                  <a:pt x="20936" y="35054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C308D0-1E30-4059-9B9C-F709FAC361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51513" y="7251264"/>
            <a:ext cx="20936" cy="90924"/>
          </a:xfrm>
          <a:custGeom xmlns:a="http://schemas.openxmlformats.org/drawingml/2006/main">
            <a:pathLst>
              <a:path w="20936" h="90924">
                <a:moveTo>
                  <a:pt x="0" y="25483"/>
                </a:moveTo>
                <a:lnTo>
                  <a:pt x="20936" y="25483"/>
                </a:lnTo>
                <a:lnTo>
                  <a:pt x="20936" y="90924"/>
                </a:lnTo>
                <a:lnTo>
                  <a:pt x="0" y="90924"/>
                </a:lnTo>
                <a:lnTo>
                  <a:pt x="0" y="25483"/>
                </a:lnTo>
                <a:close/>
                <a:moveTo>
                  <a:pt x="0" y="0"/>
                </a:moveTo>
                <a:lnTo>
                  <a:pt x="20936" y="0"/>
                </a:lnTo>
                <a:lnTo>
                  <a:pt x="20936" y="17108"/>
                </a:lnTo>
                <a:lnTo>
                  <a:pt x="0" y="1710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70F7F6-2CF6-4357-AF1B-0988E5C78F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87643" y="7275192"/>
            <a:ext cx="57785" cy="68552"/>
          </a:xfrm>
          <a:custGeom xmlns:a="http://schemas.openxmlformats.org/drawingml/2006/main">
            <a:pathLst>
              <a:path w="57785" h="68552">
                <a:moveTo>
                  <a:pt x="57785" y="3589"/>
                </a:moveTo>
                <a:lnTo>
                  <a:pt x="57785" y="20697"/>
                </a:lnTo>
                <a:cubicBezTo>
                  <a:pt x="54913" y="18783"/>
                  <a:pt x="52042" y="17347"/>
                  <a:pt x="49171" y="16390"/>
                </a:cubicBezTo>
                <a:cubicBezTo>
                  <a:pt x="46299" y="15433"/>
                  <a:pt x="43309" y="14955"/>
                  <a:pt x="40318" y="14955"/>
                </a:cubicBezTo>
                <a:cubicBezTo>
                  <a:pt x="34455" y="14955"/>
                  <a:pt x="29909" y="16749"/>
                  <a:pt x="26679" y="20099"/>
                </a:cubicBezTo>
                <a:cubicBezTo>
                  <a:pt x="23329" y="23449"/>
                  <a:pt x="21774" y="28234"/>
                  <a:pt x="21774" y="34336"/>
                </a:cubicBezTo>
                <a:cubicBezTo>
                  <a:pt x="21774" y="40557"/>
                  <a:pt x="23329" y="45342"/>
                  <a:pt x="26679" y="48692"/>
                </a:cubicBezTo>
                <a:cubicBezTo>
                  <a:pt x="29909" y="52042"/>
                  <a:pt x="34455" y="53717"/>
                  <a:pt x="40318" y="53717"/>
                </a:cubicBezTo>
                <a:cubicBezTo>
                  <a:pt x="43548" y="53717"/>
                  <a:pt x="46658" y="53238"/>
                  <a:pt x="49649" y="52281"/>
                </a:cubicBezTo>
                <a:cubicBezTo>
                  <a:pt x="52521" y="51324"/>
                  <a:pt x="55272" y="49889"/>
                  <a:pt x="57785" y="47974"/>
                </a:cubicBezTo>
                <a:lnTo>
                  <a:pt x="57785" y="65082"/>
                </a:lnTo>
                <a:cubicBezTo>
                  <a:pt x="54435" y="66279"/>
                  <a:pt x="51085" y="67116"/>
                  <a:pt x="47735" y="67714"/>
                </a:cubicBezTo>
                <a:cubicBezTo>
                  <a:pt x="44385" y="68193"/>
                  <a:pt x="41035" y="68552"/>
                  <a:pt x="37686" y="68552"/>
                </a:cubicBezTo>
                <a:cubicBezTo>
                  <a:pt x="25842" y="68552"/>
                  <a:pt x="16630" y="65561"/>
                  <a:pt x="9930" y="59579"/>
                </a:cubicBezTo>
                <a:cubicBezTo>
                  <a:pt x="3230" y="53597"/>
                  <a:pt x="0" y="45103"/>
                  <a:pt x="0" y="34336"/>
                </a:cubicBezTo>
                <a:cubicBezTo>
                  <a:pt x="0" y="23568"/>
                  <a:pt x="3230" y="15194"/>
                  <a:pt x="9930" y="9092"/>
                </a:cubicBezTo>
                <a:cubicBezTo>
                  <a:pt x="16630" y="3111"/>
                  <a:pt x="25842" y="0"/>
                  <a:pt x="37686" y="0"/>
                </a:cubicBezTo>
                <a:cubicBezTo>
                  <a:pt x="41035" y="0"/>
                  <a:pt x="44385" y="359"/>
                  <a:pt x="47735" y="957"/>
                </a:cubicBezTo>
                <a:cubicBezTo>
                  <a:pt x="51085" y="1555"/>
                  <a:pt x="54435" y="2393"/>
                  <a:pt x="57785" y="358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CAE5E5-DADF-471D-9C30-80AD80E9D9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7384" y="7253418"/>
            <a:ext cx="74175" cy="90326"/>
          </a:xfrm>
          <a:custGeom xmlns:a="http://schemas.openxmlformats.org/drawingml/2006/main">
            <a:pathLst>
              <a:path w="74175" h="90326">
                <a:moveTo>
                  <a:pt x="74175" y="83985"/>
                </a:moveTo>
                <a:cubicBezTo>
                  <a:pt x="69988" y="86139"/>
                  <a:pt x="65681" y="87814"/>
                  <a:pt x="61254" y="88771"/>
                </a:cubicBezTo>
                <a:cubicBezTo>
                  <a:pt x="56708" y="89728"/>
                  <a:pt x="52042" y="90326"/>
                  <a:pt x="47257" y="90326"/>
                </a:cubicBezTo>
                <a:cubicBezTo>
                  <a:pt x="32661" y="90326"/>
                  <a:pt x="21176" y="86378"/>
                  <a:pt x="12682" y="78243"/>
                </a:cubicBezTo>
                <a:cubicBezTo>
                  <a:pt x="4187" y="70227"/>
                  <a:pt x="0" y="59220"/>
                  <a:pt x="0" y="45223"/>
                </a:cubicBezTo>
                <a:cubicBezTo>
                  <a:pt x="0" y="31345"/>
                  <a:pt x="4187" y="20338"/>
                  <a:pt x="12682" y="12203"/>
                </a:cubicBezTo>
                <a:cubicBezTo>
                  <a:pt x="21176" y="4068"/>
                  <a:pt x="32661" y="0"/>
                  <a:pt x="47257" y="0"/>
                </a:cubicBezTo>
                <a:cubicBezTo>
                  <a:pt x="52042" y="0"/>
                  <a:pt x="56708" y="598"/>
                  <a:pt x="61254" y="1675"/>
                </a:cubicBezTo>
                <a:cubicBezTo>
                  <a:pt x="65681" y="2752"/>
                  <a:pt x="69988" y="4307"/>
                  <a:pt x="74175" y="6460"/>
                </a:cubicBezTo>
                <a:lnTo>
                  <a:pt x="74175" y="24526"/>
                </a:lnTo>
                <a:cubicBezTo>
                  <a:pt x="69988" y="21654"/>
                  <a:pt x="65920" y="19620"/>
                  <a:pt x="61852" y="18304"/>
                </a:cubicBezTo>
                <a:cubicBezTo>
                  <a:pt x="57785" y="16988"/>
                  <a:pt x="53478" y="16271"/>
                  <a:pt x="49051" y="16271"/>
                </a:cubicBezTo>
                <a:cubicBezTo>
                  <a:pt x="40916" y="16271"/>
                  <a:pt x="34575" y="18903"/>
                  <a:pt x="30029" y="24047"/>
                </a:cubicBezTo>
                <a:cubicBezTo>
                  <a:pt x="25483" y="29191"/>
                  <a:pt x="23210" y="36250"/>
                  <a:pt x="23210" y="45223"/>
                </a:cubicBezTo>
                <a:cubicBezTo>
                  <a:pt x="23210" y="54315"/>
                  <a:pt x="25483" y="61374"/>
                  <a:pt x="30029" y="66518"/>
                </a:cubicBezTo>
                <a:cubicBezTo>
                  <a:pt x="34575" y="71663"/>
                  <a:pt x="40916" y="74175"/>
                  <a:pt x="49051" y="74175"/>
                </a:cubicBezTo>
                <a:cubicBezTo>
                  <a:pt x="53478" y="74175"/>
                  <a:pt x="57785" y="73577"/>
                  <a:pt x="61852" y="72261"/>
                </a:cubicBezTo>
                <a:cubicBezTo>
                  <a:pt x="65920" y="70945"/>
                  <a:pt x="69988" y="68791"/>
                  <a:pt x="74175" y="65920"/>
                </a:cubicBezTo>
                <a:lnTo>
                  <a:pt x="74175" y="83985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2A8809-17B6-40D2-949D-5DF7332F74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79265" y="7251264"/>
            <a:ext cx="65800" cy="90924"/>
          </a:xfrm>
          <a:custGeom xmlns:a="http://schemas.openxmlformats.org/drawingml/2006/main">
            <a:pathLst>
              <a:path w="65800" h="90924">
                <a:moveTo>
                  <a:pt x="65800" y="51085"/>
                </a:moveTo>
                <a:lnTo>
                  <a:pt x="65800" y="90924"/>
                </a:lnTo>
                <a:lnTo>
                  <a:pt x="44744" y="90924"/>
                </a:lnTo>
                <a:lnTo>
                  <a:pt x="44744" y="84464"/>
                </a:lnTo>
                <a:lnTo>
                  <a:pt x="44744" y="60536"/>
                </a:lnTo>
                <a:cubicBezTo>
                  <a:pt x="44744" y="54794"/>
                  <a:pt x="44625" y="50965"/>
                  <a:pt x="44385" y="48812"/>
                </a:cubicBezTo>
                <a:cubicBezTo>
                  <a:pt x="44146" y="46658"/>
                  <a:pt x="43667" y="45103"/>
                  <a:pt x="43069" y="44026"/>
                </a:cubicBezTo>
                <a:cubicBezTo>
                  <a:pt x="42232" y="42710"/>
                  <a:pt x="41155" y="41634"/>
                  <a:pt x="39719" y="40916"/>
                </a:cubicBezTo>
                <a:cubicBezTo>
                  <a:pt x="38284" y="40198"/>
                  <a:pt x="36609" y="39719"/>
                  <a:pt x="34934" y="39719"/>
                </a:cubicBezTo>
                <a:cubicBezTo>
                  <a:pt x="30507" y="39719"/>
                  <a:pt x="27038" y="41394"/>
                  <a:pt x="24645" y="44744"/>
                </a:cubicBezTo>
                <a:cubicBezTo>
                  <a:pt x="22133" y="48094"/>
                  <a:pt x="20936" y="52760"/>
                  <a:pt x="20936" y="58742"/>
                </a:cubicBezTo>
                <a:lnTo>
                  <a:pt x="20936" y="90924"/>
                </a:lnTo>
                <a:lnTo>
                  <a:pt x="0" y="90924"/>
                </a:lnTo>
                <a:lnTo>
                  <a:pt x="0" y="0"/>
                </a:lnTo>
                <a:lnTo>
                  <a:pt x="20936" y="0"/>
                </a:lnTo>
                <a:lnTo>
                  <a:pt x="20936" y="35054"/>
                </a:lnTo>
                <a:cubicBezTo>
                  <a:pt x="24047" y="31225"/>
                  <a:pt x="27277" y="28474"/>
                  <a:pt x="30866" y="26679"/>
                </a:cubicBezTo>
                <a:cubicBezTo>
                  <a:pt x="34455" y="24884"/>
                  <a:pt x="38403" y="23927"/>
                  <a:pt x="42710" y="23927"/>
                </a:cubicBezTo>
                <a:cubicBezTo>
                  <a:pt x="50248" y="23927"/>
                  <a:pt x="55990" y="26320"/>
                  <a:pt x="59938" y="30866"/>
                </a:cubicBezTo>
                <a:cubicBezTo>
                  <a:pt x="63766" y="35532"/>
                  <a:pt x="65800" y="42232"/>
                  <a:pt x="65800" y="5108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DAADDB-0A12-4BC6-A832-07748DF826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64447" y="7251264"/>
            <a:ext cx="20936" cy="90924"/>
          </a:xfrm>
          <a:custGeom xmlns:a="http://schemas.openxmlformats.org/drawingml/2006/main">
            <a:pathLst>
              <a:path w="20936" h="90924">
                <a:moveTo>
                  <a:pt x="0" y="25483"/>
                </a:moveTo>
                <a:lnTo>
                  <a:pt x="20936" y="25483"/>
                </a:lnTo>
                <a:lnTo>
                  <a:pt x="20936" y="90924"/>
                </a:lnTo>
                <a:lnTo>
                  <a:pt x="0" y="90924"/>
                </a:lnTo>
                <a:lnTo>
                  <a:pt x="0" y="25483"/>
                </a:lnTo>
                <a:close/>
                <a:moveTo>
                  <a:pt x="0" y="0"/>
                </a:moveTo>
                <a:lnTo>
                  <a:pt x="20936" y="0"/>
                </a:lnTo>
                <a:lnTo>
                  <a:pt x="20936" y="17108"/>
                </a:lnTo>
                <a:lnTo>
                  <a:pt x="0" y="1710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F06387-A314-4BBE-A082-A7EC46C47A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05482" y="7275192"/>
            <a:ext cx="65800" cy="66997"/>
          </a:xfrm>
          <a:custGeom xmlns:a="http://schemas.openxmlformats.org/drawingml/2006/main">
            <a:pathLst>
              <a:path w="65800" h="66997">
                <a:moveTo>
                  <a:pt x="65800" y="27158"/>
                </a:moveTo>
                <a:lnTo>
                  <a:pt x="65800" y="66997"/>
                </a:lnTo>
                <a:lnTo>
                  <a:pt x="44744" y="66997"/>
                </a:lnTo>
                <a:lnTo>
                  <a:pt x="44744" y="60536"/>
                </a:lnTo>
                <a:lnTo>
                  <a:pt x="44744" y="36489"/>
                </a:lnTo>
                <a:cubicBezTo>
                  <a:pt x="44744" y="30866"/>
                  <a:pt x="44625" y="27038"/>
                  <a:pt x="44385" y="24884"/>
                </a:cubicBezTo>
                <a:cubicBezTo>
                  <a:pt x="44146" y="22731"/>
                  <a:pt x="43667" y="21176"/>
                  <a:pt x="43069" y="20099"/>
                </a:cubicBezTo>
                <a:cubicBezTo>
                  <a:pt x="42232" y="18783"/>
                  <a:pt x="41155" y="17706"/>
                  <a:pt x="39719" y="16988"/>
                </a:cubicBezTo>
                <a:cubicBezTo>
                  <a:pt x="38284" y="16271"/>
                  <a:pt x="36609" y="15792"/>
                  <a:pt x="34934" y="15792"/>
                </a:cubicBezTo>
                <a:cubicBezTo>
                  <a:pt x="30507" y="15792"/>
                  <a:pt x="27038" y="17467"/>
                  <a:pt x="24645" y="20817"/>
                </a:cubicBezTo>
                <a:cubicBezTo>
                  <a:pt x="22133" y="24167"/>
                  <a:pt x="20936" y="28832"/>
                  <a:pt x="20936" y="34814"/>
                </a:cubicBezTo>
                <a:lnTo>
                  <a:pt x="20936" y="66997"/>
                </a:lnTo>
                <a:lnTo>
                  <a:pt x="0" y="66997"/>
                </a:lnTo>
                <a:lnTo>
                  <a:pt x="0" y="1555"/>
                </a:lnTo>
                <a:lnTo>
                  <a:pt x="20936" y="1555"/>
                </a:lnTo>
                <a:lnTo>
                  <a:pt x="20936" y="11126"/>
                </a:lnTo>
                <a:cubicBezTo>
                  <a:pt x="24047" y="7298"/>
                  <a:pt x="27277" y="4546"/>
                  <a:pt x="30866" y="2752"/>
                </a:cubicBezTo>
                <a:cubicBezTo>
                  <a:pt x="34455" y="957"/>
                  <a:pt x="38403" y="0"/>
                  <a:pt x="42710" y="0"/>
                </a:cubicBezTo>
                <a:cubicBezTo>
                  <a:pt x="50248" y="0"/>
                  <a:pt x="55990" y="2393"/>
                  <a:pt x="59938" y="6939"/>
                </a:cubicBezTo>
                <a:cubicBezTo>
                  <a:pt x="63766" y="11605"/>
                  <a:pt x="65800" y="18304"/>
                  <a:pt x="65800" y="27158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E2FE93-3055-4150-B984-368B8E15B4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85759" y="7275192"/>
            <a:ext cx="70227" cy="68552"/>
          </a:xfrm>
          <a:custGeom xmlns:a="http://schemas.openxmlformats.org/drawingml/2006/main">
            <a:pathLst>
              <a:path w="70227" h="68552">
                <a:moveTo>
                  <a:pt x="70227" y="34097"/>
                </a:moveTo>
                <a:lnTo>
                  <a:pt x="70227" y="40078"/>
                </a:lnTo>
                <a:lnTo>
                  <a:pt x="21295" y="40078"/>
                </a:lnTo>
                <a:cubicBezTo>
                  <a:pt x="21774" y="44983"/>
                  <a:pt x="23568" y="48692"/>
                  <a:pt x="26679" y="51085"/>
                </a:cubicBezTo>
                <a:cubicBezTo>
                  <a:pt x="29670" y="53597"/>
                  <a:pt x="33857" y="54794"/>
                  <a:pt x="39361" y="54794"/>
                </a:cubicBezTo>
                <a:cubicBezTo>
                  <a:pt x="43667" y="54794"/>
                  <a:pt x="48214" y="54196"/>
                  <a:pt x="52880" y="52880"/>
                </a:cubicBezTo>
                <a:cubicBezTo>
                  <a:pt x="57426" y="51564"/>
                  <a:pt x="62211" y="49530"/>
                  <a:pt x="67116" y="46898"/>
                </a:cubicBezTo>
                <a:lnTo>
                  <a:pt x="67116" y="63049"/>
                </a:lnTo>
                <a:cubicBezTo>
                  <a:pt x="62092" y="64963"/>
                  <a:pt x="57186" y="66279"/>
                  <a:pt x="52281" y="67116"/>
                </a:cubicBezTo>
                <a:cubicBezTo>
                  <a:pt x="47257" y="68073"/>
                  <a:pt x="42351" y="68552"/>
                  <a:pt x="37446" y="68552"/>
                </a:cubicBezTo>
                <a:cubicBezTo>
                  <a:pt x="25602" y="68552"/>
                  <a:pt x="16390" y="65561"/>
                  <a:pt x="9810" y="59579"/>
                </a:cubicBezTo>
                <a:cubicBezTo>
                  <a:pt x="3230" y="53597"/>
                  <a:pt x="0" y="45223"/>
                  <a:pt x="0" y="34336"/>
                </a:cubicBezTo>
                <a:cubicBezTo>
                  <a:pt x="0" y="23688"/>
                  <a:pt x="3230" y="15314"/>
                  <a:pt x="9691" y="9212"/>
                </a:cubicBezTo>
                <a:cubicBezTo>
                  <a:pt x="16151" y="3111"/>
                  <a:pt x="25004" y="0"/>
                  <a:pt x="36250" y="0"/>
                </a:cubicBezTo>
                <a:cubicBezTo>
                  <a:pt x="46539" y="0"/>
                  <a:pt x="54674" y="3111"/>
                  <a:pt x="60895" y="9332"/>
                </a:cubicBezTo>
                <a:cubicBezTo>
                  <a:pt x="67116" y="15553"/>
                  <a:pt x="70227" y="23808"/>
                  <a:pt x="70227" y="34097"/>
                </a:cubicBezTo>
                <a:close/>
                <a:moveTo>
                  <a:pt x="48692" y="27158"/>
                </a:moveTo>
                <a:cubicBezTo>
                  <a:pt x="48692" y="23210"/>
                  <a:pt x="47496" y="19979"/>
                  <a:pt x="45223" y="17587"/>
                </a:cubicBezTo>
                <a:cubicBezTo>
                  <a:pt x="42830" y="15194"/>
                  <a:pt x="39839" y="13878"/>
                  <a:pt x="36130" y="13878"/>
                </a:cubicBezTo>
                <a:cubicBezTo>
                  <a:pt x="32063" y="13878"/>
                  <a:pt x="28713" y="15074"/>
                  <a:pt x="26200" y="17347"/>
                </a:cubicBezTo>
                <a:cubicBezTo>
                  <a:pt x="23688" y="19620"/>
                  <a:pt x="22133" y="22851"/>
                  <a:pt x="21535" y="27158"/>
                </a:cubicBezTo>
                <a:lnTo>
                  <a:pt x="48692" y="27158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9922D5-20CB-4717-B15D-1647A8BAB4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67949" y="7275192"/>
            <a:ext cx="59340" cy="68552"/>
          </a:xfrm>
          <a:custGeom xmlns:a="http://schemas.openxmlformats.org/drawingml/2006/main">
            <a:pathLst>
              <a:path w="59340" h="68552">
                <a:moveTo>
                  <a:pt x="54913" y="3589"/>
                </a:moveTo>
                <a:lnTo>
                  <a:pt x="54913" y="19501"/>
                </a:lnTo>
                <a:cubicBezTo>
                  <a:pt x="50367" y="17706"/>
                  <a:pt x="46060" y="16271"/>
                  <a:pt x="41993" y="15314"/>
                </a:cubicBezTo>
                <a:cubicBezTo>
                  <a:pt x="37805" y="14356"/>
                  <a:pt x="33857" y="13878"/>
                  <a:pt x="30149" y="13878"/>
                </a:cubicBezTo>
                <a:cubicBezTo>
                  <a:pt x="26081" y="13878"/>
                  <a:pt x="23210" y="14476"/>
                  <a:pt x="21295" y="15433"/>
                </a:cubicBezTo>
                <a:cubicBezTo>
                  <a:pt x="19381" y="16390"/>
                  <a:pt x="18424" y="17946"/>
                  <a:pt x="18424" y="19979"/>
                </a:cubicBezTo>
                <a:cubicBezTo>
                  <a:pt x="18424" y="21654"/>
                  <a:pt x="19142" y="22970"/>
                  <a:pt x="20578" y="23808"/>
                </a:cubicBezTo>
                <a:cubicBezTo>
                  <a:pt x="22013" y="24765"/>
                  <a:pt x="24645" y="25363"/>
                  <a:pt x="28474" y="25842"/>
                </a:cubicBezTo>
                <a:lnTo>
                  <a:pt x="32182" y="26320"/>
                </a:lnTo>
                <a:cubicBezTo>
                  <a:pt x="42830" y="27756"/>
                  <a:pt x="50008" y="29909"/>
                  <a:pt x="53717" y="33020"/>
                </a:cubicBezTo>
                <a:cubicBezTo>
                  <a:pt x="57426" y="36130"/>
                  <a:pt x="59340" y="41035"/>
                  <a:pt x="59340" y="47735"/>
                </a:cubicBezTo>
                <a:cubicBezTo>
                  <a:pt x="59340" y="54674"/>
                  <a:pt x="56708" y="59938"/>
                  <a:pt x="51564" y="63408"/>
                </a:cubicBezTo>
                <a:cubicBezTo>
                  <a:pt x="46419" y="66877"/>
                  <a:pt x="38762" y="68552"/>
                  <a:pt x="28593" y="68552"/>
                </a:cubicBezTo>
                <a:cubicBezTo>
                  <a:pt x="24286" y="68552"/>
                  <a:pt x="19740" y="68193"/>
                  <a:pt x="15194" y="67595"/>
                </a:cubicBezTo>
                <a:cubicBezTo>
                  <a:pt x="10528" y="66997"/>
                  <a:pt x="5743" y="66040"/>
                  <a:pt x="957" y="64604"/>
                </a:cubicBezTo>
                <a:lnTo>
                  <a:pt x="957" y="48692"/>
                </a:lnTo>
                <a:cubicBezTo>
                  <a:pt x="5025" y="50846"/>
                  <a:pt x="9332" y="52401"/>
                  <a:pt x="13758" y="53358"/>
                </a:cubicBezTo>
                <a:cubicBezTo>
                  <a:pt x="18065" y="54315"/>
                  <a:pt x="22611" y="54794"/>
                  <a:pt x="27158" y="54794"/>
                </a:cubicBezTo>
                <a:cubicBezTo>
                  <a:pt x="31225" y="54794"/>
                  <a:pt x="34216" y="54315"/>
                  <a:pt x="36370" y="53119"/>
                </a:cubicBezTo>
                <a:cubicBezTo>
                  <a:pt x="38403" y="52042"/>
                  <a:pt x="39480" y="50367"/>
                  <a:pt x="39480" y="48094"/>
                </a:cubicBezTo>
                <a:cubicBezTo>
                  <a:pt x="39480" y="46180"/>
                  <a:pt x="38762" y="44864"/>
                  <a:pt x="37327" y="43907"/>
                </a:cubicBezTo>
                <a:cubicBezTo>
                  <a:pt x="35891" y="42950"/>
                  <a:pt x="33020" y="42232"/>
                  <a:pt x="28832" y="41753"/>
                </a:cubicBezTo>
                <a:lnTo>
                  <a:pt x="25124" y="41275"/>
                </a:lnTo>
                <a:cubicBezTo>
                  <a:pt x="15792" y="40198"/>
                  <a:pt x="9332" y="38045"/>
                  <a:pt x="5623" y="34814"/>
                </a:cubicBezTo>
                <a:cubicBezTo>
                  <a:pt x="1795" y="31704"/>
                  <a:pt x="0" y="26918"/>
                  <a:pt x="0" y="20458"/>
                </a:cubicBezTo>
                <a:cubicBezTo>
                  <a:pt x="0" y="13519"/>
                  <a:pt x="2273" y="8375"/>
                  <a:pt x="7059" y="5025"/>
                </a:cubicBezTo>
                <a:cubicBezTo>
                  <a:pt x="11844" y="1675"/>
                  <a:pt x="19142" y="0"/>
                  <a:pt x="28952" y="0"/>
                </a:cubicBezTo>
                <a:cubicBezTo>
                  <a:pt x="32781" y="0"/>
                  <a:pt x="36729" y="359"/>
                  <a:pt x="41035" y="957"/>
                </a:cubicBezTo>
                <a:cubicBezTo>
                  <a:pt x="45342" y="1555"/>
                  <a:pt x="49889" y="2393"/>
                  <a:pt x="54913" y="358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2C8B69-FEE7-4996-B107-422C15D666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38056" y="7275192"/>
            <a:ext cx="70227" cy="68552"/>
          </a:xfrm>
          <a:custGeom xmlns:a="http://schemas.openxmlformats.org/drawingml/2006/main">
            <a:pathLst>
              <a:path w="70227" h="68552">
                <a:moveTo>
                  <a:pt x="70227" y="34097"/>
                </a:moveTo>
                <a:lnTo>
                  <a:pt x="70227" y="40078"/>
                </a:lnTo>
                <a:lnTo>
                  <a:pt x="21295" y="40078"/>
                </a:lnTo>
                <a:cubicBezTo>
                  <a:pt x="21774" y="44983"/>
                  <a:pt x="23568" y="48692"/>
                  <a:pt x="26679" y="51085"/>
                </a:cubicBezTo>
                <a:cubicBezTo>
                  <a:pt x="29670" y="53597"/>
                  <a:pt x="33857" y="54794"/>
                  <a:pt x="39361" y="54794"/>
                </a:cubicBezTo>
                <a:cubicBezTo>
                  <a:pt x="43667" y="54794"/>
                  <a:pt x="48214" y="54196"/>
                  <a:pt x="52880" y="52880"/>
                </a:cubicBezTo>
                <a:cubicBezTo>
                  <a:pt x="57426" y="51564"/>
                  <a:pt x="62211" y="49530"/>
                  <a:pt x="67116" y="46898"/>
                </a:cubicBezTo>
                <a:lnTo>
                  <a:pt x="67116" y="63049"/>
                </a:lnTo>
                <a:cubicBezTo>
                  <a:pt x="62092" y="64963"/>
                  <a:pt x="57186" y="66279"/>
                  <a:pt x="52281" y="67116"/>
                </a:cubicBezTo>
                <a:cubicBezTo>
                  <a:pt x="47257" y="68073"/>
                  <a:pt x="42351" y="68552"/>
                  <a:pt x="37446" y="68552"/>
                </a:cubicBezTo>
                <a:cubicBezTo>
                  <a:pt x="25602" y="68552"/>
                  <a:pt x="16390" y="65561"/>
                  <a:pt x="9810" y="59579"/>
                </a:cubicBezTo>
                <a:cubicBezTo>
                  <a:pt x="3230" y="53597"/>
                  <a:pt x="0" y="45223"/>
                  <a:pt x="0" y="34336"/>
                </a:cubicBezTo>
                <a:cubicBezTo>
                  <a:pt x="0" y="23688"/>
                  <a:pt x="3230" y="15314"/>
                  <a:pt x="9691" y="9212"/>
                </a:cubicBezTo>
                <a:cubicBezTo>
                  <a:pt x="16151" y="3111"/>
                  <a:pt x="25004" y="0"/>
                  <a:pt x="36250" y="0"/>
                </a:cubicBezTo>
                <a:cubicBezTo>
                  <a:pt x="46539" y="0"/>
                  <a:pt x="54674" y="3111"/>
                  <a:pt x="60895" y="9332"/>
                </a:cubicBezTo>
                <a:cubicBezTo>
                  <a:pt x="67116" y="15553"/>
                  <a:pt x="70227" y="23808"/>
                  <a:pt x="70227" y="34097"/>
                </a:cubicBezTo>
                <a:close/>
                <a:moveTo>
                  <a:pt x="48692" y="27158"/>
                </a:moveTo>
                <a:cubicBezTo>
                  <a:pt x="48692" y="23210"/>
                  <a:pt x="47496" y="19979"/>
                  <a:pt x="45223" y="17587"/>
                </a:cubicBezTo>
                <a:cubicBezTo>
                  <a:pt x="42830" y="15194"/>
                  <a:pt x="39839" y="13878"/>
                  <a:pt x="36130" y="13878"/>
                </a:cubicBezTo>
                <a:cubicBezTo>
                  <a:pt x="32063" y="13878"/>
                  <a:pt x="28713" y="15074"/>
                  <a:pt x="26200" y="17347"/>
                </a:cubicBezTo>
                <a:cubicBezTo>
                  <a:pt x="23688" y="19620"/>
                  <a:pt x="22133" y="22851"/>
                  <a:pt x="21535" y="27158"/>
                </a:cubicBezTo>
                <a:lnTo>
                  <a:pt x="48692" y="27158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FD5D02-7E33-4EE5-B02C-C68D41DA55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22700" y="7254973"/>
            <a:ext cx="61972" cy="87215"/>
          </a:xfrm>
          <a:custGeom xmlns:a="http://schemas.openxmlformats.org/drawingml/2006/main">
            <a:pathLst>
              <a:path w="61972" h="87215">
                <a:moveTo>
                  <a:pt x="0" y="0"/>
                </a:moveTo>
                <a:lnTo>
                  <a:pt x="60656" y="0"/>
                </a:lnTo>
                <a:lnTo>
                  <a:pt x="60656" y="16988"/>
                </a:lnTo>
                <a:lnTo>
                  <a:pt x="22492" y="16988"/>
                </a:lnTo>
                <a:lnTo>
                  <a:pt x="22492" y="33259"/>
                </a:lnTo>
                <a:lnTo>
                  <a:pt x="58383" y="33259"/>
                </a:lnTo>
                <a:lnTo>
                  <a:pt x="58383" y="50248"/>
                </a:lnTo>
                <a:lnTo>
                  <a:pt x="22492" y="50248"/>
                </a:lnTo>
                <a:lnTo>
                  <a:pt x="22492" y="70227"/>
                </a:lnTo>
                <a:lnTo>
                  <a:pt x="61972" y="70227"/>
                </a:lnTo>
                <a:lnTo>
                  <a:pt x="61972" y="87215"/>
                </a:lnTo>
                <a:lnTo>
                  <a:pt x="0" y="8721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7CF866-C657-41E7-9F26-DFEA677B49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03455" y="7275192"/>
            <a:ext cx="65800" cy="66997"/>
          </a:xfrm>
          <a:custGeom xmlns:a="http://schemas.openxmlformats.org/drawingml/2006/main">
            <a:pathLst>
              <a:path w="65800" h="66997">
                <a:moveTo>
                  <a:pt x="65800" y="27158"/>
                </a:moveTo>
                <a:lnTo>
                  <a:pt x="65800" y="66997"/>
                </a:lnTo>
                <a:lnTo>
                  <a:pt x="44744" y="66997"/>
                </a:lnTo>
                <a:lnTo>
                  <a:pt x="44744" y="60536"/>
                </a:lnTo>
                <a:lnTo>
                  <a:pt x="44744" y="36489"/>
                </a:lnTo>
                <a:cubicBezTo>
                  <a:pt x="44744" y="30866"/>
                  <a:pt x="44625" y="27038"/>
                  <a:pt x="44385" y="24884"/>
                </a:cubicBezTo>
                <a:cubicBezTo>
                  <a:pt x="44146" y="22731"/>
                  <a:pt x="43667" y="21176"/>
                  <a:pt x="43069" y="20099"/>
                </a:cubicBezTo>
                <a:cubicBezTo>
                  <a:pt x="42232" y="18783"/>
                  <a:pt x="41155" y="17706"/>
                  <a:pt x="39719" y="16988"/>
                </a:cubicBezTo>
                <a:cubicBezTo>
                  <a:pt x="38284" y="16271"/>
                  <a:pt x="36609" y="15792"/>
                  <a:pt x="34934" y="15792"/>
                </a:cubicBezTo>
                <a:cubicBezTo>
                  <a:pt x="30507" y="15792"/>
                  <a:pt x="27038" y="17467"/>
                  <a:pt x="24645" y="20817"/>
                </a:cubicBezTo>
                <a:cubicBezTo>
                  <a:pt x="22133" y="24167"/>
                  <a:pt x="20936" y="28832"/>
                  <a:pt x="20936" y="34814"/>
                </a:cubicBezTo>
                <a:lnTo>
                  <a:pt x="20936" y="66997"/>
                </a:lnTo>
                <a:lnTo>
                  <a:pt x="0" y="66997"/>
                </a:lnTo>
                <a:lnTo>
                  <a:pt x="0" y="1555"/>
                </a:lnTo>
                <a:lnTo>
                  <a:pt x="20936" y="1555"/>
                </a:lnTo>
                <a:lnTo>
                  <a:pt x="20936" y="11126"/>
                </a:lnTo>
                <a:cubicBezTo>
                  <a:pt x="24047" y="7298"/>
                  <a:pt x="27277" y="4546"/>
                  <a:pt x="30866" y="2752"/>
                </a:cubicBezTo>
                <a:cubicBezTo>
                  <a:pt x="34455" y="957"/>
                  <a:pt x="38403" y="0"/>
                  <a:pt x="42710" y="0"/>
                </a:cubicBezTo>
                <a:cubicBezTo>
                  <a:pt x="50248" y="0"/>
                  <a:pt x="55990" y="2393"/>
                  <a:pt x="59938" y="6939"/>
                </a:cubicBezTo>
                <a:cubicBezTo>
                  <a:pt x="63766" y="11605"/>
                  <a:pt x="65800" y="18304"/>
                  <a:pt x="65800" y="27158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D7EEC8-3B01-4C08-BDEB-CFD9828570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83970" y="7275311"/>
            <a:ext cx="70227" cy="92599"/>
          </a:xfrm>
          <a:custGeom xmlns:a="http://schemas.openxmlformats.org/drawingml/2006/main">
            <a:pathLst>
              <a:path w="70227" h="92599">
                <a:moveTo>
                  <a:pt x="49171" y="55751"/>
                </a:moveTo>
                <a:cubicBezTo>
                  <a:pt x="46299" y="59579"/>
                  <a:pt x="43069" y="62450"/>
                  <a:pt x="39600" y="64245"/>
                </a:cubicBezTo>
                <a:cubicBezTo>
                  <a:pt x="36130" y="66040"/>
                  <a:pt x="32182" y="66877"/>
                  <a:pt x="27636" y="66877"/>
                </a:cubicBezTo>
                <a:cubicBezTo>
                  <a:pt x="19620" y="66877"/>
                  <a:pt x="13040" y="63766"/>
                  <a:pt x="7776" y="57426"/>
                </a:cubicBezTo>
                <a:cubicBezTo>
                  <a:pt x="2512" y="51205"/>
                  <a:pt x="0" y="43189"/>
                  <a:pt x="0" y="33379"/>
                </a:cubicBezTo>
                <a:cubicBezTo>
                  <a:pt x="0" y="23688"/>
                  <a:pt x="2512" y="15672"/>
                  <a:pt x="7776" y="9451"/>
                </a:cubicBezTo>
                <a:cubicBezTo>
                  <a:pt x="13040" y="3230"/>
                  <a:pt x="19620" y="0"/>
                  <a:pt x="27636" y="0"/>
                </a:cubicBezTo>
                <a:cubicBezTo>
                  <a:pt x="32182" y="0"/>
                  <a:pt x="36130" y="957"/>
                  <a:pt x="39600" y="2752"/>
                </a:cubicBezTo>
                <a:cubicBezTo>
                  <a:pt x="43069" y="4546"/>
                  <a:pt x="46299" y="7298"/>
                  <a:pt x="49171" y="11126"/>
                </a:cubicBezTo>
                <a:lnTo>
                  <a:pt x="49171" y="1436"/>
                </a:lnTo>
                <a:lnTo>
                  <a:pt x="70227" y="1436"/>
                </a:lnTo>
                <a:lnTo>
                  <a:pt x="70227" y="60297"/>
                </a:lnTo>
                <a:cubicBezTo>
                  <a:pt x="70227" y="70705"/>
                  <a:pt x="66877" y="78721"/>
                  <a:pt x="60177" y="84224"/>
                </a:cubicBezTo>
                <a:cubicBezTo>
                  <a:pt x="53478" y="89728"/>
                  <a:pt x="43907" y="92599"/>
                  <a:pt x="31345" y="92599"/>
                </a:cubicBezTo>
                <a:cubicBezTo>
                  <a:pt x="27277" y="92599"/>
                  <a:pt x="23329" y="92240"/>
                  <a:pt x="19501" y="91642"/>
                </a:cubicBezTo>
                <a:cubicBezTo>
                  <a:pt x="15672" y="90924"/>
                  <a:pt x="11844" y="89967"/>
                  <a:pt x="8016" y="88771"/>
                </a:cubicBezTo>
                <a:lnTo>
                  <a:pt x="8016" y="72500"/>
                </a:lnTo>
                <a:cubicBezTo>
                  <a:pt x="11605" y="74534"/>
                  <a:pt x="15194" y="76089"/>
                  <a:pt x="18783" y="77166"/>
                </a:cubicBezTo>
                <a:cubicBezTo>
                  <a:pt x="22252" y="78123"/>
                  <a:pt x="25722" y="78721"/>
                  <a:pt x="29311" y="78721"/>
                </a:cubicBezTo>
                <a:cubicBezTo>
                  <a:pt x="36130" y="78721"/>
                  <a:pt x="41155" y="77166"/>
                  <a:pt x="44385" y="74175"/>
                </a:cubicBezTo>
                <a:cubicBezTo>
                  <a:pt x="47496" y="71184"/>
                  <a:pt x="49171" y="66638"/>
                  <a:pt x="49171" y="60297"/>
                </a:cubicBezTo>
                <a:lnTo>
                  <a:pt x="49171" y="55751"/>
                </a:lnTo>
                <a:close/>
                <a:moveTo>
                  <a:pt x="35413" y="15074"/>
                </a:moveTo>
                <a:cubicBezTo>
                  <a:pt x="31106" y="15074"/>
                  <a:pt x="27636" y="16749"/>
                  <a:pt x="25243" y="19860"/>
                </a:cubicBezTo>
                <a:cubicBezTo>
                  <a:pt x="22851" y="23090"/>
                  <a:pt x="21654" y="27636"/>
                  <a:pt x="21654" y="33379"/>
                </a:cubicBezTo>
                <a:cubicBezTo>
                  <a:pt x="21654" y="39361"/>
                  <a:pt x="22731" y="43907"/>
                  <a:pt x="25124" y="47017"/>
                </a:cubicBezTo>
                <a:cubicBezTo>
                  <a:pt x="27516" y="50128"/>
                  <a:pt x="30866" y="51683"/>
                  <a:pt x="35413" y="51683"/>
                </a:cubicBezTo>
                <a:cubicBezTo>
                  <a:pt x="39719" y="51683"/>
                  <a:pt x="43189" y="50128"/>
                  <a:pt x="45582" y="46898"/>
                </a:cubicBezTo>
                <a:cubicBezTo>
                  <a:pt x="47974" y="43787"/>
                  <a:pt x="49171" y="39241"/>
                  <a:pt x="49171" y="33379"/>
                </a:cubicBezTo>
                <a:cubicBezTo>
                  <a:pt x="49171" y="27636"/>
                  <a:pt x="47974" y="23090"/>
                  <a:pt x="45582" y="19860"/>
                </a:cubicBezTo>
                <a:cubicBezTo>
                  <a:pt x="43189" y="16749"/>
                  <a:pt x="39719" y="15074"/>
                  <a:pt x="35413" y="1507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9D1505-0BD3-444C-8BB7-073CDE6229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74296" y="7251264"/>
            <a:ext cx="20936" cy="90924"/>
          </a:xfrm>
          <a:custGeom xmlns:a="http://schemas.openxmlformats.org/drawingml/2006/main">
            <a:pathLst>
              <a:path w="20936" h="90924">
                <a:moveTo>
                  <a:pt x="0" y="0"/>
                </a:moveTo>
                <a:lnTo>
                  <a:pt x="20936" y="0"/>
                </a:lnTo>
                <a:lnTo>
                  <a:pt x="20936" y="90924"/>
                </a:lnTo>
                <a:lnTo>
                  <a:pt x="0" y="9092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7F36C9-F0B5-4310-8011-26208C5E4C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15332" y="7251264"/>
            <a:ext cx="20936" cy="90924"/>
          </a:xfrm>
          <a:custGeom xmlns:a="http://schemas.openxmlformats.org/drawingml/2006/main">
            <a:pathLst>
              <a:path w="20936" h="90924">
                <a:moveTo>
                  <a:pt x="0" y="25483"/>
                </a:moveTo>
                <a:lnTo>
                  <a:pt x="20936" y="25483"/>
                </a:lnTo>
                <a:lnTo>
                  <a:pt x="20936" y="90924"/>
                </a:lnTo>
                <a:lnTo>
                  <a:pt x="0" y="90924"/>
                </a:lnTo>
                <a:lnTo>
                  <a:pt x="0" y="25483"/>
                </a:lnTo>
                <a:close/>
                <a:moveTo>
                  <a:pt x="0" y="0"/>
                </a:moveTo>
                <a:lnTo>
                  <a:pt x="20936" y="0"/>
                </a:lnTo>
                <a:lnTo>
                  <a:pt x="20936" y="17108"/>
                </a:lnTo>
                <a:lnTo>
                  <a:pt x="0" y="1710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950EC1-ED34-4DFE-B52B-10FED1F59A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2539" y="7275192"/>
            <a:ext cx="59340" cy="68552"/>
          </a:xfrm>
          <a:custGeom xmlns:a="http://schemas.openxmlformats.org/drawingml/2006/main">
            <a:pathLst>
              <a:path w="59340" h="68552">
                <a:moveTo>
                  <a:pt x="54913" y="3589"/>
                </a:moveTo>
                <a:lnTo>
                  <a:pt x="54913" y="19501"/>
                </a:lnTo>
                <a:cubicBezTo>
                  <a:pt x="50367" y="17706"/>
                  <a:pt x="46060" y="16271"/>
                  <a:pt x="41993" y="15314"/>
                </a:cubicBezTo>
                <a:cubicBezTo>
                  <a:pt x="37805" y="14356"/>
                  <a:pt x="33857" y="13878"/>
                  <a:pt x="30149" y="13878"/>
                </a:cubicBezTo>
                <a:cubicBezTo>
                  <a:pt x="26081" y="13878"/>
                  <a:pt x="23210" y="14476"/>
                  <a:pt x="21295" y="15433"/>
                </a:cubicBezTo>
                <a:cubicBezTo>
                  <a:pt x="19381" y="16390"/>
                  <a:pt x="18424" y="17946"/>
                  <a:pt x="18424" y="19979"/>
                </a:cubicBezTo>
                <a:cubicBezTo>
                  <a:pt x="18424" y="21654"/>
                  <a:pt x="19142" y="22970"/>
                  <a:pt x="20578" y="23808"/>
                </a:cubicBezTo>
                <a:cubicBezTo>
                  <a:pt x="22013" y="24765"/>
                  <a:pt x="24645" y="25363"/>
                  <a:pt x="28474" y="25842"/>
                </a:cubicBezTo>
                <a:lnTo>
                  <a:pt x="32182" y="26320"/>
                </a:lnTo>
                <a:cubicBezTo>
                  <a:pt x="42830" y="27756"/>
                  <a:pt x="50008" y="29909"/>
                  <a:pt x="53717" y="33020"/>
                </a:cubicBezTo>
                <a:cubicBezTo>
                  <a:pt x="57426" y="36130"/>
                  <a:pt x="59340" y="41035"/>
                  <a:pt x="59340" y="47735"/>
                </a:cubicBezTo>
                <a:cubicBezTo>
                  <a:pt x="59340" y="54674"/>
                  <a:pt x="56708" y="59938"/>
                  <a:pt x="51564" y="63408"/>
                </a:cubicBezTo>
                <a:cubicBezTo>
                  <a:pt x="46419" y="66877"/>
                  <a:pt x="38762" y="68552"/>
                  <a:pt x="28593" y="68552"/>
                </a:cubicBezTo>
                <a:cubicBezTo>
                  <a:pt x="24286" y="68552"/>
                  <a:pt x="19740" y="68193"/>
                  <a:pt x="15194" y="67595"/>
                </a:cubicBezTo>
                <a:cubicBezTo>
                  <a:pt x="10528" y="66997"/>
                  <a:pt x="5743" y="66040"/>
                  <a:pt x="957" y="64604"/>
                </a:cubicBezTo>
                <a:lnTo>
                  <a:pt x="957" y="48692"/>
                </a:lnTo>
                <a:cubicBezTo>
                  <a:pt x="5025" y="50846"/>
                  <a:pt x="9332" y="52401"/>
                  <a:pt x="13758" y="53358"/>
                </a:cubicBezTo>
                <a:cubicBezTo>
                  <a:pt x="18065" y="54315"/>
                  <a:pt x="22611" y="54794"/>
                  <a:pt x="27158" y="54794"/>
                </a:cubicBezTo>
                <a:cubicBezTo>
                  <a:pt x="31225" y="54794"/>
                  <a:pt x="34216" y="54315"/>
                  <a:pt x="36370" y="53119"/>
                </a:cubicBezTo>
                <a:cubicBezTo>
                  <a:pt x="38403" y="52042"/>
                  <a:pt x="39480" y="50367"/>
                  <a:pt x="39480" y="48094"/>
                </a:cubicBezTo>
                <a:cubicBezTo>
                  <a:pt x="39480" y="46180"/>
                  <a:pt x="38762" y="44864"/>
                  <a:pt x="37327" y="43907"/>
                </a:cubicBezTo>
                <a:cubicBezTo>
                  <a:pt x="35891" y="42950"/>
                  <a:pt x="33020" y="42232"/>
                  <a:pt x="28832" y="41753"/>
                </a:cubicBezTo>
                <a:lnTo>
                  <a:pt x="25124" y="41275"/>
                </a:lnTo>
                <a:cubicBezTo>
                  <a:pt x="15792" y="40198"/>
                  <a:pt x="9332" y="38045"/>
                  <a:pt x="5623" y="34814"/>
                </a:cubicBezTo>
                <a:cubicBezTo>
                  <a:pt x="1795" y="31704"/>
                  <a:pt x="0" y="26918"/>
                  <a:pt x="0" y="20458"/>
                </a:cubicBezTo>
                <a:cubicBezTo>
                  <a:pt x="0" y="13519"/>
                  <a:pt x="2273" y="8375"/>
                  <a:pt x="7059" y="5025"/>
                </a:cubicBezTo>
                <a:cubicBezTo>
                  <a:pt x="11844" y="1675"/>
                  <a:pt x="19142" y="0"/>
                  <a:pt x="28952" y="0"/>
                </a:cubicBezTo>
                <a:cubicBezTo>
                  <a:pt x="32781" y="0"/>
                  <a:pt x="36729" y="359"/>
                  <a:pt x="41035" y="957"/>
                </a:cubicBezTo>
                <a:cubicBezTo>
                  <a:pt x="45342" y="1555"/>
                  <a:pt x="49889" y="2393"/>
                  <a:pt x="54913" y="358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B3DB8C-9B00-43A8-918B-B61B642ED8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27551" y="7251264"/>
            <a:ext cx="65800" cy="90924"/>
          </a:xfrm>
          <a:custGeom xmlns:a="http://schemas.openxmlformats.org/drawingml/2006/main">
            <a:pathLst>
              <a:path w="65800" h="90924">
                <a:moveTo>
                  <a:pt x="65800" y="51085"/>
                </a:moveTo>
                <a:lnTo>
                  <a:pt x="65800" y="90924"/>
                </a:lnTo>
                <a:lnTo>
                  <a:pt x="44744" y="90924"/>
                </a:lnTo>
                <a:lnTo>
                  <a:pt x="44744" y="84464"/>
                </a:lnTo>
                <a:lnTo>
                  <a:pt x="44744" y="60536"/>
                </a:lnTo>
                <a:cubicBezTo>
                  <a:pt x="44744" y="54794"/>
                  <a:pt x="44625" y="50965"/>
                  <a:pt x="44385" y="48812"/>
                </a:cubicBezTo>
                <a:cubicBezTo>
                  <a:pt x="44146" y="46658"/>
                  <a:pt x="43667" y="45103"/>
                  <a:pt x="43069" y="44026"/>
                </a:cubicBezTo>
                <a:cubicBezTo>
                  <a:pt x="42232" y="42710"/>
                  <a:pt x="41155" y="41634"/>
                  <a:pt x="39719" y="40916"/>
                </a:cubicBezTo>
                <a:cubicBezTo>
                  <a:pt x="38284" y="40198"/>
                  <a:pt x="36609" y="39719"/>
                  <a:pt x="34934" y="39719"/>
                </a:cubicBezTo>
                <a:cubicBezTo>
                  <a:pt x="30507" y="39719"/>
                  <a:pt x="27038" y="41394"/>
                  <a:pt x="24645" y="44744"/>
                </a:cubicBezTo>
                <a:cubicBezTo>
                  <a:pt x="22133" y="48094"/>
                  <a:pt x="20936" y="52760"/>
                  <a:pt x="20936" y="58742"/>
                </a:cubicBezTo>
                <a:lnTo>
                  <a:pt x="20936" y="90924"/>
                </a:lnTo>
                <a:lnTo>
                  <a:pt x="0" y="90924"/>
                </a:lnTo>
                <a:lnTo>
                  <a:pt x="0" y="0"/>
                </a:lnTo>
                <a:lnTo>
                  <a:pt x="20936" y="0"/>
                </a:lnTo>
                <a:lnTo>
                  <a:pt x="20936" y="35054"/>
                </a:lnTo>
                <a:cubicBezTo>
                  <a:pt x="24047" y="31225"/>
                  <a:pt x="27277" y="28474"/>
                  <a:pt x="30866" y="26679"/>
                </a:cubicBezTo>
                <a:cubicBezTo>
                  <a:pt x="34455" y="24884"/>
                  <a:pt x="38403" y="23927"/>
                  <a:pt x="42710" y="23927"/>
                </a:cubicBezTo>
                <a:cubicBezTo>
                  <a:pt x="50248" y="23927"/>
                  <a:pt x="55990" y="26320"/>
                  <a:pt x="59938" y="30866"/>
                </a:cubicBezTo>
                <a:cubicBezTo>
                  <a:pt x="63766" y="35532"/>
                  <a:pt x="65800" y="42232"/>
                  <a:pt x="65800" y="5108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C4531F-895F-4743-A798-BB05D557B9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01128" y="7254973"/>
            <a:ext cx="78123" cy="87215"/>
          </a:xfrm>
          <a:custGeom xmlns:a="http://schemas.openxmlformats.org/drawingml/2006/main">
            <a:pathLst>
              <a:path w="78123" h="87215">
                <a:moveTo>
                  <a:pt x="0" y="0"/>
                </a:moveTo>
                <a:lnTo>
                  <a:pt x="22492" y="0"/>
                </a:lnTo>
                <a:lnTo>
                  <a:pt x="22492" y="33259"/>
                </a:lnTo>
                <a:lnTo>
                  <a:pt x="55631" y="33259"/>
                </a:lnTo>
                <a:lnTo>
                  <a:pt x="55631" y="0"/>
                </a:lnTo>
                <a:lnTo>
                  <a:pt x="78123" y="0"/>
                </a:lnTo>
                <a:lnTo>
                  <a:pt x="78123" y="87215"/>
                </a:lnTo>
                <a:lnTo>
                  <a:pt x="55631" y="87215"/>
                </a:lnTo>
                <a:lnTo>
                  <a:pt x="55631" y="50248"/>
                </a:lnTo>
                <a:lnTo>
                  <a:pt x="22492" y="50248"/>
                </a:lnTo>
                <a:lnTo>
                  <a:pt x="22492" y="87215"/>
                </a:lnTo>
                <a:lnTo>
                  <a:pt x="0" y="8721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FDEA74-AC29-4D21-BBA0-292429AA02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0307" y="7251264"/>
            <a:ext cx="20936" cy="90924"/>
          </a:xfrm>
          <a:custGeom xmlns:a="http://schemas.openxmlformats.org/drawingml/2006/main">
            <a:pathLst>
              <a:path w="20936" h="90924">
                <a:moveTo>
                  <a:pt x="0" y="25483"/>
                </a:moveTo>
                <a:lnTo>
                  <a:pt x="20936" y="25483"/>
                </a:lnTo>
                <a:lnTo>
                  <a:pt x="20936" y="90924"/>
                </a:lnTo>
                <a:lnTo>
                  <a:pt x="0" y="90924"/>
                </a:lnTo>
                <a:lnTo>
                  <a:pt x="0" y="25483"/>
                </a:lnTo>
                <a:close/>
                <a:moveTo>
                  <a:pt x="0" y="0"/>
                </a:moveTo>
                <a:lnTo>
                  <a:pt x="20936" y="0"/>
                </a:lnTo>
                <a:lnTo>
                  <a:pt x="20936" y="17108"/>
                </a:lnTo>
                <a:lnTo>
                  <a:pt x="0" y="1710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983A72-38B0-4B7B-B71F-7FB8625993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41342" y="7275192"/>
            <a:ext cx="65800" cy="66997"/>
          </a:xfrm>
          <a:custGeom xmlns:a="http://schemas.openxmlformats.org/drawingml/2006/main">
            <a:pathLst>
              <a:path w="65800" h="66997">
                <a:moveTo>
                  <a:pt x="65800" y="27158"/>
                </a:moveTo>
                <a:lnTo>
                  <a:pt x="65800" y="66997"/>
                </a:lnTo>
                <a:lnTo>
                  <a:pt x="44744" y="66997"/>
                </a:lnTo>
                <a:lnTo>
                  <a:pt x="44744" y="60536"/>
                </a:lnTo>
                <a:lnTo>
                  <a:pt x="44744" y="36489"/>
                </a:lnTo>
                <a:cubicBezTo>
                  <a:pt x="44744" y="30866"/>
                  <a:pt x="44625" y="27038"/>
                  <a:pt x="44385" y="24884"/>
                </a:cubicBezTo>
                <a:cubicBezTo>
                  <a:pt x="44146" y="22731"/>
                  <a:pt x="43667" y="21176"/>
                  <a:pt x="43069" y="20099"/>
                </a:cubicBezTo>
                <a:cubicBezTo>
                  <a:pt x="42232" y="18783"/>
                  <a:pt x="41155" y="17706"/>
                  <a:pt x="39719" y="16988"/>
                </a:cubicBezTo>
                <a:cubicBezTo>
                  <a:pt x="38284" y="16271"/>
                  <a:pt x="36609" y="15792"/>
                  <a:pt x="34934" y="15792"/>
                </a:cubicBezTo>
                <a:cubicBezTo>
                  <a:pt x="30507" y="15792"/>
                  <a:pt x="27038" y="17467"/>
                  <a:pt x="24645" y="20817"/>
                </a:cubicBezTo>
                <a:cubicBezTo>
                  <a:pt x="22133" y="24167"/>
                  <a:pt x="20936" y="28832"/>
                  <a:pt x="20936" y="34814"/>
                </a:cubicBezTo>
                <a:lnTo>
                  <a:pt x="20936" y="66997"/>
                </a:lnTo>
                <a:lnTo>
                  <a:pt x="0" y="66997"/>
                </a:lnTo>
                <a:lnTo>
                  <a:pt x="0" y="1555"/>
                </a:lnTo>
                <a:lnTo>
                  <a:pt x="20936" y="1555"/>
                </a:lnTo>
                <a:lnTo>
                  <a:pt x="20936" y="11126"/>
                </a:lnTo>
                <a:cubicBezTo>
                  <a:pt x="24047" y="7298"/>
                  <a:pt x="27277" y="4546"/>
                  <a:pt x="30866" y="2752"/>
                </a:cubicBezTo>
                <a:cubicBezTo>
                  <a:pt x="34455" y="957"/>
                  <a:pt x="38403" y="0"/>
                  <a:pt x="42710" y="0"/>
                </a:cubicBezTo>
                <a:cubicBezTo>
                  <a:pt x="50248" y="0"/>
                  <a:pt x="55990" y="2393"/>
                  <a:pt x="59938" y="6939"/>
                </a:cubicBezTo>
                <a:cubicBezTo>
                  <a:pt x="63766" y="11605"/>
                  <a:pt x="65800" y="18304"/>
                  <a:pt x="65800" y="27158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41D0AD-83CD-4C87-8C33-3FB7FFA005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21858" y="7251264"/>
            <a:ext cx="70227" cy="92479"/>
          </a:xfrm>
          <a:custGeom xmlns:a="http://schemas.openxmlformats.org/drawingml/2006/main">
            <a:pathLst>
              <a:path w="70227" h="92479">
                <a:moveTo>
                  <a:pt x="49171" y="35054"/>
                </a:moveTo>
                <a:lnTo>
                  <a:pt x="49171" y="0"/>
                </a:lnTo>
                <a:lnTo>
                  <a:pt x="70227" y="0"/>
                </a:lnTo>
                <a:lnTo>
                  <a:pt x="70227" y="90924"/>
                </a:lnTo>
                <a:lnTo>
                  <a:pt x="49171" y="90924"/>
                </a:lnTo>
                <a:lnTo>
                  <a:pt x="49171" y="81473"/>
                </a:lnTo>
                <a:cubicBezTo>
                  <a:pt x="46299" y="85301"/>
                  <a:pt x="43069" y="88172"/>
                  <a:pt x="39600" y="89847"/>
                </a:cubicBezTo>
                <a:cubicBezTo>
                  <a:pt x="36130" y="91522"/>
                  <a:pt x="32182" y="92479"/>
                  <a:pt x="27636" y="92479"/>
                </a:cubicBezTo>
                <a:cubicBezTo>
                  <a:pt x="19501" y="92479"/>
                  <a:pt x="12921" y="89369"/>
                  <a:pt x="7776" y="83028"/>
                </a:cubicBezTo>
                <a:cubicBezTo>
                  <a:pt x="2512" y="76687"/>
                  <a:pt x="0" y="68432"/>
                  <a:pt x="0" y="58383"/>
                </a:cubicBezTo>
                <a:cubicBezTo>
                  <a:pt x="0" y="48333"/>
                  <a:pt x="2512" y="40078"/>
                  <a:pt x="7776" y="33618"/>
                </a:cubicBezTo>
                <a:cubicBezTo>
                  <a:pt x="12921" y="27158"/>
                  <a:pt x="19501" y="23927"/>
                  <a:pt x="27636" y="23927"/>
                </a:cubicBezTo>
                <a:cubicBezTo>
                  <a:pt x="32182" y="23927"/>
                  <a:pt x="36130" y="24884"/>
                  <a:pt x="39600" y="26679"/>
                </a:cubicBezTo>
                <a:cubicBezTo>
                  <a:pt x="43069" y="28474"/>
                  <a:pt x="46299" y="31225"/>
                  <a:pt x="49171" y="35054"/>
                </a:cubicBezTo>
                <a:close/>
                <a:moveTo>
                  <a:pt x="35413" y="77405"/>
                </a:moveTo>
                <a:cubicBezTo>
                  <a:pt x="39839" y="77405"/>
                  <a:pt x="43189" y="75850"/>
                  <a:pt x="45582" y="72500"/>
                </a:cubicBezTo>
                <a:cubicBezTo>
                  <a:pt x="47974" y="69270"/>
                  <a:pt x="49171" y="64484"/>
                  <a:pt x="49171" y="58263"/>
                </a:cubicBezTo>
                <a:cubicBezTo>
                  <a:pt x="49171" y="52042"/>
                  <a:pt x="47974" y="47376"/>
                  <a:pt x="45582" y="44026"/>
                </a:cubicBezTo>
                <a:cubicBezTo>
                  <a:pt x="43189" y="40796"/>
                  <a:pt x="39839" y="39121"/>
                  <a:pt x="35413" y="39121"/>
                </a:cubicBezTo>
                <a:cubicBezTo>
                  <a:pt x="30866" y="39121"/>
                  <a:pt x="27516" y="40796"/>
                  <a:pt x="25124" y="44026"/>
                </a:cubicBezTo>
                <a:cubicBezTo>
                  <a:pt x="22731" y="47376"/>
                  <a:pt x="21654" y="52042"/>
                  <a:pt x="21654" y="58263"/>
                </a:cubicBezTo>
                <a:cubicBezTo>
                  <a:pt x="21654" y="64484"/>
                  <a:pt x="22731" y="69270"/>
                  <a:pt x="25124" y="72500"/>
                </a:cubicBezTo>
                <a:cubicBezTo>
                  <a:pt x="27516" y="75850"/>
                  <a:pt x="30866" y="77405"/>
                  <a:pt x="35413" y="7740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4A0A81-70FA-479C-8CFB-300FD67503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12184" y="7251264"/>
            <a:ext cx="20936" cy="90924"/>
          </a:xfrm>
          <a:custGeom xmlns:a="http://schemas.openxmlformats.org/drawingml/2006/main">
            <a:pathLst>
              <a:path w="20936" h="90924">
                <a:moveTo>
                  <a:pt x="0" y="25483"/>
                </a:moveTo>
                <a:lnTo>
                  <a:pt x="20936" y="25483"/>
                </a:lnTo>
                <a:lnTo>
                  <a:pt x="20936" y="90924"/>
                </a:lnTo>
                <a:lnTo>
                  <a:pt x="0" y="90924"/>
                </a:lnTo>
                <a:lnTo>
                  <a:pt x="0" y="25483"/>
                </a:lnTo>
                <a:close/>
                <a:moveTo>
                  <a:pt x="0" y="0"/>
                </a:moveTo>
                <a:lnTo>
                  <a:pt x="20936" y="0"/>
                </a:lnTo>
                <a:lnTo>
                  <a:pt x="20936" y="17108"/>
                </a:lnTo>
                <a:lnTo>
                  <a:pt x="0" y="1710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23C0D0-F765-4FF0-B6D8-B59655F902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23778" y="7254973"/>
            <a:ext cx="78721" cy="87215"/>
          </a:xfrm>
          <a:custGeom xmlns:a="http://schemas.openxmlformats.org/drawingml/2006/main">
            <a:pathLst>
              <a:path w="78721" h="87215">
                <a:moveTo>
                  <a:pt x="31943" y="38643"/>
                </a:moveTo>
                <a:cubicBezTo>
                  <a:pt x="36609" y="38643"/>
                  <a:pt x="39959" y="37805"/>
                  <a:pt x="41993" y="36011"/>
                </a:cubicBezTo>
                <a:cubicBezTo>
                  <a:pt x="44026" y="34336"/>
                  <a:pt x="45103" y="31465"/>
                  <a:pt x="45103" y="27397"/>
                </a:cubicBezTo>
                <a:cubicBezTo>
                  <a:pt x="45103" y="23449"/>
                  <a:pt x="44026" y="20578"/>
                  <a:pt x="41993" y="18903"/>
                </a:cubicBezTo>
                <a:cubicBezTo>
                  <a:pt x="39959" y="17228"/>
                  <a:pt x="36609" y="16271"/>
                  <a:pt x="31943" y="16271"/>
                </a:cubicBezTo>
                <a:lnTo>
                  <a:pt x="22492" y="16271"/>
                </a:lnTo>
                <a:lnTo>
                  <a:pt x="22492" y="38643"/>
                </a:lnTo>
                <a:lnTo>
                  <a:pt x="31943" y="38643"/>
                </a:lnTo>
                <a:close/>
                <a:moveTo>
                  <a:pt x="22492" y="54196"/>
                </a:moveTo>
                <a:lnTo>
                  <a:pt x="22492" y="87215"/>
                </a:lnTo>
                <a:lnTo>
                  <a:pt x="0" y="87215"/>
                </a:lnTo>
                <a:lnTo>
                  <a:pt x="0" y="0"/>
                </a:lnTo>
                <a:lnTo>
                  <a:pt x="34336" y="0"/>
                </a:lnTo>
                <a:cubicBezTo>
                  <a:pt x="45821" y="0"/>
                  <a:pt x="54196" y="2034"/>
                  <a:pt x="59579" y="5862"/>
                </a:cubicBezTo>
                <a:cubicBezTo>
                  <a:pt x="64843" y="9691"/>
                  <a:pt x="67595" y="15792"/>
                  <a:pt x="67595" y="24047"/>
                </a:cubicBezTo>
                <a:cubicBezTo>
                  <a:pt x="67595" y="29790"/>
                  <a:pt x="66159" y="34575"/>
                  <a:pt x="63408" y="38284"/>
                </a:cubicBezTo>
                <a:cubicBezTo>
                  <a:pt x="60536" y="41993"/>
                  <a:pt x="56349" y="44744"/>
                  <a:pt x="50846" y="46419"/>
                </a:cubicBezTo>
                <a:cubicBezTo>
                  <a:pt x="53956" y="47137"/>
                  <a:pt x="56708" y="48812"/>
                  <a:pt x="59101" y="51205"/>
                </a:cubicBezTo>
                <a:cubicBezTo>
                  <a:pt x="61493" y="53717"/>
                  <a:pt x="64006" y="57426"/>
                  <a:pt x="66518" y="62450"/>
                </a:cubicBezTo>
                <a:lnTo>
                  <a:pt x="78721" y="87215"/>
                </a:lnTo>
                <a:lnTo>
                  <a:pt x="54794" y="87215"/>
                </a:lnTo>
                <a:lnTo>
                  <a:pt x="44146" y="65561"/>
                </a:lnTo>
                <a:cubicBezTo>
                  <a:pt x="41993" y="61254"/>
                  <a:pt x="39719" y="58263"/>
                  <a:pt x="37566" y="56588"/>
                </a:cubicBezTo>
                <a:cubicBezTo>
                  <a:pt x="35413" y="55033"/>
                  <a:pt x="32422" y="54196"/>
                  <a:pt x="28832" y="54196"/>
                </a:cubicBezTo>
                <a:lnTo>
                  <a:pt x="22492" y="54196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B30944-19C4-4D17-9CB4-BA549BBD40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14223" y="7276747"/>
            <a:ext cx="65800" cy="66997"/>
          </a:xfrm>
          <a:custGeom xmlns:a="http://schemas.openxmlformats.org/drawingml/2006/main">
            <a:pathLst>
              <a:path w="65800" h="66997">
                <a:moveTo>
                  <a:pt x="0" y="39959"/>
                </a:moveTo>
                <a:lnTo>
                  <a:pt x="0" y="0"/>
                </a:lnTo>
                <a:lnTo>
                  <a:pt x="21056" y="0"/>
                </a:lnTo>
                <a:lnTo>
                  <a:pt x="21056" y="6580"/>
                </a:lnTo>
                <a:cubicBezTo>
                  <a:pt x="21056" y="10169"/>
                  <a:pt x="20936" y="14596"/>
                  <a:pt x="20936" y="19979"/>
                </a:cubicBezTo>
                <a:cubicBezTo>
                  <a:pt x="20936" y="25363"/>
                  <a:pt x="20936" y="28952"/>
                  <a:pt x="20936" y="30627"/>
                </a:cubicBezTo>
                <a:cubicBezTo>
                  <a:pt x="20936" y="35891"/>
                  <a:pt x="21056" y="39719"/>
                  <a:pt x="21295" y="41993"/>
                </a:cubicBezTo>
                <a:cubicBezTo>
                  <a:pt x="21535" y="44385"/>
                  <a:pt x="22013" y="46060"/>
                  <a:pt x="22731" y="47017"/>
                </a:cubicBezTo>
                <a:cubicBezTo>
                  <a:pt x="23568" y="48453"/>
                  <a:pt x="24645" y="49530"/>
                  <a:pt x="26081" y="50248"/>
                </a:cubicBezTo>
                <a:cubicBezTo>
                  <a:pt x="27397" y="50965"/>
                  <a:pt x="28952" y="51324"/>
                  <a:pt x="30866" y="51324"/>
                </a:cubicBezTo>
                <a:cubicBezTo>
                  <a:pt x="35173" y="51324"/>
                  <a:pt x="38643" y="49649"/>
                  <a:pt x="41155" y="46299"/>
                </a:cubicBezTo>
                <a:cubicBezTo>
                  <a:pt x="43548" y="42950"/>
                  <a:pt x="44864" y="38284"/>
                  <a:pt x="44864" y="32302"/>
                </a:cubicBezTo>
                <a:lnTo>
                  <a:pt x="44864" y="0"/>
                </a:lnTo>
                <a:lnTo>
                  <a:pt x="65800" y="0"/>
                </a:lnTo>
                <a:lnTo>
                  <a:pt x="65800" y="65441"/>
                </a:lnTo>
                <a:lnTo>
                  <a:pt x="44864" y="65441"/>
                </a:lnTo>
                <a:lnTo>
                  <a:pt x="44864" y="55990"/>
                </a:lnTo>
                <a:cubicBezTo>
                  <a:pt x="41753" y="59818"/>
                  <a:pt x="38403" y="62690"/>
                  <a:pt x="34814" y="64365"/>
                </a:cubicBezTo>
                <a:cubicBezTo>
                  <a:pt x="31225" y="66040"/>
                  <a:pt x="27397" y="66997"/>
                  <a:pt x="23210" y="66997"/>
                </a:cubicBezTo>
                <a:cubicBezTo>
                  <a:pt x="15553" y="66997"/>
                  <a:pt x="9810" y="64724"/>
                  <a:pt x="5862" y="60177"/>
                </a:cubicBezTo>
                <a:cubicBezTo>
                  <a:pt x="1914" y="55631"/>
                  <a:pt x="0" y="48812"/>
                  <a:pt x="0" y="3995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B96EDC-E7F2-418A-B4C4-F8DBA4E218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96295" y="7275192"/>
            <a:ext cx="59340" cy="68552"/>
          </a:xfrm>
          <a:custGeom xmlns:a="http://schemas.openxmlformats.org/drawingml/2006/main">
            <a:pathLst>
              <a:path w="59340" h="68552">
                <a:moveTo>
                  <a:pt x="54913" y="3589"/>
                </a:moveTo>
                <a:lnTo>
                  <a:pt x="54913" y="19501"/>
                </a:lnTo>
                <a:cubicBezTo>
                  <a:pt x="50367" y="17706"/>
                  <a:pt x="46060" y="16271"/>
                  <a:pt x="41993" y="15314"/>
                </a:cubicBezTo>
                <a:cubicBezTo>
                  <a:pt x="37805" y="14356"/>
                  <a:pt x="33857" y="13878"/>
                  <a:pt x="30149" y="13878"/>
                </a:cubicBezTo>
                <a:cubicBezTo>
                  <a:pt x="26081" y="13878"/>
                  <a:pt x="23210" y="14476"/>
                  <a:pt x="21295" y="15433"/>
                </a:cubicBezTo>
                <a:cubicBezTo>
                  <a:pt x="19381" y="16390"/>
                  <a:pt x="18424" y="17946"/>
                  <a:pt x="18424" y="19979"/>
                </a:cubicBezTo>
                <a:cubicBezTo>
                  <a:pt x="18424" y="21654"/>
                  <a:pt x="19142" y="22970"/>
                  <a:pt x="20578" y="23808"/>
                </a:cubicBezTo>
                <a:cubicBezTo>
                  <a:pt x="22013" y="24765"/>
                  <a:pt x="24645" y="25363"/>
                  <a:pt x="28474" y="25842"/>
                </a:cubicBezTo>
                <a:lnTo>
                  <a:pt x="32182" y="26320"/>
                </a:lnTo>
                <a:cubicBezTo>
                  <a:pt x="42830" y="27756"/>
                  <a:pt x="50008" y="29909"/>
                  <a:pt x="53717" y="33020"/>
                </a:cubicBezTo>
                <a:cubicBezTo>
                  <a:pt x="57426" y="36130"/>
                  <a:pt x="59340" y="41035"/>
                  <a:pt x="59340" y="47735"/>
                </a:cubicBezTo>
                <a:cubicBezTo>
                  <a:pt x="59340" y="54674"/>
                  <a:pt x="56708" y="59938"/>
                  <a:pt x="51564" y="63408"/>
                </a:cubicBezTo>
                <a:cubicBezTo>
                  <a:pt x="46419" y="66877"/>
                  <a:pt x="38762" y="68552"/>
                  <a:pt x="28593" y="68552"/>
                </a:cubicBezTo>
                <a:cubicBezTo>
                  <a:pt x="24286" y="68552"/>
                  <a:pt x="19740" y="68193"/>
                  <a:pt x="15194" y="67595"/>
                </a:cubicBezTo>
                <a:cubicBezTo>
                  <a:pt x="10528" y="66997"/>
                  <a:pt x="5743" y="66040"/>
                  <a:pt x="957" y="64604"/>
                </a:cubicBezTo>
                <a:lnTo>
                  <a:pt x="957" y="48692"/>
                </a:lnTo>
                <a:cubicBezTo>
                  <a:pt x="5025" y="50846"/>
                  <a:pt x="9332" y="52401"/>
                  <a:pt x="13758" y="53358"/>
                </a:cubicBezTo>
                <a:cubicBezTo>
                  <a:pt x="18065" y="54315"/>
                  <a:pt x="22611" y="54794"/>
                  <a:pt x="27158" y="54794"/>
                </a:cubicBezTo>
                <a:cubicBezTo>
                  <a:pt x="31225" y="54794"/>
                  <a:pt x="34216" y="54315"/>
                  <a:pt x="36370" y="53119"/>
                </a:cubicBezTo>
                <a:cubicBezTo>
                  <a:pt x="38403" y="52042"/>
                  <a:pt x="39480" y="50367"/>
                  <a:pt x="39480" y="48094"/>
                </a:cubicBezTo>
                <a:cubicBezTo>
                  <a:pt x="39480" y="46180"/>
                  <a:pt x="38762" y="44864"/>
                  <a:pt x="37327" y="43907"/>
                </a:cubicBezTo>
                <a:cubicBezTo>
                  <a:pt x="35891" y="42950"/>
                  <a:pt x="33020" y="42232"/>
                  <a:pt x="28832" y="41753"/>
                </a:cubicBezTo>
                <a:lnTo>
                  <a:pt x="25124" y="41275"/>
                </a:lnTo>
                <a:cubicBezTo>
                  <a:pt x="15792" y="40198"/>
                  <a:pt x="9332" y="38045"/>
                  <a:pt x="5623" y="34814"/>
                </a:cubicBezTo>
                <a:cubicBezTo>
                  <a:pt x="1795" y="31704"/>
                  <a:pt x="0" y="26918"/>
                  <a:pt x="0" y="20458"/>
                </a:cubicBezTo>
                <a:cubicBezTo>
                  <a:pt x="0" y="13519"/>
                  <a:pt x="2273" y="8375"/>
                  <a:pt x="7059" y="5025"/>
                </a:cubicBezTo>
                <a:cubicBezTo>
                  <a:pt x="11844" y="1675"/>
                  <a:pt x="19142" y="0"/>
                  <a:pt x="28952" y="0"/>
                </a:cubicBezTo>
                <a:cubicBezTo>
                  <a:pt x="32781" y="0"/>
                  <a:pt x="36729" y="359"/>
                  <a:pt x="41035" y="957"/>
                </a:cubicBezTo>
                <a:cubicBezTo>
                  <a:pt x="45342" y="1555"/>
                  <a:pt x="49889" y="2393"/>
                  <a:pt x="54913" y="358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259334-7D6F-4775-8201-9DEB57CE20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67479" y="7275192"/>
            <a:ext cx="59340" cy="68552"/>
          </a:xfrm>
          <a:custGeom xmlns:a="http://schemas.openxmlformats.org/drawingml/2006/main">
            <a:pathLst>
              <a:path w="59340" h="68552">
                <a:moveTo>
                  <a:pt x="54913" y="3589"/>
                </a:moveTo>
                <a:lnTo>
                  <a:pt x="54913" y="19501"/>
                </a:lnTo>
                <a:cubicBezTo>
                  <a:pt x="50367" y="17706"/>
                  <a:pt x="46060" y="16271"/>
                  <a:pt x="41993" y="15314"/>
                </a:cubicBezTo>
                <a:cubicBezTo>
                  <a:pt x="37805" y="14356"/>
                  <a:pt x="33857" y="13878"/>
                  <a:pt x="30149" y="13878"/>
                </a:cubicBezTo>
                <a:cubicBezTo>
                  <a:pt x="26081" y="13878"/>
                  <a:pt x="23210" y="14476"/>
                  <a:pt x="21295" y="15433"/>
                </a:cubicBezTo>
                <a:cubicBezTo>
                  <a:pt x="19381" y="16390"/>
                  <a:pt x="18424" y="17946"/>
                  <a:pt x="18424" y="19979"/>
                </a:cubicBezTo>
                <a:cubicBezTo>
                  <a:pt x="18424" y="21654"/>
                  <a:pt x="19142" y="22970"/>
                  <a:pt x="20578" y="23808"/>
                </a:cubicBezTo>
                <a:cubicBezTo>
                  <a:pt x="22013" y="24765"/>
                  <a:pt x="24645" y="25363"/>
                  <a:pt x="28474" y="25842"/>
                </a:cubicBezTo>
                <a:lnTo>
                  <a:pt x="32182" y="26320"/>
                </a:lnTo>
                <a:cubicBezTo>
                  <a:pt x="42830" y="27756"/>
                  <a:pt x="50008" y="29909"/>
                  <a:pt x="53717" y="33020"/>
                </a:cubicBezTo>
                <a:cubicBezTo>
                  <a:pt x="57426" y="36130"/>
                  <a:pt x="59340" y="41035"/>
                  <a:pt x="59340" y="47735"/>
                </a:cubicBezTo>
                <a:cubicBezTo>
                  <a:pt x="59340" y="54674"/>
                  <a:pt x="56708" y="59938"/>
                  <a:pt x="51564" y="63408"/>
                </a:cubicBezTo>
                <a:cubicBezTo>
                  <a:pt x="46419" y="66877"/>
                  <a:pt x="38762" y="68552"/>
                  <a:pt x="28593" y="68552"/>
                </a:cubicBezTo>
                <a:cubicBezTo>
                  <a:pt x="24286" y="68552"/>
                  <a:pt x="19740" y="68193"/>
                  <a:pt x="15194" y="67595"/>
                </a:cubicBezTo>
                <a:cubicBezTo>
                  <a:pt x="10528" y="66997"/>
                  <a:pt x="5743" y="66040"/>
                  <a:pt x="957" y="64604"/>
                </a:cubicBezTo>
                <a:lnTo>
                  <a:pt x="957" y="48692"/>
                </a:lnTo>
                <a:cubicBezTo>
                  <a:pt x="5025" y="50846"/>
                  <a:pt x="9332" y="52401"/>
                  <a:pt x="13758" y="53358"/>
                </a:cubicBezTo>
                <a:cubicBezTo>
                  <a:pt x="18065" y="54315"/>
                  <a:pt x="22611" y="54794"/>
                  <a:pt x="27158" y="54794"/>
                </a:cubicBezTo>
                <a:cubicBezTo>
                  <a:pt x="31225" y="54794"/>
                  <a:pt x="34216" y="54315"/>
                  <a:pt x="36370" y="53119"/>
                </a:cubicBezTo>
                <a:cubicBezTo>
                  <a:pt x="38403" y="52042"/>
                  <a:pt x="39480" y="50367"/>
                  <a:pt x="39480" y="48094"/>
                </a:cubicBezTo>
                <a:cubicBezTo>
                  <a:pt x="39480" y="46180"/>
                  <a:pt x="38762" y="44864"/>
                  <a:pt x="37327" y="43907"/>
                </a:cubicBezTo>
                <a:cubicBezTo>
                  <a:pt x="35891" y="42950"/>
                  <a:pt x="33020" y="42232"/>
                  <a:pt x="28832" y="41753"/>
                </a:cubicBezTo>
                <a:lnTo>
                  <a:pt x="25124" y="41275"/>
                </a:lnTo>
                <a:cubicBezTo>
                  <a:pt x="15792" y="40198"/>
                  <a:pt x="9332" y="38045"/>
                  <a:pt x="5623" y="34814"/>
                </a:cubicBezTo>
                <a:cubicBezTo>
                  <a:pt x="1795" y="31704"/>
                  <a:pt x="0" y="26918"/>
                  <a:pt x="0" y="20458"/>
                </a:cubicBezTo>
                <a:cubicBezTo>
                  <a:pt x="0" y="13519"/>
                  <a:pt x="2273" y="8375"/>
                  <a:pt x="7059" y="5025"/>
                </a:cubicBezTo>
                <a:cubicBezTo>
                  <a:pt x="11844" y="1675"/>
                  <a:pt x="19142" y="0"/>
                  <a:pt x="28952" y="0"/>
                </a:cubicBezTo>
                <a:cubicBezTo>
                  <a:pt x="32781" y="0"/>
                  <a:pt x="36729" y="359"/>
                  <a:pt x="41035" y="957"/>
                </a:cubicBezTo>
                <a:cubicBezTo>
                  <a:pt x="45342" y="1555"/>
                  <a:pt x="49889" y="2393"/>
                  <a:pt x="54913" y="358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1098A9-A735-4AB5-9728-1881C7C1E1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42491" y="7251264"/>
            <a:ext cx="20936" cy="90924"/>
          </a:xfrm>
          <a:custGeom xmlns:a="http://schemas.openxmlformats.org/drawingml/2006/main">
            <a:pathLst>
              <a:path w="20936" h="90924">
                <a:moveTo>
                  <a:pt x="0" y="25483"/>
                </a:moveTo>
                <a:lnTo>
                  <a:pt x="20936" y="25483"/>
                </a:lnTo>
                <a:lnTo>
                  <a:pt x="20936" y="90924"/>
                </a:lnTo>
                <a:lnTo>
                  <a:pt x="0" y="90924"/>
                </a:lnTo>
                <a:lnTo>
                  <a:pt x="0" y="25483"/>
                </a:lnTo>
                <a:close/>
                <a:moveTo>
                  <a:pt x="0" y="0"/>
                </a:moveTo>
                <a:lnTo>
                  <a:pt x="20936" y="0"/>
                </a:lnTo>
                <a:lnTo>
                  <a:pt x="20936" y="17108"/>
                </a:lnTo>
                <a:lnTo>
                  <a:pt x="0" y="1710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3530B3-34A7-4C8E-8A4C-F4EDB37900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78621" y="7275192"/>
            <a:ext cx="66159" cy="68552"/>
          </a:xfrm>
          <a:custGeom xmlns:a="http://schemas.openxmlformats.org/drawingml/2006/main">
            <a:pathLst>
              <a:path w="66159" h="68552">
                <a:moveTo>
                  <a:pt x="34216" y="37566"/>
                </a:moveTo>
                <a:cubicBezTo>
                  <a:pt x="29790" y="37566"/>
                  <a:pt x="26440" y="38403"/>
                  <a:pt x="24286" y="39839"/>
                </a:cubicBezTo>
                <a:cubicBezTo>
                  <a:pt x="22133" y="41275"/>
                  <a:pt x="21056" y="43428"/>
                  <a:pt x="21056" y="46299"/>
                </a:cubicBezTo>
                <a:cubicBezTo>
                  <a:pt x="21056" y="48932"/>
                  <a:pt x="21894" y="51085"/>
                  <a:pt x="23688" y="52521"/>
                </a:cubicBezTo>
                <a:cubicBezTo>
                  <a:pt x="25483" y="54076"/>
                  <a:pt x="27995" y="54794"/>
                  <a:pt x="31106" y="54794"/>
                </a:cubicBezTo>
                <a:cubicBezTo>
                  <a:pt x="35054" y="54794"/>
                  <a:pt x="38403" y="53478"/>
                  <a:pt x="41035" y="50606"/>
                </a:cubicBezTo>
                <a:cubicBezTo>
                  <a:pt x="43667" y="47735"/>
                  <a:pt x="45103" y="44266"/>
                  <a:pt x="45103" y="39959"/>
                </a:cubicBezTo>
                <a:lnTo>
                  <a:pt x="45103" y="37566"/>
                </a:lnTo>
                <a:lnTo>
                  <a:pt x="34216" y="37566"/>
                </a:lnTo>
                <a:close/>
                <a:moveTo>
                  <a:pt x="66159" y="29670"/>
                </a:moveTo>
                <a:lnTo>
                  <a:pt x="66159" y="66997"/>
                </a:lnTo>
                <a:lnTo>
                  <a:pt x="45103" y="66997"/>
                </a:lnTo>
                <a:lnTo>
                  <a:pt x="45103" y="57306"/>
                </a:lnTo>
                <a:cubicBezTo>
                  <a:pt x="42232" y="61374"/>
                  <a:pt x="39121" y="64245"/>
                  <a:pt x="35652" y="65920"/>
                </a:cubicBezTo>
                <a:cubicBezTo>
                  <a:pt x="32063" y="67595"/>
                  <a:pt x="27875" y="68552"/>
                  <a:pt x="22851" y="68552"/>
                </a:cubicBezTo>
                <a:cubicBezTo>
                  <a:pt x="16031" y="68552"/>
                  <a:pt x="10528" y="66638"/>
                  <a:pt x="6341" y="62690"/>
                </a:cubicBezTo>
                <a:cubicBezTo>
                  <a:pt x="2034" y="58861"/>
                  <a:pt x="0" y="53717"/>
                  <a:pt x="0" y="47376"/>
                </a:cubicBezTo>
                <a:cubicBezTo>
                  <a:pt x="0" y="39719"/>
                  <a:pt x="2632" y="34097"/>
                  <a:pt x="7896" y="30507"/>
                </a:cubicBezTo>
                <a:cubicBezTo>
                  <a:pt x="13160" y="26918"/>
                  <a:pt x="21415" y="25124"/>
                  <a:pt x="32781" y="25124"/>
                </a:cubicBezTo>
                <a:lnTo>
                  <a:pt x="45103" y="25124"/>
                </a:lnTo>
                <a:lnTo>
                  <a:pt x="45103" y="23449"/>
                </a:lnTo>
                <a:cubicBezTo>
                  <a:pt x="45103" y="20219"/>
                  <a:pt x="43787" y="17826"/>
                  <a:pt x="41155" y="16271"/>
                </a:cubicBezTo>
                <a:cubicBezTo>
                  <a:pt x="38523" y="14715"/>
                  <a:pt x="34455" y="13878"/>
                  <a:pt x="28952" y="13878"/>
                </a:cubicBezTo>
                <a:cubicBezTo>
                  <a:pt x="24406" y="13878"/>
                  <a:pt x="20219" y="14356"/>
                  <a:pt x="16390" y="15314"/>
                </a:cubicBezTo>
                <a:cubicBezTo>
                  <a:pt x="12562" y="16271"/>
                  <a:pt x="8973" y="17587"/>
                  <a:pt x="5743" y="19262"/>
                </a:cubicBezTo>
                <a:lnTo>
                  <a:pt x="5743" y="3350"/>
                </a:lnTo>
                <a:cubicBezTo>
                  <a:pt x="10169" y="2273"/>
                  <a:pt x="14596" y="1436"/>
                  <a:pt x="19142" y="837"/>
                </a:cubicBezTo>
                <a:cubicBezTo>
                  <a:pt x="23688" y="359"/>
                  <a:pt x="28234" y="0"/>
                  <a:pt x="32781" y="0"/>
                </a:cubicBezTo>
                <a:cubicBezTo>
                  <a:pt x="44505" y="0"/>
                  <a:pt x="52999" y="2393"/>
                  <a:pt x="58263" y="7059"/>
                </a:cubicBezTo>
                <a:cubicBezTo>
                  <a:pt x="63527" y="11724"/>
                  <a:pt x="66159" y="19262"/>
                  <a:pt x="66159" y="2967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322A0D-1E01-4893-A0CD-35015136BD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64281" y="7275192"/>
            <a:ext cx="65800" cy="66997"/>
          </a:xfrm>
          <a:custGeom xmlns:a="http://schemas.openxmlformats.org/drawingml/2006/main">
            <a:pathLst>
              <a:path w="65800" h="66997">
                <a:moveTo>
                  <a:pt x="65800" y="27158"/>
                </a:moveTo>
                <a:lnTo>
                  <a:pt x="65800" y="66997"/>
                </a:lnTo>
                <a:lnTo>
                  <a:pt x="44744" y="66997"/>
                </a:lnTo>
                <a:lnTo>
                  <a:pt x="44744" y="60536"/>
                </a:lnTo>
                <a:lnTo>
                  <a:pt x="44744" y="36489"/>
                </a:lnTo>
                <a:cubicBezTo>
                  <a:pt x="44744" y="30866"/>
                  <a:pt x="44625" y="27038"/>
                  <a:pt x="44385" y="24884"/>
                </a:cubicBezTo>
                <a:cubicBezTo>
                  <a:pt x="44146" y="22731"/>
                  <a:pt x="43667" y="21176"/>
                  <a:pt x="43069" y="20099"/>
                </a:cubicBezTo>
                <a:cubicBezTo>
                  <a:pt x="42232" y="18783"/>
                  <a:pt x="41155" y="17706"/>
                  <a:pt x="39719" y="16988"/>
                </a:cubicBezTo>
                <a:cubicBezTo>
                  <a:pt x="38284" y="16271"/>
                  <a:pt x="36609" y="15792"/>
                  <a:pt x="34934" y="15792"/>
                </a:cubicBezTo>
                <a:cubicBezTo>
                  <a:pt x="30507" y="15792"/>
                  <a:pt x="27038" y="17467"/>
                  <a:pt x="24645" y="20817"/>
                </a:cubicBezTo>
                <a:cubicBezTo>
                  <a:pt x="22133" y="24167"/>
                  <a:pt x="20936" y="28832"/>
                  <a:pt x="20936" y="34814"/>
                </a:cubicBezTo>
                <a:lnTo>
                  <a:pt x="20936" y="66997"/>
                </a:lnTo>
                <a:lnTo>
                  <a:pt x="0" y="66997"/>
                </a:lnTo>
                <a:lnTo>
                  <a:pt x="0" y="1555"/>
                </a:lnTo>
                <a:lnTo>
                  <a:pt x="20936" y="1555"/>
                </a:lnTo>
                <a:lnTo>
                  <a:pt x="20936" y="11126"/>
                </a:lnTo>
                <a:cubicBezTo>
                  <a:pt x="24047" y="7298"/>
                  <a:pt x="27277" y="4546"/>
                  <a:pt x="30866" y="2752"/>
                </a:cubicBezTo>
                <a:cubicBezTo>
                  <a:pt x="34455" y="957"/>
                  <a:pt x="38403" y="0"/>
                  <a:pt x="42710" y="0"/>
                </a:cubicBezTo>
                <a:cubicBezTo>
                  <a:pt x="50248" y="0"/>
                  <a:pt x="55990" y="2393"/>
                  <a:pt x="59938" y="6939"/>
                </a:cubicBezTo>
                <a:cubicBezTo>
                  <a:pt x="63766" y="11605"/>
                  <a:pt x="65800" y="18304"/>
                  <a:pt x="65800" y="27158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A589B8-F356-4A99-B6DD-11F34807A2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26519" y="7253418"/>
            <a:ext cx="68791" cy="90326"/>
          </a:xfrm>
          <a:custGeom xmlns:a="http://schemas.openxmlformats.org/drawingml/2006/main">
            <a:pathLst>
              <a:path w="68791" h="90326">
                <a:moveTo>
                  <a:pt x="63049" y="4307"/>
                </a:moveTo>
                <a:lnTo>
                  <a:pt x="63049" y="22731"/>
                </a:lnTo>
                <a:cubicBezTo>
                  <a:pt x="58263" y="20578"/>
                  <a:pt x="53597" y="19022"/>
                  <a:pt x="49051" y="17946"/>
                </a:cubicBezTo>
                <a:cubicBezTo>
                  <a:pt x="44505" y="16869"/>
                  <a:pt x="40198" y="16271"/>
                  <a:pt x="36130" y="16271"/>
                </a:cubicBezTo>
                <a:cubicBezTo>
                  <a:pt x="30747" y="16271"/>
                  <a:pt x="26799" y="17108"/>
                  <a:pt x="24167" y="18544"/>
                </a:cubicBezTo>
                <a:cubicBezTo>
                  <a:pt x="21535" y="19979"/>
                  <a:pt x="20338" y="22252"/>
                  <a:pt x="20338" y="25363"/>
                </a:cubicBezTo>
                <a:cubicBezTo>
                  <a:pt x="20338" y="27756"/>
                  <a:pt x="21176" y="29670"/>
                  <a:pt x="22970" y="30866"/>
                </a:cubicBezTo>
                <a:cubicBezTo>
                  <a:pt x="24645" y="32182"/>
                  <a:pt x="27875" y="33259"/>
                  <a:pt x="32422" y="34216"/>
                </a:cubicBezTo>
                <a:lnTo>
                  <a:pt x="41993" y="36130"/>
                </a:lnTo>
                <a:cubicBezTo>
                  <a:pt x="51564" y="38045"/>
                  <a:pt x="58502" y="41035"/>
                  <a:pt x="62570" y="44983"/>
                </a:cubicBezTo>
                <a:cubicBezTo>
                  <a:pt x="66638" y="49051"/>
                  <a:pt x="68791" y="54674"/>
                  <a:pt x="68791" y="61972"/>
                </a:cubicBezTo>
                <a:cubicBezTo>
                  <a:pt x="68791" y="71543"/>
                  <a:pt x="65920" y="78721"/>
                  <a:pt x="60177" y="83387"/>
                </a:cubicBezTo>
                <a:cubicBezTo>
                  <a:pt x="54435" y="88053"/>
                  <a:pt x="45821" y="90326"/>
                  <a:pt x="34097" y="90326"/>
                </a:cubicBezTo>
                <a:cubicBezTo>
                  <a:pt x="28593" y="90326"/>
                  <a:pt x="22970" y="89728"/>
                  <a:pt x="17467" y="88771"/>
                </a:cubicBezTo>
                <a:cubicBezTo>
                  <a:pt x="11844" y="87814"/>
                  <a:pt x="6221" y="86378"/>
                  <a:pt x="718" y="84224"/>
                </a:cubicBezTo>
                <a:lnTo>
                  <a:pt x="718" y="65202"/>
                </a:lnTo>
                <a:cubicBezTo>
                  <a:pt x="6221" y="68193"/>
                  <a:pt x="11605" y="70466"/>
                  <a:pt x="16869" y="71902"/>
                </a:cubicBezTo>
                <a:cubicBezTo>
                  <a:pt x="22013" y="73457"/>
                  <a:pt x="27038" y="74175"/>
                  <a:pt x="31943" y="74175"/>
                </a:cubicBezTo>
                <a:cubicBezTo>
                  <a:pt x="36729" y="74175"/>
                  <a:pt x="40557" y="73457"/>
                  <a:pt x="43189" y="71782"/>
                </a:cubicBezTo>
                <a:cubicBezTo>
                  <a:pt x="45821" y="70107"/>
                  <a:pt x="47137" y="67834"/>
                  <a:pt x="47137" y="64724"/>
                </a:cubicBezTo>
                <a:cubicBezTo>
                  <a:pt x="47137" y="62092"/>
                  <a:pt x="46180" y="59938"/>
                  <a:pt x="44385" y="58502"/>
                </a:cubicBezTo>
                <a:cubicBezTo>
                  <a:pt x="42591" y="57067"/>
                  <a:pt x="39121" y="55631"/>
                  <a:pt x="33857" y="54435"/>
                </a:cubicBezTo>
                <a:lnTo>
                  <a:pt x="25124" y="52521"/>
                </a:lnTo>
                <a:cubicBezTo>
                  <a:pt x="16390" y="50606"/>
                  <a:pt x="10050" y="47615"/>
                  <a:pt x="5982" y="43548"/>
                </a:cubicBezTo>
                <a:cubicBezTo>
                  <a:pt x="1914" y="39480"/>
                  <a:pt x="0" y="33977"/>
                  <a:pt x="0" y="27038"/>
                </a:cubicBezTo>
                <a:cubicBezTo>
                  <a:pt x="0" y="18424"/>
                  <a:pt x="2752" y="11724"/>
                  <a:pt x="8375" y="7059"/>
                </a:cubicBezTo>
                <a:cubicBezTo>
                  <a:pt x="13878" y="2393"/>
                  <a:pt x="22013" y="0"/>
                  <a:pt x="32541" y="0"/>
                </a:cubicBezTo>
                <a:cubicBezTo>
                  <a:pt x="37327" y="0"/>
                  <a:pt x="42232" y="359"/>
                  <a:pt x="47257" y="1077"/>
                </a:cubicBezTo>
                <a:cubicBezTo>
                  <a:pt x="52281" y="1795"/>
                  <a:pt x="57545" y="2871"/>
                  <a:pt x="63049" y="4307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09E5E8-A894-44E6-B5C8-64D2E4503C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14093" y="7275192"/>
            <a:ext cx="70227" cy="91762"/>
          </a:xfrm>
          <a:custGeom xmlns:a="http://schemas.openxmlformats.org/drawingml/2006/main">
            <a:pathLst>
              <a:path w="70227" h="91762">
                <a:moveTo>
                  <a:pt x="20936" y="57545"/>
                </a:moveTo>
                <a:lnTo>
                  <a:pt x="20936" y="91762"/>
                </a:lnTo>
                <a:lnTo>
                  <a:pt x="0" y="91762"/>
                </a:lnTo>
                <a:lnTo>
                  <a:pt x="0" y="1555"/>
                </a:lnTo>
                <a:lnTo>
                  <a:pt x="20936" y="1555"/>
                </a:lnTo>
                <a:lnTo>
                  <a:pt x="20936" y="11126"/>
                </a:lnTo>
                <a:cubicBezTo>
                  <a:pt x="23808" y="7298"/>
                  <a:pt x="26918" y="4546"/>
                  <a:pt x="30507" y="2752"/>
                </a:cubicBezTo>
                <a:cubicBezTo>
                  <a:pt x="33977" y="957"/>
                  <a:pt x="38045" y="0"/>
                  <a:pt x="42591" y="0"/>
                </a:cubicBezTo>
                <a:cubicBezTo>
                  <a:pt x="50606" y="0"/>
                  <a:pt x="57186" y="3230"/>
                  <a:pt x="62450" y="9691"/>
                </a:cubicBezTo>
                <a:cubicBezTo>
                  <a:pt x="67595" y="16151"/>
                  <a:pt x="70227" y="24406"/>
                  <a:pt x="70227" y="34455"/>
                </a:cubicBezTo>
                <a:cubicBezTo>
                  <a:pt x="70227" y="44505"/>
                  <a:pt x="67595" y="52760"/>
                  <a:pt x="62450" y="59101"/>
                </a:cubicBezTo>
                <a:cubicBezTo>
                  <a:pt x="57186" y="65441"/>
                  <a:pt x="50606" y="68552"/>
                  <a:pt x="42591" y="68552"/>
                </a:cubicBezTo>
                <a:cubicBezTo>
                  <a:pt x="38045" y="68552"/>
                  <a:pt x="33977" y="67595"/>
                  <a:pt x="30507" y="65920"/>
                </a:cubicBezTo>
                <a:cubicBezTo>
                  <a:pt x="26918" y="64245"/>
                  <a:pt x="23808" y="61374"/>
                  <a:pt x="20936" y="57545"/>
                </a:cubicBezTo>
                <a:close/>
                <a:moveTo>
                  <a:pt x="34814" y="15194"/>
                </a:moveTo>
                <a:cubicBezTo>
                  <a:pt x="30268" y="15194"/>
                  <a:pt x="26918" y="16869"/>
                  <a:pt x="24526" y="20099"/>
                </a:cubicBezTo>
                <a:cubicBezTo>
                  <a:pt x="22133" y="23449"/>
                  <a:pt x="20936" y="28115"/>
                  <a:pt x="20936" y="34336"/>
                </a:cubicBezTo>
                <a:cubicBezTo>
                  <a:pt x="20936" y="40557"/>
                  <a:pt x="22133" y="45342"/>
                  <a:pt x="24526" y="48573"/>
                </a:cubicBezTo>
                <a:cubicBezTo>
                  <a:pt x="26918" y="51922"/>
                  <a:pt x="30268" y="53478"/>
                  <a:pt x="34814" y="53478"/>
                </a:cubicBezTo>
                <a:cubicBezTo>
                  <a:pt x="39241" y="53478"/>
                  <a:pt x="42591" y="51922"/>
                  <a:pt x="44983" y="48573"/>
                </a:cubicBezTo>
                <a:cubicBezTo>
                  <a:pt x="47376" y="45342"/>
                  <a:pt x="48573" y="40557"/>
                  <a:pt x="48573" y="34336"/>
                </a:cubicBezTo>
                <a:cubicBezTo>
                  <a:pt x="48573" y="28115"/>
                  <a:pt x="47376" y="23449"/>
                  <a:pt x="44983" y="20099"/>
                </a:cubicBezTo>
                <a:cubicBezTo>
                  <a:pt x="42591" y="16869"/>
                  <a:pt x="39241" y="15194"/>
                  <a:pt x="34814" y="1519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212A7C-EBDB-419F-8969-496757A592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94848" y="7275192"/>
            <a:ext cx="66159" cy="68552"/>
          </a:xfrm>
          <a:custGeom xmlns:a="http://schemas.openxmlformats.org/drawingml/2006/main">
            <a:pathLst>
              <a:path w="66159" h="68552">
                <a:moveTo>
                  <a:pt x="34216" y="37566"/>
                </a:moveTo>
                <a:cubicBezTo>
                  <a:pt x="29790" y="37566"/>
                  <a:pt x="26440" y="38403"/>
                  <a:pt x="24286" y="39839"/>
                </a:cubicBezTo>
                <a:cubicBezTo>
                  <a:pt x="22133" y="41275"/>
                  <a:pt x="21056" y="43428"/>
                  <a:pt x="21056" y="46299"/>
                </a:cubicBezTo>
                <a:cubicBezTo>
                  <a:pt x="21056" y="48932"/>
                  <a:pt x="21894" y="51085"/>
                  <a:pt x="23688" y="52521"/>
                </a:cubicBezTo>
                <a:cubicBezTo>
                  <a:pt x="25483" y="54076"/>
                  <a:pt x="27995" y="54794"/>
                  <a:pt x="31106" y="54794"/>
                </a:cubicBezTo>
                <a:cubicBezTo>
                  <a:pt x="35054" y="54794"/>
                  <a:pt x="38403" y="53478"/>
                  <a:pt x="41035" y="50606"/>
                </a:cubicBezTo>
                <a:cubicBezTo>
                  <a:pt x="43667" y="47735"/>
                  <a:pt x="45103" y="44266"/>
                  <a:pt x="45103" y="39959"/>
                </a:cubicBezTo>
                <a:lnTo>
                  <a:pt x="45103" y="37566"/>
                </a:lnTo>
                <a:lnTo>
                  <a:pt x="34216" y="37566"/>
                </a:lnTo>
                <a:close/>
                <a:moveTo>
                  <a:pt x="66159" y="29670"/>
                </a:moveTo>
                <a:lnTo>
                  <a:pt x="66159" y="66997"/>
                </a:lnTo>
                <a:lnTo>
                  <a:pt x="45103" y="66997"/>
                </a:lnTo>
                <a:lnTo>
                  <a:pt x="45103" y="57306"/>
                </a:lnTo>
                <a:cubicBezTo>
                  <a:pt x="42232" y="61374"/>
                  <a:pt x="39121" y="64245"/>
                  <a:pt x="35652" y="65920"/>
                </a:cubicBezTo>
                <a:cubicBezTo>
                  <a:pt x="32063" y="67595"/>
                  <a:pt x="27875" y="68552"/>
                  <a:pt x="22851" y="68552"/>
                </a:cubicBezTo>
                <a:cubicBezTo>
                  <a:pt x="16031" y="68552"/>
                  <a:pt x="10528" y="66638"/>
                  <a:pt x="6341" y="62690"/>
                </a:cubicBezTo>
                <a:cubicBezTo>
                  <a:pt x="2034" y="58861"/>
                  <a:pt x="0" y="53717"/>
                  <a:pt x="0" y="47376"/>
                </a:cubicBezTo>
                <a:cubicBezTo>
                  <a:pt x="0" y="39719"/>
                  <a:pt x="2632" y="34097"/>
                  <a:pt x="7896" y="30507"/>
                </a:cubicBezTo>
                <a:cubicBezTo>
                  <a:pt x="13160" y="26918"/>
                  <a:pt x="21415" y="25124"/>
                  <a:pt x="32781" y="25124"/>
                </a:cubicBezTo>
                <a:lnTo>
                  <a:pt x="45103" y="25124"/>
                </a:lnTo>
                <a:lnTo>
                  <a:pt x="45103" y="23449"/>
                </a:lnTo>
                <a:cubicBezTo>
                  <a:pt x="45103" y="20219"/>
                  <a:pt x="43787" y="17826"/>
                  <a:pt x="41155" y="16271"/>
                </a:cubicBezTo>
                <a:cubicBezTo>
                  <a:pt x="38523" y="14715"/>
                  <a:pt x="34455" y="13878"/>
                  <a:pt x="28952" y="13878"/>
                </a:cubicBezTo>
                <a:cubicBezTo>
                  <a:pt x="24406" y="13878"/>
                  <a:pt x="20219" y="14356"/>
                  <a:pt x="16390" y="15314"/>
                </a:cubicBezTo>
                <a:cubicBezTo>
                  <a:pt x="12562" y="16271"/>
                  <a:pt x="8973" y="17587"/>
                  <a:pt x="5743" y="19262"/>
                </a:cubicBezTo>
                <a:lnTo>
                  <a:pt x="5743" y="3350"/>
                </a:lnTo>
                <a:cubicBezTo>
                  <a:pt x="10169" y="2273"/>
                  <a:pt x="14596" y="1436"/>
                  <a:pt x="19142" y="837"/>
                </a:cubicBezTo>
                <a:cubicBezTo>
                  <a:pt x="23688" y="359"/>
                  <a:pt x="28234" y="0"/>
                  <a:pt x="32781" y="0"/>
                </a:cubicBezTo>
                <a:cubicBezTo>
                  <a:pt x="44505" y="0"/>
                  <a:pt x="52999" y="2393"/>
                  <a:pt x="58263" y="7059"/>
                </a:cubicBezTo>
                <a:cubicBezTo>
                  <a:pt x="63527" y="11724"/>
                  <a:pt x="66159" y="19262"/>
                  <a:pt x="66159" y="2967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27359A-B0E5-49A3-9587-D63A3EE933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80508" y="7275192"/>
            <a:ext cx="65800" cy="66997"/>
          </a:xfrm>
          <a:custGeom xmlns:a="http://schemas.openxmlformats.org/drawingml/2006/main">
            <a:pathLst>
              <a:path w="65800" h="66997">
                <a:moveTo>
                  <a:pt x="65800" y="27158"/>
                </a:moveTo>
                <a:lnTo>
                  <a:pt x="65800" y="66997"/>
                </a:lnTo>
                <a:lnTo>
                  <a:pt x="44744" y="66997"/>
                </a:lnTo>
                <a:lnTo>
                  <a:pt x="44744" y="60536"/>
                </a:lnTo>
                <a:lnTo>
                  <a:pt x="44744" y="36489"/>
                </a:lnTo>
                <a:cubicBezTo>
                  <a:pt x="44744" y="30866"/>
                  <a:pt x="44625" y="27038"/>
                  <a:pt x="44385" y="24884"/>
                </a:cubicBezTo>
                <a:cubicBezTo>
                  <a:pt x="44146" y="22731"/>
                  <a:pt x="43667" y="21176"/>
                  <a:pt x="43069" y="20099"/>
                </a:cubicBezTo>
                <a:cubicBezTo>
                  <a:pt x="42232" y="18783"/>
                  <a:pt x="41155" y="17706"/>
                  <a:pt x="39719" y="16988"/>
                </a:cubicBezTo>
                <a:cubicBezTo>
                  <a:pt x="38284" y="16271"/>
                  <a:pt x="36609" y="15792"/>
                  <a:pt x="34934" y="15792"/>
                </a:cubicBezTo>
                <a:cubicBezTo>
                  <a:pt x="30507" y="15792"/>
                  <a:pt x="27038" y="17467"/>
                  <a:pt x="24645" y="20817"/>
                </a:cubicBezTo>
                <a:cubicBezTo>
                  <a:pt x="22133" y="24167"/>
                  <a:pt x="20936" y="28832"/>
                  <a:pt x="20936" y="34814"/>
                </a:cubicBezTo>
                <a:lnTo>
                  <a:pt x="20936" y="66997"/>
                </a:lnTo>
                <a:lnTo>
                  <a:pt x="0" y="66997"/>
                </a:lnTo>
                <a:lnTo>
                  <a:pt x="0" y="1555"/>
                </a:lnTo>
                <a:lnTo>
                  <a:pt x="20936" y="1555"/>
                </a:lnTo>
                <a:lnTo>
                  <a:pt x="20936" y="11126"/>
                </a:lnTo>
                <a:cubicBezTo>
                  <a:pt x="24047" y="7298"/>
                  <a:pt x="27277" y="4546"/>
                  <a:pt x="30866" y="2752"/>
                </a:cubicBezTo>
                <a:cubicBezTo>
                  <a:pt x="34455" y="957"/>
                  <a:pt x="38403" y="0"/>
                  <a:pt x="42710" y="0"/>
                </a:cubicBezTo>
                <a:cubicBezTo>
                  <a:pt x="50248" y="0"/>
                  <a:pt x="55990" y="2393"/>
                  <a:pt x="59938" y="6939"/>
                </a:cubicBezTo>
                <a:cubicBezTo>
                  <a:pt x="63766" y="11605"/>
                  <a:pt x="65800" y="18304"/>
                  <a:pt x="65800" y="27158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229457-5358-42E3-B9E9-759AFEAD7C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65689" y="7251264"/>
            <a:ext cx="20936" cy="90924"/>
          </a:xfrm>
          <a:custGeom xmlns:a="http://schemas.openxmlformats.org/drawingml/2006/main">
            <a:pathLst>
              <a:path w="20936" h="90924">
                <a:moveTo>
                  <a:pt x="0" y="25483"/>
                </a:moveTo>
                <a:lnTo>
                  <a:pt x="20936" y="25483"/>
                </a:lnTo>
                <a:lnTo>
                  <a:pt x="20936" y="90924"/>
                </a:lnTo>
                <a:lnTo>
                  <a:pt x="0" y="90924"/>
                </a:lnTo>
                <a:lnTo>
                  <a:pt x="0" y="25483"/>
                </a:lnTo>
                <a:close/>
                <a:moveTo>
                  <a:pt x="0" y="0"/>
                </a:moveTo>
                <a:lnTo>
                  <a:pt x="20936" y="0"/>
                </a:lnTo>
                <a:lnTo>
                  <a:pt x="20936" y="17108"/>
                </a:lnTo>
                <a:lnTo>
                  <a:pt x="0" y="1710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AAB7DA-68D2-4160-89AE-755FDEBA33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02897" y="7275192"/>
            <a:ext cx="59340" cy="68552"/>
          </a:xfrm>
          <a:custGeom xmlns:a="http://schemas.openxmlformats.org/drawingml/2006/main">
            <a:pathLst>
              <a:path w="59340" h="68552">
                <a:moveTo>
                  <a:pt x="54913" y="3589"/>
                </a:moveTo>
                <a:lnTo>
                  <a:pt x="54913" y="19501"/>
                </a:lnTo>
                <a:cubicBezTo>
                  <a:pt x="50367" y="17706"/>
                  <a:pt x="46060" y="16271"/>
                  <a:pt x="41993" y="15314"/>
                </a:cubicBezTo>
                <a:cubicBezTo>
                  <a:pt x="37805" y="14356"/>
                  <a:pt x="33857" y="13878"/>
                  <a:pt x="30149" y="13878"/>
                </a:cubicBezTo>
                <a:cubicBezTo>
                  <a:pt x="26081" y="13878"/>
                  <a:pt x="23210" y="14476"/>
                  <a:pt x="21295" y="15433"/>
                </a:cubicBezTo>
                <a:cubicBezTo>
                  <a:pt x="19381" y="16390"/>
                  <a:pt x="18424" y="17946"/>
                  <a:pt x="18424" y="19979"/>
                </a:cubicBezTo>
                <a:cubicBezTo>
                  <a:pt x="18424" y="21654"/>
                  <a:pt x="19142" y="22970"/>
                  <a:pt x="20578" y="23808"/>
                </a:cubicBezTo>
                <a:cubicBezTo>
                  <a:pt x="22013" y="24765"/>
                  <a:pt x="24645" y="25363"/>
                  <a:pt x="28474" y="25842"/>
                </a:cubicBezTo>
                <a:lnTo>
                  <a:pt x="32182" y="26320"/>
                </a:lnTo>
                <a:cubicBezTo>
                  <a:pt x="42830" y="27756"/>
                  <a:pt x="50008" y="29909"/>
                  <a:pt x="53717" y="33020"/>
                </a:cubicBezTo>
                <a:cubicBezTo>
                  <a:pt x="57426" y="36130"/>
                  <a:pt x="59340" y="41035"/>
                  <a:pt x="59340" y="47735"/>
                </a:cubicBezTo>
                <a:cubicBezTo>
                  <a:pt x="59340" y="54674"/>
                  <a:pt x="56708" y="59938"/>
                  <a:pt x="51564" y="63408"/>
                </a:cubicBezTo>
                <a:cubicBezTo>
                  <a:pt x="46419" y="66877"/>
                  <a:pt x="38762" y="68552"/>
                  <a:pt x="28593" y="68552"/>
                </a:cubicBezTo>
                <a:cubicBezTo>
                  <a:pt x="24286" y="68552"/>
                  <a:pt x="19740" y="68193"/>
                  <a:pt x="15194" y="67595"/>
                </a:cubicBezTo>
                <a:cubicBezTo>
                  <a:pt x="10528" y="66997"/>
                  <a:pt x="5743" y="66040"/>
                  <a:pt x="957" y="64604"/>
                </a:cubicBezTo>
                <a:lnTo>
                  <a:pt x="957" y="48692"/>
                </a:lnTo>
                <a:cubicBezTo>
                  <a:pt x="5025" y="50846"/>
                  <a:pt x="9332" y="52401"/>
                  <a:pt x="13758" y="53358"/>
                </a:cubicBezTo>
                <a:cubicBezTo>
                  <a:pt x="18065" y="54315"/>
                  <a:pt x="22611" y="54794"/>
                  <a:pt x="27158" y="54794"/>
                </a:cubicBezTo>
                <a:cubicBezTo>
                  <a:pt x="31225" y="54794"/>
                  <a:pt x="34216" y="54315"/>
                  <a:pt x="36370" y="53119"/>
                </a:cubicBezTo>
                <a:cubicBezTo>
                  <a:pt x="38403" y="52042"/>
                  <a:pt x="39480" y="50367"/>
                  <a:pt x="39480" y="48094"/>
                </a:cubicBezTo>
                <a:cubicBezTo>
                  <a:pt x="39480" y="46180"/>
                  <a:pt x="38762" y="44864"/>
                  <a:pt x="37327" y="43907"/>
                </a:cubicBezTo>
                <a:cubicBezTo>
                  <a:pt x="35891" y="42950"/>
                  <a:pt x="33020" y="42232"/>
                  <a:pt x="28832" y="41753"/>
                </a:cubicBezTo>
                <a:lnTo>
                  <a:pt x="25124" y="41275"/>
                </a:lnTo>
                <a:cubicBezTo>
                  <a:pt x="15792" y="40198"/>
                  <a:pt x="9332" y="38045"/>
                  <a:pt x="5623" y="34814"/>
                </a:cubicBezTo>
                <a:cubicBezTo>
                  <a:pt x="1795" y="31704"/>
                  <a:pt x="0" y="26918"/>
                  <a:pt x="0" y="20458"/>
                </a:cubicBezTo>
                <a:cubicBezTo>
                  <a:pt x="0" y="13519"/>
                  <a:pt x="2273" y="8375"/>
                  <a:pt x="7059" y="5025"/>
                </a:cubicBezTo>
                <a:cubicBezTo>
                  <a:pt x="11844" y="1675"/>
                  <a:pt x="19142" y="0"/>
                  <a:pt x="28952" y="0"/>
                </a:cubicBezTo>
                <a:cubicBezTo>
                  <a:pt x="32781" y="0"/>
                  <a:pt x="36729" y="359"/>
                  <a:pt x="41035" y="957"/>
                </a:cubicBezTo>
                <a:cubicBezTo>
                  <a:pt x="45342" y="1555"/>
                  <a:pt x="49889" y="2393"/>
                  <a:pt x="54913" y="358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3FA67A-6D19-4376-B8BB-BEE1E877D7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77909" y="7251264"/>
            <a:ext cx="65800" cy="90924"/>
          </a:xfrm>
          <a:custGeom xmlns:a="http://schemas.openxmlformats.org/drawingml/2006/main">
            <a:pathLst>
              <a:path w="65800" h="90924">
                <a:moveTo>
                  <a:pt x="65800" y="51085"/>
                </a:moveTo>
                <a:lnTo>
                  <a:pt x="65800" y="90924"/>
                </a:lnTo>
                <a:lnTo>
                  <a:pt x="44744" y="90924"/>
                </a:lnTo>
                <a:lnTo>
                  <a:pt x="44744" y="84464"/>
                </a:lnTo>
                <a:lnTo>
                  <a:pt x="44744" y="60536"/>
                </a:lnTo>
                <a:cubicBezTo>
                  <a:pt x="44744" y="54794"/>
                  <a:pt x="44625" y="50965"/>
                  <a:pt x="44385" y="48812"/>
                </a:cubicBezTo>
                <a:cubicBezTo>
                  <a:pt x="44146" y="46658"/>
                  <a:pt x="43667" y="45103"/>
                  <a:pt x="43069" y="44026"/>
                </a:cubicBezTo>
                <a:cubicBezTo>
                  <a:pt x="42232" y="42710"/>
                  <a:pt x="41155" y="41634"/>
                  <a:pt x="39719" y="40916"/>
                </a:cubicBezTo>
                <a:cubicBezTo>
                  <a:pt x="38284" y="40198"/>
                  <a:pt x="36609" y="39719"/>
                  <a:pt x="34934" y="39719"/>
                </a:cubicBezTo>
                <a:cubicBezTo>
                  <a:pt x="30507" y="39719"/>
                  <a:pt x="27038" y="41394"/>
                  <a:pt x="24645" y="44744"/>
                </a:cubicBezTo>
                <a:cubicBezTo>
                  <a:pt x="22133" y="48094"/>
                  <a:pt x="20936" y="52760"/>
                  <a:pt x="20936" y="58742"/>
                </a:cubicBezTo>
                <a:lnTo>
                  <a:pt x="20936" y="90924"/>
                </a:lnTo>
                <a:lnTo>
                  <a:pt x="0" y="90924"/>
                </a:lnTo>
                <a:lnTo>
                  <a:pt x="0" y="0"/>
                </a:lnTo>
                <a:lnTo>
                  <a:pt x="20936" y="0"/>
                </a:lnTo>
                <a:lnTo>
                  <a:pt x="20936" y="35054"/>
                </a:lnTo>
                <a:cubicBezTo>
                  <a:pt x="24047" y="31225"/>
                  <a:pt x="27277" y="28474"/>
                  <a:pt x="30866" y="26679"/>
                </a:cubicBezTo>
                <a:cubicBezTo>
                  <a:pt x="34455" y="24884"/>
                  <a:pt x="38403" y="23927"/>
                  <a:pt x="42710" y="23927"/>
                </a:cubicBezTo>
                <a:cubicBezTo>
                  <a:pt x="50248" y="23927"/>
                  <a:pt x="55990" y="26320"/>
                  <a:pt x="59938" y="30866"/>
                </a:cubicBezTo>
                <a:cubicBezTo>
                  <a:pt x="63766" y="35532"/>
                  <a:pt x="65800" y="42232"/>
                  <a:pt x="65800" y="5108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5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7B3035A6-C56B-4D28-9311-3DD92FC21F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3654" y="7134903"/>
            <a:ext cx="3656509" cy="9970"/>
          </a:xfrm>
          <a:custGeom xmlns:a="http://schemas.openxmlformats.org/drawingml/2006/main">
            <a:pathLst>
              <a:path w="3656509" h="9970">
                <a:moveTo>
                  <a:pt x="3656509" y="9970"/>
                </a:moveTo>
                <a:lnTo>
                  <a:pt x="3656508" y="9970"/>
                </a:lnTo>
                <a:lnTo>
                  <a:pt x="0" y="9970"/>
                </a:lnTo>
                <a:lnTo>
                  <a:pt x="0" y="0"/>
                </a:lnTo>
                <a:lnTo>
                  <a:pt x="3656508" y="0"/>
                </a:lnTo>
                <a:lnTo>
                  <a:pt x="3656509" y="0"/>
                </a:lnTo>
                <a:lnTo>
                  <a:pt x="3656509" y="9970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FFC4CF-89EA-4EE8-8AE4-6E1C22EA7B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79911" y="7096723"/>
            <a:ext cx="69389" cy="90206"/>
          </a:xfrm>
          <a:custGeom xmlns:a="http://schemas.openxmlformats.org/drawingml/2006/main">
            <a:pathLst>
              <a:path w="69389" h="90206">
                <a:moveTo>
                  <a:pt x="35891" y="45582"/>
                </a:moveTo>
                <a:cubicBezTo>
                  <a:pt x="31943" y="45582"/>
                  <a:pt x="28952" y="46898"/>
                  <a:pt x="27038" y="49410"/>
                </a:cubicBezTo>
                <a:cubicBezTo>
                  <a:pt x="25004" y="52042"/>
                  <a:pt x="24047" y="55870"/>
                  <a:pt x="24047" y="60895"/>
                </a:cubicBezTo>
                <a:cubicBezTo>
                  <a:pt x="24047" y="66040"/>
                  <a:pt x="25004" y="69868"/>
                  <a:pt x="27038" y="72380"/>
                </a:cubicBezTo>
                <a:cubicBezTo>
                  <a:pt x="28952" y="75012"/>
                  <a:pt x="31943" y="76209"/>
                  <a:pt x="35891" y="76209"/>
                </a:cubicBezTo>
                <a:cubicBezTo>
                  <a:pt x="39839" y="76209"/>
                  <a:pt x="42830" y="75012"/>
                  <a:pt x="44744" y="72380"/>
                </a:cubicBezTo>
                <a:cubicBezTo>
                  <a:pt x="46658" y="69868"/>
                  <a:pt x="47735" y="66040"/>
                  <a:pt x="47735" y="60895"/>
                </a:cubicBezTo>
                <a:cubicBezTo>
                  <a:pt x="47735" y="55870"/>
                  <a:pt x="46658" y="52042"/>
                  <a:pt x="44744" y="49410"/>
                </a:cubicBezTo>
                <a:cubicBezTo>
                  <a:pt x="42830" y="46898"/>
                  <a:pt x="39839" y="45582"/>
                  <a:pt x="35891" y="45582"/>
                </a:cubicBezTo>
                <a:close/>
                <a:moveTo>
                  <a:pt x="63647" y="3709"/>
                </a:moveTo>
                <a:lnTo>
                  <a:pt x="63647" y="19860"/>
                </a:lnTo>
                <a:cubicBezTo>
                  <a:pt x="59938" y="18185"/>
                  <a:pt x="56469" y="16869"/>
                  <a:pt x="53238" y="16031"/>
                </a:cubicBezTo>
                <a:cubicBezTo>
                  <a:pt x="49889" y="15194"/>
                  <a:pt x="46778" y="14715"/>
                  <a:pt x="43667" y="14715"/>
                </a:cubicBezTo>
                <a:cubicBezTo>
                  <a:pt x="36968" y="14715"/>
                  <a:pt x="31704" y="16630"/>
                  <a:pt x="27995" y="20338"/>
                </a:cubicBezTo>
                <a:cubicBezTo>
                  <a:pt x="24167" y="24047"/>
                  <a:pt x="22013" y="29550"/>
                  <a:pt x="21415" y="36848"/>
                </a:cubicBezTo>
                <a:cubicBezTo>
                  <a:pt x="23927" y="34934"/>
                  <a:pt x="26679" y="33498"/>
                  <a:pt x="29790" y="32541"/>
                </a:cubicBezTo>
                <a:cubicBezTo>
                  <a:pt x="32781" y="31584"/>
                  <a:pt x="36011" y="31106"/>
                  <a:pt x="39600" y="31106"/>
                </a:cubicBezTo>
                <a:cubicBezTo>
                  <a:pt x="48453" y="31106"/>
                  <a:pt x="55631" y="33738"/>
                  <a:pt x="61134" y="39002"/>
                </a:cubicBezTo>
                <a:cubicBezTo>
                  <a:pt x="66638" y="44266"/>
                  <a:pt x="69389" y="51085"/>
                  <a:pt x="69389" y="59460"/>
                </a:cubicBezTo>
                <a:cubicBezTo>
                  <a:pt x="69389" y="68791"/>
                  <a:pt x="66279" y="76328"/>
                  <a:pt x="60177" y="81832"/>
                </a:cubicBezTo>
                <a:cubicBezTo>
                  <a:pt x="54076" y="87455"/>
                  <a:pt x="45941" y="90206"/>
                  <a:pt x="35652" y="90206"/>
                </a:cubicBezTo>
                <a:cubicBezTo>
                  <a:pt x="24286" y="90206"/>
                  <a:pt x="15553" y="86497"/>
                  <a:pt x="9332" y="78841"/>
                </a:cubicBezTo>
                <a:cubicBezTo>
                  <a:pt x="3111" y="71184"/>
                  <a:pt x="0" y="60417"/>
                  <a:pt x="0" y="46299"/>
                </a:cubicBezTo>
                <a:cubicBezTo>
                  <a:pt x="0" y="31943"/>
                  <a:pt x="3589" y="20578"/>
                  <a:pt x="10887" y="12323"/>
                </a:cubicBezTo>
                <a:cubicBezTo>
                  <a:pt x="18065" y="4187"/>
                  <a:pt x="28115" y="0"/>
                  <a:pt x="40796" y="0"/>
                </a:cubicBezTo>
                <a:cubicBezTo>
                  <a:pt x="44744" y="0"/>
                  <a:pt x="48573" y="359"/>
                  <a:pt x="52401" y="957"/>
                </a:cubicBezTo>
                <a:cubicBezTo>
                  <a:pt x="56229" y="1555"/>
                  <a:pt x="59938" y="2512"/>
                  <a:pt x="63647" y="370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6EDFA5-2BAF-4886-843A-4D6D1B8FAF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61503" y="7096604"/>
            <a:ext cx="71782" cy="90326"/>
          </a:xfrm>
          <a:custGeom xmlns:a="http://schemas.openxmlformats.org/drawingml/2006/main">
            <a:pathLst>
              <a:path w="71782" h="90326">
                <a:moveTo>
                  <a:pt x="49290" y="45103"/>
                </a:moveTo>
                <a:cubicBezTo>
                  <a:pt x="49290" y="34216"/>
                  <a:pt x="48214" y="26559"/>
                  <a:pt x="46180" y="22013"/>
                </a:cubicBezTo>
                <a:cubicBezTo>
                  <a:pt x="44146" y="17587"/>
                  <a:pt x="40677" y="15314"/>
                  <a:pt x="35891" y="15314"/>
                </a:cubicBezTo>
                <a:cubicBezTo>
                  <a:pt x="31106" y="15314"/>
                  <a:pt x="27636" y="17587"/>
                  <a:pt x="25602" y="22013"/>
                </a:cubicBezTo>
                <a:cubicBezTo>
                  <a:pt x="23449" y="26559"/>
                  <a:pt x="22492" y="34216"/>
                  <a:pt x="22492" y="45103"/>
                </a:cubicBezTo>
                <a:cubicBezTo>
                  <a:pt x="22492" y="56110"/>
                  <a:pt x="23449" y="63886"/>
                  <a:pt x="25602" y="68432"/>
                </a:cubicBezTo>
                <a:cubicBezTo>
                  <a:pt x="27636" y="72979"/>
                  <a:pt x="31106" y="75132"/>
                  <a:pt x="35891" y="75132"/>
                </a:cubicBezTo>
                <a:cubicBezTo>
                  <a:pt x="40677" y="75132"/>
                  <a:pt x="44026" y="72979"/>
                  <a:pt x="46180" y="68432"/>
                </a:cubicBezTo>
                <a:cubicBezTo>
                  <a:pt x="48214" y="63886"/>
                  <a:pt x="49290" y="56110"/>
                  <a:pt x="49290" y="45103"/>
                </a:cubicBezTo>
                <a:close/>
                <a:moveTo>
                  <a:pt x="71782" y="45223"/>
                </a:moveTo>
                <a:cubicBezTo>
                  <a:pt x="71782" y="59699"/>
                  <a:pt x="68672" y="70825"/>
                  <a:pt x="62450" y="78601"/>
                </a:cubicBezTo>
                <a:cubicBezTo>
                  <a:pt x="56229" y="86497"/>
                  <a:pt x="47376" y="90326"/>
                  <a:pt x="35891" y="90326"/>
                </a:cubicBezTo>
                <a:cubicBezTo>
                  <a:pt x="24406" y="90326"/>
                  <a:pt x="15553" y="86497"/>
                  <a:pt x="9332" y="78601"/>
                </a:cubicBezTo>
                <a:cubicBezTo>
                  <a:pt x="3111" y="70825"/>
                  <a:pt x="0" y="59699"/>
                  <a:pt x="0" y="45223"/>
                </a:cubicBezTo>
                <a:cubicBezTo>
                  <a:pt x="0" y="30866"/>
                  <a:pt x="3111" y="19740"/>
                  <a:pt x="9332" y="11844"/>
                </a:cubicBezTo>
                <a:cubicBezTo>
                  <a:pt x="15553" y="3948"/>
                  <a:pt x="24406" y="0"/>
                  <a:pt x="35891" y="0"/>
                </a:cubicBezTo>
                <a:cubicBezTo>
                  <a:pt x="47376" y="0"/>
                  <a:pt x="56229" y="3948"/>
                  <a:pt x="62450" y="11844"/>
                </a:cubicBezTo>
                <a:cubicBezTo>
                  <a:pt x="68672" y="19740"/>
                  <a:pt x="71782" y="30866"/>
                  <a:pt x="71782" y="4522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6BF112-B10D-4716-AC53-779FC74FCC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84932" y="7140989"/>
            <a:ext cx="74893" cy="13758"/>
          </a:xfrm>
          <a:custGeom xmlns:a="http://schemas.openxmlformats.org/drawingml/2006/main">
            <a:pathLst>
              <a:path w="74893" h="13758">
                <a:moveTo>
                  <a:pt x="0" y="0"/>
                </a:moveTo>
                <a:lnTo>
                  <a:pt x="74893" y="0"/>
                </a:lnTo>
                <a:lnTo>
                  <a:pt x="74893" y="13758"/>
                </a:lnTo>
                <a:lnTo>
                  <a:pt x="0" y="1375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9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9843C395-C74A-4D53-AE23-2D99F14035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3654" y="6733029"/>
            <a:ext cx="3656509" cy="9970"/>
          </a:xfrm>
          <a:custGeom xmlns:a="http://schemas.openxmlformats.org/drawingml/2006/main">
            <a:pathLst>
              <a:path w="3656509" h="9970">
                <a:moveTo>
                  <a:pt x="3656509" y="9970"/>
                </a:moveTo>
                <a:lnTo>
                  <a:pt x="3656508" y="9970"/>
                </a:lnTo>
                <a:lnTo>
                  <a:pt x="0" y="9970"/>
                </a:lnTo>
                <a:lnTo>
                  <a:pt x="0" y="0"/>
                </a:lnTo>
                <a:lnTo>
                  <a:pt x="3656508" y="0"/>
                </a:lnTo>
                <a:lnTo>
                  <a:pt x="3656509" y="0"/>
                </a:lnTo>
                <a:lnTo>
                  <a:pt x="3656509" y="9970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1E0F11-F24C-4966-B251-F1A2F4DB79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77877" y="6696285"/>
            <a:ext cx="72380" cy="87215"/>
          </a:xfrm>
          <a:custGeom xmlns:a="http://schemas.openxmlformats.org/drawingml/2006/main">
            <a:pathLst>
              <a:path w="72380" h="87215">
                <a:moveTo>
                  <a:pt x="38643" y="18544"/>
                </a:moveTo>
                <a:lnTo>
                  <a:pt x="13998" y="55033"/>
                </a:lnTo>
                <a:lnTo>
                  <a:pt x="38643" y="55033"/>
                </a:lnTo>
                <a:lnTo>
                  <a:pt x="38643" y="18544"/>
                </a:lnTo>
                <a:close/>
                <a:moveTo>
                  <a:pt x="34934" y="0"/>
                </a:moveTo>
                <a:lnTo>
                  <a:pt x="59938" y="0"/>
                </a:lnTo>
                <a:lnTo>
                  <a:pt x="59938" y="55033"/>
                </a:lnTo>
                <a:lnTo>
                  <a:pt x="72380" y="55033"/>
                </a:lnTo>
                <a:lnTo>
                  <a:pt x="72380" y="71304"/>
                </a:lnTo>
                <a:lnTo>
                  <a:pt x="59938" y="71304"/>
                </a:lnTo>
                <a:lnTo>
                  <a:pt x="59938" y="87215"/>
                </a:lnTo>
                <a:lnTo>
                  <a:pt x="38643" y="87215"/>
                </a:lnTo>
                <a:lnTo>
                  <a:pt x="38643" y="71304"/>
                </a:lnTo>
                <a:lnTo>
                  <a:pt x="0" y="71304"/>
                </a:lnTo>
                <a:lnTo>
                  <a:pt x="0" y="52042"/>
                </a:lnTo>
                <a:lnTo>
                  <a:pt x="34934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4D6526-F580-4D49-BFEC-EA45BB35C7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61503" y="6694730"/>
            <a:ext cx="71782" cy="90326"/>
          </a:xfrm>
          <a:custGeom xmlns:a="http://schemas.openxmlformats.org/drawingml/2006/main">
            <a:pathLst>
              <a:path w="71782" h="90326">
                <a:moveTo>
                  <a:pt x="49290" y="45103"/>
                </a:moveTo>
                <a:cubicBezTo>
                  <a:pt x="49290" y="34216"/>
                  <a:pt x="48214" y="26559"/>
                  <a:pt x="46180" y="22013"/>
                </a:cubicBezTo>
                <a:cubicBezTo>
                  <a:pt x="44146" y="17587"/>
                  <a:pt x="40677" y="15314"/>
                  <a:pt x="35891" y="15314"/>
                </a:cubicBezTo>
                <a:cubicBezTo>
                  <a:pt x="31106" y="15314"/>
                  <a:pt x="27636" y="17587"/>
                  <a:pt x="25602" y="22013"/>
                </a:cubicBezTo>
                <a:cubicBezTo>
                  <a:pt x="23449" y="26559"/>
                  <a:pt x="22492" y="34216"/>
                  <a:pt x="22492" y="45103"/>
                </a:cubicBezTo>
                <a:cubicBezTo>
                  <a:pt x="22492" y="56110"/>
                  <a:pt x="23449" y="63886"/>
                  <a:pt x="25602" y="68432"/>
                </a:cubicBezTo>
                <a:cubicBezTo>
                  <a:pt x="27636" y="72979"/>
                  <a:pt x="31106" y="75132"/>
                  <a:pt x="35891" y="75132"/>
                </a:cubicBezTo>
                <a:cubicBezTo>
                  <a:pt x="40677" y="75132"/>
                  <a:pt x="44026" y="72979"/>
                  <a:pt x="46180" y="68432"/>
                </a:cubicBezTo>
                <a:cubicBezTo>
                  <a:pt x="48214" y="63886"/>
                  <a:pt x="49290" y="56110"/>
                  <a:pt x="49290" y="45103"/>
                </a:cubicBezTo>
                <a:close/>
                <a:moveTo>
                  <a:pt x="71782" y="45223"/>
                </a:moveTo>
                <a:cubicBezTo>
                  <a:pt x="71782" y="59699"/>
                  <a:pt x="68672" y="70825"/>
                  <a:pt x="62450" y="78601"/>
                </a:cubicBezTo>
                <a:cubicBezTo>
                  <a:pt x="56229" y="86497"/>
                  <a:pt x="47376" y="90326"/>
                  <a:pt x="35891" y="90326"/>
                </a:cubicBezTo>
                <a:cubicBezTo>
                  <a:pt x="24406" y="90326"/>
                  <a:pt x="15553" y="86497"/>
                  <a:pt x="9332" y="78601"/>
                </a:cubicBezTo>
                <a:cubicBezTo>
                  <a:pt x="3111" y="70825"/>
                  <a:pt x="0" y="59699"/>
                  <a:pt x="0" y="45223"/>
                </a:cubicBezTo>
                <a:cubicBezTo>
                  <a:pt x="0" y="30866"/>
                  <a:pt x="3111" y="19740"/>
                  <a:pt x="9332" y="11844"/>
                </a:cubicBezTo>
                <a:cubicBezTo>
                  <a:pt x="15553" y="3948"/>
                  <a:pt x="24406" y="0"/>
                  <a:pt x="35891" y="0"/>
                </a:cubicBezTo>
                <a:cubicBezTo>
                  <a:pt x="47376" y="0"/>
                  <a:pt x="56229" y="3948"/>
                  <a:pt x="62450" y="11844"/>
                </a:cubicBezTo>
                <a:cubicBezTo>
                  <a:pt x="68672" y="19740"/>
                  <a:pt x="71782" y="30866"/>
                  <a:pt x="71782" y="4522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7AB9B3-1152-47F9-A518-F17835B8C8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84932" y="6739115"/>
            <a:ext cx="74893" cy="13758"/>
          </a:xfrm>
          <a:custGeom xmlns:a="http://schemas.openxmlformats.org/drawingml/2006/main">
            <a:pathLst>
              <a:path w="74893" h="13758">
                <a:moveTo>
                  <a:pt x="0" y="0"/>
                </a:moveTo>
                <a:lnTo>
                  <a:pt x="74893" y="0"/>
                </a:lnTo>
                <a:lnTo>
                  <a:pt x="74893" y="13758"/>
                </a:lnTo>
                <a:lnTo>
                  <a:pt x="0" y="1375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3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AB5519CE-5ADE-4A6E-86AF-AD9B8D33D0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3654" y="6331155"/>
            <a:ext cx="3656509" cy="9970"/>
          </a:xfrm>
          <a:custGeom xmlns:a="http://schemas.openxmlformats.org/drawingml/2006/main">
            <a:pathLst>
              <a:path w="3656509" h="9970">
                <a:moveTo>
                  <a:pt x="3656509" y="9970"/>
                </a:moveTo>
                <a:lnTo>
                  <a:pt x="3656508" y="9970"/>
                </a:lnTo>
                <a:lnTo>
                  <a:pt x="0" y="9970"/>
                </a:lnTo>
                <a:lnTo>
                  <a:pt x="0" y="0"/>
                </a:lnTo>
                <a:lnTo>
                  <a:pt x="3656508" y="0"/>
                </a:lnTo>
                <a:lnTo>
                  <a:pt x="3656509" y="0"/>
                </a:lnTo>
                <a:lnTo>
                  <a:pt x="3656509" y="9970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6EC052-CD6E-4E19-B54A-11A42C0E86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81945" y="6292856"/>
            <a:ext cx="63408" cy="88771"/>
          </a:xfrm>
          <a:custGeom xmlns:a="http://schemas.openxmlformats.org/drawingml/2006/main">
            <a:pathLst>
              <a:path w="63408" h="88771">
                <a:moveTo>
                  <a:pt x="25004" y="72261"/>
                </a:moveTo>
                <a:lnTo>
                  <a:pt x="63408" y="72261"/>
                </a:lnTo>
                <a:lnTo>
                  <a:pt x="63408" y="88771"/>
                </a:lnTo>
                <a:lnTo>
                  <a:pt x="0" y="88771"/>
                </a:lnTo>
                <a:lnTo>
                  <a:pt x="0" y="72261"/>
                </a:lnTo>
                <a:lnTo>
                  <a:pt x="31823" y="44146"/>
                </a:lnTo>
                <a:cubicBezTo>
                  <a:pt x="34695" y="41634"/>
                  <a:pt x="36729" y="39121"/>
                  <a:pt x="38164" y="36609"/>
                </a:cubicBezTo>
                <a:cubicBezTo>
                  <a:pt x="39480" y="34216"/>
                  <a:pt x="40198" y="31584"/>
                  <a:pt x="40198" y="28952"/>
                </a:cubicBezTo>
                <a:cubicBezTo>
                  <a:pt x="40198" y="24884"/>
                  <a:pt x="38762" y="21654"/>
                  <a:pt x="36011" y="19142"/>
                </a:cubicBezTo>
                <a:cubicBezTo>
                  <a:pt x="33259" y="16630"/>
                  <a:pt x="29670" y="15314"/>
                  <a:pt x="25124" y="15314"/>
                </a:cubicBezTo>
                <a:cubicBezTo>
                  <a:pt x="21535" y="15314"/>
                  <a:pt x="17706" y="16151"/>
                  <a:pt x="13639" y="17587"/>
                </a:cubicBezTo>
                <a:cubicBezTo>
                  <a:pt x="9451" y="19142"/>
                  <a:pt x="5025" y="21415"/>
                  <a:pt x="239" y="24286"/>
                </a:cubicBezTo>
                <a:lnTo>
                  <a:pt x="239" y="5144"/>
                </a:lnTo>
                <a:cubicBezTo>
                  <a:pt x="5264" y="3469"/>
                  <a:pt x="10289" y="2273"/>
                  <a:pt x="15314" y="1316"/>
                </a:cubicBezTo>
                <a:cubicBezTo>
                  <a:pt x="20219" y="479"/>
                  <a:pt x="25004" y="0"/>
                  <a:pt x="29790" y="0"/>
                </a:cubicBezTo>
                <a:cubicBezTo>
                  <a:pt x="40198" y="0"/>
                  <a:pt x="48333" y="2393"/>
                  <a:pt x="54076" y="6939"/>
                </a:cubicBezTo>
                <a:cubicBezTo>
                  <a:pt x="59818" y="11485"/>
                  <a:pt x="62809" y="17946"/>
                  <a:pt x="62809" y="26081"/>
                </a:cubicBezTo>
                <a:cubicBezTo>
                  <a:pt x="62809" y="30866"/>
                  <a:pt x="61493" y="35413"/>
                  <a:pt x="59101" y="39480"/>
                </a:cubicBezTo>
                <a:cubicBezTo>
                  <a:pt x="56588" y="43548"/>
                  <a:pt x="51444" y="49051"/>
                  <a:pt x="43667" y="55870"/>
                </a:cubicBezTo>
                <a:lnTo>
                  <a:pt x="25004" y="7226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B85683-3459-44F7-BDFC-DCB34B7FE7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61503" y="6292856"/>
            <a:ext cx="71782" cy="90326"/>
          </a:xfrm>
          <a:custGeom xmlns:a="http://schemas.openxmlformats.org/drawingml/2006/main">
            <a:pathLst>
              <a:path w="71782" h="90326">
                <a:moveTo>
                  <a:pt x="49290" y="45103"/>
                </a:moveTo>
                <a:cubicBezTo>
                  <a:pt x="49290" y="34216"/>
                  <a:pt x="48214" y="26559"/>
                  <a:pt x="46180" y="22013"/>
                </a:cubicBezTo>
                <a:cubicBezTo>
                  <a:pt x="44146" y="17587"/>
                  <a:pt x="40677" y="15314"/>
                  <a:pt x="35891" y="15314"/>
                </a:cubicBezTo>
                <a:cubicBezTo>
                  <a:pt x="31106" y="15314"/>
                  <a:pt x="27636" y="17587"/>
                  <a:pt x="25602" y="22013"/>
                </a:cubicBezTo>
                <a:cubicBezTo>
                  <a:pt x="23449" y="26559"/>
                  <a:pt x="22492" y="34216"/>
                  <a:pt x="22492" y="45103"/>
                </a:cubicBezTo>
                <a:cubicBezTo>
                  <a:pt x="22492" y="56110"/>
                  <a:pt x="23449" y="63886"/>
                  <a:pt x="25602" y="68432"/>
                </a:cubicBezTo>
                <a:cubicBezTo>
                  <a:pt x="27636" y="72979"/>
                  <a:pt x="31106" y="75132"/>
                  <a:pt x="35891" y="75132"/>
                </a:cubicBezTo>
                <a:cubicBezTo>
                  <a:pt x="40677" y="75132"/>
                  <a:pt x="44026" y="72979"/>
                  <a:pt x="46180" y="68432"/>
                </a:cubicBezTo>
                <a:cubicBezTo>
                  <a:pt x="48214" y="63886"/>
                  <a:pt x="49290" y="56110"/>
                  <a:pt x="49290" y="45103"/>
                </a:cubicBezTo>
                <a:close/>
                <a:moveTo>
                  <a:pt x="71782" y="45223"/>
                </a:moveTo>
                <a:cubicBezTo>
                  <a:pt x="71782" y="59699"/>
                  <a:pt x="68672" y="70825"/>
                  <a:pt x="62450" y="78601"/>
                </a:cubicBezTo>
                <a:cubicBezTo>
                  <a:pt x="56229" y="86497"/>
                  <a:pt x="47376" y="90326"/>
                  <a:pt x="35891" y="90326"/>
                </a:cubicBezTo>
                <a:cubicBezTo>
                  <a:pt x="24406" y="90326"/>
                  <a:pt x="15553" y="86497"/>
                  <a:pt x="9332" y="78601"/>
                </a:cubicBezTo>
                <a:cubicBezTo>
                  <a:pt x="3111" y="70825"/>
                  <a:pt x="0" y="59699"/>
                  <a:pt x="0" y="45223"/>
                </a:cubicBezTo>
                <a:cubicBezTo>
                  <a:pt x="0" y="30866"/>
                  <a:pt x="3111" y="19740"/>
                  <a:pt x="9332" y="11844"/>
                </a:cubicBezTo>
                <a:cubicBezTo>
                  <a:pt x="15553" y="3948"/>
                  <a:pt x="24406" y="0"/>
                  <a:pt x="35891" y="0"/>
                </a:cubicBezTo>
                <a:cubicBezTo>
                  <a:pt x="47376" y="0"/>
                  <a:pt x="56229" y="3948"/>
                  <a:pt x="62450" y="11844"/>
                </a:cubicBezTo>
                <a:cubicBezTo>
                  <a:pt x="68672" y="19740"/>
                  <a:pt x="71782" y="30866"/>
                  <a:pt x="71782" y="4522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EA8F66-1D44-433D-84DF-53A7AB863A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384932" y="6337241"/>
            <a:ext cx="74893" cy="13758"/>
          </a:xfrm>
          <a:custGeom xmlns:a="http://schemas.openxmlformats.org/drawingml/2006/main">
            <a:pathLst>
              <a:path w="74893" h="13758">
                <a:moveTo>
                  <a:pt x="0" y="0"/>
                </a:moveTo>
                <a:lnTo>
                  <a:pt x="74893" y="0"/>
                </a:lnTo>
                <a:lnTo>
                  <a:pt x="74893" y="13758"/>
                </a:lnTo>
                <a:lnTo>
                  <a:pt x="0" y="1375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7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02422267-7806-4841-9F56-57F7893A0C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3654" y="5929281"/>
            <a:ext cx="3656509" cy="9970"/>
          </a:xfrm>
          <a:custGeom xmlns:a="http://schemas.openxmlformats.org/drawingml/2006/main">
            <a:pathLst>
              <a:path w="3656509" h="9970">
                <a:moveTo>
                  <a:pt x="3656509" y="9970"/>
                </a:moveTo>
                <a:lnTo>
                  <a:pt x="3656508" y="9970"/>
                </a:lnTo>
                <a:lnTo>
                  <a:pt x="0" y="9970"/>
                </a:lnTo>
                <a:lnTo>
                  <a:pt x="0" y="0"/>
                </a:lnTo>
                <a:lnTo>
                  <a:pt x="3656508" y="0"/>
                </a:lnTo>
                <a:lnTo>
                  <a:pt x="3656509" y="0"/>
                </a:lnTo>
                <a:lnTo>
                  <a:pt x="3656509" y="9970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DC4D36-0D62-4AA2-AB05-7F05C3C1F7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61499" y="5890982"/>
            <a:ext cx="71782" cy="90326"/>
          </a:xfrm>
          <a:custGeom xmlns:a="http://schemas.openxmlformats.org/drawingml/2006/main">
            <a:pathLst>
              <a:path w="71782" h="90326">
                <a:moveTo>
                  <a:pt x="49290" y="45103"/>
                </a:moveTo>
                <a:cubicBezTo>
                  <a:pt x="49290" y="34216"/>
                  <a:pt x="48214" y="26559"/>
                  <a:pt x="46180" y="22013"/>
                </a:cubicBezTo>
                <a:cubicBezTo>
                  <a:pt x="44146" y="17587"/>
                  <a:pt x="40677" y="15314"/>
                  <a:pt x="35891" y="15314"/>
                </a:cubicBezTo>
                <a:cubicBezTo>
                  <a:pt x="31106" y="15314"/>
                  <a:pt x="27636" y="17587"/>
                  <a:pt x="25602" y="22013"/>
                </a:cubicBezTo>
                <a:cubicBezTo>
                  <a:pt x="23449" y="26559"/>
                  <a:pt x="22492" y="34216"/>
                  <a:pt x="22492" y="45103"/>
                </a:cubicBezTo>
                <a:cubicBezTo>
                  <a:pt x="22492" y="56110"/>
                  <a:pt x="23449" y="63886"/>
                  <a:pt x="25602" y="68432"/>
                </a:cubicBezTo>
                <a:cubicBezTo>
                  <a:pt x="27636" y="72979"/>
                  <a:pt x="31106" y="75132"/>
                  <a:pt x="35891" y="75132"/>
                </a:cubicBezTo>
                <a:cubicBezTo>
                  <a:pt x="40677" y="75132"/>
                  <a:pt x="44026" y="72979"/>
                  <a:pt x="46180" y="68432"/>
                </a:cubicBezTo>
                <a:cubicBezTo>
                  <a:pt x="48214" y="63886"/>
                  <a:pt x="49290" y="56110"/>
                  <a:pt x="49290" y="45103"/>
                </a:cubicBezTo>
                <a:close/>
                <a:moveTo>
                  <a:pt x="71782" y="45223"/>
                </a:moveTo>
                <a:cubicBezTo>
                  <a:pt x="71782" y="59699"/>
                  <a:pt x="68672" y="70825"/>
                  <a:pt x="62450" y="78601"/>
                </a:cubicBezTo>
                <a:cubicBezTo>
                  <a:pt x="56229" y="86497"/>
                  <a:pt x="47376" y="90326"/>
                  <a:pt x="35891" y="90326"/>
                </a:cubicBezTo>
                <a:cubicBezTo>
                  <a:pt x="24406" y="90326"/>
                  <a:pt x="15553" y="86497"/>
                  <a:pt x="9332" y="78601"/>
                </a:cubicBezTo>
                <a:cubicBezTo>
                  <a:pt x="3111" y="70825"/>
                  <a:pt x="0" y="59699"/>
                  <a:pt x="0" y="45223"/>
                </a:cubicBezTo>
                <a:cubicBezTo>
                  <a:pt x="0" y="30866"/>
                  <a:pt x="3111" y="19740"/>
                  <a:pt x="9332" y="11844"/>
                </a:cubicBezTo>
                <a:cubicBezTo>
                  <a:pt x="15553" y="3948"/>
                  <a:pt x="24406" y="0"/>
                  <a:pt x="35891" y="0"/>
                </a:cubicBezTo>
                <a:cubicBezTo>
                  <a:pt x="47376" y="0"/>
                  <a:pt x="56229" y="3948"/>
                  <a:pt x="62450" y="11844"/>
                </a:cubicBezTo>
                <a:cubicBezTo>
                  <a:pt x="68672" y="19740"/>
                  <a:pt x="71782" y="30866"/>
                  <a:pt x="71782" y="4522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9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0CA882C0-4C63-47C7-A332-125E24B7EA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3654" y="5527407"/>
            <a:ext cx="3656509" cy="9970"/>
          </a:xfrm>
          <a:custGeom xmlns:a="http://schemas.openxmlformats.org/drawingml/2006/main">
            <a:pathLst>
              <a:path w="3656509" h="9970">
                <a:moveTo>
                  <a:pt x="3656509" y="9970"/>
                </a:moveTo>
                <a:lnTo>
                  <a:pt x="3656508" y="9970"/>
                </a:lnTo>
                <a:lnTo>
                  <a:pt x="0" y="9970"/>
                </a:lnTo>
                <a:lnTo>
                  <a:pt x="0" y="0"/>
                </a:lnTo>
                <a:lnTo>
                  <a:pt x="3656508" y="0"/>
                </a:lnTo>
                <a:lnTo>
                  <a:pt x="3656509" y="0"/>
                </a:lnTo>
                <a:lnTo>
                  <a:pt x="3656509" y="9970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C3F41A-E3EE-4B54-A7FF-56AFF24F0C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82022" y="5489108"/>
            <a:ext cx="63408" cy="88771"/>
          </a:xfrm>
          <a:custGeom xmlns:a="http://schemas.openxmlformats.org/drawingml/2006/main">
            <a:pathLst>
              <a:path w="63408" h="88771">
                <a:moveTo>
                  <a:pt x="25004" y="72261"/>
                </a:moveTo>
                <a:lnTo>
                  <a:pt x="63408" y="72261"/>
                </a:lnTo>
                <a:lnTo>
                  <a:pt x="63408" y="88771"/>
                </a:lnTo>
                <a:lnTo>
                  <a:pt x="0" y="88771"/>
                </a:lnTo>
                <a:lnTo>
                  <a:pt x="0" y="72261"/>
                </a:lnTo>
                <a:lnTo>
                  <a:pt x="31823" y="44146"/>
                </a:lnTo>
                <a:cubicBezTo>
                  <a:pt x="34695" y="41634"/>
                  <a:pt x="36729" y="39121"/>
                  <a:pt x="38164" y="36609"/>
                </a:cubicBezTo>
                <a:cubicBezTo>
                  <a:pt x="39480" y="34216"/>
                  <a:pt x="40198" y="31584"/>
                  <a:pt x="40198" y="28952"/>
                </a:cubicBezTo>
                <a:cubicBezTo>
                  <a:pt x="40198" y="24884"/>
                  <a:pt x="38762" y="21654"/>
                  <a:pt x="36011" y="19142"/>
                </a:cubicBezTo>
                <a:cubicBezTo>
                  <a:pt x="33259" y="16630"/>
                  <a:pt x="29670" y="15314"/>
                  <a:pt x="25124" y="15314"/>
                </a:cubicBezTo>
                <a:cubicBezTo>
                  <a:pt x="21535" y="15314"/>
                  <a:pt x="17706" y="16151"/>
                  <a:pt x="13639" y="17587"/>
                </a:cubicBezTo>
                <a:cubicBezTo>
                  <a:pt x="9451" y="19142"/>
                  <a:pt x="5025" y="21415"/>
                  <a:pt x="239" y="24286"/>
                </a:cubicBezTo>
                <a:lnTo>
                  <a:pt x="239" y="5144"/>
                </a:lnTo>
                <a:cubicBezTo>
                  <a:pt x="5264" y="3469"/>
                  <a:pt x="10289" y="2273"/>
                  <a:pt x="15314" y="1316"/>
                </a:cubicBezTo>
                <a:cubicBezTo>
                  <a:pt x="20219" y="479"/>
                  <a:pt x="25004" y="0"/>
                  <a:pt x="29790" y="0"/>
                </a:cubicBezTo>
                <a:cubicBezTo>
                  <a:pt x="40198" y="0"/>
                  <a:pt x="48333" y="2393"/>
                  <a:pt x="54076" y="6939"/>
                </a:cubicBezTo>
                <a:cubicBezTo>
                  <a:pt x="59818" y="11485"/>
                  <a:pt x="62809" y="17946"/>
                  <a:pt x="62809" y="26081"/>
                </a:cubicBezTo>
                <a:cubicBezTo>
                  <a:pt x="62809" y="30866"/>
                  <a:pt x="61493" y="35413"/>
                  <a:pt x="59101" y="39480"/>
                </a:cubicBezTo>
                <a:cubicBezTo>
                  <a:pt x="56588" y="43548"/>
                  <a:pt x="51444" y="49051"/>
                  <a:pt x="43667" y="55870"/>
                </a:cubicBezTo>
                <a:lnTo>
                  <a:pt x="25004" y="7226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12213B-7112-4FF1-9E67-60FF59DB53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61581" y="5489108"/>
            <a:ext cx="71782" cy="90326"/>
          </a:xfrm>
          <a:custGeom xmlns:a="http://schemas.openxmlformats.org/drawingml/2006/main">
            <a:pathLst>
              <a:path w="71782" h="90326">
                <a:moveTo>
                  <a:pt x="49290" y="45103"/>
                </a:moveTo>
                <a:cubicBezTo>
                  <a:pt x="49290" y="34216"/>
                  <a:pt x="48214" y="26559"/>
                  <a:pt x="46180" y="22013"/>
                </a:cubicBezTo>
                <a:cubicBezTo>
                  <a:pt x="44146" y="17587"/>
                  <a:pt x="40677" y="15314"/>
                  <a:pt x="35891" y="15314"/>
                </a:cubicBezTo>
                <a:cubicBezTo>
                  <a:pt x="31106" y="15314"/>
                  <a:pt x="27636" y="17587"/>
                  <a:pt x="25602" y="22013"/>
                </a:cubicBezTo>
                <a:cubicBezTo>
                  <a:pt x="23449" y="26559"/>
                  <a:pt x="22492" y="34216"/>
                  <a:pt x="22492" y="45103"/>
                </a:cubicBezTo>
                <a:cubicBezTo>
                  <a:pt x="22492" y="56110"/>
                  <a:pt x="23449" y="63886"/>
                  <a:pt x="25602" y="68432"/>
                </a:cubicBezTo>
                <a:cubicBezTo>
                  <a:pt x="27636" y="72979"/>
                  <a:pt x="31106" y="75132"/>
                  <a:pt x="35891" y="75132"/>
                </a:cubicBezTo>
                <a:cubicBezTo>
                  <a:pt x="40677" y="75132"/>
                  <a:pt x="44026" y="72979"/>
                  <a:pt x="46180" y="68432"/>
                </a:cubicBezTo>
                <a:cubicBezTo>
                  <a:pt x="48214" y="63886"/>
                  <a:pt x="49290" y="56110"/>
                  <a:pt x="49290" y="45103"/>
                </a:cubicBezTo>
                <a:close/>
                <a:moveTo>
                  <a:pt x="71782" y="45223"/>
                </a:moveTo>
                <a:cubicBezTo>
                  <a:pt x="71782" y="59699"/>
                  <a:pt x="68672" y="70825"/>
                  <a:pt x="62450" y="78601"/>
                </a:cubicBezTo>
                <a:cubicBezTo>
                  <a:pt x="56229" y="86497"/>
                  <a:pt x="47376" y="90326"/>
                  <a:pt x="35891" y="90326"/>
                </a:cubicBezTo>
                <a:cubicBezTo>
                  <a:pt x="24406" y="90326"/>
                  <a:pt x="15553" y="86497"/>
                  <a:pt x="9332" y="78601"/>
                </a:cubicBezTo>
                <a:cubicBezTo>
                  <a:pt x="3111" y="70825"/>
                  <a:pt x="0" y="59699"/>
                  <a:pt x="0" y="45223"/>
                </a:cubicBezTo>
                <a:cubicBezTo>
                  <a:pt x="0" y="30866"/>
                  <a:pt x="3111" y="19740"/>
                  <a:pt x="9332" y="11844"/>
                </a:cubicBezTo>
                <a:cubicBezTo>
                  <a:pt x="15553" y="3948"/>
                  <a:pt x="24406" y="0"/>
                  <a:pt x="35891" y="0"/>
                </a:cubicBezTo>
                <a:cubicBezTo>
                  <a:pt x="47376" y="0"/>
                  <a:pt x="56229" y="3948"/>
                  <a:pt x="62450" y="11844"/>
                </a:cubicBezTo>
                <a:cubicBezTo>
                  <a:pt x="68672" y="19740"/>
                  <a:pt x="71782" y="30866"/>
                  <a:pt x="71782" y="4522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2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FA77DCCB-45F3-41FB-A8BD-0848764A42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3654" y="5125533"/>
            <a:ext cx="3656509" cy="9970"/>
          </a:xfrm>
          <a:custGeom xmlns:a="http://schemas.openxmlformats.org/drawingml/2006/main">
            <a:pathLst>
              <a:path w="3656509" h="9970">
                <a:moveTo>
                  <a:pt x="3656509" y="9970"/>
                </a:moveTo>
                <a:lnTo>
                  <a:pt x="3656508" y="9970"/>
                </a:lnTo>
                <a:lnTo>
                  <a:pt x="0" y="9970"/>
                </a:lnTo>
                <a:lnTo>
                  <a:pt x="0" y="0"/>
                </a:lnTo>
                <a:lnTo>
                  <a:pt x="3656508" y="0"/>
                </a:lnTo>
                <a:lnTo>
                  <a:pt x="3656509" y="0"/>
                </a:lnTo>
                <a:lnTo>
                  <a:pt x="3656509" y="9970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11FDDB-240B-478D-B96B-F00CA8DD03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77955" y="5088789"/>
            <a:ext cx="72380" cy="87215"/>
          </a:xfrm>
          <a:custGeom xmlns:a="http://schemas.openxmlformats.org/drawingml/2006/main">
            <a:pathLst>
              <a:path w="72380" h="87215">
                <a:moveTo>
                  <a:pt x="38643" y="18544"/>
                </a:moveTo>
                <a:lnTo>
                  <a:pt x="13998" y="55033"/>
                </a:lnTo>
                <a:lnTo>
                  <a:pt x="38643" y="55033"/>
                </a:lnTo>
                <a:lnTo>
                  <a:pt x="38643" y="18544"/>
                </a:lnTo>
                <a:close/>
                <a:moveTo>
                  <a:pt x="34934" y="0"/>
                </a:moveTo>
                <a:lnTo>
                  <a:pt x="59938" y="0"/>
                </a:lnTo>
                <a:lnTo>
                  <a:pt x="59938" y="55033"/>
                </a:lnTo>
                <a:lnTo>
                  <a:pt x="72380" y="55033"/>
                </a:lnTo>
                <a:lnTo>
                  <a:pt x="72380" y="71304"/>
                </a:lnTo>
                <a:lnTo>
                  <a:pt x="59938" y="71304"/>
                </a:lnTo>
                <a:lnTo>
                  <a:pt x="59938" y="87215"/>
                </a:lnTo>
                <a:lnTo>
                  <a:pt x="38643" y="87215"/>
                </a:lnTo>
                <a:lnTo>
                  <a:pt x="38643" y="71304"/>
                </a:lnTo>
                <a:lnTo>
                  <a:pt x="0" y="71304"/>
                </a:lnTo>
                <a:lnTo>
                  <a:pt x="0" y="52042"/>
                </a:lnTo>
                <a:lnTo>
                  <a:pt x="34934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B48700-1323-4361-B5F9-306CA818D1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61581" y="5087234"/>
            <a:ext cx="71782" cy="90326"/>
          </a:xfrm>
          <a:custGeom xmlns:a="http://schemas.openxmlformats.org/drawingml/2006/main">
            <a:pathLst>
              <a:path w="71782" h="90326">
                <a:moveTo>
                  <a:pt x="49290" y="45103"/>
                </a:moveTo>
                <a:cubicBezTo>
                  <a:pt x="49290" y="34216"/>
                  <a:pt x="48214" y="26559"/>
                  <a:pt x="46180" y="22013"/>
                </a:cubicBezTo>
                <a:cubicBezTo>
                  <a:pt x="44146" y="17587"/>
                  <a:pt x="40677" y="15314"/>
                  <a:pt x="35891" y="15314"/>
                </a:cubicBezTo>
                <a:cubicBezTo>
                  <a:pt x="31106" y="15314"/>
                  <a:pt x="27636" y="17587"/>
                  <a:pt x="25602" y="22013"/>
                </a:cubicBezTo>
                <a:cubicBezTo>
                  <a:pt x="23449" y="26559"/>
                  <a:pt x="22492" y="34216"/>
                  <a:pt x="22492" y="45103"/>
                </a:cubicBezTo>
                <a:cubicBezTo>
                  <a:pt x="22492" y="56110"/>
                  <a:pt x="23449" y="63886"/>
                  <a:pt x="25602" y="68432"/>
                </a:cubicBezTo>
                <a:cubicBezTo>
                  <a:pt x="27636" y="72979"/>
                  <a:pt x="31106" y="75132"/>
                  <a:pt x="35891" y="75132"/>
                </a:cubicBezTo>
                <a:cubicBezTo>
                  <a:pt x="40677" y="75132"/>
                  <a:pt x="44026" y="72979"/>
                  <a:pt x="46180" y="68432"/>
                </a:cubicBezTo>
                <a:cubicBezTo>
                  <a:pt x="48214" y="63886"/>
                  <a:pt x="49290" y="56110"/>
                  <a:pt x="49290" y="45103"/>
                </a:cubicBezTo>
                <a:close/>
                <a:moveTo>
                  <a:pt x="71782" y="45223"/>
                </a:moveTo>
                <a:cubicBezTo>
                  <a:pt x="71782" y="59699"/>
                  <a:pt x="68672" y="70825"/>
                  <a:pt x="62450" y="78601"/>
                </a:cubicBezTo>
                <a:cubicBezTo>
                  <a:pt x="56229" y="86497"/>
                  <a:pt x="47376" y="90326"/>
                  <a:pt x="35891" y="90326"/>
                </a:cubicBezTo>
                <a:cubicBezTo>
                  <a:pt x="24406" y="90326"/>
                  <a:pt x="15553" y="86497"/>
                  <a:pt x="9332" y="78601"/>
                </a:cubicBezTo>
                <a:cubicBezTo>
                  <a:pt x="3111" y="70825"/>
                  <a:pt x="0" y="59699"/>
                  <a:pt x="0" y="45223"/>
                </a:cubicBezTo>
                <a:cubicBezTo>
                  <a:pt x="0" y="30866"/>
                  <a:pt x="3111" y="19740"/>
                  <a:pt x="9332" y="11844"/>
                </a:cubicBezTo>
                <a:cubicBezTo>
                  <a:pt x="15553" y="3948"/>
                  <a:pt x="24406" y="0"/>
                  <a:pt x="35891" y="0"/>
                </a:cubicBezTo>
                <a:cubicBezTo>
                  <a:pt x="47376" y="0"/>
                  <a:pt x="56229" y="3948"/>
                  <a:pt x="62450" y="11844"/>
                </a:cubicBezTo>
                <a:cubicBezTo>
                  <a:pt x="68672" y="19740"/>
                  <a:pt x="71782" y="30866"/>
                  <a:pt x="71782" y="4522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5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B72B32B3-8AFC-44E2-B919-0A8CC194FC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3654" y="4723659"/>
            <a:ext cx="3656509" cy="9970"/>
          </a:xfrm>
          <a:custGeom xmlns:a="http://schemas.openxmlformats.org/drawingml/2006/main">
            <a:pathLst>
              <a:path w="3656509" h="9970">
                <a:moveTo>
                  <a:pt x="3656509" y="9970"/>
                </a:moveTo>
                <a:lnTo>
                  <a:pt x="3656508" y="9970"/>
                </a:lnTo>
                <a:lnTo>
                  <a:pt x="0" y="9970"/>
                </a:lnTo>
                <a:lnTo>
                  <a:pt x="0" y="0"/>
                </a:lnTo>
                <a:lnTo>
                  <a:pt x="3656508" y="0"/>
                </a:lnTo>
                <a:lnTo>
                  <a:pt x="3656509" y="0"/>
                </a:lnTo>
                <a:lnTo>
                  <a:pt x="3656509" y="9970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0BE90B-3672-4666-9CD7-E665FA681C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79988" y="4685480"/>
            <a:ext cx="69389" cy="90206"/>
          </a:xfrm>
          <a:custGeom xmlns:a="http://schemas.openxmlformats.org/drawingml/2006/main">
            <a:pathLst>
              <a:path w="69389" h="90206">
                <a:moveTo>
                  <a:pt x="35891" y="45582"/>
                </a:moveTo>
                <a:cubicBezTo>
                  <a:pt x="31943" y="45582"/>
                  <a:pt x="28952" y="46898"/>
                  <a:pt x="27038" y="49410"/>
                </a:cubicBezTo>
                <a:cubicBezTo>
                  <a:pt x="25004" y="52042"/>
                  <a:pt x="24047" y="55870"/>
                  <a:pt x="24047" y="60895"/>
                </a:cubicBezTo>
                <a:cubicBezTo>
                  <a:pt x="24047" y="66040"/>
                  <a:pt x="25004" y="69868"/>
                  <a:pt x="27038" y="72380"/>
                </a:cubicBezTo>
                <a:cubicBezTo>
                  <a:pt x="28952" y="75012"/>
                  <a:pt x="31943" y="76209"/>
                  <a:pt x="35891" y="76209"/>
                </a:cubicBezTo>
                <a:cubicBezTo>
                  <a:pt x="39839" y="76209"/>
                  <a:pt x="42830" y="75012"/>
                  <a:pt x="44744" y="72380"/>
                </a:cubicBezTo>
                <a:cubicBezTo>
                  <a:pt x="46658" y="69868"/>
                  <a:pt x="47735" y="66040"/>
                  <a:pt x="47735" y="60895"/>
                </a:cubicBezTo>
                <a:cubicBezTo>
                  <a:pt x="47735" y="55870"/>
                  <a:pt x="46658" y="52042"/>
                  <a:pt x="44744" y="49410"/>
                </a:cubicBezTo>
                <a:cubicBezTo>
                  <a:pt x="42830" y="46898"/>
                  <a:pt x="39839" y="45582"/>
                  <a:pt x="35891" y="45582"/>
                </a:cubicBezTo>
                <a:close/>
                <a:moveTo>
                  <a:pt x="63647" y="3709"/>
                </a:moveTo>
                <a:lnTo>
                  <a:pt x="63647" y="19860"/>
                </a:lnTo>
                <a:cubicBezTo>
                  <a:pt x="59938" y="18185"/>
                  <a:pt x="56469" y="16869"/>
                  <a:pt x="53238" y="16031"/>
                </a:cubicBezTo>
                <a:cubicBezTo>
                  <a:pt x="49889" y="15194"/>
                  <a:pt x="46778" y="14715"/>
                  <a:pt x="43667" y="14715"/>
                </a:cubicBezTo>
                <a:cubicBezTo>
                  <a:pt x="36968" y="14715"/>
                  <a:pt x="31704" y="16630"/>
                  <a:pt x="27995" y="20338"/>
                </a:cubicBezTo>
                <a:cubicBezTo>
                  <a:pt x="24167" y="24047"/>
                  <a:pt x="22013" y="29550"/>
                  <a:pt x="21415" y="36848"/>
                </a:cubicBezTo>
                <a:cubicBezTo>
                  <a:pt x="23927" y="34934"/>
                  <a:pt x="26679" y="33498"/>
                  <a:pt x="29790" y="32541"/>
                </a:cubicBezTo>
                <a:cubicBezTo>
                  <a:pt x="32781" y="31584"/>
                  <a:pt x="36011" y="31106"/>
                  <a:pt x="39600" y="31106"/>
                </a:cubicBezTo>
                <a:cubicBezTo>
                  <a:pt x="48453" y="31106"/>
                  <a:pt x="55631" y="33738"/>
                  <a:pt x="61134" y="39002"/>
                </a:cubicBezTo>
                <a:cubicBezTo>
                  <a:pt x="66638" y="44266"/>
                  <a:pt x="69389" y="51085"/>
                  <a:pt x="69389" y="59460"/>
                </a:cubicBezTo>
                <a:cubicBezTo>
                  <a:pt x="69389" y="68791"/>
                  <a:pt x="66279" y="76328"/>
                  <a:pt x="60177" y="81832"/>
                </a:cubicBezTo>
                <a:cubicBezTo>
                  <a:pt x="54076" y="87455"/>
                  <a:pt x="45941" y="90206"/>
                  <a:pt x="35652" y="90206"/>
                </a:cubicBezTo>
                <a:cubicBezTo>
                  <a:pt x="24286" y="90206"/>
                  <a:pt x="15553" y="86497"/>
                  <a:pt x="9332" y="78841"/>
                </a:cubicBezTo>
                <a:cubicBezTo>
                  <a:pt x="3111" y="71184"/>
                  <a:pt x="0" y="60417"/>
                  <a:pt x="0" y="46299"/>
                </a:cubicBezTo>
                <a:cubicBezTo>
                  <a:pt x="0" y="31943"/>
                  <a:pt x="3589" y="20578"/>
                  <a:pt x="10887" y="12323"/>
                </a:cubicBezTo>
                <a:cubicBezTo>
                  <a:pt x="18065" y="4187"/>
                  <a:pt x="28115" y="0"/>
                  <a:pt x="40796" y="0"/>
                </a:cubicBezTo>
                <a:cubicBezTo>
                  <a:pt x="44744" y="0"/>
                  <a:pt x="48573" y="359"/>
                  <a:pt x="52401" y="957"/>
                </a:cubicBezTo>
                <a:cubicBezTo>
                  <a:pt x="56229" y="1555"/>
                  <a:pt x="59938" y="2512"/>
                  <a:pt x="63647" y="370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AD7340-DCD5-4982-87B9-53BC5CE3A1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61581" y="4685360"/>
            <a:ext cx="71782" cy="90326"/>
          </a:xfrm>
          <a:custGeom xmlns:a="http://schemas.openxmlformats.org/drawingml/2006/main">
            <a:pathLst>
              <a:path w="71782" h="90326">
                <a:moveTo>
                  <a:pt x="49290" y="45103"/>
                </a:moveTo>
                <a:cubicBezTo>
                  <a:pt x="49290" y="34216"/>
                  <a:pt x="48214" y="26559"/>
                  <a:pt x="46180" y="22013"/>
                </a:cubicBezTo>
                <a:cubicBezTo>
                  <a:pt x="44146" y="17587"/>
                  <a:pt x="40677" y="15314"/>
                  <a:pt x="35891" y="15314"/>
                </a:cubicBezTo>
                <a:cubicBezTo>
                  <a:pt x="31106" y="15314"/>
                  <a:pt x="27636" y="17587"/>
                  <a:pt x="25602" y="22013"/>
                </a:cubicBezTo>
                <a:cubicBezTo>
                  <a:pt x="23449" y="26559"/>
                  <a:pt x="22492" y="34216"/>
                  <a:pt x="22492" y="45103"/>
                </a:cubicBezTo>
                <a:cubicBezTo>
                  <a:pt x="22492" y="56110"/>
                  <a:pt x="23449" y="63886"/>
                  <a:pt x="25602" y="68432"/>
                </a:cubicBezTo>
                <a:cubicBezTo>
                  <a:pt x="27636" y="72979"/>
                  <a:pt x="31106" y="75132"/>
                  <a:pt x="35891" y="75132"/>
                </a:cubicBezTo>
                <a:cubicBezTo>
                  <a:pt x="40677" y="75132"/>
                  <a:pt x="44026" y="72979"/>
                  <a:pt x="46180" y="68432"/>
                </a:cubicBezTo>
                <a:cubicBezTo>
                  <a:pt x="48214" y="63886"/>
                  <a:pt x="49290" y="56110"/>
                  <a:pt x="49290" y="45103"/>
                </a:cubicBezTo>
                <a:close/>
                <a:moveTo>
                  <a:pt x="71782" y="45223"/>
                </a:moveTo>
                <a:cubicBezTo>
                  <a:pt x="71782" y="59699"/>
                  <a:pt x="68672" y="70825"/>
                  <a:pt x="62450" y="78601"/>
                </a:cubicBezTo>
                <a:cubicBezTo>
                  <a:pt x="56229" y="86497"/>
                  <a:pt x="47376" y="90326"/>
                  <a:pt x="35891" y="90326"/>
                </a:cubicBezTo>
                <a:cubicBezTo>
                  <a:pt x="24406" y="90326"/>
                  <a:pt x="15553" y="86497"/>
                  <a:pt x="9332" y="78601"/>
                </a:cubicBezTo>
                <a:cubicBezTo>
                  <a:pt x="3111" y="70825"/>
                  <a:pt x="0" y="59699"/>
                  <a:pt x="0" y="45223"/>
                </a:cubicBezTo>
                <a:cubicBezTo>
                  <a:pt x="0" y="30866"/>
                  <a:pt x="3111" y="19740"/>
                  <a:pt x="9332" y="11844"/>
                </a:cubicBezTo>
                <a:cubicBezTo>
                  <a:pt x="15553" y="3948"/>
                  <a:pt x="24406" y="0"/>
                  <a:pt x="35891" y="0"/>
                </a:cubicBezTo>
                <a:cubicBezTo>
                  <a:pt x="47376" y="0"/>
                  <a:pt x="56229" y="3948"/>
                  <a:pt x="62450" y="11844"/>
                </a:cubicBezTo>
                <a:cubicBezTo>
                  <a:pt x="68672" y="19740"/>
                  <a:pt x="71782" y="30866"/>
                  <a:pt x="71782" y="4522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8" name="Clipped source stroke outline">
            <a:extLst xmlns:a="http://schemas.openxmlformats.org/drawingml/2006/main">
              <a:ext uri="{FF2B5EF4-FFF2-40B4-BE49-F238E27FC236}">
                <a16:creationId xmlns:a16="http://schemas.microsoft.com/office/drawing/2014/main" id="{FF3786FD-D1AE-45AE-AB43-D4D3624221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3654" y="4321785"/>
            <a:ext cx="3656509" cy="9970"/>
          </a:xfrm>
          <a:custGeom xmlns:a="http://schemas.openxmlformats.org/drawingml/2006/main">
            <a:pathLst>
              <a:path w="3656509" h="9970">
                <a:moveTo>
                  <a:pt x="3656509" y="9970"/>
                </a:moveTo>
                <a:lnTo>
                  <a:pt x="3656508" y="9970"/>
                </a:lnTo>
                <a:lnTo>
                  <a:pt x="0" y="9970"/>
                </a:lnTo>
                <a:lnTo>
                  <a:pt x="0" y="0"/>
                </a:lnTo>
                <a:lnTo>
                  <a:pt x="3656508" y="0"/>
                </a:lnTo>
                <a:lnTo>
                  <a:pt x="3656509" y="0"/>
                </a:lnTo>
                <a:lnTo>
                  <a:pt x="3656509" y="9970"/>
                </a:lnTo>
                <a:close/>
              </a:path>
            </a:pathLst>
          </a:custGeom>
          <a:solidFill xmlns:a="http://schemas.openxmlformats.org/drawingml/2006/main">
            <a:srgbClr val="CCCCC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735AB3-02B0-4F88-95DA-BB4528BD71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479869" y="4283486"/>
            <a:ext cx="68552" cy="90326"/>
          </a:xfrm>
          <a:custGeom xmlns:a="http://schemas.openxmlformats.org/drawingml/2006/main">
            <a:pathLst>
              <a:path w="68552" h="90326">
                <a:moveTo>
                  <a:pt x="34336" y="49769"/>
                </a:moveTo>
                <a:cubicBezTo>
                  <a:pt x="30029" y="49769"/>
                  <a:pt x="26799" y="50965"/>
                  <a:pt x="24645" y="53238"/>
                </a:cubicBezTo>
                <a:cubicBezTo>
                  <a:pt x="22372" y="55512"/>
                  <a:pt x="21295" y="58742"/>
                  <a:pt x="21295" y="63049"/>
                </a:cubicBezTo>
                <a:cubicBezTo>
                  <a:pt x="21295" y="67356"/>
                  <a:pt x="22372" y="70705"/>
                  <a:pt x="24645" y="72979"/>
                </a:cubicBezTo>
                <a:cubicBezTo>
                  <a:pt x="26799" y="75252"/>
                  <a:pt x="30029" y="76328"/>
                  <a:pt x="34336" y="76328"/>
                </a:cubicBezTo>
                <a:cubicBezTo>
                  <a:pt x="38403" y="76328"/>
                  <a:pt x="41634" y="75252"/>
                  <a:pt x="43907" y="72979"/>
                </a:cubicBezTo>
                <a:cubicBezTo>
                  <a:pt x="46060" y="70705"/>
                  <a:pt x="47257" y="67356"/>
                  <a:pt x="47257" y="63049"/>
                </a:cubicBezTo>
                <a:cubicBezTo>
                  <a:pt x="47257" y="58742"/>
                  <a:pt x="46060" y="55512"/>
                  <a:pt x="43907" y="53238"/>
                </a:cubicBezTo>
                <a:cubicBezTo>
                  <a:pt x="41634" y="50965"/>
                  <a:pt x="38403" y="49769"/>
                  <a:pt x="34336" y="49769"/>
                </a:cubicBezTo>
                <a:close/>
                <a:moveTo>
                  <a:pt x="17946" y="42351"/>
                </a:moveTo>
                <a:cubicBezTo>
                  <a:pt x="12682" y="40796"/>
                  <a:pt x="8614" y="38403"/>
                  <a:pt x="5982" y="35054"/>
                </a:cubicBezTo>
                <a:cubicBezTo>
                  <a:pt x="3230" y="31704"/>
                  <a:pt x="1914" y="27636"/>
                  <a:pt x="1914" y="22611"/>
                </a:cubicBezTo>
                <a:cubicBezTo>
                  <a:pt x="1914" y="15194"/>
                  <a:pt x="4666" y="9571"/>
                  <a:pt x="10169" y="5743"/>
                </a:cubicBezTo>
                <a:cubicBezTo>
                  <a:pt x="15672" y="1914"/>
                  <a:pt x="23688" y="0"/>
                  <a:pt x="34336" y="0"/>
                </a:cubicBezTo>
                <a:cubicBezTo>
                  <a:pt x="44864" y="0"/>
                  <a:pt x="52880" y="1914"/>
                  <a:pt x="58383" y="5743"/>
                </a:cubicBezTo>
                <a:cubicBezTo>
                  <a:pt x="63886" y="9571"/>
                  <a:pt x="66638" y="15194"/>
                  <a:pt x="66638" y="22611"/>
                </a:cubicBezTo>
                <a:cubicBezTo>
                  <a:pt x="66638" y="27636"/>
                  <a:pt x="65202" y="31704"/>
                  <a:pt x="62570" y="35054"/>
                </a:cubicBezTo>
                <a:cubicBezTo>
                  <a:pt x="59818" y="38403"/>
                  <a:pt x="55870" y="40796"/>
                  <a:pt x="50606" y="42351"/>
                </a:cubicBezTo>
                <a:cubicBezTo>
                  <a:pt x="56469" y="44026"/>
                  <a:pt x="60895" y="46658"/>
                  <a:pt x="64006" y="50367"/>
                </a:cubicBezTo>
                <a:cubicBezTo>
                  <a:pt x="66997" y="54076"/>
                  <a:pt x="68552" y="58742"/>
                  <a:pt x="68552" y="64245"/>
                </a:cubicBezTo>
                <a:cubicBezTo>
                  <a:pt x="68552" y="72859"/>
                  <a:pt x="65681" y="79439"/>
                  <a:pt x="59938" y="83746"/>
                </a:cubicBezTo>
                <a:cubicBezTo>
                  <a:pt x="54196" y="88172"/>
                  <a:pt x="45582" y="90326"/>
                  <a:pt x="34336" y="90326"/>
                </a:cubicBezTo>
                <a:cubicBezTo>
                  <a:pt x="22970" y="90326"/>
                  <a:pt x="14356" y="88172"/>
                  <a:pt x="8614" y="83746"/>
                </a:cubicBezTo>
                <a:cubicBezTo>
                  <a:pt x="2871" y="79439"/>
                  <a:pt x="0" y="72859"/>
                  <a:pt x="0" y="64245"/>
                </a:cubicBezTo>
                <a:cubicBezTo>
                  <a:pt x="0" y="58742"/>
                  <a:pt x="1436" y="54076"/>
                  <a:pt x="4546" y="50367"/>
                </a:cubicBezTo>
                <a:cubicBezTo>
                  <a:pt x="7537" y="46658"/>
                  <a:pt x="11964" y="44026"/>
                  <a:pt x="17946" y="42351"/>
                </a:cubicBezTo>
                <a:close/>
                <a:moveTo>
                  <a:pt x="23210" y="24884"/>
                </a:moveTo>
                <a:cubicBezTo>
                  <a:pt x="23210" y="28354"/>
                  <a:pt x="24167" y="30986"/>
                  <a:pt x="26081" y="32900"/>
                </a:cubicBezTo>
                <a:cubicBezTo>
                  <a:pt x="27995" y="34814"/>
                  <a:pt x="30747" y="35652"/>
                  <a:pt x="34336" y="35652"/>
                </a:cubicBezTo>
                <a:cubicBezTo>
                  <a:pt x="37805" y="35652"/>
                  <a:pt x="40557" y="34814"/>
                  <a:pt x="42471" y="32900"/>
                </a:cubicBezTo>
                <a:cubicBezTo>
                  <a:pt x="44385" y="30986"/>
                  <a:pt x="45342" y="28354"/>
                  <a:pt x="45342" y="24884"/>
                </a:cubicBezTo>
                <a:cubicBezTo>
                  <a:pt x="45342" y="21415"/>
                  <a:pt x="44385" y="18783"/>
                  <a:pt x="42471" y="16869"/>
                </a:cubicBezTo>
                <a:cubicBezTo>
                  <a:pt x="40557" y="15074"/>
                  <a:pt x="37805" y="14117"/>
                  <a:pt x="34336" y="14117"/>
                </a:cubicBezTo>
                <a:cubicBezTo>
                  <a:pt x="30747" y="14117"/>
                  <a:pt x="27995" y="15074"/>
                  <a:pt x="26081" y="16988"/>
                </a:cubicBezTo>
                <a:cubicBezTo>
                  <a:pt x="24167" y="18903"/>
                  <a:pt x="23210" y="21535"/>
                  <a:pt x="23210" y="2488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DEDBB7-BBEB-4573-A4AC-BC39B12A69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561581" y="4283486"/>
            <a:ext cx="71782" cy="90326"/>
          </a:xfrm>
          <a:custGeom xmlns:a="http://schemas.openxmlformats.org/drawingml/2006/main">
            <a:pathLst>
              <a:path w="71782" h="90326">
                <a:moveTo>
                  <a:pt x="49290" y="45103"/>
                </a:moveTo>
                <a:cubicBezTo>
                  <a:pt x="49290" y="34216"/>
                  <a:pt x="48214" y="26559"/>
                  <a:pt x="46180" y="22013"/>
                </a:cubicBezTo>
                <a:cubicBezTo>
                  <a:pt x="44146" y="17587"/>
                  <a:pt x="40677" y="15314"/>
                  <a:pt x="35891" y="15314"/>
                </a:cubicBezTo>
                <a:cubicBezTo>
                  <a:pt x="31106" y="15314"/>
                  <a:pt x="27636" y="17587"/>
                  <a:pt x="25602" y="22013"/>
                </a:cubicBezTo>
                <a:cubicBezTo>
                  <a:pt x="23449" y="26559"/>
                  <a:pt x="22492" y="34216"/>
                  <a:pt x="22492" y="45103"/>
                </a:cubicBezTo>
                <a:cubicBezTo>
                  <a:pt x="22492" y="56110"/>
                  <a:pt x="23449" y="63886"/>
                  <a:pt x="25602" y="68432"/>
                </a:cubicBezTo>
                <a:cubicBezTo>
                  <a:pt x="27636" y="72979"/>
                  <a:pt x="31106" y="75132"/>
                  <a:pt x="35891" y="75132"/>
                </a:cubicBezTo>
                <a:cubicBezTo>
                  <a:pt x="40677" y="75132"/>
                  <a:pt x="44026" y="72979"/>
                  <a:pt x="46180" y="68432"/>
                </a:cubicBezTo>
                <a:cubicBezTo>
                  <a:pt x="48214" y="63886"/>
                  <a:pt x="49290" y="56110"/>
                  <a:pt x="49290" y="45103"/>
                </a:cubicBezTo>
                <a:close/>
                <a:moveTo>
                  <a:pt x="71782" y="45223"/>
                </a:moveTo>
                <a:cubicBezTo>
                  <a:pt x="71782" y="59699"/>
                  <a:pt x="68672" y="70825"/>
                  <a:pt x="62450" y="78601"/>
                </a:cubicBezTo>
                <a:cubicBezTo>
                  <a:pt x="56229" y="86497"/>
                  <a:pt x="47376" y="90326"/>
                  <a:pt x="35891" y="90326"/>
                </a:cubicBezTo>
                <a:cubicBezTo>
                  <a:pt x="24406" y="90326"/>
                  <a:pt x="15553" y="86497"/>
                  <a:pt x="9332" y="78601"/>
                </a:cubicBezTo>
                <a:cubicBezTo>
                  <a:pt x="3111" y="70825"/>
                  <a:pt x="0" y="59699"/>
                  <a:pt x="0" y="45223"/>
                </a:cubicBezTo>
                <a:cubicBezTo>
                  <a:pt x="0" y="30866"/>
                  <a:pt x="3111" y="19740"/>
                  <a:pt x="9332" y="11844"/>
                </a:cubicBezTo>
                <a:cubicBezTo>
                  <a:pt x="15553" y="3948"/>
                  <a:pt x="24406" y="0"/>
                  <a:pt x="35891" y="0"/>
                </a:cubicBezTo>
                <a:cubicBezTo>
                  <a:pt x="47376" y="0"/>
                  <a:pt x="56229" y="3948"/>
                  <a:pt x="62450" y="11844"/>
                </a:cubicBezTo>
                <a:cubicBezTo>
                  <a:pt x="68672" y="19740"/>
                  <a:pt x="71782" y="30866"/>
                  <a:pt x="71782" y="45223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B36A95-047B-4FA4-BCCC-432F13EB4B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4596" y="5698535"/>
            <a:ext cx="81256" cy="235730"/>
          </a:xfrm>
          <a:custGeom xmlns:a="http://schemas.openxmlformats.org/drawingml/2006/main">
            <a:pathLst>
              <a:path w="81256" h="235730">
                <a:moveTo>
                  <a:pt x="0" y="235730"/>
                </a:moveTo>
                <a:lnTo>
                  <a:pt x="81256" y="235730"/>
                </a:lnTo>
                <a:lnTo>
                  <a:pt x="81256" y="0"/>
                </a:lnTo>
                <a:lnTo>
                  <a:pt x="0" y="0"/>
                </a:lnTo>
                <a:lnTo>
                  <a:pt x="0" y="235730"/>
                </a:lnTo>
                <a:close/>
              </a:path>
            </a:pathLst>
          </a:custGeom>
          <a:solidFill xmlns:a="http://schemas.openxmlformats.org/drawingml/2006/main">
            <a:srgbClr val="176D9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BFCBCE-E61F-4C3B-80C7-77BDD8DAC8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4596" y="5698535"/>
            <a:ext cx="81256" cy="235730"/>
          </a:xfrm>
          <a:custGeom xmlns:a="http://schemas.openxmlformats.org/drawingml/2006/main">
            <a:pathLst>
              <a:path w="81256" h="235730" fill="none">
                <a:moveTo>
                  <a:pt x="0" y="235730"/>
                </a:moveTo>
                <a:lnTo>
                  <a:pt x="81256" y="235730"/>
                </a:lnTo>
                <a:lnTo>
                  <a:pt x="81256" y="0"/>
                </a:lnTo>
                <a:lnTo>
                  <a:pt x="0" y="0"/>
                </a:lnTo>
                <a:lnTo>
                  <a:pt x="0" y="23573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3503E9-8EA0-4B73-8D6E-749D4A81B3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04014" y="5506520"/>
            <a:ext cx="81255" cy="427746"/>
          </a:xfrm>
          <a:custGeom xmlns:a="http://schemas.openxmlformats.org/drawingml/2006/main">
            <a:pathLst>
              <a:path w="81255" h="427746">
                <a:moveTo>
                  <a:pt x="0" y="427746"/>
                </a:moveTo>
                <a:lnTo>
                  <a:pt x="81255" y="427746"/>
                </a:lnTo>
                <a:lnTo>
                  <a:pt x="81255" y="0"/>
                </a:lnTo>
                <a:lnTo>
                  <a:pt x="0" y="0"/>
                </a:lnTo>
                <a:lnTo>
                  <a:pt x="0" y="427746"/>
                </a:lnTo>
                <a:close/>
              </a:path>
            </a:pathLst>
          </a:custGeom>
          <a:solidFill xmlns:a="http://schemas.openxmlformats.org/drawingml/2006/main">
            <a:srgbClr val="176D9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4689AF-93C5-4DD9-9A18-0862E66667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04014" y="5506520"/>
            <a:ext cx="81255" cy="427746"/>
          </a:xfrm>
          <a:custGeom xmlns:a="http://schemas.openxmlformats.org/drawingml/2006/main">
            <a:pathLst>
              <a:path w="81255" h="427746" fill="none">
                <a:moveTo>
                  <a:pt x="0" y="427746"/>
                </a:moveTo>
                <a:lnTo>
                  <a:pt x="81255" y="427746"/>
                </a:lnTo>
                <a:lnTo>
                  <a:pt x="81255" y="0"/>
                </a:lnTo>
                <a:lnTo>
                  <a:pt x="0" y="0"/>
                </a:lnTo>
                <a:lnTo>
                  <a:pt x="0" y="427746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50F9D3-FD86-4B46-AC45-401DA22D83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13432" y="5225084"/>
            <a:ext cx="81256" cy="709181"/>
          </a:xfrm>
          <a:custGeom xmlns:a="http://schemas.openxmlformats.org/drawingml/2006/main">
            <a:pathLst>
              <a:path w="81256" h="709181">
                <a:moveTo>
                  <a:pt x="0" y="709181"/>
                </a:moveTo>
                <a:lnTo>
                  <a:pt x="81256" y="709181"/>
                </a:lnTo>
                <a:lnTo>
                  <a:pt x="81256" y="0"/>
                </a:lnTo>
                <a:lnTo>
                  <a:pt x="0" y="0"/>
                </a:lnTo>
                <a:lnTo>
                  <a:pt x="0" y="709181"/>
                </a:lnTo>
                <a:close/>
              </a:path>
            </a:pathLst>
          </a:custGeom>
          <a:solidFill xmlns:a="http://schemas.openxmlformats.org/drawingml/2006/main">
            <a:srgbClr val="176D9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59889B-1962-422C-AC39-03DE8D98F6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13432" y="5225084"/>
            <a:ext cx="81256" cy="709181"/>
          </a:xfrm>
          <a:custGeom xmlns:a="http://schemas.openxmlformats.org/drawingml/2006/main">
            <a:pathLst>
              <a:path w="81256" h="709181" fill="none">
                <a:moveTo>
                  <a:pt x="0" y="709181"/>
                </a:moveTo>
                <a:lnTo>
                  <a:pt x="81256" y="709181"/>
                </a:lnTo>
                <a:lnTo>
                  <a:pt x="81256" y="0"/>
                </a:lnTo>
                <a:lnTo>
                  <a:pt x="0" y="0"/>
                </a:lnTo>
                <a:lnTo>
                  <a:pt x="0" y="709181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7725C9-0F5D-4BAB-A10F-77AD81DAD4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22850" y="4880376"/>
            <a:ext cx="81255" cy="1053890"/>
          </a:xfrm>
          <a:custGeom xmlns:a="http://schemas.openxmlformats.org/drawingml/2006/main">
            <a:pathLst>
              <a:path w="81255" h="1053890">
                <a:moveTo>
                  <a:pt x="0" y="1053890"/>
                </a:moveTo>
                <a:lnTo>
                  <a:pt x="81255" y="1053890"/>
                </a:lnTo>
                <a:lnTo>
                  <a:pt x="81255" y="0"/>
                </a:lnTo>
                <a:lnTo>
                  <a:pt x="0" y="0"/>
                </a:lnTo>
                <a:lnTo>
                  <a:pt x="0" y="1053890"/>
                </a:lnTo>
                <a:close/>
              </a:path>
            </a:pathLst>
          </a:custGeom>
          <a:solidFill xmlns:a="http://schemas.openxmlformats.org/drawingml/2006/main">
            <a:srgbClr val="176D9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8EA000-1A39-4A1E-952B-F15FF87CDD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22850" y="4880376"/>
            <a:ext cx="81255" cy="1053890"/>
          </a:xfrm>
          <a:custGeom xmlns:a="http://schemas.openxmlformats.org/drawingml/2006/main">
            <a:pathLst>
              <a:path w="81255" h="1053890" fill="none">
                <a:moveTo>
                  <a:pt x="0" y="1053890"/>
                </a:moveTo>
                <a:lnTo>
                  <a:pt x="81255" y="1053890"/>
                </a:lnTo>
                <a:lnTo>
                  <a:pt x="81255" y="0"/>
                </a:lnTo>
                <a:lnTo>
                  <a:pt x="0" y="0"/>
                </a:lnTo>
                <a:lnTo>
                  <a:pt x="0" y="105389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D24AF8-CE1F-4798-A8BD-B1E2AE966D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32268" y="5276691"/>
            <a:ext cx="81256" cy="657575"/>
          </a:xfrm>
          <a:custGeom xmlns:a="http://schemas.openxmlformats.org/drawingml/2006/main">
            <a:pathLst>
              <a:path w="81256" h="657575">
                <a:moveTo>
                  <a:pt x="0" y="657575"/>
                </a:moveTo>
                <a:lnTo>
                  <a:pt x="81256" y="657575"/>
                </a:lnTo>
                <a:lnTo>
                  <a:pt x="81256" y="0"/>
                </a:lnTo>
                <a:lnTo>
                  <a:pt x="0" y="0"/>
                </a:lnTo>
                <a:lnTo>
                  <a:pt x="0" y="657575"/>
                </a:lnTo>
                <a:close/>
              </a:path>
            </a:pathLst>
          </a:custGeom>
          <a:solidFill xmlns:a="http://schemas.openxmlformats.org/drawingml/2006/main">
            <a:srgbClr val="176D9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DA9417-8CE2-4981-924F-0EA7285CC1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32268" y="5276691"/>
            <a:ext cx="81256" cy="657575"/>
          </a:xfrm>
          <a:custGeom xmlns:a="http://schemas.openxmlformats.org/drawingml/2006/main">
            <a:pathLst>
              <a:path w="81256" h="657575" fill="none">
                <a:moveTo>
                  <a:pt x="0" y="657575"/>
                </a:moveTo>
                <a:lnTo>
                  <a:pt x="81256" y="657575"/>
                </a:lnTo>
                <a:lnTo>
                  <a:pt x="81256" y="0"/>
                </a:lnTo>
                <a:lnTo>
                  <a:pt x="0" y="0"/>
                </a:lnTo>
                <a:lnTo>
                  <a:pt x="0" y="657575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9575C4-941A-4C2E-9C39-EAD7BDF10E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1686" y="5725711"/>
            <a:ext cx="81255" cy="208555"/>
          </a:xfrm>
          <a:custGeom xmlns:a="http://schemas.openxmlformats.org/drawingml/2006/main">
            <a:pathLst>
              <a:path w="81255" h="208555">
                <a:moveTo>
                  <a:pt x="0" y="208555"/>
                </a:moveTo>
                <a:lnTo>
                  <a:pt x="81255" y="208555"/>
                </a:lnTo>
                <a:lnTo>
                  <a:pt x="81255" y="0"/>
                </a:lnTo>
                <a:lnTo>
                  <a:pt x="0" y="0"/>
                </a:lnTo>
                <a:lnTo>
                  <a:pt x="0" y="208555"/>
                </a:lnTo>
                <a:close/>
              </a:path>
            </a:pathLst>
          </a:custGeom>
          <a:solidFill xmlns:a="http://schemas.openxmlformats.org/drawingml/2006/main">
            <a:srgbClr val="176D9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CCDADA-0A5A-4EF7-B713-74AFB15102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841686" y="5725711"/>
            <a:ext cx="81255" cy="208555"/>
          </a:xfrm>
          <a:custGeom xmlns:a="http://schemas.openxmlformats.org/drawingml/2006/main">
            <a:pathLst>
              <a:path w="81255" h="208555" fill="none">
                <a:moveTo>
                  <a:pt x="0" y="208555"/>
                </a:moveTo>
                <a:lnTo>
                  <a:pt x="81255" y="208555"/>
                </a:lnTo>
                <a:lnTo>
                  <a:pt x="81255" y="0"/>
                </a:lnTo>
                <a:lnTo>
                  <a:pt x="0" y="0"/>
                </a:lnTo>
                <a:lnTo>
                  <a:pt x="0" y="208555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43AD46-6B01-4F78-8924-A7CA547A4D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75852" y="5506245"/>
            <a:ext cx="81256" cy="428021"/>
          </a:xfrm>
          <a:custGeom xmlns:a="http://schemas.openxmlformats.org/drawingml/2006/main">
            <a:pathLst>
              <a:path w="81256" h="428021">
                <a:moveTo>
                  <a:pt x="0" y="428021"/>
                </a:moveTo>
                <a:lnTo>
                  <a:pt x="81256" y="428021"/>
                </a:lnTo>
                <a:lnTo>
                  <a:pt x="81256" y="0"/>
                </a:lnTo>
                <a:lnTo>
                  <a:pt x="0" y="0"/>
                </a:lnTo>
                <a:lnTo>
                  <a:pt x="0" y="428021"/>
                </a:lnTo>
                <a:close/>
              </a:path>
            </a:pathLst>
          </a:custGeom>
          <a:solidFill xmlns:a="http://schemas.openxmlformats.org/drawingml/2006/main">
            <a:srgbClr val="C3882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32CF5A-5E50-4EF4-8106-5F94BBCB62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75852" y="5506245"/>
            <a:ext cx="81256" cy="428021"/>
          </a:xfrm>
          <a:custGeom xmlns:a="http://schemas.openxmlformats.org/drawingml/2006/main">
            <a:pathLst>
              <a:path w="81256" h="428021" fill="none">
                <a:moveTo>
                  <a:pt x="0" y="428021"/>
                </a:moveTo>
                <a:lnTo>
                  <a:pt x="81256" y="428021"/>
                </a:lnTo>
                <a:lnTo>
                  <a:pt x="81256" y="0"/>
                </a:lnTo>
                <a:lnTo>
                  <a:pt x="0" y="0"/>
                </a:lnTo>
                <a:lnTo>
                  <a:pt x="0" y="428021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6A10E1-5718-45A3-8931-FEBDB89679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85269" y="5496637"/>
            <a:ext cx="81256" cy="437628"/>
          </a:xfrm>
          <a:custGeom xmlns:a="http://schemas.openxmlformats.org/drawingml/2006/main">
            <a:pathLst>
              <a:path w="81256" h="437628">
                <a:moveTo>
                  <a:pt x="0" y="437628"/>
                </a:moveTo>
                <a:lnTo>
                  <a:pt x="81256" y="437628"/>
                </a:lnTo>
                <a:lnTo>
                  <a:pt x="81256" y="0"/>
                </a:lnTo>
                <a:lnTo>
                  <a:pt x="0" y="0"/>
                </a:lnTo>
                <a:lnTo>
                  <a:pt x="0" y="437628"/>
                </a:lnTo>
                <a:close/>
              </a:path>
            </a:pathLst>
          </a:custGeom>
          <a:solidFill xmlns:a="http://schemas.openxmlformats.org/drawingml/2006/main">
            <a:srgbClr val="C3882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72B622-65A4-4BCE-93A8-EA10F30B4E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485269" y="5496637"/>
            <a:ext cx="81256" cy="437628"/>
          </a:xfrm>
          <a:custGeom xmlns:a="http://schemas.openxmlformats.org/drawingml/2006/main">
            <a:pathLst>
              <a:path w="81256" h="437628" fill="none">
                <a:moveTo>
                  <a:pt x="0" y="437628"/>
                </a:moveTo>
                <a:lnTo>
                  <a:pt x="81256" y="437628"/>
                </a:lnTo>
                <a:lnTo>
                  <a:pt x="81256" y="0"/>
                </a:lnTo>
                <a:lnTo>
                  <a:pt x="0" y="0"/>
                </a:lnTo>
                <a:lnTo>
                  <a:pt x="0" y="437628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5412A1-191F-4FA9-BCA6-49715DBC40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4688" y="5273260"/>
            <a:ext cx="81255" cy="661006"/>
          </a:xfrm>
          <a:custGeom xmlns:a="http://schemas.openxmlformats.org/drawingml/2006/main">
            <a:pathLst>
              <a:path w="81255" h="661006">
                <a:moveTo>
                  <a:pt x="0" y="661006"/>
                </a:moveTo>
                <a:lnTo>
                  <a:pt x="81255" y="661006"/>
                </a:lnTo>
                <a:lnTo>
                  <a:pt x="81255" y="0"/>
                </a:lnTo>
                <a:lnTo>
                  <a:pt x="0" y="0"/>
                </a:lnTo>
                <a:lnTo>
                  <a:pt x="0" y="661006"/>
                </a:lnTo>
                <a:close/>
              </a:path>
            </a:pathLst>
          </a:custGeom>
          <a:solidFill xmlns:a="http://schemas.openxmlformats.org/drawingml/2006/main">
            <a:srgbClr val="C3882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927528-9AF6-4889-A926-D1066D956B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4688" y="5273260"/>
            <a:ext cx="81255" cy="661006"/>
          </a:xfrm>
          <a:custGeom xmlns:a="http://schemas.openxmlformats.org/drawingml/2006/main">
            <a:pathLst>
              <a:path w="81255" h="661006" fill="none">
                <a:moveTo>
                  <a:pt x="0" y="661006"/>
                </a:moveTo>
                <a:lnTo>
                  <a:pt x="81255" y="661006"/>
                </a:lnTo>
                <a:lnTo>
                  <a:pt x="81255" y="0"/>
                </a:lnTo>
                <a:lnTo>
                  <a:pt x="0" y="0"/>
                </a:lnTo>
                <a:lnTo>
                  <a:pt x="0" y="661006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860B78-D460-4650-B3BA-3A500044ED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04106" y="5238672"/>
            <a:ext cx="81256" cy="695593"/>
          </a:xfrm>
          <a:custGeom xmlns:a="http://schemas.openxmlformats.org/drawingml/2006/main">
            <a:pathLst>
              <a:path w="81256" h="695593">
                <a:moveTo>
                  <a:pt x="0" y="695593"/>
                </a:moveTo>
                <a:lnTo>
                  <a:pt x="81256" y="695593"/>
                </a:lnTo>
                <a:lnTo>
                  <a:pt x="81256" y="0"/>
                </a:lnTo>
                <a:lnTo>
                  <a:pt x="0" y="0"/>
                </a:lnTo>
                <a:lnTo>
                  <a:pt x="0" y="695593"/>
                </a:lnTo>
                <a:close/>
              </a:path>
            </a:pathLst>
          </a:custGeom>
          <a:solidFill xmlns:a="http://schemas.openxmlformats.org/drawingml/2006/main">
            <a:srgbClr val="C3882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C7E7FD-89CD-48F9-9E0C-BF3F9356E4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04106" y="5238672"/>
            <a:ext cx="81256" cy="695593"/>
          </a:xfrm>
          <a:custGeom xmlns:a="http://schemas.openxmlformats.org/drawingml/2006/main">
            <a:pathLst>
              <a:path w="81256" h="695593" fill="none">
                <a:moveTo>
                  <a:pt x="0" y="695593"/>
                </a:moveTo>
                <a:lnTo>
                  <a:pt x="81256" y="695593"/>
                </a:lnTo>
                <a:lnTo>
                  <a:pt x="81256" y="0"/>
                </a:lnTo>
                <a:lnTo>
                  <a:pt x="0" y="0"/>
                </a:lnTo>
                <a:lnTo>
                  <a:pt x="0" y="695593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54FB71-70F2-4869-8D01-2DEB04FC60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13524" y="4586313"/>
            <a:ext cx="81256" cy="1347952"/>
          </a:xfrm>
          <a:custGeom xmlns:a="http://schemas.openxmlformats.org/drawingml/2006/main">
            <a:pathLst>
              <a:path w="81256" h="1347952">
                <a:moveTo>
                  <a:pt x="0" y="1347952"/>
                </a:moveTo>
                <a:lnTo>
                  <a:pt x="81256" y="1347952"/>
                </a:lnTo>
                <a:lnTo>
                  <a:pt x="81256" y="0"/>
                </a:lnTo>
                <a:lnTo>
                  <a:pt x="0" y="0"/>
                </a:lnTo>
                <a:lnTo>
                  <a:pt x="0" y="1347952"/>
                </a:lnTo>
                <a:close/>
              </a:path>
            </a:pathLst>
          </a:custGeom>
          <a:solidFill xmlns:a="http://schemas.openxmlformats.org/drawingml/2006/main">
            <a:srgbClr val="C3882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57B0EF-F3CF-42FF-A315-13CB918E72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13524" y="4586313"/>
            <a:ext cx="81256" cy="1347952"/>
          </a:xfrm>
          <a:custGeom xmlns:a="http://schemas.openxmlformats.org/drawingml/2006/main">
            <a:pathLst>
              <a:path w="81256" h="1347952" fill="none">
                <a:moveTo>
                  <a:pt x="0" y="1347952"/>
                </a:moveTo>
                <a:lnTo>
                  <a:pt x="81256" y="1347952"/>
                </a:lnTo>
                <a:lnTo>
                  <a:pt x="81256" y="0"/>
                </a:lnTo>
                <a:lnTo>
                  <a:pt x="0" y="0"/>
                </a:lnTo>
                <a:lnTo>
                  <a:pt x="0" y="1347952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377918-4A10-4B63-A0DC-E6EB398482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2942" y="5420737"/>
            <a:ext cx="81256" cy="513529"/>
          </a:xfrm>
          <a:custGeom xmlns:a="http://schemas.openxmlformats.org/drawingml/2006/main">
            <a:pathLst>
              <a:path w="81256" h="513529">
                <a:moveTo>
                  <a:pt x="0" y="513529"/>
                </a:moveTo>
                <a:lnTo>
                  <a:pt x="81256" y="513529"/>
                </a:lnTo>
                <a:lnTo>
                  <a:pt x="81256" y="0"/>
                </a:lnTo>
                <a:lnTo>
                  <a:pt x="0" y="0"/>
                </a:lnTo>
                <a:lnTo>
                  <a:pt x="0" y="513529"/>
                </a:lnTo>
                <a:close/>
              </a:path>
            </a:pathLst>
          </a:custGeom>
          <a:solidFill xmlns:a="http://schemas.openxmlformats.org/drawingml/2006/main">
            <a:srgbClr val="C3882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27BBAE-5FF2-4CBD-A4D0-3E695B02B0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922942" y="5420737"/>
            <a:ext cx="81256" cy="513529"/>
          </a:xfrm>
          <a:custGeom xmlns:a="http://schemas.openxmlformats.org/drawingml/2006/main">
            <a:pathLst>
              <a:path w="81256" h="513529" fill="none">
                <a:moveTo>
                  <a:pt x="0" y="513529"/>
                </a:moveTo>
                <a:lnTo>
                  <a:pt x="81256" y="513529"/>
                </a:lnTo>
                <a:lnTo>
                  <a:pt x="81256" y="0"/>
                </a:lnTo>
                <a:lnTo>
                  <a:pt x="0" y="0"/>
                </a:lnTo>
                <a:lnTo>
                  <a:pt x="0" y="513529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A616B0-094F-490D-BC87-0E7597C0B1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7107" y="5832425"/>
            <a:ext cx="81256" cy="101841"/>
          </a:xfrm>
          <a:custGeom xmlns:a="http://schemas.openxmlformats.org/drawingml/2006/main">
            <a:pathLst>
              <a:path w="81256" h="101841">
                <a:moveTo>
                  <a:pt x="0" y="101841"/>
                </a:moveTo>
                <a:lnTo>
                  <a:pt x="81256" y="101841"/>
                </a:lnTo>
                <a:lnTo>
                  <a:pt x="81256" y="0"/>
                </a:lnTo>
                <a:lnTo>
                  <a:pt x="0" y="0"/>
                </a:lnTo>
                <a:lnTo>
                  <a:pt x="0" y="101841"/>
                </a:lnTo>
                <a:close/>
              </a:path>
            </a:pathLst>
          </a:custGeom>
          <a:solidFill xmlns:a="http://schemas.openxmlformats.org/drawingml/2006/main">
            <a:srgbClr val="168B6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919636-65A2-4605-B598-C29CAA4AA4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7107" y="5832425"/>
            <a:ext cx="81256" cy="101841"/>
          </a:xfrm>
          <a:custGeom xmlns:a="http://schemas.openxmlformats.org/drawingml/2006/main">
            <a:pathLst>
              <a:path w="81256" h="101841" fill="none">
                <a:moveTo>
                  <a:pt x="0" y="101841"/>
                </a:moveTo>
                <a:lnTo>
                  <a:pt x="81256" y="101841"/>
                </a:lnTo>
                <a:lnTo>
                  <a:pt x="81256" y="0"/>
                </a:lnTo>
                <a:lnTo>
                  <a:pt x="0" y="0"/>
                </a:lnTo>
                <a:lnTo>
                  <a:pt x="0" y="101841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CE576D-C5AE-46E2-BEF8-5AF2594A29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66526" y="5934266"/>
            <a:ext cx="81255" cy="62930"/>
          </a:xfrm>
          <a:custGeom xmlns:a="http://schemas.openxmlformats.org/drawingml/2006/main">
            <a:pathLst>
              <a:path w="81255" h="62930">
                <a:moveTo>
                  <a:pt x="0" y="0"/>
                </a:moveTo>
                <a:lnTo>
                  <a:pt x="81255" y="0"/>
                </a:lnTo>
                <a:lnTo>
                  <a:pt x="81255" y="62930"/>
                </a:lnTo>
                <a:lnTo>
                  <a:pt x="0" y="6293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68B6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9859A6-071B-4491-9771-821948C058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566526" y="5934266"/>
            <a:ext cx="81255" cy="62930"/>
          </a:xfrm>
          <a:custGeom xmlns:a="http://schemas.openxmlformats.org/drawingml/2006/main">
            <a:pathLst>
              <a:path w="81255" h="62930" fill="none">
                <a:moveTo>
                  <a:pt x="0" y="0"/>
                </a:moveTo>
                <a:lnTo>
                  <a:pt x="81255" y="0"/>
                </a:lnTo>
                <a:lnTo>
                  <a:pt x="81255" y="62930"/>
                </a:lnTo>
                <a:lnTo>
                  <a:pt x="0" y="62930"/>
                </a:lnTo>
                <a:lnTo>
                  <a:pt x="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42C0B6-49E5-4899-84C0-2B252802D0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75943" y="5934266"/>
            <a:ext cx="81255" cy="142193"/>
          </a:xfrm>
          <a:custGeom xmlns:a="http://schemas.openxmlformats.org/drawingml/2006/main">
            <a:pathLst>
              <a:path w="81255" h="142193">
                <a:moveTo>
                  <a:pt x="0" y="0"/>
                </a:moveTo>
                <a:lnTo>
                  <a:pt x="81255" y="0"/>
                </a:lnTo>
                <a:lnTo>
                  <a:pt x="81255" y="142193"/>
                </a:lnTo>
                <a:lnTo>
                  <a:pt x="0" y="142193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68B6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418037-259B-423C-9FBA-573786847B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75943" y="5934266"/>
            <a:ext cx="81255" cy="142193"/>
          </a:xfrm>
          <a:custGeom xmlns:a="http://schemas.openxmlformats.org/drawingml/2006/main">
            <a:pathLst>
              <a:path w="81255" h="142193" fill="none">
                <a:moveTo>
                  <a:pt x="0" y="0"/>
                </a:moveTo>
                <a:lnTo>
                  <a:pt x="81255" y="0"/>
                </a:lnTo>
                <a:lnTo>
                  <a:pt x="81255" y="142193"/>
                </a:lnTo>
                <a:lnTo>
                  <a:pt x="0" y="142193"/>
                </a:lnTo>
                <a:lnTo>
                  <a:pt x="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01A6E4-8994-40DE-A9FC-4876A84292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85362" y="5787269"/>
            <a:ext cx="81256" cy="146997"/>
          </a:xfrm>
          <a:custGeom xmlns:a="http://schemas.openxmlformats.org/drawingml/2006/main">
            <a:pathLst>
              <a:path w="81256" h="146997">
                <a:moveTo>
                  <a:pt x="0" y="146997"/>
                </a:moveTo>
                <a:lnTo>
                  <a:pt x="81256" y="146997"/>
                </a:lnTo>
                <a:lnTo>
                  <a:pt x="81256" y="0"/>
                </a:lnTo>
                <a:lnTo>
                  <a:pt x="0" y="0"/>
                </a:lnTo>
                <a:lnTo>
                  <a:pt x="0" y="146997"/>
                </a:lnTo>
                <a:close/>
              </a:path>
            </a:pathLst>
          </a:custGeom>
          <a:solidFill xmlns:a="http://schemas.openxmlformats.org/drawingml/2006/main">
            <a:srgbClr val="168B6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07D23B-2C36-4F4E-9858-BB760E6B02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85362" y="5787269"/>
            <a:ext cx="81256" cy="146997"/>
          </a:xfrm>
          <a:custGeom xmlns:a="http://schemas.openxmlformats.org/drawingml/2006/main">
            <a:pathLst>
              <a:path w="81256" h="146997" fill="none">
                <a:moveTo>
                  <a:pt x="0" y="146997"/>
                </a:moveTo>
                <a:lnTo>
                  <a:pt x="81256" y="146997"/>
                </a:lnTo>
                <a:lnTo>
                  <a:pt x="81256" y="0"/>
                </a:lnTo>
                <a:lnTo>
                  <a:pt x="0" y="0"/>
                </a:lnTo>
                <a:lnTo>
                  <a:pt x="0" y="146997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27C473-F29A-4F3E-A65A-096CB1C122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94779" y="5934266"/>
            <a:ext cx="81256" cy="218093"/>
          </a:xfrm>
          <a:custGeom xmlns:a="http://schemas.openxmlformats.org/drawingml/2006/main">
            <a:pathLst>
              <a:path w="81256" h="218093">
                <a:moveTo>
                  <a:pt x="0" y="0"/>
                </a:moveTo>
                <a:lnTo>
                  <a:pt x="81256" y="0"/>
                </a:lnTo>
                <a:lnTo>
                  <a:pt x="81256" y="218093"/>
                </a:lnTo>
                <a:lnTo>
                  <a:pt x="0" y="218093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68B6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2CEEFB-AE52-4E1E-BE25-B5D879D827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394779" y="5934266"/>
            <a:ext cx="81256" cy="218093"/>
          </a:xfrm>
          <a:custGeom xmlns:a="http://schemas.openxmlformats.org/drawingml/2006/main">
            <a:pathLst>
              <a:path w="81256" h="218093" fill="none">
                <a:moveTo>
                  <a:pt x="0" y="0"/>
                </a:moveTo>
                <a:lnTo>
                  <a:pt x="81256" y="0"/>
                </a:lnTo>
                <a:lnTo>
                  <a:pt x="81256" y="218093"/>
                </a:lnTo>
                <a:lnTo>
                  <a:pt x="0" y="218093"/>
                </a:lnTo>
                <a:lnTo>
                  <a:pt x="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88BBED-E7F4-45AA-8135-B1CD3BA7A1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4198" y="5770936"/>
            <a:ext cx="81256" cy="163330"/>
          </a:xfrm>
          <a:custGeom xmlns:a="http://schemas.openxmlformats.org/drawingml/2006/main">
            <a:pathLst>
              <a:path w="81256" h="163330">
                <a:moveTo>
                  <a:pt x="0" y="163330"/>
                </a:moveTo>
                <a:lnTo>
                  <a:pt x="81256" y="163330"/>
                </a:lnTo>
                <a:lnTo>
                  <a:pt x="81256" y="0"/>
                </a:lnTo>
                <a:lnTo>
                  <a:pt x="0" y="0"/>
                </a:lnTo>
                <a:lnTo>
                  <a:pt x="0" y="163330"/>
                </a:lnTo>
                <a:close/>
              </a:path>
            </a:pathLst>
          </a:custGeom>
          <a:solidFill xmlns:a="http://schemas.openxmlformats.org/drawingml/2006/main">
            <a:srgbClr val="168B6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123AAD-3FFE-4CD5-8FC9-F40ECFB551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4198" y="5770936"/>
            <a:ext cx="81256" cy="163330"/>
          </a:xfrm>
          <a:custGeom xmlns:a="http://schemas.openxmlformats.org/drawingml/2006/main">
            <a:pathLst>
              <a:path w="81256" h="163330" fill="none">
                <a:moveTo>
                  <a:pt x="0" y="163330"/>
                </a:moveTo>
                <a:lnTo>
                  <a:pt x="81256" y="163330"/>
                </a:lnTo>
                <a:lnTo>
                  <a:pt x="81256" y="0"/>
                </a:lnTo>
                <a:lnTo>
                  <a:pt x="0" y="0"/>
                </a:lnTo>
                <a:lnTo>
                  <a:pt x="0" y="16333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68CF4E-E618-4484-9DA0-27E1722D33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38363" y="5934266"/>
            <a:ext cx="81256" cy="381492"/>
          </a:xfrm>
          <a:custGeom xmlns:a="http://schemas.openxmlformats.org/drawingml/2006/main">
            <a:pathLst>
              <a:path w="81256" h="381492">
                <a:moveTo>
                  <a:pt x="0" y="0"/>
                </a:moveTo>
                <a:lnTo>
                  <a:pt x="81256" y="0"/>
                </a:lnTo>
                <a:lnTo>
                  <a:pt x="81256" y="381492"/>
                </a:lnTo>
                <a:lnTo>
                  <a:pt x="0" y="381492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BA611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46289A-C370-4F6C-AA59-93A19B0946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38363" y="5934266"/>
            <a:ext cx="81256" cy="381492"/>
          </a:xfrm>
          <a:custGeom xmlns:a="http://schemas.openxmlformats.org/drawingml/2006/main">
            <a:pathLst>
              <a:path w="81256" h="381492" fill="none">
                <a:moveTo>
                  <a:pt x="0" y="0"/>
                </a:moveTo>
                <a:lnTo>
                  <a:pt x="81256" y="0"/>
                </a:lnTo>
                <a:lnTo>
                  <a:pt x="81256" y="381492"/>
                </a:lnTo>
                <a:lnTo>
                  <a:pt x="0" y="381492"/>
                </a:lnTo>
                <a:lnTo>
                  <a:pt x="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FEE099-ED5A-42BC-9ACC-A02A6D4B79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7781" y="5934266"/>
            <a:ext cx="81255" cy="1087654"/>
          </a:xfrm>
          <a:custGeom xmlns:a="http://schemas.openxmlformats.org/drawingml/2006/main">
            <a:pathLst>
              <a:path w="81255" h="1087654">
                <a:moveTo>
                  <a:pt x="0" y="0"/>
                </a:moveTo>
                <a:lnTo>
                  <a:pt x="81255" y="0"/>
                </a:lnTo>
                <a:lnTo>
                  <a:pt x="81255" y="1087654"/>
                </a:lnTo>
                <a:lnTo>
                  <a:pt x="0" y="108765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BA611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D4AE9B-C638-4BE7-91FD-8A38094882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47781" y="5934266"/>
            <a:ext cx="81255" cy="1087654"/>
          </a:xfrm>
          <a:custGeom xmlns:a="http://schemas.openxmlformats.org/drawingml/2006/main">
            <a:pathLst>
              <a:path w="81255" h="1087654" fill="none">
                <a:moveTo>
                  <a:pt x="0" y="0"/>
                </a:moveTo>
                <a:lnTo>
                  <a:pt x="81255" y="0"/>
                </a:lnTo>
                <a:lnTo>
                  <a:pt x="81255" y="1087654"/>
                </a:lnTo>
                <a:lnTo>
                  <a:pt x="0" y="1087654"/>
                </a:lnTo>
                <a:lnTo>
                  <a:pt x="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858172-4066-4706-B0A5-982C225118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57199" y="5934266"/>
            <a:ext cx="81256" cy="994460"/>
          </a:xfrm>
          <a:custGeom xmlns:a="http://schemas.openxmlformats.org/drawingml/2006/main">
            <a:pathLst>
              <a:path w="81256" h="994460">
                <a:moveTo>
                  <a:pt x="0" y="0"/>
                </a:moveTo>
                <a:lnTo>
                  <a:pt x="81256" y="0"/>
                </a:lnTo>
                <a:lnTo>
                  <a:pt x="81256" y="994460"/>
                </a:lnTo>
                <a:lnTo>
                  <a:pt x="0" y="99446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BA611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E7FC71-D23C-41D8-9222-B940176EC3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57199" y="5934266"/>
            <a:ext cx="81256" cy="994460"/>
          </a:xfrm>
          <a:custGeom xmlns:a="http://schemas.openxmlformats.org/drawingml/2006/main">
            <a:pathLst>
              <a:path w="81256" h="994460" fill="none">
                <a:moveTo>
                  <a:pt x="0" y="0"/>
                </a:moveTo>
                <a:lnTo>
                  <a:pt x="81256" y="0"/>
                </a:lnTo>
                <a:lnTo>
                  <a:pt x="81256" y="994460"/>
                </a:lnTo>
                <a:lnTo>
                  <a:pt x="0" y="994460"/>
                </a:lnTo>
                <a:lnTo>
                  <a:pt x="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70C565-D6AC-46A6-BF6E-7EBDEEDE91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6617" y="5934266"/>
            <a:ext cx="81256" cy="756396"/>
          </a:xfrm>
          <a:custGeom xmlns:a="http://schemas.openxmlformats.org/drawingml/2006/main">
            <a:pathLst>
              <a:path w="81256" h="756396">
                <a:moveTo>
                  <a:pt x="0" y="0"/>
                </a:moveTo>
                <a:lnTo>
                  <a:pt x="81256" y="0"/>
                </a:lnTo>
                <a:lnTo>
                  <a:pt x="81256" y="756396"/>
                </a:lnTo>
                <a:lnTo>
                  <a:pt x="0" y="756396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BA611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5EF080-5F79-441A-8E59-061302E486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66617" y="5934266"/>
            <a:ext cx="81256" cy="756396"/>
          </a:xfrm>
          <a:custGeom xmlns:a="http://schemas.openxmlformats.org/drawingml/2006/main">
            <a:pathLst>
              <a:path w="81256" h="756396" fill="none">
                <a:moveTo>
                  <a:pt x="0" y="0"/>
                </a:moveTo>
                <a:lnTo>
                  <a:pt x="81256" y="0"/>
                </a:lnTo>
                <a:lnTo>
                  <a:pt x="81256" y="756396"/>
                </a:lnTo>
                <a:lnTo>
                  <a:pt x="0" y="756396"/>
                </a:lnTo>
                <a:lnTo>
                  <a:pt x="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1AC763-5CC6-4D49-AC3C-C8FEDB4E4C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76036" y="5934266"/>
            <a:ext cx="81256" cy="797160"/>
          </a:xfrm>
          <a:custGeom xmlns:a="http://schemas.openxmlformats.org/drawingml/2006/main">
            <a:pathLst>
              <a:path w="81256" h="797160">
                <a:moveTo>
                  <a:pt x="0" y="0"/>
                </a:moveTo>
                <a:lnTo>
                  <a:pt x="81256" y="0"/>
                </a:lnTo>
                <a:lnTo>
                  <a:pt x="81256" y="797160"/>
                </a:lnTo>
                <a:lnTo>
                  <a:pt x="0" y="79716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BA611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1D39EB-1B15-4ACB-84BC-B12F7866D3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476036" y="5934266"/>
            <a:ext cx="81256" cy="797160"/>
          </a:xfrm>
          <a:custGeom xmlns:a="http://schemas.openxmlformats.org/drawingml/2006/main">
            <a:pathLst>
              <a:path w="81256" h="797160" fill="none">
                <a:moveTo>
                  <a:pt x="0" y="0"/>
                </a:moveTo>
                <a:lnTo>
                  <a:pt x="81256" y="0"/>
                </a:lnTo>
                <a:lnTo>
                  <a:pt x="81256" y="797160"/>
                </a:lnTo>
                <a:lnTo>
                  <a:pt x="0" y="797160"/>
                </a:lnTo>
                <a:lnTo>
                  <a:pt x="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E13658-CC9C-40C8-9E7C-68C50D5F7A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85453" y="5934266"/>
            <a:ext cx="81256" cy="1033851"/>
          </a:xfrm>
          <a:custGeom xmlns:a="http://schemas.openxmlformats.org/drawingml/2006/main">
            <a:pathLst>
              <a:path w="81256" h="1033851">
                <a:moveTo>
                  <a:pt x="0" y="0"/>
                </a:moveTo>
                <a:lnTo>
                  <a:pt x="81256" y="0"/>
                </a:lnTo>
                <a:lnTo>
                  <a:pt x="81256" y="1033851"/>
                </a:lnTo>
                <a:lnTo>
                  <a:pt x="0" y="103385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BA611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E34E7F-7DCB-47F9-BE35-0AB44A2A15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85453" y="5934266"/>
            <a:ext cx="81256" cy="1033851"/>
          </a:xfrm>
          <a:custGeom xmlns:a="http://schemas.openxmlformats.org/drawingml/2006/main">
            <a:pathLst>
              <a:path w="81256" h="1033851" fill="none">
                <a:moveTo>
                  <a:pt x="0" y="0"/>
                </a:moveTo>
                <a:lnTo>
                  <a:pt x="81256" y="0"/>
                </a:lnTo>
                <a:lnTo>
                  <a:pt x="81256" y="1033851"/>
                </a:lnTo>
                <a:lnTo>
                  <a:pt x="0" y="1033851"/>
                </a:lnTo>
                <a:lnTo>
                  <a:pt x="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1CE3E1-B148-446B-BEBC-B6295DDC8D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19619" y="5934266"/>
            <a:ext cx="81256" cy="134233"/>
          </a:xfrm>
          <a:custGeom xmlns:a="http://schemas.openxmlformats.org/drawingml/2006/main">
            <a:pathLst>
              <a:path w="81256" h="134233">
                <a:moveTo>
                  <a:pt x="0" y="0"/>
                </a:moveTo>
                <a:lnTo>
                  <a:pt x="81256" y="0"/>
                </a:lnTo>
                <a:lnTo>
                  <a:pt x="81256" y="134233"/>
                </a:lnTo>
                <a:lnTo>
                  <a:pt x="0" y="134233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C283B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9F6806-C161-4F75-AD50-4E8DB5878B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19619" y="5934266"/>
            <a:ext cx="81256" cy="134233"/>
          </a:xfrm>
          <a:custGeom xmlns:a="http://schemas.openxmlformats.org/drawingml/2006/main">
            <a:pathLst>
              <a:path w="81256" h="134233" fill="none">
                <a:moveTo>
                  <a:pt x="0" y="0"/>
                </a:moveTo>
                <a:lnTo>
                  <a:pt x="81256" y="0"/>
                </a:lnTo>
                <a:lnTo>
                  <a:pt x="81256" y="134233"/>
                </a:lnTo>
                <a:lnTo>
                  <a:pt x="0" y="134233"/>
                </a:lnTo>
                <a:lnTo>
                  <a:pt x="0" y="0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2702A3-EB7F-4BC3-82E8-2A614D685E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9037" y="5500000"/>
            <a:ext cx="81256" cy="434266"/>
          </a:xfrm>
          <a:custGeom xmlns:a="http://schemas.openxmlformats.org/drawingml/2006/main">
            <a:pathLst>
              <a:path w="81256" h="434266">
                <a:moveTo>
                  <a:pt x="0" y="434266"/>
                </a:moveTo>
                <a:lnTo>
                  <a:pt x="81256" y="434266"/>
                </a:lnTo>
                <a:lnTo>
                  <a:pt x="81256" y="0"/>
                </a:lnTo>
                <a:lnTo>
                  <a:pt x="0" y="0"/>
                </a:lnTo>
                <a:lnTo>
                  <a:pt x="0" y="434266"/>
                </a:lnTo>
                <a:close/>
              </a:path>
            </a:pathLst>
          </a:custGeom>
          <a:solidFill xmlns:a="http://schemas.openxmlformats.org/drawingml/2006/main">
            <a:srgbClr val="C283B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5A05FB-26FA-4D60-8200-3663BE7607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29037" y="5500000"/>
            <a:ext cx="81256" cy="434266"/>
          </a:xfrm>
          <a:custGeom xmlns:a="http://schemas.openxmlformats.org/drawingml/2006/main">
            <a:pathLst>
              <a:path w="81256" h="434266" fill="none">
                <a:moveTo>
                  <a:pt x="0" y="434266"/>
                </a:moveTo>
                <a:lnTo>
                  <a:pt x="81256" y="434266"/>
                </a:lnTo>
                <a:lnTo>
                  <a:pt x="81256" y="0"/>
                </a:lnTo>
                <a:lnTo>
                  <a:pt x="0" y="0"/>
                </a:lnTo>
                <a:lnTo>
                  <a:pt x="0" y="434266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9AA6BD-EC56-4BA8-84E0-1F032B4716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38455" y="5419639"/>
            <a:ext cx="81256" cy="514627"/>
          </a:xfrm>
          <a:custGeom xmlns:a="http://schemas.openxmlformats.org/drawingml/2006/main">
            <a:pathLst>
              <a:path w="81256" h="514627">
                <a:moveTo>
                  <a:pt x="0" y="514627"/>
                </a:moveTo>
                <a:lnTo>
                  <a:pt x="81256" y="514627"/>
                </a:lnTo>
                <a:lnTo>
                  <a:pt x="81256" y="0"/>
                </a:lnTo>
                <a:lnTo>
                  <a:pt x="0" y="0"/>
                </a:lnTo>
                <a:lnTo>
                  <a:pt x="0" y="514627"/>
                </a:lnTo>
                <a:close/>
              </a:path>
            </a:pathLst>
          </a:custGeom>
          <a:solidFill xmlns:a="http://schemas.openxmlformats.org/drawingml/2006/main">
            <a:srgbClr val="C283B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D97CF9-CAE6-49B7-BD1B-82F8C32F54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38455" y="5419639"/>
            <a:ext cx="81256" cy="514627"/>
          </a:xfrm>
          <a:custGeom xmlns:a="http://schemas.openxmlformats.org/drawingml/2006/main">
            <a:pathLst>
              <a:path w="81256" h="514627" fill="none">
                <a:moveTo>
                  <a:pt x="0" y="514627"/>
                </a:moveTo>
                <a:lnTo>
                  <a:pt x="81256" y="514627"/>
                </a:lnTo>
                <a:lnTo>
                  <a:pt x="81256" y="0"/>
                </a:lnTo>
                <a:lnTo>
                  <a:pt x="0" y="0"/>
                </a:lnTo>
                <a:lnTo>
                  <a:pt x="0" y="514627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ADB62F-1FC2-47A1-98BD-4AF588921B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47873" y="5599302"/>
            <a:ext cx="81256" cy="334964"/>
          </a:xfrm>
          <a:custGeom xmlns:a="http://schemas.openxmlformats.org/drawingml/2006/main">
            <a:pathLst>
              <a:path w="81256" h="334964">
                <a:moveTo>
                  <a:pt x="0" y="334964"/>
                </a:moveTo>
                <a:lnTo>
                  <a:pt x="81256" y="334964"/>
                </a:lnTo>
                <a:lnTo>
                  <a:pt x="81256" y="0"/>
                </a:lnTo>
                <a:lnTo>
                  <a:pt x="0" y="0"/>
                </a:lnTo>
                <a:lnTo>
                  <a:pt x="0" y="334964"/>
                </a:lnTo>
                <a:close/>
              </a:path>
            </a:pathLst>
          </a:custGeom>
          <a:solidFill xmlns:a="http://schemas.openxmlformats.org/drawingml/2006/main">
            <a:srgbClr val="C283B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D6B970-352E-4D2C-9425-25D3D28D9D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47873" y="5599302"/>
            <a:ext cx="81256" cy="334964"/>
          </a:xfrm>
          <a:custGeom xmlns:a="http://schemas.openxmlformats.org/drawingml/2006/main">
            <a:pathLst>
              <a:path w="81256" h="334964" fill="none">
                <a:moveTo>
                  <a:pt x="0" y="334964"/>
                </a:moveTo>
                <a:lnTo>
                  <a:pt x="81256" y="334964"/>
                </a:lnTo>
                <a:lnTo>
                  <a:pt x="81256" y="0"/>
                </a:lnTo>
                <a:lnTo>
                  <a:pt x="0" y="0"/>
                </a:lnTo>
                <a:lnTo>
                  <a:pt x="0" y="334964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73E7C2-CA45-4FFC-81BD-7B096910DD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57291" y="5867012"/>
            <a:ext cx="81256" cy="67254"/>
          </a:xfrm>
          <a:custGeom xmlns:a="http://schemas.openxmlformats.org/drawingml/2006/main">
            <a:pathLst>
              <a:path w="81256" h="67254">
                <a:moveTo>
                  <a:pt x="0" y="67254"/>
                </a:moveTo>
                <a:lnTo>
                  <a:pt x="81256" y="67254"/>
                </a:lnTo>
                <a:lnTo>
                  <a:pt x="81256" y="0"/>
                </a:lnTo>
                <a:lnTo>
                  <a:pt x="0" y="0"/>
                </a:lnTo>
                <a:lnTo>
                  <a:pt x="0" y="67254"/>
                </a:lnTo>
                <a:close/>
              </a:path>
            </a:pathLst>
          </a:custGeom>
          <a:solidFill xmlns:a="http://schemas.openxmlformats.org/drawingml/2006/main">
            <a:srgbClr val="C283B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B712DD-EBDD-46AA-8624-ACDB282F95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557291" y="5867012"/>
            <a:ext cx="81256" cy="67254"/>
          </a:xfrm>
          <a:custGeom xmlns:a="http://schemas.openxmlformats.org/drawingml/2006/main">
            <a:pathLst>
              <a:path w="81256" h="67254" fill="none">
                <a:moveTo>
                  <a:pt x="0" y="67254"/>
                </a:moveTo>
                <a:lnTo>
                  <a:pt x="81256" y="67254"/>
                </a:lnTo>
                <a:lnTo>
                  <a:pt x="81256" y="0"/>
                </a:lnTo>
                <a:lnTo>
                  <a:pt x="0" y="0"/>
                </a:lnTo>
                <a:lnTo>
                  <a:pt x="0" y="67254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692310-FC46-4F0E-8163-9E72D8C0F4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66709" y="5501990"/>
            <a:ext cx="81255" cy="432275"/>
          </a:xfrm>
          <a:custGeom xmlns:a="http://schemas.openxmlformats.org/drawingml/2006/main">
            <a:pathLst>
              <a:path w="81255" h="432275">
                <a:moveTo>
                  <a:pt x="0" y="432275"/>
                </a:moveTo>
                <a:lnTo>
                  <a:pt x="81255" y="432275"/>
                </a:lnTo>
                <a:lnTo>
                  <a:pt x="81255" y="0"/>
                </a:lnTo>
                <a:lnTo>
                  <a:pt x="0" y="0"/>
                </a:lnTo>
                <a:lnTo>
                  <a:pt x="0" y="432275"/>
                </a:lnTo>
                <a:close/>
              </a:path>
            </a:pathLst>
          </a:custGeom>
          <a:solidFill xmlns:a="http://schemas.openxmlformats.org/drawingml/2006/main">
            <a:srgbClr val="C283B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EE5372-6846-4E21-BCCF-ED13F137A8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166709" y="5501990"/>
            <a:ext cx="81255" cy="432275"/>
          </a:xfrm>
          <a:custGeom xmlns:a="http://schemas.openxmlformats.org/drawingml/2006/main">
            <a:pathLst>
              <a:path w="81255" h="432275" fill="none">
                <a:moveTo>
                  <a:pt x="0" y="432275"/>
                </a:moveTo>
                <a:lnTo>
                  <a:pt x="81255" y="432275"/>
                </a:lnTo>
                <a:lnTo>
                  <a:pt x="81255" y="0"/>
                </a:lnTo>
                <a:lnTo>
                  <a:pt x="0" y="0"/>
                </a:lnTo>
                <a:lnTo>
                  <a:pt x="0" y="432275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9E7B43-9910-42A6-8CEB-B3F0B7E008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00875" y="4840161"/>
            <a:ext cx="81256" cy="1094105"/>
          </a:xfrm>
          <a:custGeom xmlns:a="http://schemas.openxmlformats.org/drawingml/2006/main">
            <a:pathLst>
              <a:path w="81256" h="1094105">
                <a:moveTo>
                  <a:pt x="0" y="1094105"/>
                </a:moveTo>
                <a:lnTo>
                  <a:pt x="81256" y="1094105"/>
                </a:lnTo>
                <a:lnTo>
                  <a:pt x="81256" y="0"/>
                </a:lnTo>
                <a:lnTo>
                  <a:pt x="0" y="0"/>
                </a:lnTo>
                <a:lnTo>
                  <a:pt x="0" y="1094105"/>
                </a:lnTo>
                <a:close/>
              </a:path>
            </a:pathLst>
          </a:custGeom>
          <a:solidFill xmlns:a="http://schemas.openxmlformats.org/drawingml/2006/main">
            <a:srgbClr val="BD926E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A24128-2C83-4618-8EAF-07427B394C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00875" y="4840161"/>
            <a:ext cx="81256" cy="1094105"/>
          </a:xfrm>
          <a:custGeom xmlns:a="http://schemas.openxmlformats.org/drawingml/2006/main">
            <a:pathLst>
              <a:path w="81256" h="1094105" fill="none">
                <a:moveTo>
                  <a:pt x="0" y="1094105"/>
                </a:moveTo>
                <a:lnTo>
                  <a:pt x="81256" y="1094105"/>
                </a:lnTo>
                <a:lnTo>
                  <a:pt x="81256" y="0"/>
                </a:lnTo>
                <a:lnTo>
                  <a:pt x="0" y="0"/>
                </a:lnTo>
                <a:lnTo>
                  <a:pt x="0" y="1094105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B3CD8E-A031-42A9-A89C-ADC32D58CC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10293" y="4766937"/>
            <a:ext cx="81256" cy="1167329"/>
          </a:xfrm>
          <a:custGeom xmlns:a="http://schemas.openxmlformats.org/drawingml/2006/main">
            <a:pathLst>
              <a:path w="81256" h="1167329">
                <a:moveTo>
                  <a:pt x="0" y="1167329"/>
                </a:moveTo>
                <a:lnTo>
                  <a:pt x="81256" y="1167329"/>
                </a:lnTo>
                <a:lnTo>
                  <a:pt x="81256" y="0"/>
                </a:lnTo>
                <a:lnTo>
                  <a:pt x="0" y="0"/>
                </a:lnTo>
                <a:lnTo>
                  <a:pt x="0" y="1167329"/>
                </a:lnTo>
                <a:close/>
              </a:path>
            </a:pathLst>
          </a:custGeom>
          <a:solidFill xmlns:a="http://schemas.openxmlformats.org/drawingml/2006/main">
            <a:srgbClr val="BD926E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DD8AC9-E701-449E-8F69-4DD7E01EB0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10293" y="4766937"/>
            <a:ext cx="81256" cy="1167329"/>
          </a:xfrm>
          <a:custGeom xmlns:a="http://schemas.openxmlformats.org/drawingml/2006/main">
            <a:pathLst>
              <a:path w="81256" h="1167329" fill="none">
                <a:moveTo>
                  <a:pt x="0" y="1167329"/>
                </a:moveTo>
                <a:lnTo>
                  <a:pt x="81256" y="1167329"/>
                </a:lnTo>
                <a:lnTo>
                  <a:pt x="81256" y="0"/>
                </a:lnTo>
                <a:lnTo>
                  <a:pt x="0" y="0"/>
                </a:lnTo>
                <a:lnTo>
                  <a:pt x="0" y="1167329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2D62BA-43AE-4DA5-ABCB-38FEA20637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19711" y="4899523"/>
            <a:ext cx="81256" cy="1034743"/>
          </a:xfrm>
          <a:custGeom xmlns:a="http://schemas.openxmlformats.org/drawingml/2006/main">
            <a:pathLst>
              <a:path w="81256" h="1034743">
                <a:moveTo>
                  <a:pt x="0" y="1034743"/>
                </a:moveTo>
                <a:lnTo>
                  <a:pt x="81256" y="1034743"/>
                </a:lnTo>
                <a:lnTo>
                  <a:pt x="81256" y="0"/>
                </a:lnTo>
                <a:lnTo>
                  <a:pt x="0" y="0"/>
                </a:lnTo>
                <a:lnTo>
                  <a:pt x="0" y="1034743"/>
                </a:lnTo>
                <a:close/>
              </a:path>
            </a:pathLst>
          </a:custGeom>
          <a:solidFill xmlns:a="http://schemas.openxmlformats.org/drawingml/2006/main">
            <a:srgbClr val="BD926E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6E9CBB-E33D-496B-B890-11A487E0B3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19711" y="4899523"/>
            <a:ext cx="81256" cy="1034743"/>
          </a:xfrm>
          <a:custGeom xmlns:a="http://schemas.openxmlformats.org/drawingml/2006/main">
            <a:pathLst>
              <a:path w="81256" h="1034743" fill="none">
                <a:moveTo>
                  <a:pt x="0" y="1034743"/>
                </a:moveTo>
                <a:lnTo>
                  <a:pt x="81256" y="1034743"/>
                </a:lnTo>
                <a:lnTo>
                  <a:pt x="81256" y="0"/>
                </a:lnTo>
                <a:lnTo>
                  <a:pt x="0" y="0"/>
                </a:lnTo>
                <a:lnTo>
                  <a:pt x="0" y="1034743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61F1A3-0FC1-4C71-8F54-F4429B4051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29129" y="4916748"/>
            <a:ext cx="81255" cy="1017518"/>
          </a:xfrm>
          <a:custGeom xmlns:a="http://schemas.openxmlformats.org/drawingml/2006/main">
            <a:pathLst>
              <a:path w="81255" h="1017518">
                <a:moveTo>
                  <a:pt x="0" y="1017518"/>
                </a:moveTo>
                <a:lnTo>
                  <a:pt x="81255" y="1017518"/>
                </a:lnTo>
                <a:lnTo>
                  <a:pt x="81255" y="0"/>
                </a:lnTo>
                <a:lnTo>
                  <a:pt x="0" y="0"/>
                </a:lnTo>
                <a:lnTo>
                  <a:pt x="0" y="1017518"/>
                </a:lnTo>
                <a:close/>
              </a:path>
            </a:pathLst>
          </a:custGeom>
          <a:solidFill xmlns:a="http://schemas.openxmlformats.org/drawingml/2006/main">
            <a:srgbClr val="BD926E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1B826E-F873-4CDC-AEB7-560B74BCA1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29129" y="4916748"/>
            <a:ext cx="81255" cy="1017518"/>
          </a:xfrm>
          <a:custGeom xmlns:a="http://schemas.openxmlformats.org/drawingml/2006/main">
            <a:pathLst>
              <a:path w="81255" h="1017518" fill="none">
                <a:moveTo>
                  <a:pt x="0" y="1017518"/>
                </a:moveTo>
                <a:lnTo>
                  <a:pt x="81255" y="1017518"/>
                </a:lnTo>
                <a:lnTo>
                  <a:pt x="81255" y="0"/>
                </a:lnTo>
                <a:lnTo>
                  <a:pt x="0" y="0"/>
                </a:lnTo>
                <a:lnTo>
                  <a:pt x="0" y="1017518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48727C-57DE-4877-85D2-F14A2AEDDE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38547" y="4330270"/>
            <a:ext cx="81256" cy="1603996"/>
          </a:xfrm>
          <a:custGeom xmlns:a="http://schemas.openxmlformats.org/drawingml/2006/main">
            <a:pathLst>
              <a:path w="81256" h="1603996">
                <a:moveTo>
                  <a:pt x="0" y="1603996"/>
                </a:moveTo>
                <a:lnTo>
                  <a:pt x="81256" y="1603996"/>
                </a:lnTo>
                <a:lnTo>
                  <a:pt x="81256" y="0"/>
                </a:lnTo>
                <a:lnTo>
                  <a:pt x="0" y="0"/>
                </a:lnTo>
                <a:lnTo>
                  <a:pt x="0" y="1603996"/>
                </a:lnTo>
                <a:close/>
              </a:path>
            </a:pathLst>
          </a:custGeom>
          <a:solidFill xmlns:a="http://schemas.openxmlformats.org/drawingml/2006/main">
            <a:srgbClr val="BD926E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C0D82C-24C5-4B42-BFF0-2095D46FB3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638547" y="4330270"/>
            <a:ext cx="81256" cy="1603996"/>
          </a:xfrm>
          <a:custGeom xmlns:a="http://schemas.openxmlformats.org/drawingml/2006/main">
            <a:pathLst>
              <a:path w="81256" h="1603996" fill="none">
                <a:moveTo>
                  <a:pt x="0" y="1603996"/>
                </a:moveTo>
                <a:lnTo>
                  <a:pt x="81256" y="1603996"/>
                </a:lnTo>
                <a:lnTo>
                  <a:pt x="81256" y="0"/>
                </a:lnTo>
                <a:lnTo>
                  <a:pt x="0" y="0"/>
                </a:lnTo>
                <a:lnTo>
                  <a:pt x="0" y="1603996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5EABAB-93DA-4A6D-9B8A-2DBCE9018E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47964" y="5107802"/>
            <a:ext cx="81255" cy="826463"/>
          </a:xfrm>
          <a:custGeom xmlns:a="http://schemas.openxmlformats.org/drawingml/2006/main">
            <a:pathLst>
              <a:path w="81255" h="826463">
                <a:moveTo>
                  <a:pt x="0" y="826463"/>
                </a:moveTo>
                <a:lnTo>
                  <a:pt x="81255" y="826463"/>
                </a:lnTo>
                <a:lnTo>
                  <a:pt x="81255" y="0"/>
                </a:lnTo>
                <a:lnTo>
                  <a:pt x="0" y="0"/>
                </a:lnTo>
                <a:lnTo>
                  <a:pt x="0" y="826463"/>
                </a:lnTo>
                <a:close/>
              </a:path>
            </a:pathLst>
          </a:custGeom>
          <a:solidFill xmlns:a="http://schemas.openxmlformats.org/drawingml/2006/main">
            <a:srgbClr val="BD926E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8C354A-4536-4D8E-8804-7AB05AD302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247964" y="5107802"/>
            <a:ext cx="81255" cy="826463"/>
          </a:xfrm>
          <a:custGeom xmlns:a="http://schemas.openxmlformats.org/drawingml/2006/main">
            <a:pathLst>
              <a:path w="81255" h="826463" fill="none">
                <a:moveTo>
                  <a:pt x="0" y="826463"/>
                </a:moveTo>
                <a:lnTo>
                  <a:pt x="81255" y="826463"/>
                </a:lnTo>
                <a:lnTo>
                  <a:pt x="81255" y="0"/>
                </a:lnTo>
                <a:lnTo>
                  <a:pt x="0" y="0"/>
                </a:lnTo>
                <a:lnTo>
                  <a:pt x="0" y="826463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A3293A-CAD1-4C5D-95C7-5B84BC57D9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38363" y="5934266"/>
            <a:ext cx="10" cy="10"/>
          </a:xfrm>
          <a:custGeom xmlns:a="http://schemas.openxmlformats.org/drawingml/2006/main">
            <a:pathLst>
              <a:path w="1" h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76D9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0D0383-112E-4219-804A-D72C027086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38363" y="5934266"/>
            <a:ext cx="10" cy="10"/>
          </a:xfrm>
          <a:custGeom xmlns:a="http://schemas.openxmlformats.org/drawingml/2006/main">
            <a:pathLst>
              <a:path w="1" h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C3882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0F2CF6-8279-4F84-9DD0-45FBBA9FDA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38363" y="5934266"/>
            <a:ext cx="10" cy="10"/>
          </a:xfrm>
          <a:custGeom xmlns:a="http://schemas.openxmlformats.org/drawingml/2006/main">
            <a:pathLst>
              <a:path w="1" h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168B6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5173F8-099B-470D-9618-D34C2EECB3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38363" y="5934266"/>
            <a:ext cx="10" cy="10"/>
          </a:xfrm>
          <a:custGeom xmlns:a="http://schemas.openxmlformats.org/drawingml/2006/main">
            <a:pathLst>
              <a:path w="1" h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BA611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067F00-AEB7-4D6D-AA3F-B60296B98D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38363" y="5934266"/>
            <a:ext cx="10" cy="10"/>
          </a:xfrm>
          <a:custGeom xmlns:a="http://schemas.openxmlformats.org/drawingml/2006/main">
            <a:pathLst>
              <a:path w="1" h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C283B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6EA684-1917-43C1-B5C2-163907073B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38363" y="5934266"/>
            <a:ext cx="10" cy="10"/>
          </a:xfrm>
          <a:custGeom xmlns:a="http://schemas.openxmlformats.org/drawingml/2006/main">
            <a:pathLst>
              <a:path w="1" h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BD926E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317AE3-EC03-4ECA-88AE-ECE3CD94AE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3654" y="4195687"/>
            <a:ext cx="10" cy="2960815"/>
          </a:xfrm>
          <a:custGeom xmlns:a="http://schemas.openxmlformats.org/drawingml/2006/main">
            <a:pathLst>
              <a:path w="1" h="2960815" fill="none">
                <a:moveTo>
                  <a:pt x="0" y="2960815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2462" cap="sq">
            <a:solidFill>
              <a:srgbClr val="CCCCCC"/>
            </a:solidFill>
            <a:miter/>
          </a:ln>
        </p:spPr>
      </p:sp>
      <p:sp>
        <p:nvSpPr>
          <p:cNvPr id="1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E23ACE-5AC5-4DAE-B854-F75FF7A6E1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390162" y="4195687"/>
            <a:ext cx="10" cy="2960815"/>
          </a:xfrm>
          <a:custGeom xmlns:a="http://schemas.openxmlformats.org/drawingml/2006/main">
            <a:pathLst>
              <a:path w="1" h="2960815" fill="none">
                <a:moveTo>
                  <a:pt x="0" y="2960815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12462" cap="sq">
            <a:solidFill>
              <a:srgbClr val="CCCCCC"/>
            </a:solidFill>
            <a:miter/>
          </a:ln>
        </p:spPr>
      </p:sp>
      <p:sp>
        <p:nvSpPr>
          <p:cNvPr id="1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D65A93-AEA1-460B-AF8F-6BBEBB780A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3654" y="7156502"/>
            <a:ext cx="3656508" cy="10"/>
          </a:xfrm>
          <a:custGeom xmlns:a="http://schemas.openxmlformats.org/drawingml/2006/main">
            <a:pathLst>
              <a:path w="3656508" h="1" fill="none">
                <a:moveTo>
                  <a:pt x="0" y="0"/>
                </a:moveTo>
                <a:lnTo>
                  <a:pt x="3656508" y="0"/>
                </a:lnTo>
              </a:path>
            </a:pathLst>
          </a:custGeom>
          <a:noFill xmlns:a="http://schemas.openxmlformats.org/drawingml/2006/main"/>
          <a:ln xmlns:a="http://schemas.openxmlformats.org/drawingml/2006/main" w="12462" cap="sq">
            <a:solidFill>
              <a:srgbClr val="CCCCCC"/>
            </a:solidFill>
            <a:miter/>
          </a:ln>
        </p:spPr>
      </p:sp>
      <p:sp>
        <p:nvSpPr>
          <p:cNvPr id="1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258F05-E3E2-475F-8F5D-8BDF50D797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33654" y="4195687"/>
            <a:ext cx="3656508" cy="10"/>
          </a:xfrm>
          <a:custGeom xmlns:a="http://schemas.openxmlformats.org/drawingml/2006/main">
            <a:pathLst>
              <a:path w="3656508" h="1" fill="none">
                <a:moveTo>
                  <a:pt x="0" y="0"/>
                </a:moveTo>
                <a:lnTo>
                  <a:pt x="3656508" y="0"/>
                </a:lnTo>
              </a:path>
            </a:pathLst>
          </a:custGeom>
          <a:noFill xmlns:a="http://schemas.openxmlformats.org/drawingml/2006/main"/>
          <a:ln xmlns:a="http://schemas.openxmlformats.org/drawingml/2006/main" w="12462" cap="sq">
            <a:solidFill>
              <a:srgbClr val="CCCCCC"/>
            </a:solidFill>
            <a:miter/>
          </a:ln>
        </p:spPr>
      </p:sp>
      <p:sp>
        <p:nvSpPr>
          <p:cNvPr id="1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F9F102-2576-4BFE-85FA-39EC2272D3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774968" y="4032303"/>
            <a:ext cx="86537" cy="105380"/>
          </a:xfrm>
          <a:custGeom xmlns:a="http://schemas.openxmlformats.org/drawingml/2006/main">
            <a:pathLst>
              <a:path w="86537" h="105380">
                <a:moveTo>
                  <a:pt x="86537" y="97983"/>
                </a:moveTo>
                <a:cubicBezTo>
                  <a:pt x="81652" y="100495"/>
                  <a:pt x="76627" y="102449"/>
                  <a:pt x="71463" y="103566"/>
                </a:cubicBezTo>
                <a:cubicBezTo>
                  <a:pt x="66159" y="104682"/>
                  <a:pt x="60716" y="105380"/>
                  <a:pt x="55133" y="105380"/>
                </a:cubicBezTo>
                <a:cubicBezTo>
                  <a:pt x="38104" y="105380"/>
                  <a:pt x="24705" y="100774"/>
                  <a:pt x="14795" y="91283"/>
                </a:cubicBezTo>
                <a:cubicBezTo>
                  <a:pt x="4885" y="81931"/>
                  <a:pt x="0" y="69090"/>
                  <a:pt x="0" y="52760"/>
                </a:cubicBezTo>
                <a:cubicBezTo>
                  <a:pt x="0" y="36569"/>
                  <a:pt x="4885" y="23728"/>
                  <a:pt x="14795" y="14237"/>
                </a:cubicBezTo>
                <a:cubicBezTo>
                  <a:pt x="24705" y="4746"/>
                  <a:pt x="38104" y="0"/>
                  <a:pt x="55133" y="0"/>
                </a:cubicBezTo>
                <a:cubicBezTo>
                  <a:pt x="60716" y="0"/>
                  <a:pt x="66159" y="698"/>
                  <a:pt x="71463" y="1954"/>
                </a:cubicBezTo>
                <a:cubicBezTo>
                  <a:pt x="76627" y="3210"/>
                  <a:pt x="81652" y="5025"/>
                  <a:pt x="86537" y="7537"/>
                </a:cubicBezTo>
                <a:lnTo>
                  <a:pt x="86537" y="28613"/>
                </a:lnTo>
                <a:cubicBezTo>
                  <a:pt x="81652" y="25263"/>
                  <a:pt x="76907" y="22891"/>
                  <a:pt x="72161" y="21355"/>
                </a:cubicBezTo>
                <a:cubicBezTo>
                  <a:pt x="67415" y="19820"/>
                  <a:pt x="62391" y="18982"/>
                  <a:pt x="57226" y="18982"/>
                </a:cubicBezTo>
                <a:cubicBezTo>
                  <a:pt x="47735" y="18982"/>
                  <a:pt x="40338" y="22053"/>
                  <a:pt x="35034" y="28055"/>
                </a:cubicBezTo>
                <a:cubicBezTo>
                  <a:pt x="29730" y="34057"/>
                  <a:pt x="27078" y="42292"/>
                  <a:pt x="27078" y="52760"/>
                </a:cubicBezTo>
                <a:cubicBezTo>
                  <a:pt x="27078" y="63368"/>
                  <a:pt x="29730" y="71603"/>
                  <a:pt x="35034" y="77604"/>
                </a:cubicBezTo>
                <a:cubicBezTo>
                  <a:pt x="40338" y="83606"/>
                  <a:pt x="47735" y="86537"/>
                  <a:pt x="57226" y="86537"/>
                </a:cubicBezTo>
                <a:cubicBezTo>
                  <a:pt x="62391" y="86537"/>
                  <a:pt x="67415" y="85839"/>
                  <a:pt x="72161" y="84304"/>
                </a:cubicBezTo>
                <a:cubicBezTo>
                  <a:pt x="76907" y="82769"/>
                  <a:pt x="81652" y="80256"/>
                  <a:pt x="86537" y="76907"/>
                </a:cubicBezTo>
                <a:lnTo>
                  <a:pt x="86537" y="97983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131481-C48E-4F98-9332-BB8A152B38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881326" y="4059520"/>
            <a:ext cx="76767" cy="78163"/>
          </a:xfrm>
          <a:custGeom xmlns:a="http://schemas.openxmlformats.org/drawingml/2006/main">
            <a:pathLst>
              <a:path w="76767" h="78163">
                <a:moveTo>
                  <a:pt x="0" y="46619"/>
                </a:moveTo>
                <a:lnTo>
                  <a:pt x="0" y="0"/>
                </a:lnTo>
                <a:lnTo>
                  <a:pt x="24565" y="0"/>
                </a:lnTo>
                <a:lnTo>
                  <a:pt x="24565" y="7677"/>
                </a:lnTo>
                <a:cubicBezTo>
                  <a:pt x="24565" y="11864"/>
                  <a:pt x="24426" y="17028"/>
                  <a:pt x="24426" y="23309"/>
                </a:cubicBezTo>
                <a:cubicBezTo>
                  <a:pt x="24426" y="29590"/>
                  <a:pt x="24426" y="33777"/>
                  <a:pt x="24426" y="35732"/>
                </a:cubicBezTo>
                <a:cubicBezTo>
                  <a:pt x="24426" y="41873"/>
                  <a:pt x="24565" y="46339"/>
                  <a:pt x="24845" y="48991"/>
                </a:cubicBezTo>
                <a:cubicBezTo>
                  <a:pt x="25124" y="51783"/>
                  <a:pt x="25682" y="53737"/>
                  <a:pt x="26520" y="54854"/>
                </a:cubicBezTo>
                <a:cubicBezTo>
                  <a:pt x="27497" y="56528"/>
                  <a:pt x="28753" y="57785"/>
                  <a:pt x="30428" y="58622"/>
                </a:cubicBezTo>
                <a:cubicBezTo>
                  <a:pt x="31963" y="59460"/>
                  <a:pt x="33777" y="59878"/>
                  <a:pt x="36011" y="59878"/>
                </a:cubicBezTo>
                <a:cubicBezTo>
                  <a:pt x="41035" y="59878"/>
                  <a:pt x="45083" y="57924"/>
                  <a:pt x="48014" y="54016"/>
                </a:cubicBezTo>
                <a:cubicBezTo>
                  <a:pt x="50806" y="50108"/>
                  <a:pt x="52341" y="44664"/>
                  <a:pt x="52341" y="37686"/>
                </a:cubicBezTo>
                <a:lnTo>
                  <a:pt x="52341" y="0"/>
                </a:lnTo>
                <a:lnTo>
                  <a:pt x="76767" y="0"/>
                </a:lnTo>
                <a:lnTo>
                  <a:pt x="76767" y="76348"/>
                </a:lnTo>
                <a:lnTo>
                  <a:pt x="52341" y="76348"/>
                </a:lnTo>
                <a:lnTo>
                  <a:pt x="52341" y="65322"/>
                </a:lnTo>
                <a:cubicBezTo>
                  <a:pt x="48712" y="69788"/>
                  <a:pt x="44804" y="73138"/>
                  <a:pt x="40617" y="75092"/>
                </a:cubicBezTo>
                <a:cubicBezTo>
                  <a:pt x="36429" y="77046"/>
                  <a:pt x="31963" y="78163"/>
                  <a:pt x="27078" y="78163"/>
                </a:cubicBezTo>
                <a:cubicBezTo>
                  <a:pt x="18145" y="78163"/>
                  <a:pt x="11445" y="75511"/>
                  <a:pt x="6839" y="70207"/>
                </a:cubicBezTo>
                <a:cubicBezTo>
                  <a:pt x="2233" y="64903"/>
                  <a:pt x="0" y="56947"/>
                  <a:pt x="0" y="4661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5F747E-AA0C-4205-B357-32866D2CB0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81541" y="4029790"/>
            <a:ext cx="24426" cy="106078"/>
          </a:xfrm>
          <a:custGeom xmlns:a="http://schemas.openxmlformats.org/drawingml/2006/main">
            <a:pathLst>
              <a:path w="24426" h="106078">
                <a:moveTo>
                  <a:pt x="0" y="0"/>
                </a:moveTo>
                <a:lnTo>
                  <a:pt x="24426" y="0"/>
                </a:lnTo>
                <a:lnTo>
                  <a:pt x="24426" y="106078"/>
                </a:lnTo>
                <a:lnTo>
                  <a:pt x="0" y="10607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FA7788-370A-43F0-A416-835CBDD3EF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19506" y="4037886"/>
            <a:ext cx="61693" cy="97983"/>
          </a:xfrm>
          <a:custGeom xmlns:a="http://schemas.openxmlformats.org/drawingml/2006/main">
            <a:pathLst>
              <a:path w="61693" h="97983">
                <a:moveTo>
                  <a:pt x="36569" y="0"/>
                </a:moveTo>
                <a:lnTo>
                  <a:pt x="36569" y="21634"/>
                </a:lnTo>
                <a:lnTo>
                  <a:pt x="61693" y="21634"/>
                </a:lnTo>
                <a:lnTo>
                  <a:pt x="61693" y="39081"/>
                </a:lnTo>
                <a:lnTo>
                  <a:pt x="36569" y="39081"/>
                </a:lnTo>
                <a:lnTo>
                  <a:pt x="36569" y="71463"/>
                </a:lnTo>
                <a:cubicBezTo>
                  <a:pt x="36569" y="75092"/>
                  <a:pt x="37267" y="77465"/>
                  <a:pt x="38663" y="78721"/>
                </a:cubicBezTo>
                <a:cubicBezTo>
                  <a:pt x="40058" y="79977"/>
                  <a:pt x="42850" y="80536"/>
                  <a:pt x="47037" y="80536"/>
                </a:cubicBezTo>
                <a:lnTo>
                  <a:pt x="59599" y="80536"/>
                </a:lnTo>
                <a:lnTo>
                  <a:pt x="59599" y="97983"/>
                </a:lnTo>
                <a:lnTo>
                  <a:pt x="38663" y="97983"/>
                </a:lnTo>
                <a:cubicBezTo>
                  <a:pt x="29032" y="97983"/>
                  <a:pt x="22193" y="96029"/>
                  <a:pt x="18145" y="91981"/>
                </a:cubicBezTo>
                <a:cubicBezTo>
                  <a:pt x="14097" y="88073"/>
                  <a:pt x="12143" y="81233"/>
                  <a:pt x="12143" y="71463"/>
                </a:cubicBezTo>
                <a:lnTo>
                  <a:pt x="12143" y="39081"/>
                </a:lnTo>
                <a:lnTo>
                  <a:pt x="0" y="39081"/>
                </a:lnTo>
                <a:lnTo>
                  <a:pt x="0" y="21634"/>
                </a:lnTo>
                <a:lnTo>
                  <a:pt x="12143" y="21634"/>
                </a:lnTo>
                <a:lnTo>
                  <a:pt x="12143" y="0"/>
                </a:lnTo>
                <a:lnTo>
                  <a:pt x="36569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B787A3-1B84-453A-8637-D60AB83F27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95296" y="4059520"/>
            <a:ext cx="76767" cy="78163"/>
          </a:xfrm>
          <a:custGeom xmlns:a="http://schemas.openxmlformats.org/drawingml/2006/main">
            <a:pathLst>
              <a:path w="76767" h="78163">
                <a:moveTo>
                  <a:pt x="0" y="46619"/>
                </a:moveTo>
                <a:lnTo>
                  <a:pt x="0" y="0"/>
                </a:lnTo>
                <a:lnTo>
                  <a:pt x="24565" y="0"/>
                </a:lnTo>
                <a:lnTo>
                  <a:pt x="24565" y="7677"/>
                </a:lnTo>
                <a:cubicBezTo>
                  <a:pt x="24565" y="11864"/>
                  <a:pt x="24426" y="17028"/>
                  <a:pt x="24426" y="23309"/>
                </a:cubicBezTo>
                <a:cubicBezTo>
                  <a:pt x="24426" y="29590"/>
                  <a:pt x="24426" y="33777"/>
                  <a:pt x="24426" y="35732"/>
                </a:cubicBezTo>
                <a:cubicBezTo>
                  <a:pt x="24426" y="41873"/>
                  <a:pt x="24565" y="46339"/>
                  <a:pt x="24845" y="48991"/>
                </a:cubicBezTo>
                <a:cubicBezTo>
                  <a:pt x="25124" y="51783"/>
                  <a:pt x="25682" y="53737"/>
                  <a:pt x="26520" y="54854"/>
                </a:cubicBezTo>
                <a:cubicBezTo>
                  <a:pt x="27497" y="56528"/>
                  <a:pt x="28753" y="57785"/>
                  <a:pt x="30428" y="58622"/>
                </a:cubicBezTo>
                <a:cubicBezTo>
                  <a:pt x="31963" y="59460"/>
                  <a:pt x="33777" y="59878"/>
                  <a:pt x="36011" y="59878"/>
                </a:cubicBezTo>
                <a:cubicBezTo>
                  <a:pt x="41035" y="59878"/>
                  <a:pt x="45083" y="57924"/>
                  <a:pt x="48014" y="54016"/>
                </a:cubicBezTo>
                <a:cubicBezTo>
                  <a:pt x="50806" y="50108"/>
                  <a:pt x="52341" y="44664"/>
                  <a:pt x="52341" y="37686"/>
                </a:cubicBezTo>
                <a:lnTo>
                  <a:pt x="52341" y="0"/>
                </a:lnTo>
                <a:lnTo>
                  <a:pt x="76767" y="0"/>
                </a:lnTo>
                <a:lnTo>
                  <a:pt x="76767" y="76348"/>
                </a:lnTo>
                <a:lnTo>
                  <a:pt x="52341" y="76348"/>
                </a:lnTo>
                <a:lnTo>
                  <a:pt x="52341" y="65322"/>
                </a:lnTo>
                <a:cubicBezTo>
                  <a:pt x="48712" y="69788"/>
                  <a:pt x="44804" y="73138"/>
                  <a:pt x="40617" y="75092"/>
                </a:cubicBezTo>
                <a:cubicBezTo>
                  <a:pt x="36429" y="77046"/>
                  <a:pt x="31963" y="78163"/>
                  <a:pt x="27078" y="78163"/>
                </a:cubicBezTo>
                <a:cubicBezTo>
                  <a:pt x="18145" y="78163"/>
                  <a:pt x="11445" y="75511"/>
                  <a:pt x="6839" y="70207"/>
                </a:cubicBezTo>
                <a:cubicBezTo>
                  <a:pt x="2233" y="64903"/>
                  <a:pt x="0" y="56947"/>
                  <a:pt x="0" y="4661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4EB602-B950-4546-9F7A-2A133A8876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95512" y="4057706"/>
            <a:ext cx="56668" cy="78163"/>
          </a:xfrm>
          <a:custGeom xmlns:a="http://schemas.openxmlformats.org/drawingml/2006/main">
            <a:pathLst>
              <a:path w="56668" h="78163">
                <a:moveTo>
                  <a:pt x="56668" y="22611"/>
                </a:moveTo>
                <a:cubicBezTo>
                  <a:pt x="54435" y="21634"/>
                  <a:pt x="52341" y="20936"/>
                  <a:pt x="50248" y="20378"/>
                </a:cubicBezTo>
                <a:cubicBezTo>
                  <a:pt x="48154" y="19959"/>
                  <a:pt x="46060" y="19680"/>
                  <a:pt x="43967" y="19680"/>
                </a:cubicBezTo>
                <a:cubicBezTo>
                  <a:pt x="37686" y="19680"/>
                  <a:pt x="32800" y="21774"/>
                  <a:pt x="29451" y="25682"/>
                </a:cubicBezTo>
                <a:cubicBezTo>
                  <a:pt x="26101" y="29730"/>
                  <a:pt x="24426" y="35452"/>
                  <a:pt x="24426" y="42990"/>
                </a:cubicBezTo>
                <a:lnTo>
                  <a:pt x="24426" y="78163"/>
                </a:lnTo>
                <a:lnTo>
                  <a:pt x="0" y="78163"/>
                </a:lnTo>
                <a:lnTo>
                  <a:pt x="0" y="1814"/>
                </a:lnTo>
                <a:lnTo>
                  <a:pt x="24426" y="1814"/>
                </a:lnTo>
                <a:lnTo>
                  <a:pt x="24426" y="14376"/>
                </a:lnTo>
                <a:cubicBezTo>
                  <a:pt x="27497" y="9352"/>
                  <a:pt x="30986" y="5723"/>
                  <a:pt x="35173" y="3489"/>
                </a:cubicBezTo>
                <a:cubicBezTo>
                  <a:pt x="39221" y="1256"/>
                  <a:pt x="44106" y="0"/>
                  <a:pt x="49829" y="0"/>
                </a:cubicBezTo>
                <a:cubicBezTo>
                  <a:pt x="50666" y="0"/>
                  <a:pt x="51504" y="140"/>
                  <a:pt x="52481" y="140"/>
                </a:cubicBezTo>
                <a:cubicBezTo>
                  <a:pt x="53318" y="140"/>
                  <a:pt x="54714" y="279"/>
                  <a:pt x="56668" y="558"/>
                </a:cubicBezTo>
                <a:lnTo>
                  <a:pt x="56668" y="2261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5DF537-64EA-413C-A7DB-383F1A5D88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258601" y="4057706"/>
            <a:ext cx="77186" cy="79977"/>
          </a:xfrm>
          <a:custGeom xmlns:a="http://schemas.openxmlformats.org/drawingml/2006/main">
            <a:pathLst>
              <a:path w="77186" h="79977">
                <a:moveTo>
                  <a:pt x="39919" y="43827"/>
                </a:moveTo>
                <a:cubicBezTo>
                  <a:pt x="34755" y="43827"/>
                  <a:pt x="30846" y="44804"/>
                  <a:pt x="28334" y="46479"/>
                </a:cubicBezTo>
                <a:cubicBezTo>
                  <a:pt x="25822" y="48154"/>
                  <a:pt x="24565" y="50666"/>
                  <a:pt x="24565" y="54016"/>
                </a:cubicBezTo>
                <a:cubicBezTo>
                  <a:pt x="24565" y="57087"/>
                  <a:pt x="25542" y="59599"/>
                  <a:pt x="27636" y="61274"/>
                </a:cubicBezTo>
                <a:cubicBezTo>
                  <a:pt x="29730" y="63089"/>
                  <a:pt x="32661" y="63926"/>
                  <a:pt x="36290" y="63926"/>
                </a:cubicBezTo>
                <a:cubicBezTo>
                  <a:pt x="40896" y="63926"/>
                  <a:pt x="44804" y="62391"/>
                  <a:pt x="47875" y="59041"/>
                </a:cubicBezTo>
                <a:cubicBezTo>
                  <a:pt x="50945" y="55691"/>
                  <a:pt x="52620" y="51643"/>
                  <a:pt x="52620" y="46619"/>
                </a:cubicBezTo>
                <a:lnTo>
                  <a:pt x="52620" y="43827"/>
                </a:lnTo>
                <a:lnTo>
                  <a:pt x="39919" y="43827"/>
                </a:lnTo>
                <a:close/>
                <a:moveTo>
                  <a:pt x="77186" y="34615"/>
                </a:moveTo>
                <a:lnTo>
                  <a:pt x="77186" y="78163"/>
                </a:lnTo>
                <a:lnTo>
                  <a:pt x="52620" y="78163"/>
                </a:lnTo>
                <a:lnTo>
                  <a:pt x="52620" y="66857"/>
                </a:lnTo>
                <a:cubicBezTo>
                  <a:pt x="49270" y="71603"/>
                  <a:pt x="45641" y="74953"/>
                  <a:pt x="41594" y="76907"/>
                </a:cubicBezTo>
                <a:cubicBezTo>
                  <a:pt x="37406" y="78861"/>
                  <a:pt x="32521" y="79977"/>
                  <a:pt x="26659" y="79977"/>
                </a:cubicBezTo>
                <a:cubicBezTo>
                  <a:pt x="18703" y="79977"/>
                  <a:pt x="12283" y="77744"/>
                  <a:pt x="7398" y="73138"/>
                </a:cubicBezTo>
                <a:cubicBezTo>
                  <a:pt x="2373" y="68672"/>
                  <a:pt x="0" y="62670"/>
                  <a:pt x="0" y="55272"/>
                </a:cubicBezTo>
                <a:cubicBezTo>
                  <a:pt x="0" y="46339"/>
                  <a:pt x="3071" y="39779"/>
                  <a:pt x="9212" y="35592"/>
                </a:cubicBezTo>
                <a:cubicBezTo>
                  <a:pt x="15353" y="31405"/>
                  <a:pt x="24984" y="29311"/>
                  <a:pt x="38244" y="29311"/>
                </a:cubicBezTo>
                <a:lnTo>
                  <a:pt x="52620" y="29311"/>
                </a:lnTo>
                <a:lnTo>
                  <a:pt x="52620" y="27357"/>
                </a:lnTo>
                <a:cubicBezTo>
                  <a:pt x="52620" y="23588"/>
                  <a:pt x="51085" y="20797"/>
                  <a:pt x="48014" y="18982"/>
                </a:cubicBezTo>
                <a:cubicBezTo>
                  <a:pt x="44944" y="17168"/>
                  <a:pt x="40198" y="16191"/>
                  <a:pt x="33777" y="16191"/>
                </a:cubicBezTo>
                <a:cubicBezTo>
                  <a:pt x="28474" y="16191"/>
                  <a:pt x="23588" y="16749"/>
                  <a:pt x="19122" y="17866"/>
                </a:cubicBezTo>
                <a:cubicBezTo>
                  <a:pt x="14656" y="18982"/>
                  <a:pt x="10468" y="20518"/>
                  <a:pt x="6700" y="22472"/>
                </a:cubicBezTo>
                <a:lnTo>
                  <a:pt x="6700" y="3908"/>
                </a:lnTo>
                <a:cubicBezTo>
                  <a:pt x="11864" y="2652"/>
                  <a:pt x="17028" y="1675"/>
                  <a:pt x="22332" y="977"/>
                </a:cubicBezTo>
                <a:cubicBezTo>
                  <a:pt x="27636" y="419"/>
                  <a:pt x="32940" y="0"/>
                  <a:pt x="38244" y="0"/>
                </a:cubicBezTo>
                <a:cubicBezTo>
                  <a:pt x="51922" y="0"/>
                  <a:pt x="61832" y="2792"/>
                  <a:pt x="67974" y="8235"/>
                </a:cubicBezTo>
                <a:cubicBezTo>
                  <a:pt x="74115" y="13678"/>
                  <a:pt x="77186" y="22472"/>
                  <a:pt x="77186" y="3461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6DF368-7CF4-407C-8B7F-050B6B7921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358537" y="4029790"/>
            <a:ext cx="24426" cy="106078"/>
          </a:xfrm>
          <a:custGeom xmlns:a="http://schemas.openxmlformats.org/drawingml/2006/main">
            <a:pathLst>
              <a:path w="24426" h="106078">
                <a:moveTo>
                  <a:pt x="0" y="0"/>
                </a:moveTo>
                <a:lnTo>
                  <a:pt x="24426" y="0"/>
                </a:lnTo>
                <a:lnTo>
                  <a:pt x="24426" y="106078"/>
                </a:lnTo>
                <a:lnTo>
                  <a:pt x="0" y="106078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7C0539-3A64-4DC4-904A-C22EC204E5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56101" y="4034117"/>
            <a:ext cx="95749" cy="101751"/>
          </a:xfrm>
          <a:custGeom xmlns:a="http://schemas.openxmlformats.org/drawingml/2006/main">
            <a:pathLst>
              <a:path w="95749" h="101751">
                <a:moveTo>
                  <a:pt x="26240" y="19820"/>
                </a:moveTo>
                <a:lnTo>
                  <a:pt x="26240" y="81931"/>
                </a:lnTo>
                <a:lnTo>
                  <a:pt x="35592" y="81931"/>
                </a:lnTo>
                <a:cubicBezTo>
                  <a:pt x="46200" y="81931"/>
                  <a:pt x="54435" y="79279"/>
                  <a:pt x="60157" y="73976"/>
                </a:cubicBezTo>
                <a:cubicBezTo>
                  <a:pt x="65740" y="68672"/>
                  <a:pt x="68672" y="60995"/>
                  <a:pt x="68672" y="50806"/>
                </a:cubicBezTo>
                <a:cubicBezTo>
                  <a:pt x="68672" y="40756"/>
                  <a:pt x="65740" y="33080"/>
                  <a:pt x="60157" y="27776"/>
                </a:cubicBezTo>
                <a:cubicBezTo>
                  <a:pt x="54574" y="22472"/>
                  <a:pt x="46339" y="19820"/>
                  <a:pt x="35592" y="19820"/>
                </a:cubicBezTo>
                <a:lnTo>
                  <a:pt x="26240" y="19820"/>
                </a:lnTo>
                <a:close/>
                <a:moveTo>
                  <a:pt x="0" y="0"/>
                </a:moveTo>
                <a:lnTo>
                  <a:pt x="27636" y="0"/>
                </a:lnTo>
                <a:cubicBezTo>
                  <a:pt x="42990" y="0"/>
                  <a:pt x="54574" y="1117"/>
                  <a:pt x="62112" y="3350"/>
                </a:cubicBezTo>
                <a:cubicBezTo>
                  <a:pt x="69649" y="5583"/>
                  <a:pt x="76209" y="9212"/>
                  <a:pt x="81652" y="14516"/>
                </a:cubicBezTo>
                <a:cubicBezTo>
                  <a:pt x="86398" y="19122"/>
                  <a:pt x="89887" y="24426"/>
                  <a:pt x="92260" y="30428"/>
                </a:cubicBezTo>
                <a:cubicBezTo>
                  <a:pt x="94493" y="36429"/>
                  <a:pt x="95749" y="43269"/>
                  <a:pt x="95749" y="50806"/>
                </a:cubicBezTo>
                <a:cubicBezTo>
                  <a:pt x="95749" y="58483"/>
                  <a:pt x="94493" y="65322"/>
                  <a:pt x="92260" y="71324"/>
                </a:cubicBezTo>
                <a:cubicBezTo>
                  <a:pt x="89887" y="77465"/>
                  <a:pt x="86398" y="82769"/>
                  <a:pt x="81652" y="87235"/>
                </a:cubicBezTo>
                <a:cubicBezTo>
                  <a:pt x="76069" y="92539"/>
                  <a:pt x="69509" y="96308"/>
                  <a:pt x="61972" y="98541"/>
                </a:cubicBezTo>
                <a:cubicBezTo>
                  <a:pt x="54295" y="100774"/>
                  <a:pt x="42850" y="101751"/>
                  <a:pt x="27636" y="101751"/>
                </a:cubicBezTo>
                <a:lnTo>
                  <a:pt x="0" y="101751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B5AE87-647E-49AB-81C4-47FFDA9159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570833" y="4029790"/>
            <a:ext cx="24426" cy="106078"/>
          </a:xfrm>
          <a:custGeom xmlns:a="http://schemas.openxmlformats.org/drawingml/2006/main">
            <a:pathLst>
              <a:path w="24426" h="106078">
                <a:moveTo>
                  <a:pt x="0" y="29730"/>
                </a:moveTo>
                <a:lnTo>
                  <a:pt x="24426" y="29730"/>
                </a:lnTo>
                <a:lnTo>
                  <a:pt x="24426" y="106078"/>
                </a:lnTo>
                <a:lnTo>
                  <a:pt x="0" y="106078"/>
                </a:lnTo>
                <a:lnTo>
                  <a:pt x="0" y="29730"/>
                </a:lnTo>
                <a:close/>
                <a:moveTo>
                  <a:pt x="0" y="0"/>
                </a:moveTo>
                <a:lnTo>
                  <a:pt x="24426" y="0"/>
                </a:lnTo>
                <a:lnTo>
                  <a:pt x="24426" y="19959"/>
                </a:lnTo>
                <a:lnTo>
                  <a:pt x="0" y="19959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1E64B1-E473-4A0D-9243-7498D10FF0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618568" y="4057706"/>
            <a:ext cx="122827" cy="78163"/>
          </a:xfrm>
          <a:custGeom xmlns:a="http://schemas.openxmlformats.org/drawingml/2006/main">
            <a:pathLst>
              <a:path w="122827" h="78163">
                <a:moveTo>
                  <a:pt x="70905" y="14516"/>
                </a:moveTo>
                <a:cubicBezTo>
                  <a:pt x="73976" y="9770"/>
                  <a:pt x="77604" y="6281"/>
                  <a:pt x="81792" y="3769"/>
                </a:cubicBezTo>
                <a:cubicBezTo>
                  <a:pt x="85979" y="1256"/>
                  <a:pt x="90725" y="0"/>
                  <a:pt x="95889" y="0"/>
                </a:cubicBezTo>
                <a:cubicBezTo>
                  <a:pt x="104543" y="0"/>
                  <a:pt x="111242" y="2792"/>
                  <a:pt x="115848" y="8095"/>
                </a:cubicBezTo>
                <a:cubicBezTo>
                  <a:pt x="120454" y="13539"/>
                  <a:pt x="122827" y="21355"/>
                  <a:pt x="122827" y="31684"/>
                </a:cubicBezTo>
                <a:lnTo>
                  <a:pt x="122827" y="78163"/>
                </a:lnTo>
                <a:lnTo>
                  <a:pt x="98262" y="78163"/>
                </a:lnTo>
                <a:lnTo>
                  <a:pt x="98262" y="38384"/>
                </a:lnTo>
                <a:cubicBezTo>
                  <a:pt x="98262" y="37825"/>
                  <a:pt x="98401" y="37127"/>
                  <a:pt x="98401" y="36569"/>
                </a:cubicBezTo>
                <a:cubicBezTo>
                  <a:pt x="98401" y="36011"/>
                  <a:pt x="98401" y="35034"/>
                  <a:pt x="98401" y="33777"/>
                </a:cubicBezTo>
                <a:cubicBezTo>
                  <a:pt x="98401" y="28474"/>
                  <a:pt x="97564" y="24565"/>
                  <a:pt x="96029" y="22053"/>
                </a:cubicBezTo>
                <a:cubicBezTo>
                  <a:pt x="94354" y="19680"/>
                  <a:pt x="91841" y="18424"/>
                  <a:pt x="88352" y="18424"/>
                </a:cubicBezTo>
                <a:cubicBezTo>
                  <a:pt x="83606" y="18424"/>
                  <a:pt x="80117" y="20378"/>
                  <a:pt x="77604" y="24147"/>
                </a:cubicBezTo>
                <a:cubicBezTo>
                  <a:pt x="75092" y="28055"/>
                  <a:pt x="73696" y="33498"/>
                  <a:pt x="73696" y="40617"/>
                </a:cubicBezTo>
                <a:lnTo>
                  <a:pt x="73696" y="78163"/>
                </a:lnTo>
                <a:lnTo>
                  <a:pt x="49131" y="78163"/>
                </a:lnTo>
                <a:lnTo>
                  <a:pt x="49131" y="38384"/>
                </a:lnTo>
                <a:cubicBezTo>
                  <a:pt x="49131" y="30009"/>
                  <a:pt x="48293" y="24565"/>
                  <a:pt x="46898" y="22053"/>
                </a:cubicBezTo>
                <a:cubicBezTo>
                  <a:pt x="45502" y="19680"/>
                  <a:pt x="42850" y="18424"/>
                  <a:pt x="39221" y="18424"/>
                </a:cubicBezTo>
                <a:cubicBezTo>
                  <a:pt x="34475" y="18424"/>
                  <a:pt x="30846" y="20378"/>
                  <a:pt x="28334" y="24147"/>
                </a:cubicBezTo>
                <a:cubicBezTo>
                  <a:pt x="25822" y="28055"/>
                  <a:pt x="24565" y="33498"/>
                  <a:pt x="24565" y="40617"/>
                </a:cubicBezTo>
                <a:lnTo>
                  <a:pt x="24565" y="78163"/>
                </a:lnTo>
                <a:lnTo>
                  <a:pt x="0" y="78163"/>
                </a:lnTo>
                <a:lnTo>
                  <a:pt x="0" y="1814"/>
                </a:lnTo>
                <a:lnTo>
                  <a:pt x="24565" y="1814"/>
                </a:lnTo>
                <a:lnTo>
                  <a:pt x="24565" y="12981"/>
                </a:lnTo>
                <a:cubicBezTo>
                  <a:pt x="27497" y="8793"/>
                  <a:pt x="30986" y="5583"/>
                  <a:pt x="34894" y="3350"/>
                </a:cubicBezTo>
                <a:cubicBezTo>
                  <a:pt x="38802" y="1117"/>
                  <a:pt x="42990" y="0"/>
                  <a:pt x="47735" y="0"/>
                </a:cubicBezTo>
                <a:cubicBezTo>
                  <a:pt x="52899" y="0"/>
                  <a:pt x="57505" y="1396"/>
                  <a:pt x="61553" y="3908"/>
                </a:cubicBezTo>
                <a:cubicBezTo>
                  <a:pt x="65601" y="6421"/>
                  <a:pt x="68672" y="10050"/>
                  <a:pt x="70905" y="14516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A82DDF-C6EB-43ED-9132-2122BD1F87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758424" y="4057706"/>
            <a:ext cx="81931" cy="79977"/>
          </a:xfrm>
          <a:custGeom xmlns:a="http://schemas.openxmlformats.org/drawingml/2006/main">
            <a:pathLst>
              <a:path w="81931" h="79977">
                <a:moveTo>
                  <a:pt x="81931" y="39779"/>
                </a:moveTo>
                <a:lnTo>
                  <a:pt x="81931" y="46758"/>
                </a:lnTo>
                <a:lnTo>
                  <a:pt x="24845" y="46758"/>
                </a:lnTo>
                <a:cubicBezTo>
                  <a:pt x="25403" y="52481"/>
                  <a:pt x="27497" y="56808"/>
                  <a:pt x="31126" y="59599"/>
                </a:cubicBezTo>
                <a:cubicBezTo>
                  <a:pt x="34615" y="62530"/>
                  <a:pt x="39500" y="63926"/>
                  <a:pt x="45921" y="63926"/>
                </a:cubicBezTo>
                <a:cubicBezTo>
                  <a:pt x="50945" y="63926"/>
                  <a:pt x="56249" y="63228"/>
                  <a:pt x="61693" y="61693"/>
                </a:cubicBezTo>
                <a:cubicBezTo>
                  <a:pt x="66997" y="60157"/>
                  <a:pt x="72580" y="57785"/>
                  <a:pt x="78302" y="54714"/>
                </a:cubicBezTo>
                <a:lnTo>
                  <a:pt x="78302" y="73557"/>
                </a:lnTo>
                <a:cubicBezTo>
                  <a:pt x="72440" y="75790"/>
                  <a:pt x="66718" y="77325"/>
                  <a:pt x="60995" y="78302"/>
                </a:cubicBezTo>
                <a:cubicBezTo>
                  <a:pt x="55133" y="79419"/>
                  <a:pt x="49410" y="79977"/>
                  <a:pt x="43687" y="79977"/>
                </a:cubicBezTo>
                <a:cubicBezTo>
                  <a:pt x="29869" y="79977"/>
                  <a:pt x="19122" y="76488"/>
                  <a:pt x="11445" y="69509"/>
                </a:cubicBezTo>
                <a:cubicBezTo>
                  <a:pt x="3769" y="62530"/>
                  <a:pt x="0" y="52760"/>
                  <a:pt x="0" y="40058"/>
                </a:cubicBezTo>
                <a:cubicBezTo>
                  <a:pt x="0" y="27636"/>
                  <a:pt x="3769" y="17866"/>
                  <a:pt x="11306" y="10747"/>
                </a:cubicBezTo>
                <a:cubicBezTo>
                  <a:pt x="18843" y="3629"/>
                  <a:pt x="29171" y="0"/>
                  <a:pt x="42292" y="0"/>
                </a:cubicBezTo>
                <a:cubicBezTo>
                  <a:pt x="54295" y="0"/>
                  <a:pt x="63786" y="3629"/>
                  <a:pt x="71044" y="10887"/>
                </a:cubicBezTo>
                <a:cubicBezTo>
                  <a:pt x="78302" y="18145"/>
                  <a:pt x="81931" y="27776"/>
                  <a:pt x="81931" y="39779"/>
                </a:cubicBezTo>
                <a:close/>
                <a:moveTo>
                  <a:pt x="56808" y="31684"/>
                </a:moveTo>
                <a:cubicBezTo>
                  <a:pt x="56808" y="27078"/>
                  <a:pt x="55412" y="23309"/>
                  <a:pt x="52760" y="20518"/>
                </a:cubicBezTo>
                <a:cubicBezTo>
                  <a:pt x="49968" y="17726"/>
                  <a:pt x="46479" y="16191"/>
                  <a:pt x="42152" y="16191"/>
                </a:cubicBezTo>
                <a:cubicBezTo>
                  <a:pt x="37406" y="16191"/>
                  <a:pt x="33498" y="17587"/>
                  <a:pt x="30567" y="20239"/>
                </a:cubicBezTo>
                <a:cubicBezTo>
                  <a:pt x="27636" y="22891"/>
                  <a:pt x="25822" y="26659"/>
                  <a:pt x="25124" y="31684"/>
                </a:cubicBezTo>
                <a:lnTo>
                  <a:pt x="56808" y="31684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690869-8541-4575-AF93-D63F2F4361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58780" y="4057706"/>
            <a:ext cx="76767" cy="78163"/>
          </a:xfrm>
          <a:custGeom xmlns:a="http://schemas.openxmlformats.org/drawingml/2006/main">
            <a:pathLst>
              <a:path w="76767" h="78163">
                <a:moveTo>
                  <a:pt x="76767" y="31684"/>
                </a:moveTo>
                <a:lnTo>
                  <a:pt x="76767" y="78163"/>
                </a:lnTo>
                <a:lnTo>
                  <a:pt x="52202" y="78163"/>
                </a:lnTo>
                <a:lnTo>
                  <a:pt x="52202" y="70626"/>
                </a:lnTo>
                <a:lnTo>
                  <a:pt x="52202" y="42571"/>
                </a:lnTo>
                <a:cubicBezTo>
                  <a:pt x="52202" y="36011"/>
                  <a:pt x="52062" y="31544"/>
                  <a:pt x="51783" y="29032"/>
                </a:cubicBezTo>
                <a:cubicBezTo>
                  <a:pt x="51504" y="26520"/>
                  <a:pt x="50945" y="24705"/>
                  <a:pt x="50248" y="23449"/>
                </a:cubicBezTo>
                <a:cubicBezTo>
                  <a:pt x="49270" y="21913"/>
                  <a:pt x="48014" y="20657"/>
                  <a:pt x="46339" y="19820"/>
                </a:cubicBezTo>
                <a:cubicBezTo>
                  <a:pt x="44664" y="18982"/>
                  <a:pt x="42710" y="18424"/>
                  <a:pt x="40756" y="18424"/>
                </a:cubicBezTo>
                <a:cubicBezTo>
                  <a:pt x="35592" y="18424"/>
                  <a:pt x="31544" y="20378"/>
                  <a:pt x="28753" y="24286"/>
                </a:cubicBezTo>
                <a:cubicBezTo>
                  <a:pt x="25822" y="28194"/>
                  <a:pt x="24426" y="33638"/>
                  <a:pt x="24426" y="40617"/>
                </a:cubicBezTo>
                <a:lnTo>
                  <a:pt x="24426" y="78163"/>
                </a:lnTo>
                <a:lnTo>
                  <a:pt x="0" y="78163"/>
                </a:lnTo>
                <a:lnTo>
                  <a:pt x="0" y="1814"/>
                </a:lnTo>
                <a:lnTo>
                  <a:pt x="24426" y="1814"/>
                </a:lnTo>
                <a:lnTo>
                  <a:pt x="24426" y="12981"/>
                </a:lnTo>
                <a:cubicBezTo>
                  <a:pt x="28055" y="8514"/>
                  <a:pt x="31823" y="5304"/>
                  <a:pt x="36011" y="3210"/>
                </a:cubicBezTo>
                <a:cubicBezTo>
                  <a:pt x="40198" y="1117"/>
                  <a:pt x="44804" y="0"/>
                  <a:pt x="49829" y="0"/>
                </a:cubicBezTo>
                <a:cubicBezTo>
                  <a:pt x="58622" y="0"/>
                  <a:pt x="65322" y="2792"/>
                  <a:pt x="69928" y="8095"/>
                </a:cubicBezTo>
                <a:cubicBezTo>
                  <a:pt x="74394" y="13539"/>
                  <a:pt x="76767" y="21355"/>
                  <a:pt x="76767" y="3168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8A539D-8A75-49A0-BA94-3477388A8A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53692" y="4057706"/>
            <a:ext cx="69230" cy="79977"/>
          </a:xfrm>
          <a:custGeom xmlns:a="http://schemas.openxmlformats.org/drawingml/2006/main">
            <a:pathLst>
              <a:path w="69230" h="79977">
                <a:moveTo>
                  <a:pt x="64066" y="4187"/>
                </a:moveTo>
                <a:lnTo>
                  <a:pt x="64066" y="22751"/>
                </a:lnTo>
                <a:cubicBezTo>
                  <a:pt x="58762" y="20657"/>
                  <a:pt x="53737" y="18982"/>
                  <a:pt x="48991" y="17866"/>
                </a:cubicBezTo>
                <a:cubicBezTo>
                  <a:pt x="44106" y="16749"/>
                  <a:pt x="39500" y="16191"/>
                  <a:pt x="35173" y="16191"/>
                </a:cubicBezTo>
                <a:cubicBezTo>
                  <a:pt x="30428" y="16191"/>
                  <a:pt x="27078" y="16889"/>
                  <a:pt x="24845" y="18005"/>
                </a:cubicBezTo>
                <a:cubicBezTo>
                  <a:pt x="22611" y="19122"/>
                  <a:pt x="21495" y="20936"/>
                  <a:pt x="21495" y="23309"/>
                </a:cubicBezTo>
                <a:cubicBezTo>
                  <a:pt x="21495" y="25263"/>
                  <a:pt x="22332" y="26799"/>
                  <a:pt x="24007" y="27776"/>
                </a:cubicBezTo>
                <a:cubicBezTo>
                  <a:pt x="25682" y="28892"/>
                  <a:pt x="28753" y="29590"/>
                  <a:pt x="33219" y="30149"/>
                </a:cubicBezTo>
                <a:lnTo>
                  <a:pt x="37546" y="30707"/>
                </a:lnTo>
                <a:cubicBezTo>
                  <a:pt x="49968" y="32382"/>
                  <a:pt x="58343" y="34894"/>
                  <a:pt x="62670" y="38523"/>
                </a:cubicBezTo>
                <a:cubicBezTo>
                  <a:pt x="66997" y="42152"/>
                  <a:pt x="69230" y="47875"/>
                  <a:pt x="69230" y="55691"/>
                </a:cubicBezTo>
                <a:cubicBezTo>
                  <a:pt x="69230" y="63786"/>
                  <a:pt x="66159" y="69928"/>
                  <a:pt x="60157" y="73976"/>
                </a:cubicBezTo>
                <a:cubicBezTo>
                  <a:pt x="54156" y="78023"/>
                  <a:pt x="45223" y="79977"/>
                  <a:pt x="33359" y="79977"/>
                </a:cubicBezTo>
                <a:cubicBezTo>
                  <a:pt x="28334" y="79977"/>
                  <a:pt x="23030" y="79559"/>
                  <a:pt x="17726" y="78861"/>
                </a:cubicBezTo>
                <a:cubicBezTo>
                  <a:pt x="12283" y="78163"/>
                  <a:pt x="6700" y="77046"/>
                  <a:pt x="1117" y="75371"/>
                </a:cubicBezTo>
                <a:lnTo>
                  <a:pt x="1117" y="56808"/>
                </a:lnTo>
                <a:cubicBezTo>
                  <a:pt x="5862" y="59320"/>
                  <a:pt x="10887" y="61134"/>
                  <a:pt x="16051" y="62251"/>
                </a:cubicBezTo>
                <a:cubicBezTo>
                  <a:pt x="21076" y="63368"/>
                  <a:pt x="26380" y="63926"/>
                  <a:pt x="31684" y="63926"/>
                </a:cubicBezTo>
                <a:cubicBezTo>
                  <a:pt x="36429" y="63926"/>
                  <a:pt x="39919" y="63368"/>
                  <a:pt x="42431" y="61972"/>
                </a:cubicBezTo>
                <a:cubicBezTo>
                  <a:pt x="44804" y="60716"/>
                  <a:pt x="46060" y="58762"/>
                  <a:pt x="46060" y="56110"/>
                </a:cubicBezTo>
                <a:cubicBezTo>
                  <a:pt x="46060" y="53876"/>
                  <a:pt x="45223" y="52341"/>
                  <a:pt x="43548" y="51225"/>
                </a:cubicBezTo>
                <a:cubicBezTo>
                  <a:pt x="41873" y="50108"/>
                  <a:pt x="38523" y="49270"/>
                  <a:pt x="33638" y="48712"/>
                </a:cubicBezTo>
                <a:lnTo>
                  <a:pt x="29311" y="48154"/>
                </a:lnTo>
                <a:cubicBezTo>
                  <a:pt x="18424" y="46898"/>
                  <a:pt x="10887" y="44385"/>
                  <a:pt x="6560" y="40617"/>
                </a:cubicBezTo>
                <a:cubicBezTo>
                  <a:pt x="2094" y="36988"/>
                  <a:pt x="0" y="31405"/>
                  <a:pt x="0" y="23868"/>
                </a:cubicBezTo>
                <a:cubicBezTo>
                  <a:pt x="0" y="15772"/>
                  <a:pt x="2652" y="9770"/>
                  <a:pt x="8235" y="5862"/>
                </a:cubicBezTo>
                <a:cubicBezTo>
                  <a:pt x="13818" y="1954"/>
                  <a:pt x="22332" y="0"/>
                  <a:pt x="33777" y="0"/>
                </a:cubicBezTo>
                <a:cubicBezTo>
                  <a:pt x="38244" y="0"/>
                  <a:pt x="42850" y="419"/>
                  <a:pt x="47875" y="1117"/>
                </a:cubicBezTo>
                <a:cubicBezTo>
                  <a:pt x="52899" y="1814"/>
                  <a:pt x="58203" y="2792"/>
                  <a:pt x="64066" y="4187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655D96-B6E8-4952-9F5F-88F5AB97EF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41206" y="4029790"/>
            <a:ext cx="24426" cy="106078"/>
          </a:xfrm>
          <a:custGeom xmlns:a="http://schemas.openxmlformats.org/drawingml/2006/main">
            <a:pathLst>
              <a:path w="24426" h="106078">
                <a:moveTo>
                  <a:pt x="0" y="29730"/>
                </a:moveTo>
                <a:lnTo>
                  <a:pt x="24426" y="29730"/>
                </a:lnTo>
                <a:lnTo>
                  <a:pt x="24426" y="106078"/>
                </a:lnTo>
                <a:lnTo>
                  <a:pt x="0" y="106078"/>
                </a:lnTo>
                <a:lnTo>
                  <a:pt x="0" y="29730"/>
                </a:lnTo>
                <a:close/>
                <a:moveTo>
                  <a:pt x="0" y="0"/>
                </a:moveTo>
                <a:lnTo>
                  <a:pt x="24426" y="0"/>
                </a:lnTo>
                <a:lnTo>
                  <a:pt x="24426" y="19959"/>
                </a:lnTo>
                <a:lnTo>
                  <a:pt x="0" y="19959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08F4E1-83FF-4403-9DED-DF4A5C9B6E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083358" y="4057706"/>
            <a:ext cx="83885" cy="79977"/>
          </a:xfrm>
          <a:custGeom xmlns:a="http://schemas.openxmlformats.org/drawingml/2006/main">
            <a:pathLst>
              <a:path w="83885" h="79977">
                <a:moveTo>
                  <a:pt x="42013" y="17447"/>
                </a:moveTo>
                <a:cubicBezTo>
                  <a:pt x="36569" y="17447"/>
                  <a:pt x="32382" y="19401"/>
                  <a:pt x="29590" y="23309"/>
                </a:cubicBezTo>
                <a:cubicBezTo>
                  <a:pt x="26799" y="27217"/>
                  <a:pt x="25403" y="32800"/>
                  <a:pt x="25403" y="40058"/>
                </a:cubicBezTo>
                <a:cubicBezTo>
                  <a:pt x="25403" y="47456"/>
                  <a:pt x="26799" y="53039"/>
                  <a:pt x="29590" y="56947"/>
                </a:cubicBezTo>
                <a:cubicBezTo>
                  <a:pt x="32382" y="60855"/>
                  <a:pt x="36569" y="62670"/>
                  <a:pt x="42013" y="62670"/>
                </a:cubicBezTo>
                <a:cubicBezTo>
                  <a:pt x="47316" y="62670"/>
                  <a:pt x="51364" y="60855"/>
                  <a:pt x="54156" y="56947"/>
                </a:cubicBezTo>
                <a:cubicBezTo>
                  <a:pt x="56947" y="53039"/>
                  <a:pt x="58483" y="47456"/>
                  <a:pt x="58483" y="40058"/>
                </a:cubicBezTo>
                <a:cubicBezTo>
                  <a:pt x="58483" y="32800"/>
                  <a:pt x="56947" y="27217"/>
                  <a:pt x="54156" y="23309"/>
                </a:cubicBezTo>
                <a:cubicBezTo>
                  <a:pt x="51364" y="19401"/>
                  <a:pt x="47316" y="17447"/>
                  <a:pt x="42013" y="17447"/>
                </a:cubicBezTo>
                <a:close/>
                <a:moveTo>
                  <a:pt x="42013" y="0"/>
                </a:moveTo>
                <a:cubicBezTo>
                  <a:pt x="55133" y="0"/>
                  <a:pt x="65322" y="3629"/>
                  <a:pt x="72719" y="10608"/>
                </a:cubicBezTo>
                <a:cubicBezTo>
                  <a:pt x="80117" y="17726"/>
                  <a:pt x="83885" y="27497"/>
                  <a:pt x="83885" y="40058"/>
                </a:cubicBezTo>
                <a:cubicBezTo>
                  <a:pt x="83885" y="52620"/>
                  <a:pt x="80117" y="62530"/>
                  <a:pt x="72719" y="69509"/>
                </a:cubicBezTo>
                <a:cubicBezTo>
                  <a:pt x="65322" y="76488"/>
                  <a:pt x="55133" y="79977"/>
                  <a:pt x="42013" y="79977"/>
                </a:cubicBezTo>
                <a:cubicBezTo>
                  <a:pt x="28892" y="79977"/>
                  <a:pt x="18564" y="76488"/>
                  <a:pt x="11166" y="69509"/>
                </a:cubicBezTo>
                <a:cubicBezTo>
                  <a:pt x="3629" y="62530"/>
                  <a:pt x="0" y="52620"/>
                  <a:pt x="0" y="40058"/>
                </a:cubicBezTo>
                <a:cubicBezTo>
                  <a:pt x="0" y="27497"/>
                  <a:pt x="3629" y="17726"/>
                  <a:pt x="11166" y="10608"/>
                </a:cubicBezTo>
                <a:cubicBezTo>
                  <a:pt x="18564" y="3629"/>
                  <a:pt x="28892" y="0"/>
                  <a:pt x="42013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8F0C05-42BE-45BF-BFED-93AA4C252D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184970" y="4057706"/>
            <a:ext cx="76767" cy="78163"/>
          </a:xfrm>
          <a:custGeom xmlns:a="http://schemas.openxmlformats.org/drawingml/2006/main">
            <a:pathLst>
              <a:path w="76767" h="78163">
                <a:moveTo>
                  <a:pt x="76767" y="31684"/>
                </a:moveTo>
                <a:lnTo>
                  <a:pt x="76767" y="78163"/>
                </a:lnTo>
                <a:lnTo>
                  <a:pt x="52202" y="78163"/>
                </a:lnTo>
                <a:lnTo>
                  <a:pt x="52202" y="70626"/>
                </a:lnTo>
                <a:lnTo>
                  <a:pt x="52202" y="42571"/>
                </a:lnTo>
                <a:cubicBezTo>
                  <a:pt x="52202" y="36011"/>
                  <a:pt x="52062" y="31544"/>
                  <a:pt x="51783" y="29032"/>
                </a:cubicBezTo>
                <a:cubicBezTo>
                  <a:pt x="51504" y="26520"/>
                  <a:pt x="50945" y="24705"/>
                  <a:pt x="50248" y="23449"/>
                </a:cubicBezTo>
                <a:cubicBezTo>
                  <a:pt x="49270" y="21913"/>
                  <a:pt x="48014" y="20657"/>
                  <a:pt x="46339" y="19820"/>
                </a:cubicBezTo>
                <a:cubicBezTo>
                  <a:pt x="44664" y="18982"/>
                  <a:pt x="42710" y="18424"/>
                  <a:pt x="40756" y="18424"/>
                </a:cubicBezTo>
                <a:cubicBezTo>
                  <a:pt x="35592" y="18424"/>
                  <a:pt x="31544" y="20378"/>
                  <a:pt x="28753" y="24286"/>
                </a:cubicBezTo>
                <a:cubicBezTo>
                  <a:pt x="25822" y="28194"/>
                  <a:pt x="24426" y="33638"/>
                  <a:pt x="24426" y="40617"/>
                </a:cubicBezTo>
                <a:lnTo>
                  <a:pt x="24426" y="78163"/>
                </a:lnTo>
                <a:lnTo>
                  <a:pt x="0" y="78163"/>
                </a:lnTo>
                <a:lnTo>
                  <a:pt x="0" y="1814"/>
                </a:lnTo>
                <a:lnTo>
                  <a:pt x="24426" y="1814"/>
                </a:lnTo>
                <a:lnTo>
                  <a:pt x="24426" y="12981"/>
                </a:lnTo>
                <a:cubicBezTo>
                  <a:pt x="28055" y="8514"/>
                  <a:pt x="31823" y="5304"/>
                  <a:pt x="36011" y="3210"/>
                </a:cubicBezTo>
                <a:cubicBezTo>
                  <a:pt x="40198" y="1117"/>
                  <a:pt x="44804" y="0"/>
                  <a:pt x="49829" y="0"/>
                </a:cubicBezTo>
                <a:cubicBezTo>
                  <a:pt x="58622" y="0"/>
                  <a:pt x="65322" y="2792"/>
                  <a:pt x="69928" y="8095"/>
                </a:cubicBezTo>
                <a:cubicBezTo>
                  <a:pt x="74394" y="13539"/>
                  <a:pt x="76767" y="21355"/>
                  <a:pt x="76767" y="3168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318EF5-7ADD-42F0-9328-F952B29291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279882" y="4057706"/>
            <a:ext cx="69230" cy="79977"/>
          </a:xfrm>
          <a:custGeom xmlns:a="http://schemas.openxmlformats.org/drawingml/2006/main">
            <a:pathLst>
              <a:path w="69230" h="79977">
                <a:moveTo>
                  <a:pt x="64066" y="4187"/>
                </a:moveTo>
                <a:lnTo>
                  <a:pt x="64066" y="22751"/>
                </a:lnTo>
                <a:cubicBezTo>
                  <a:pt x="58762" y="20657"/>
                  <a:pt x="53737" y="18982"/>
                  <a:pt x="48991" y="17866"/>
                </a:cubicBezTo>
                <a:cubicBezTo>
                  <a:pt x="44106" y="16749"/>
                  <a:pt x="39500" y="16191"/>
                  <a:pt x="35173" y="16191"/>
                </a:cubicBezTo>
                <a:cubicBezTo>
                  <a:pt x="30428" y="16191"/>
                  <a:pt x="27078" y="16889"/>
                  <a:pt x="24845" y="18005"/>
                </a:cubicBezTo>
                <a:cubicBezTo>
                  <a:pt x="22611" y="19122"/>
                  <a:pt x="21495" y="20936"/>
                  <a:pt x="21495" y="23309"/>
                </a:cubicBezTo>
                <a:cubicBezTo>
                  <a:pt x="21495" y="25263"/>
                  <a:pt x="22332" y="26799"/>
                  <a:pt x="24007" y="27776"/>
                </a:cubicBezTo>
                <a:cubicBezTo>
                  <a:pt x="25682" y="28892"/>
                  <a:pt x="28753" y="29590"/>
                  <a:pt x="33219" y="30149"/>
                </a:cubicBezTo>
                <a:lnTo>
                  <a:pt x="37546" y="30707"/>
                </a:lnTo>
                <a:cubicBezTo>
                  <a:pt x="49968" y="32382"/>
                  <a:pt x="58343" y="34894"/>
                  <a:pt x="62670" y="38523"/>
                </a:cubicBezTo>
                <a:cubicBezTo>
                  <a:pt x="66997" y="42152"/>
                  <a:pt x="69230" y="47875"/>
                  <a:pt x="69230" y="55691"/>
                </a:cubicBezTo>
                <a:cubicBezTo>
                  <a:pt x="69230" y="63786"/>
                  <a:pt x="66159" y="69928"/>
                  <a:pt x="60157" y="73976"/>
                </a:cubicBezTo>
                <a:cubicBezTo>
                  <a:pt x="54156" y="78023"/>
                  <a:pt x="45223" y="79977"/>
                  <a:pt x="33359" y="79977"/>
                </a:cubicBezTo>
                <a:cubicBezTo>
                  <a:pt x="28334" y="79977"/>
                  <a:pt x="23030" y="79559"/>
                  <a:pt x="17726" y="78861"/>
                </a:cubicBezTo>
                <a:cubicBezTo>
                  <a:pt x="12283" y="78163"/>
                  <a:pt x="6700" y="77046"/>
                  <a:pt x="1117" y="75371"/>
                </a:cubicBezTo>
                <a:lnTo>
                  <a:pt x="1117" y="56808"/>
                </a:lnTo>
                <a:cubicBezTo>
                  <a:pt x="5862" y="59320"/>
                  <a:pt x="10887" y="61134"/>
                  <a:pt x="16051" y="62251"/>
                </a:cubicBezTo>
                <a:cubicBezTo>
                  <a:pt x="21076" y="63368"/>
                  <a:pt x="26380" y="63926"/>
                  <a:pt x="31684" y="63926"/>
                </a:cubicBezTo>
                <a:cubicBezTo>
                  <a:pt x="36429" y="63926"/>
                  <a:pt x="39919" y="63368"/>
                  <a:pt x="42431" y="61972"/>
                </a:cubicBezTo>
                <a:cubicBezTo>
                  <a:pt x="44804" y="60716"/>
                  <a:pt x="46060" y="58762"/>
                  <a:pt x="46060" y="56110"/>
                </a:cubicBezTo>
                <a:cubicBezTo>
                  <a:pt x="46060" y="53876"/>
                  <a:pt x="45223" y="52341"/>
                  <a:pt x="43548" y="51225"/>
                </a:cubicBezTo>
                <a:cubicBezTo>
                  <a:pt x="41873" y="50108"/>
                  <a:pt x="38523" y="49270"/>
                  <a:pt x="33638" y="48712"/>
                </a:cubicBezTo>
                <a:lnTo>
                  <a:pt x="29311" y="48154"/>
                </a:lnTo>
                <a:cubicBezTo>
                  <a:pt x="18424" y="46898"/>
                  <a:pt x="10887" y="44385"/>
                  <a:pt x="6560" y="40617"/>
                </a:cubicBezTo>
                <a:cubicBezTo>
                  <a:pt x="2094" y="36988"/>
                  <a:pt x="0" y="31405"/>
                  <a:pt x="0" y="23868"/>
                </a:cubicBezTo>
                <a:cubicBezTo>
                  <a:pt x="0" y="15772"/>
                  <a:pt x="2652" y="9770"/>
                  <a:pt x="8235" y="5862"/>
                </a:cubicBezTo>
                <a:cubicBezTo>
                  <a:pt x="13818" y="1954"/>
                  <a:pt x="22332" y="0"/>
                  <a:pt x="33777" y="0"/>
                </a:cubicBezTo>
                <a:cubicBezTo>
                  <a:pt x="38244" y="0"/>
                  <a:pt x="42850" y="419"/>
                  <a:pt x="47875" y="1117"/>
                </a:cubicBezTo>
                <a:cubicBezTo>
                  <a:pt x="52899" y="1814"/>
                  <a:pt x="58203" y="2792"/>
                  <a:pt x="64066" y="4187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BEE90C-A331-49DD-81C4-41785384C7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3473" y="4255506"/>
            <a:ext cx="2264783" cy="387325"/>
          </a:xfrm>
          <a:custGeom xmlns:a="http://schemas.openxmlformats.org/drawingml/2006/main">
            <a:pathLst>
              <a:path w="2264783" h="387325">
                <a:moveTo>
                  <a:pt x="23927" y="387325"/>
                </a:moveTo>
                <a:lnTo>
                  <a:pt x="2240856" y="387325"/>
                </a:lnTo>
                <a:cubicBezTo>
                  <a:pt x="2256807" y="387325"/>
                  <a:pt x="2264783" y="379349"/>
                  <a:pt x="2264783" y="363397"/>
                </a:cubicBezTo>
                <a:lnTo>
                  <a:pt x="2264783" y="23927"/>
                </a:lnTo>
                <a:cubicBezTo>
                  <a:pt x="2264783" y="7976"/>
                  <a:pt x="2256807" y="0"/>
                  <a:pt x="2240856" y="0"/>
                </a:cubicBezTo>
                <a:lnTo>
                  <a:pt x="23927" y="0"/>
                </a:lnTo>
                <a:cubicBezTo>
                  <a:pt x="7976" y="0"/>
                  <a:pt x="0" y="7976"/>
                  <a:pt x="0" y="23927"/>
                </a:cubicBezTo>
                <a:lnTo>
                  <a:pt x="0" y="363397"/>
                </a:lnTo>
                <a:cubicBezTo>
                  <a:pt x="0" y="379349"/>
                  <a:pt x="7976" y="387325"/>
                  <a:pt x="23927" y="387325"/>
                </a:cubicBezTo>
                <a:close/>
              </a:path>
            </a:pathLst>
          </a:custGeom>
          <a:solidFill xmlns:a="http://schemas.openxmlformats.org/drawingml/2006/main">
            <a:srgbClr val="FFFFFF">
              <a:alpha val="8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72A2FB-2981-45C3-88C8-1907DE55E4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793473" y="4255506"/>
            <a:ext cx="2264783" cy="387325"/>
          </a:xfrm>
          <a:custGeom xmlns:a="http://schemas.openxmlformats.org/drawingml/2006/main">
            <a:pathLst>
              <a:path w="2264783" h="387325" fill="none">
                <a:moveTo>
                  <a:pt x="23927" y="387325"/>
                </a:moveTo>
                <a:lnTo>
                  <a:pt x="2240856" y="387325"/>
                </a:lnTo>
                <a:cubicBezTo>
                  <a:pt x="2256807" y="387325"/>
                  <a:pt x="2264783" y="379349"/>
                  <a:pt x="2264783" y="363397"/>
                </a:cubicBezTo>
                <a:lnTo>
                  <a:pt x="2264783" y="23927"/>
                </a:lnTo>
                <a:cubicBezTo>
                  <a:pt x="2264783" y="7976"/>
                  <a:pt x="2256807" y="0"/>
                  <a:pt x="2240856" y="0"/>
                </a:cubicBezTo>
                <a:lnTo>
                  <a:pt x="23927" y="0"/>
                </a:lnTo>
                <a:cubicBezTo>
                  <a:pt x="7976" y="0"/>
                  <a:pt x="0" y="7976"/>
                  <a:pt x="0" y="23927"/>
                </a:cubicBezTo>
                <a:lnTo>
                  <a:pt x="0" y="363397"/>
                </a:lnTo>
                <a:cubicBezTo>
                  <a:pt x="0" y="379349"/>
                  <a:pt x="7976" y="387325"/>
                  <a:pt x="23927" y="38732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CCCCCC">
                <a:alpha val="80000"/>
              </a:srgbClr>
            </a:solidFill>
            <a:miter/>
          </a:ln>
        </p:spPr>
      </p:sp>
      <p:sp>
        <p:nvSpPr>
          <p:cNvPr id="1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2A6FB4-6BAB-4D4E-AD3A-43D0319D7D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41328" y="4310588"/>
            <a:ext cx="239274" cy="83746"/>
          </a:xfrm>
          <a:custGeom xmlns:a="http://schemas.openxmlformats.org/drawingml/2006/main">
            <a:pathLst>
              <a:path w="239274" h="83746">
                <a:moveTo>
                  <a:pt x="0" y="83746"/>
                </a:moveTo>
                <a:lnTo>
                  <a:pt x="239274" y="83746"/>
                </a:lnTo>
                <a:lnTo>
                  <a:pt x="239274" y="0"/>
                </a:lnTo>
                <a:lnTo>
                  <a:pt x="0" y="0"/>
                </a:lnTo>
                <a:lnTo>
                  <a:pt x="0" y="83746"/>
                </a:lnTo>
                <a:close/>
              </a:path>
            </a:pathLst>
          </a:custGeom>
          <a:solidFill xmlns:a="http://schemas.openxmlformats.org/drawingml/2006/main">
            <a:srgbClr val="176D9C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864840-CE80-43F7-8F21-AA0C308A72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41328" y="4310588"/>
            <a:ext cx="239274" cy="83746"/>
          </a:xfrm>
          <a:custGeom xmlns:a="http://schemas.openxmlformats.org/drawingml/2006/main">
            <a:pathLst>
              <a:path w="239274" h="83746" fill="none">
                <a:moveTo>
                  <a:pt x="0" y="83746"/>
                </a:moveTo>
                <a:lnTo>
                  <a:pt x="239274" y="83746"/>
                </a:lnTo>
                <a:lnTo>
                  <a:pt x="239274" y="0"/>
                </a:lnTo>
                <a:lnTo>
                  <a:pt x="0" y="0"/>
                </a:lnTo>
                <a:lnTo>
                  <a:pt x="0" y="83746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704DBD-D71E-4908-9879-E94756AB92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88035" y="4307119"/>
            <a:ext cx="56349" cy="87215"/>
          </a:xfrm>
          <a:custGeom xmlns:a="http://schemas.openxmlformats.org/drawingml/2006/main">
            <a:pathLst>
              <a:path w="56349" h="87215">
                <a:moveTo>
                  <a:pt x="11844" y="9691"/>
                </a:moveTo>
                <a:lnTo>
                  <a:pt x="11844" y="42471"/>
                </a:lnTo>
                <a:lnTo>
                  <a:pt x="26679" y="42471"/>
                </a:lnTo>
                <a:cubicBezTo>
                  <a:pt x="32182" y="42471"/>
                  <a:pt x="36370" y="41155"/>
                  <a:pt x="39361" y="38284"/>
                </a:cubicBezTo>
                <a:cubicBezTo>
                  <a:pt x="42351" y="35413"/>
                  <a:pt x="43907" y="31345"/>
                  <a:pt x="43907" y="26081"/>
                </a:cubicBezTo>
                <a:cubicBezTo>
                  <a:pt x="43907" y="20817"/>
                  <a:pt x="42351" y="16869"/>
                  <a:pt x="39361" y="13998"/>
                </a:cubicBezTo>
                <a:cubicBezTo>
                  <a:pt x="36370" y="11126"/>
                  <a:pt x="32182" y="9691"/>
                  <a:pt x="26679" y="9691"/>
                </a:cubicBezTo>
                <a:lnTo>
                  <a:pt x="11844" y="9691"/>
                </a:lnTo>
                <a:close/>
                <a:moveTo>
                  <a:pt x="0" y="0"/>
                </a:moveTo>
                <a:lnTo>
                  <a:pt x="26679" y="0"/>
                </a:lnTo>
                <a:cubicBezTo>
                  <a:pt x="36370" y="0"/>
                  <a:pt x="43787" y="2273"/>
                  <a:pt x="48812" y="6700"/>
                </a:cubicBezTo>
                <a:cubicBezTo>
                  <a:pt x="53837" y="11126"/>
                  <a:pt x="56349" y="17587"/>
                  <a:pt x="56349" y="26081"/>
                </a:cubicBezTo>
                <a:cubicBezTo>
                  <a:pt x="56349" y="34695"/>
                  <a:pt x="53837" y="41275"/>
                  <a:pt x="48812" y="45582"/>
                </a:cubicBezTo>
                <a:cubicBezTo>
                  <a:pt x="43787" y="50008"/>
                  <a:pt x="36370" y="52162"/>
                  <a:pt x="26679" y="52162"/>
                </a:cubicBezTo>
                <a:lnTo>
                  <a:pt x="11844" y="52162"/>
                </a:lnTo>
                <a:lnTo>
                  <a:pt x="11844" y="87215"/>
                </a:lnTo>
                <a:lnTo>
                  <a:pt x="0" y="8721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B008E8-6377-412C-8586-C852D10071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60176" y="4307119"/>
            <a:ext cx="73337" cy="87215"/>
          </a:xfrm>
          <a:custGeom xmlns:a="http://schemas.openxmlformats.org/drawingml/2006/main">
            <a:pathLst>
              <a:path w="73337" h="87215">
                <a:moveTo>
                  <a:pt x="11844" y="9691"/>
                </a:moveTo>
                <a:lnTo>
                  <a:pt x="11844" y="77525"/>
                </a:lnTo>
                <a:lnTo>
                  <a:pt x="26081" y="77525"/>
                </a:lnTo>
                <a:cubicBezTo>
                  <a:pt x="38045" y="77525"/>
                  <a:pt x="46898" y="74893"/>
                  <a:pt x="52521" y="69389"/>
                </a:cubicBezTo>
                <a:cubicBezTo>
                  <a:pt x="58024" y="63886"/>
                  <a:pt x="60895" y="55272"/>
                  <a:pt x="60895" y="43548"/>
                </a:cubicBezTo>
                <a:cubicBezTo>
                  <a:pt x="60895" y="31823"/>
                  <a:pt x="58024" y="23329"/>
                  <a:pt x="52521" y="17826"/>
                </a:cubicBezTo>
                <a:cubicBezTo>
                  <a:pt x="46898" y="12442"/>
                  <a:pt x="38045" y="9691"/>
                  <a:pt x="26081" y="9691"/>
                </a:cubicBezTo>
                <a:lnTo>
                  <a:pt x="11844" y="9691"/>
                </a:lnTo>
                <a:close/>
                <a:moveTo>
                  <a:pt x="0" y="0"/>
                </a:moveTo>
                <a:lnTo>
                  <a:pt x="24286" y="0"/>
                </a:lnTo>
                <a:cubicBezTo>
                  <a:pt x="41155" y="0"/>
                  <a:pt x="53597" y="3589"/>
                  <a:pt x="61493" y="10528"/>
                </a:cubicBezTo>
                <a:cubicBezTo>
                  <a:pt x="69389" y="17587"/>
                  <a:pt x="73337" y="28593"/>
                  <a:pt x="73337" y="43548"/>
                </a:cubicBezTo>
                <a:cubicBezTo>
                  <a:pt x="73337" y="58622"/>
                  <a:pt x="69270" y="69629"/>
                  <a:pt x="61374" y="76687"/>
                </a:cubicBezTo>
                <a:cubicBezTo>
                  <a:pt x="53478" y="83746"/>
                  <a:pt x="41035" y="87215"/>
                  <a:pt x="24286" y="87215"/>
                </a:cubicBezTo>
                <a:lnTo>
                  <a:pt x="0" y="8721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44276D-BA0B-49D1-BC5A-846F5E3664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52296" y="4307119"/>
            <a:ext cx="11844" cy="87215"/>
          </a:xfrm>
          <a:custGeom xmlns:a="http://schemas.openxmlformats.org/drawingml/2006/main">
            <a:pathLst>
              <a:path w="11844" h="87215">
                <a:moveTo>
                  <a:pt x="0" y="0"/>
                </a:moveTo>
                <a:lnTo>
                  <a:pt x="11844" y="0"/>
                </a:lnTo>
                <a:lnTo>
                  <a:pt x="11844" y="87215"/>
                </a:lnTo>
                <a:lnTo>
                  <a:pt x="0" y="8721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7E4160-51A1-4373-AA50-CB7806F7D5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41328" y="4486305"/>
            <a:ext cx="239274" cy="83746"/>
          </a:xfrm>
          <a:custGeom xmlns:a="http://schemas.openxmlformats.org/drawingml/2006/main">
            <a:pathLst>
              <a:path w="239274" h="83746">
                <a:moveTo>
                  <a:pt x="0" y="83746"/>
                </a:moveTo>
                <a:lnTo>
                  <a:pt x="239274" y="83746"/>
                </a:lnTo>
                <a:lnTo>
                  <a:pt x="239274" y="0"/>
                </a:lnTo>
                <a:lnTo>
                  <a:pt x="0" y="0"/>
                </a:lnTo>
                <a:lnTo>
                  <a:pt x="0" y="83746"/>
                </a:lnTo>
                <a:close/>
              </a:path>
            </a:pathLst>
          </a:custGeom>
          <a:solidFill xmlns:a="http://schemas.openxmlformats.org/drawingml/2006/main">
            <a:srgbClr val="C3882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9C43AA-17CD-4F76-9596-A998D0F11C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41328" y="4486305"/>
            <a:ext cx="239274" cy="83746"/>
          </a:xfrm>
          <a:custGeom xmlns:a="http://schemas.openxmlformats.org/drawingml/2006/main">
            <a:pathLst>
              <a:path w="239274" h="83746" fill="none">
                <a:moveTo>
                  <a:pt x="0" y="83746"/>
                </a:moveTo>
                <a:lnTo>
                  <a:pt x="239274" y="83746"/>
                </a:lnTo>
                <a:lnTo>
                  <a:pt x="239274" y="0"/>
                </a:lnTo>
                <a:lnTo>
                  <a:pt x="0" y="0"/>
                </a:lnTo>
                <a:lnTo>
                  <a:pt x="0" y="83746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FBB863-6930-41B3-A448-9C4B779558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88035" y="4482836"/>
            <a:ext cx="11844" cy="87215"/>
          </a:xfrm>
          <a:custGeom xmlns:a="http://schemas.openxmlformats.org/drawingml/2006/main">
            <a:pathLst>
              <a:path w="11844" h="87215">
                <a:moveTo>
                  <a:pt x="0" y="0"/>
                </a:moveTo>
                <a:lnTo>
                  <a:pt x="11844" y="0"/>
                </a:lnTo>
                <a:lnTo>
                  <a:pt x="11844" y="87215"/>
                </a:lnTo>
                <a:lnTo>
                  <a:pt x="0" y="8721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AAD6D2-3FCA-4A9C-A5A9-3B380D663F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223328" y="4482836"/>
            <a:ext cx="73337" cy="87215"/>
          </a:xfrm>
          <a:custGeom xmlns:a="http://schemas.openxmlformats.org/drawingml/2006/main">
            <a:pathLst>
              <a:path w="73337" h="87215">
                <a:moveTo>
                  <a:pt x="11844" y="9691"/>
                </a:moveTo>
                <a:lnTo>
                  <a:pt x="11844" y="77525"/>
                </a:lnTo>
                <a:lnTo>
                  <a:pt x="26081" y="77525"/>
                </a:lnTo>
                <a:cubicBezTo>
                  <a:pt x="38045" y="77525"/>
                  <a:pt x="46898" y="74893"/>
                  <a:pt x="52521" y="69389"/>
                </a:cubicBezTo>
                <a:cubicBezTo>
                  <a:pt x="58024" y="63886"/>
                  <a:pt x="60895" y="55272"/>
                  <a:pt x="60895" y="43548"/>
                </a:cubicBezTo>
                <a:cubicBezTo>
                  <a:pt x="60895" y="31823"/>
                  <a:pt x="58024" y="23329"/>
                  <a:pt x="52521" y="17826"/>
                </a:cubicBezTo>
                <a:cubicBezTo>
                  <a:pt x="46898" y="12442"/>
                  <a:pt x="38045" y="9691"/>
                  <a:pt x="26081" y="9691"/>
                </a:cubicBezTo>
                <a:lnTo>
                  <a:pt x="11844" y="9691"/>
                </a:lnTo>
                <a:close/>
                <a:moveTo>
                  <a:pt x="0" y="0"/>
                </a:moveTo>
                <a:lnTo>
                  <a:pt x="24286" y="0"/>
                </a:lnTo>
                <a:cubicBezTo>
                  <a:pt x="41155" y="0"/>
                  <a:pt x="53597" y="3589"/>
                  <a:pt x="61493" y="10528"/>
                </a:cubicBezTo>
                <a:cubicBezTo>
                  <a:pt x="69389" y="17587"/>
                  <a:pt x="73337" y="28593"/>
                  <a:pt x="73337" y="43548"/>
                </a:cubicBezTo>
                <a:cubicBezTo>
                  <a:pt x="73337" y="58622"/>
                  <a:pt x="69270" y="69629"/>
                  <a:pt x="61374" y="76687"/>
                </a:cubicBezTo>
                <a:cubicBezTo>
                  <a:pt x="53478" y="83746"/>
                  <a:pt x="41035" y="87215"/>
                  <a:pt x="24286" y="87215"/>
                </a:cubicBezTo>
                <a:lnTo>
                  <a:pt x="0" y="8721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D7B473-2736-425B-ABF7-560607CE5C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02656" y="4482836"/>
            <a:ext cx="79917" cy="87215"/>
          </a:xfrm>
          <a:custGeom xmlns:a="http://schemas.openxmlformats.org/drawingml/2006/main">
            <a:pathLst>
              <a:path w="79917" h="87215">
                <a:moveTo>
                  <a:pt x="33259" y="87215"/>
                </a:moveTo>
                <a:lnTo>
                  <a:pt x="0" y="0"/>
                </a:lnTo>
                <a:lnTo>
                  <a:pt x="12323" y="0"/>
                </a:lnTo>
                <a:lnTo>
                  <a:pt x="39959" y="73457"/>
                </a:lnTo>
                <a:lnTo>
                  <a:pt x="67595" y="0"/>
                </a:lnTo>
                <a:lnTo>
                  <a:pt x="79917" y="0"/>
                </a:lnTo>
                <a:lnTo>
                  <a:pt x="46658" y="87215"/>
                </a:lnTo>
                <a:lnTo>
                  <a:pt x="33259" y="87215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5D8E1C-70B4-4BD7-891B-7E82E20C00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22301" y="4310588"/>
            <a:ext cx="239274" cy="83746"/>
          </a:xfrm>
          <a:custGeom xmlns:a="http://schemas.openxmlformats.org/drawingml/2006/main">
            <a:pathLst>
              <a:path w="239274" h="83746">
                <a:moveTo>
                  <a:pt x="0" y="83746"/>
                </a:moveTo>
                <a:lnTo>
                  <a:pt x="239274" y="83746"/>
                </a:lnTo>
                <a:lnTo>
                  <a:pt x="239274" y="0"/>
                </a:lnTo>
                <a:lnTo>
                  <a:pt x="0" y="0"/>
                </a:lnTo>
                <a:lnTo>
                  <a:pt x="0" y="83746"/>
                </a:lnTo>
                <a:close/>
              </a:path>
            </a:pathLst>
          </a:custGeom>
          <a:solidFill xmlns:a="http://schemas.openxmlformats.org/drawingml/2006/main">
            <a:srgbClr val="168B6A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B12F58-082A-4964-BB21-79D1AE195D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22301" y="4310588"/>
            <a:ext cx="239274" cy="83746"/>
          </a:xfrm>
          <a:custGeom xmlns:a="http://schemas.openxmlformats.org/drawingml/2006/main">
            <a:pathLst>
              <a:path w="239274" h="83746" fill="none">
                <a:moveTo>
                  <a:pt x="0" y="83746"/>
                </a:moveTo>
                <a:lnTo>
                  <a:pt x="239274" y="83746"/>
                </a:lnTo>
                <a:lnTo>
                  <a:pt x="239274" y="0"/>
                </a:lnTo>
                <a:lnTo>
                  <a:pt x="0" y="0"/>
                </a:lnTo>
                <a:lnTo>
                  <a:pt x="0" y="83746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81964B-855D-4AB6-A817-3AAA49C1E3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9008" y="4307119"/>
            <a:ext cx="79798" cy="87215"/>
          </a:xfrm>
          <a:custGeom xmlns:a="http://schemas.openxmlformats.org/drawingml/2006/main">
            <a:pathLst>
              <a:path w="79798" h="87215">
                <a:moveTo>
                  <a:pt x="0" y="0"/>
                </a:moveTo>
                <a:lnTo>
                  <a:pt x="17587" y="0"/>
                </a:lnTo>
                <a:lnTo>
                  <a:pt x="39839" y="59340"/>
                </a:lnTo>
                <a:lnTo>
                  <a:pt x="62211" y="0"/>
                </a:lnTo>
                <a:lnTo>
                  <a:pt x="79798" y="0"/>
                </a:lnTo>
                <a:lnTo>
                  <a:pt x="79798" y="87215"/>
                </a:lnTo>
                <a:lnTo>
                  <a:pt x="68313" y="87215"/>
                </a:lnTo>
                <a:lnTo>
                  <a:pt x="68313" y="10648"/>
                </a:lnTo>
                <a:lnTo>
                  <a:pt x="45821" y="70466"/>
                </a:lnTo>
                <a:lnTo>
                  <a:pt x="33977" y="70466"/>
                </a:lnTo>
                <a:lnTo>
                  <a:pt x="11485" y="10648"/>
                </a:lnTo>
                <a:lnTo>
                  <a:pt x="11485" y="87215"/>
                </a:lnTo>
                <a:lnTo>
                  <a:pt x="0" y="8721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342BC9-8B1F-4D74-A579-FEF78030C1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61488" y="4307119"/>
            <a:ext cx="79917" cy="87215"/>
          </a:xfrm>
          <a:custGeom xmlns:a="http://schemas.openxmlformats.org/drawingml/2006/main">
            <a:pathLst>
              <a:path w="79917" h="87215">
                <a:moveTo>
                  <a:pt x="39959" y="11605"/>
                </a:moveTo>
                <a:lnTo>
                  <a:pt x="23927" y="55033"/>
                </a:lnTo>
                <a:lnTo>
                  <a:pt x="55990" y="55033"/>
                </a:lnTo>
                <a:lnTo>
                  <a:pt x="39959" y="11605"/>
                </a:lnTo>
                <a:close/>
                <a:moveTo>
                  <a:pt x="33259" y="0"/>
                </a:moveTo>
                <a:lnTo>
                  <a:pt x="46658" y="0"/>
                </a:lnTo>
                <a:lnTo>
                  <a:pt x="79917" y="87215"/>
                </a:lnTo>
                <a:lnTo>
                  <a:pt x="67595" y="87215"/>
                </a:lnTo>
                <a:lnTo>
                  <a:pt x="59699" y="64843"/>
                </a:lnTo>
                <a:lnTo>
                  <a:pt x="20338" y="64843"/>
                </a:lnTo>
                <a:lnTo>
                  <a:pt x="12442" y="87215"/>
                </a:lnTo>
                <a:lnTo>
                  <a:pt x="0" y="87215"/>
                </a:lnTo>
                <a:lnTo>
                  <a:pt x="33259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5B97CC-530E-4054-AF75-C9941E3029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50258" y="4305563"/>
            <a:ext cx="61374" cy="90326"/>
          </a:xfrm>
          <a:custGeom xmlns:a="http://schemas.openxmlformats.org/drawingml/2006/main">
            <a:pathLst>
              <a:path w="61374" h="90326">
                <a:moveTo>
                  <a:pt x="56110" y="4427"/>
                </a:moveTo>
                <a:lnTo>
                  <a:pt x="56110" y="15912"/>
                </a:lnTo>
                <a:cubicBezTo>
                  <a:pt x="51564" y="13758"/>
                  <a:pt x="47376" y="12203"/>
                  <a:pt x="43428" y="11126"/>
                </a:cubicBezTo>
                <a:cubicBezTo>
                  <a:pt x="39361" y="10169"/>
                  <a:pt x="35532" y="9571"/>
                  <a:pt x="31943" y="9571"/>
                </a:cubicBezTo>
                <a:cubicBezTo>
                  <a:pt x="25483" y="9571"/>
                  <a:pt x="20458" y="10887"/>
                  <a:pt x="16988" y="13280"/>
                </a:cubicBezTo>
                <a:cubicBezTo>
                  <a:pt x="13519" y="15792"/>
                  <a:pt x="11844" y="19381"/>
                  <a:pt x="11844" y="23927"/>
                </a:cubicBezTo>
                <a:cubicBezTo>
                  <a:pt x="11844" y="27756"/>
                  <a:pt x="12921" y="30747"/>
                  <a:pt x="15314" y="32661"/>
                </a:cubicBezTo>
                <a:cubicBezTo>
                  <a:pt x="17587" y="34695"/>
                  <a:pt x="22013" y="36250"/>
                  <a:pt x="28474" y="37446"/>
                </a:cubicBezTo>
                <a:lnTo>
                  <a:pt x="35652" y="38882"/>
                </a:lnTo>
                <a:cubicBezTo>
                  <a:pt x="44385" y="40557"/>
                  <a:pt x="50846" y="43548"/>
                  <a:pt x="55033" y="47735"/>
                </a:cubicBezTo>
                <a:cubicBezTo>
                  <a:pt x="59220" y="52042"/>
                  <a:pt x="61374" y="57665"/>
                  <a:pt x="61374" y="64724"/>
                </a:cubicBezTo>
                <a:cubicBezTo>
                  <a:pt x="61374" y="73218"/>
                  <a:pt x="58502" y="79559"/>
                  <a:pt x="52880" y="83865"/>
                </a:cubicBezTo>
                <a:cubicBezTo>
                  <a:pt x="47137" y="88172"/>
                  <a:pt x="38882" y="90326"/>
                  <a:pt x="27995" y="90326"/>
                </a:cubicBezTo>
                <a:cubicBezTo>
                  <a:pt x="23808" y="90326"/>
                  <a:pt x="19381" y="89847"/>
                  <a:pt x="14715" y="89010"/>
                </a:cubicBezTo>
                <a:cubicBezTo>
                  <a:pt x="10050" y="88172"/>
                  <a:pt x="5264" y="86856"/>
                  <a:pt x="359" y="84942"/>
                </a:cubicBezTo>
                <a:lnTo>
                  <a:pt x="359" y="72739"/>
                </a:lnTo>
                <a:cubicBezTo>
                  <a:pt x="5144" y="75491"/>
                  <a:pt x="9810" y="77525"/>
                  <a:pt x="14356" y="78841"/>
                </a:cubicBezTo>
                <a:cubicBezTo>
                  <a:pt x="18903" y="80276"/>
                  <a:pt x="23449" y="80875"/>
                  <a:pt x="27995" y="80875"/>
                </a:cubicBezTo>
                <a:cubicBezTo>
                  <a:pt x="34695" y="80875"/>
                  <a:pt x="39839" y="79559"/>
                  <a:pt x="43548" y="76927"/>
                </a:cubicBezTo>
                <a:cubicBezTo>
                  <a:pt x="47137" y="74295"/>
                  <a:pt x="49051" y="70586"/>
                  <a:pt x="49051" y="65561"/>
                </a:cubicBezTo>
                <a:cubicBezTo>
                  <a:pt x="49051" y="61254"/>
                  <a:pt x="47735" y="57904"/>
                  <a:pt x="45103" y="55512"/>
                </a:cubicBezTo>
                <a:cubicBezTo>
                  <a:pt x="42471" y="53119"/>
                  <a:pt x="38164" y="51324"/>
                  <a:pt x="32182" y="50128"/>
                </a:cubicBezTo>
                <a:lnTo>
                  <a:pt x="25004" y="48692"/>
                </a:lnTo>
                <a:cubicBezTo>
                  <a:pt x="16151" y="47017"/>
                  <a:pt x="9810" y="44266"/>
                  <a:pt x="5862" y="40437"/>
                </a:cubicBezTo>
                <a:cubicBezTo>
                  <a:pt x="1914" y="36729"/>
                  <a:pt x="0" y="31584"/>
                  <a:pt x="0" y="24884"/>
                </a:cubicBezTo>
                <a:cubicBezTo>
                  <a:pt x="0" y="17228"/>
                  <a:pt x="2632" y="11126"/>
                  <a:pt x="8135" y="6700"/>
                </a:cubicBezTo>
                <a:cubicBezTo>
                  <a:pt x="13519" y="2273"/>
                  <a:pt x="21056" y="0"/>
                  <a:pt x="30627" y="0"/>
                </a:cubicBezTo>
                <a:cubicBezTo>
                  <a:pt x="34695" y="0"/>
                  <a:pt x="38762" y="359"/>
                  <a:pt x="43069" y="1077"/>
                </a:cubicBezTo>
                <a:cubicBezTo>
                  <a:pt x="47257" y="1795"/>
                  <a:pt x="51564" y="2991"/>
                  <a:pt x="56110" y="4427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B26033-CD4E-4054-9BC1-86A8AFDC85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22301" y="4486305"/>
            <a:ext cx="239274" cy="83746"/>
          </a:xfrm>
          <a:custGeom xmlns:a="http://schemas.openxmlformats.org/drawingml/2006/main">
            <a:pathLst>
              <a:path w="239274" h="83746">
                <a:moveTo>
                  <a:pt x="0" y="83746"/>
                </a:moveTo>
                <a:lnTo>
                  <a:pt x="239274" y="83746"/>
                </a:lnTo>
                <a:lnTo>
                  <a:pt x="239274" y="0"/>
                </a:lnTo>
                <a:lnTo>
                  <a:pt x="0" y="0"/>
                </a:lnTo>
                <a:lnTo>
                  <a:pt x="0" y="83746"/>
                </a:lnTo>
                <a:close/>
              </a:path>
            </a:pathLst>
          </a:custGeom>
          <a:solidFill xmlns:a="http://schemas.openxmlformats.org/drawingml/2006/main">
            <a:srgbClr val="BA611B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134D31-7F14-4249-88A8-BEB2207492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622301" y="4486305"/>
            <a:ext cx="239274" cy="83746"/>
          </a:xfrm>
          <a:custGeom xmlns:a="http://schemas.openxmlformats.org/drawingml/2006/main">
            <a:pathLst>
              <a:path w="239274" h="83746" fill="none">
                <a:moveTo>
                  <a:pt x="0" y="83746"/>
                </a:moveTo>
                <a:lnTo>
                  <a:pt x="239274" y="83746"/>
                </a:lnTo>
                <a:lnTo>
                  <a:pt x="239274" y="0"/>
                </a:lnTo>
                <a:lnTo>
                  <a:pt x="0" y="0"/>
                </a:lnTo>
                <a:lnTo>
                  <a:pt x="0" y="83746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714323-277B-49DD-B6A8-DC77275D18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967692" y="4482836"/>
            <a:ext cx="66757" cy="88771"/>
          </a:xfrm>
          <a:custGeom xmlns:a="http://schemas.openxmlformats.org/drawingml/2006/main">
            <a:pathLst>
              <a:path w="66757" h="88771">
                <a:moveTo>
                  <a:pt x="0" y="0"/>
                </a:moveTo>
                <a:lnTo>
                  <a:pt x="11844" y="0"/>
                </a:lnTo>
                <a:lnTo>
                  <a:pt x="11844" y="52999"/>
                </a:lnTo>
                <a:cubicBezTo>
                  <a:pt x="11844" y="62331"/>
                  <a:pt x="13519" y="69150"/>
                  <a:pt x="16869" y="73218"/>
                </a:cubicBezTo>
                <a:cubicBezTo>
                  <a:pt x="20219" y="77285"/>
                  <a:pt x="25722" y="79319"/>
                  <a:pt x="33379" y="79319"/>
                </a:cubicBezTo>
                <a:cubicBezTo>
                  <a:pt x="40916" y="79319"/>
                  <a:pt x="46419" y="77285"/>
                  <a:pt x="49769" y="73218"/>
                </a:cubicBezTo>
                <a:cubicBezTo>
                  <a:pt x="53119" y="69150"/>
                  <a:pt x="54913" y="62331"/>
                  <a:pt x="54913" y="52999"/>
                </a:cubicBezTo>
                <a:lnTo>
                  <a:pt x="54913" y="0"/>
                </a:lnTo>
                <a:lnTo>
                  <a:pt x="66757" y="0"/>
                </a:lnTo>
                <a:lnTo>
                  <a:pt x="66757" y="54435"/>
                </a:lnTo>
                <a:cubicBezTo>
                  <a:pt x="66757" y="65920"/>
                  <a:pt x="63886" y="74414"/>
                  <a:pt x="58263" y="80157"/>
                </a:cubicBezTo>
                <a:cubicBezTo>
                  <a:pt x="52640" y="85899"/>
                  <a:pt x="44385" y="88771"/>
                  <a:pt x="33379" y="88771"/>
                </a:cubicBezTo>
                <a:cubicBezTo>
                  <a:pt x="22372" y="88771"/>
                  <a:pt x="13998" y="85899"/>
                  <a:pt x="8375" y="80157"/>
                </a:cubicBezTo>
                <a:cubicBezTo>
                  <a:pt x="2752" y="74414"/>
                  <a:pt x="0" y="65920"/>
                  <a:pt x="0" y="54435"/>
                </a:cubicBez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067D1C-68A6-4A67-B99F-A48DE46530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045815" y="4482836"/>
            <a:ext cx="79917" cy="87215"/>
          </a:xfrm>
          <a:custGeom xmlns:a="http://schemas.openxmlformats.org/drawingml/2006/main">
            <a:pathLst>
              <a:path w="79917" h="87215">
                <a:moveTo>
                  <a:pt x="39959" y="11605"/>
                </a:moveTo>
                <a:lnTo>
                  <a:pt x="23927" y="55033"/>
                </a:lnTo>
                <a:lnTo>
                  <a:pt x="55990" y="55033"/>
                </a:lnTo>
                <a:lnTo>
                  <a:pt x="39959" y="11605"/>
                </a:lnTo>
                <a:close/>
                <a:moveTo>
                  <a:pt x="33259" y="0"/>
                </a:moveTo>
                <a:lnTo>
                  <a:pt x="46658" y="0"/>
                </a:lnTo>
                <a:lnTo>
                  <a:pt x="79917" y="87215"/>
                </a:lnTo>
                <a:lnTo>
                  <a:pt x="67595" y="87215"/>
                </a:lnTo>
                <a:lnTo>
                  <a:pt x="59699" y="64843"/>
                </a:lnTo>
                <a:lnTo>
                  <a:pt x="20338" y="64843"/>
                </a:lnTo>
                <a:lnTo>
                  <a:pt x="12442" y="87215"/>
                </a:lnTo>
                <a:lnTo>
                  <a:pt x="0" y="87215"/>
                </a:lnTo>
                <a:lnTo>
                  <a:pt x="33259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2099CA-49D7-4890-A473-886C059055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138414" y="4482836"/>
            <a:ext cx="11844" cy="87215"/>
          </a:xfrm>
          <a:custGeom xmlns:a="http://schemas.openxmlformats.org/drawingml/2006/main">
            <a:pathLst>
              <a:path w="11844" h="87215">
                <a:moveTo>
                  <a:pt x="0" y="0"/>
                </a:moveTo>
                <a:lnTo>
                  <a:pt x="11844" y="0"/>
                </a:lnTo>
                <a:lnTo>
                  <a:pt x="11844" y="87215"/>
                </a:lnTo>
                <a:lnTo>
                  <a:pt x="0" y="8721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5F8267-A0A5-4A56-8F33-75903803C9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57641" y="4310588"/>
            <a:ext cx="239274" cy="83746"/>
          </a:xfrm>
          <a:custGeom xmlns:a="http://schemas.openxmlformats.org/drawingml/2006/main">
            <a:pathLst>
              <a:path w="239274" h="83746">
                <a:moveTo>
                  <a:pt x="0" y="83746"/>
                </a:moveTo>
                <a:lnTo>
                  <a:pt x="239274" y="83746"/>
                </a:lnTo>
                <a:lnTo>
                  <a:pt x="239274" y="0"/>
                </a:lnTo>
                <a:lnTo>
                  <a:pt x="0" y="0"/>
                </a:lnTo>
                <a:lnTo>
                  <a:pt x="0" y="83746"/>
                </a:lnTo>
                <a:close/>
              </a:path>
            </a:pathLst>
          </a:custGeom>
          <a:solidFill xmlns:a="http://schemas.openxmlformats.org/drawingml/2006/main">
            <a:srgbClr val="C283B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90C025-2104-499E-BC2F-BD1365E967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57641" y="4310588"/>
            <a:ext cx="239274" cy="83746"/>
          </a:xfrm>
          <a:custGeom xmlns:a="http://schemas.openxmlformats.org/drawingml/2006/main">
            <a:pathLst>
              <a:path w="239274" h="83746" fill="none">
                <a:moveTo>
                  <a:pt x="0" y="83746"/>
                </a:moveTo>
                <a:lnTo>
                  <a:pt x="239274" y="83746"/>
                </a:lnTo>
                <a:lnTo>
                  <a:pt x="239274" y="0"/>
                </a:lnTo>
                <a:lnTo>
                  <a:pt x="0" y="0"/>
                </a:lnTo>
                <a:lnTo>
                  <a:pt x="0" y="83746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76BDB7-12CB-43DE-BB9C-BBF9100F11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4349" y="4307119"/>
            <a:ext cx="54315" cy="87215"/>
          </a:xfrm>
          <a:custGeom xmlns:a="http://schemas.openxmlformats.org/drawingml/2006/main">
            <a:pathLst>
              <a:path w="54315" h="87215">
                <a:moveTo>
                  <a:pt x="0" y="0"/>
                </a:moveTo>
                <a:lnTo>
                  <a:pt x="11844" y="0"/>
                </a:lnTo>
                <a:lnTo>
                  <a:pt x="11844" y="77285"/>
                </a:lnTo>
                <a:lnTo>
                  <a:pt x="54315" y="77285"/>
                </a:lnTo>
                <a:lnTo>
                  <a:pt x="54315" y="87215"/>
                </a:lnTo>
                <a:lnTo>
                  <a:pt x="0" y="8721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99D7F7-3248-4711-8B26-1FEC3CA0C4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42666" y="4307119"/>
            <a:ext cx="73696" cy="87215"/>
          </a:xfrm>
          <a:custGeom xmlns:a="http://schemas.openxmlformats.org/drawingml/2006/main">
            <a:pathLst>
              <a:path w="73696" h="87215">
                <a:moveTo>
                  <a:pt x="0" y="0"/>
                </a:moveTo>
                <a:lnTo>
                  <a:pt x="73696" y="0"/>
                </a:lnTo>
                <a:lnTo>
                  <a:pt x="73696" y="9930"/>
                </a:lnTo>
                <a:lnTo>
                  <a:pt x="42710" y="9930"/>
                </a:lnTo>
                <a:lnTo>
                  <a:pt x="42710" y="87215"/>
                </a:lnTo>
                <a:lnTo>
                  <a:pt x="30866" y="87215"/>
                </a:lnTo>
                <a:lnTo>
                  <a:pt x="30866" y="9930"/>
                </a:lnTo>
                <a:lnTo>
                  <a:pt x="0" y="9930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F23A2D-2A74-4036-BE5A-95BEE17DA1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22703" y="4305563"/>
            <a:ext cx="80755" cy="90326"/>
          </a:xfrm>
          <a:custGeom xmlns:a="http://schemas.openxmlformats.org/drawingml/2006/main">
            <a:pathLst>
              <a:path w="80755" h="90326">
                <a:moveTo>
                  <a:pt x="40437" y="9571"/>
                </a:moveTo>
                <a:cubicBezTo>
                  <a:pt x="31823" y="9571"/>
                  <a:pt x="25004" y="12801"/>
                  <a:pt x="19979" y="19142"/>
                </a:cubicBezTo>
                <a:cubicBezTo>
                  <a:pt x="14955" y="25602"/>
                  <a:pt x="12442" y="34216"/>
                  <a:pt x="12442" y="45223"/>
                </a:cubicBezTo>
                <a:cubicBezTo>
                  <a:pt x="12442" y="56229"/>
                  <a:pt x="14955" y="64963"/>
                  <a:pt x="19979" y="71304"/>
                </a:cubicBezTo>
                <a:cubicBezTo>
                  <a:pt x="25004" y="77764"/>
                  <a:pt x="31823" y="80875"/>
                  <a:pt x="40437" y="80875"/>
                </a:cubicBezTo>
                <a:cubicBezTo>
                  <a:pt x="48932" y="80875"/>
                  <a:pt x="55751" y="77764"/>
                  <a:pt x="60776" y="71304"/>
                </a:cubicBezTo>
                <a:cubicBezTo>
                  <a:pt x="65800" y="64963"/>
                  <a:pt x="68313" y="56229"/>
                  <a:pt x="68313" y="45223"/>
                </a:cubicBezTo>
                <a:cubicBezTo>
                  <a:pt x="68313" y="34216"/>
                  <a:pt x="65800" y="25602"/>
                  <a:pt x="60776" y="19142"/>
                </a:cubicBezTo>
                <a:cubicBezTo>
                  <a:pt x="55751" y="12801"/>
                  <a:pt x="48932" y="9571"/>
                  <a:pt x="40437" y="9571"/>
                </a:cubicBezTo>
                <a:close/>
                <a:moveTo>
                  <a:pt x="40437" y="0"/>
                </a:moveTo>
                <a:cubicBezTo>
                  <a:pt x="52640" y="0"/>
                  <a:pt x="62331" y="4187"/>
                  <a:pt x="69748" y="12323"/>
                </a:cubicBezTo>
                <a:cubicBezTo>
                  <a:pt x="77046" y="20458"/>
                  <a:pt x="80755" y="31465"/>
                  <a:pt x="80755" y="45223"/>
                </a:cubicBezTo>
                <a:cubicBezTo>
                  <a:pt x="80755" y="59101"/>
                  <a:pt x="77046" y="69988"/>
                  <a:pt x="69748" y="78123"/>
                </a:cubicBezTo>
                <a:cubicBezTo>
                  <a:pt x="62331" y="86258"/>
                  <a:pt x="52640" y="90326"/>
                  <a:pt x="40437" y="90326"/>
                </a:cubicBezTo>
                <a:cubicBezTo>
                  <a:pt x="28115" y="90326"/>
                  <a:pt x="18304" y="86258"/>
                  <a:pt x="11007" y="78123"/>
                </a:cubicBezTo>
                <a:cubicBezTo>
                  <a:pt x="3589" y="69988"/>
                  <a:pt x="0" y="59101"/>
                  <a:pt x="0" y="45223"/>
                </a:cubicBezTo>
                <a:cubicBezTo>
                  <a:pt x="0" y="31465"/>
                  <a:pt x="3589" y="20458"/>
                  <a:pt x="11007" y="12323"/>
                </a:cubicBezTo>
                <a:cubicBezTo>
                  <a:pt x="18304" y="4187"/>
                  <a:pt x="28115" y="0"/>
                  <a:pt x="40437" y="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AACEFC-681B-40BD-A136-8AF41AD33D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57641" y="4486305"/>
            <a:ext cx="239274" cy="83746"/>
          </a:xfrm>
          <a:custGeom xmlns:a="http://schemas.openxmlformats.org/drawingml/2006/main">
            <a:pathLst>
              <a:path w="239274" h="83746">
                <a:moveTo>
                  <a:pt x="0" y="83746"/>
                </a:moveTo>
                <a:lnTo>
                  <a:pt x="239274" y="83746"/>
                </a:lnTo>
                <a:lnTo>
                  <a:pt x="239274" y="0"/>
                </a:lnTo>
                <a:lnTo>
                  <a:pt x="0" y="0"/>
                </a:lnTo>
                <a:lnTo>
                  <a:pt x="0" y="83746"/>
                </a:lnTo>
                <a:close/>
              </a:path>
            </a:pathLst>
          </a:custGeom>
          <a:solidFill xmlns:a="http://schemas.openxmlformats.org/drawingml/2006/main">
            <a:srgbClr val="BD926E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8F9036-7CFF-4CA4-AB92-A1D469C100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457641" y="4486305"/>
            <a:ext cx="239274" cy="83746"/>
          </a:xfrm>
          <a:custGeom xmlns:a="http://schemas.openxmlformats.org/drawingml/2006/main">
            <a:pathLst>
              <a:path w="239274" h="83746" fill="none">
                <a:moveTo>
                  <a:pt x="0" y="83746"/>
                </a:moveTo>
                <a:lnTo>
                  <a:pt x="239274" y="83746"/>
                </a:lnTo>
                <a:lnTo>
                  <a:pt x="239274" y="0"/>
                </a:lnTo>
                <a:lnTo>
                  <a:pt x="0" y="0"/>
                </a:lnTo>
                <a:lnTo>
                  <a:pt x="0" y="83746"/>
                </a:lnTo>
                <a:close/>
              </a:path>
            </a:pathLst>
          </a:custGeom>
          <a:noFill xmlns:a="http://schemas.openxmlformats.org/drawingml/2006/main"/>
          <a:ln xmlns:a="http://schemas.openxmlformats.org/drawingml/2006/main" w="9970" cap="flat">
            <a:solidFill>
              <a:srgbClr val="FFFFFF"/>
            </a:solidFill>
            <a:miter/>
          </a:ln>
        </p:spPr>
      </p:sp>
      <p:sp>
        <p:nvSpPr>
          <p:cNvPr id="1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77F7F0-3D87-45F3-B5FC-0CE56F8E6C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04349" y="4482836"/>
            <a:ext cx="11844" cy="87215"/>
          </a:xfrm>
          <a:custGeom xmlns:a="http://schemas.openxmlformats.org/drawingml/2006/main">
            <a:pathLst>
              <a:path w="11844" h="87215">
                <a:moveTo>
                  <a:pt x="0" y="0"/>
                </a:moveTo>
                <a:lnTo>
                  <a:pt x="11844" y="0"/>
                </a:lnTo>
                <a:lnTo>
                  <a:pt x="11844" y="87215"/>
                </a:lnTo>
                <a:lnTo>
                  <a:pt x="0" y="8721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9830DB-E554-454D-A193-D5CF6B352E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828874" y="4482836"/>
            <a:ext cx="79917" cy="87215"/>
          </a:xfrm>
          <a:custGeom xmlns:a="http://schemas.openxmlformats.org/drawingml/2006/main">
            <a:pathLst>
              <a:path w="79917" h="87215">
                <a:moveTo>
                  <a:pt x="33259" y="87215"/>
                </a:moveTo>
                <a:lnTo>
                  <a:pt x="0" y="0"/>
                </a:lnTo>
                <a:lnTo>
                  <a:pt x="12323" y="0"/>
                </a:lnTo>
                <a:lnTo>
                  <a:pt x="39959" y="73457"/>
                </a:lnTo>
                <a:lnTo>
                  <a:pt x="67595" y="0"/>
                </a:lnTo>
                <a:lnTo>
                  <a:pt x="79917" y="0"/>
                </a:lnTo>
                <a:lnTo>
                  <a:pt x="46658" y="87215"/>
                </a:lnTo>
                <a:lnTo>
                  <a:pt x="33259" y="87215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8A4D46-D080-4518-8306-B9939D01C7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6921473" y="4482836"/>
            <a:ext cx="67954" cy="87215"/>
          </a:xfrm>
          <a:custGeom xmlns:a="http://schemas.openxmlformats.org/drawingml/2006/main">
            <a:pathLst>
              <a:path w="67954" h="87215">
                <a:moveTo>
                  <a:pt x="41394" y="46299"/>
                </a:moveTo>
                <a:cubicBezTo>
                  <a:pt x="43907" y="47257"/>
                  <a:pt x="46419" y="49051"/>
                  <a:pt x="48812" y="51803"/>
                </a:cubicBezTo>
                <a:cubicBezTo>
                  <a:pt x="51205" y="54674"/>
                  <a:pt x="53597" y="58502"/>
                  <a:pt x="55990" y="63408"/>
                </a:cubicBezTo>
                <a:lnTo>
                  <a:pt x="67954" y="87215"/>
                </a:lnTo>
                <a:lnTo>
                  <a:pt x="55272" y="87215"/>
                </a:lnTo>
                <a:lnTo>
                  <a:pt x="44146" y="64843"/>
                </a:lnTo>
                <a:cubicBezTo>
                  <a:pt x="41275" y="59101"/>
                  <a:pt x="38403" y="55153"/>
                  <a:pt x="35771" y="53238"/>
                </a:cubicBezTo>
                <a:cubicBezTo>
                  <a:pt x="33020" y="51324"/>
                  <a:pt x="29311" y="50367"/>
                  <a:pt x="24645" y="50367"/>
                </a:cubicBezTo>
                <a:lnTo>
                  <a:pt x="11844" y="50367"/>
                </a:lnTo>
                <a:lnTo>
                  <a:pt x="11844" y="87215"/>
                </a:lnTo>
                <a:lnTo>
                  <a:pt x="0" y="87215"/>
                </a:lnTo>
                <a:lnTo>
                  <a:pt x="0" y="0"/>
                </a:lnTo>
                <a:lnTo>
                  <a:pt x="26679" y="0"/>
                </a:lnTo>
                <a:cubicBezTo>
                  <a:pt x="36609" y="0"/>
                  <a:pt x="44026" y="2153"/>
                  <a:pt x="48932" y="6221"/>
                </a:cubicBezTo>
                <a:cubicBezTo>
                  <a:pt x="53837" y="10408"/>
                  <a:pt x="56349" y="16749"/>
                  <a:pt x="56349" y="25124"/>
                </a:cubicBezTo>
                <a:cubicBezTo>
                  <a:pt x="56349" y="30627"/>
                  <a:pt x="55033" y="35293"/>
                  <a:pt x="52521" y="38882"/>
                </a:cubicBezTo>
                <a:cubicBezTo>
                  <a:pt x="49889" y="42471"/>
                  <a:pt x="46180" y="44983"/>
                  <a:pt x="41394" y="46299"/>
                </a:cubicBezTo>
                <a:close/>
                <a:moveTo>
                  <a:pt x="11844" y="9691"/>
                </a:moveTo>
                <a:lnTo>
                  <a:pt x="11844" y="40677"/>
                </a:lnTo>
                <a:lnTo>
                  <a:pt x="26679" y="40677"/>
                </a:lnTo>
                <a:cubicBezTo>
                  <a:pt x="32302" y="40677"/>
                  <a:pt x="36609" y="39361"/>
                  <a:pt x="39480" y="36729"/>
                </a:cubicBezTo>
                <a:cubicBezTo>
                  <a:pt x="42351" y="34097"/>
                  <a:pt x="43907" y="30268"/>
                  <a:pt x="43907" y="25124"/>
                </a:cubicBezTo>
                <a:cubicBezTo>
                  <a:pt x="43907" y="20099"/>
                  <a:pt x="42351" y="16271"/>
                  <a:pt x="39480" y="13639"/>
                </a:cubicBezTo>
                <a:cubicBezTo>
                  <a:pt x="36609" y="11007"/>
                  <a:pt x="32302" y="9691"/>
                  <a:pt x="26679" y="9691"/>
                </a:cubicBezTo>
                <a:lnTo>
                  <a:pt x="11844" y="969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3" name="Text (d)MoralandculturalvaluesvaryacrosslanguagesasrevealedbyMFQ2and">
            <a:extLst xmlns:a="http://schemas.openxmlformats.org/drawingml/2006/main">
              <a:ext uri="{FF2B5EF4-FFF2-40B4-BE49-F238E27FC236}">
                <a16:creationId xmlns:a16="http://schemas.microsoft.com/office/drawing/2014/main" id="{768BB2B5-6D97-4013-A6CE-B0959E9945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70841" y="7634919"/>
            <a:ext cx="8288264" cy="230897"/>
          </a:xfrm>
          <a:custGeom xmlns:a="http://schemas.openxmlformats.org/drawingml/2006/main">
            <a:pathLst>
              <a:path w="8288264" h="230897">
                <a:moveTo>
                  <a:pt x="64556" y="1849"/>
                </a:moveTo>
                <a:cubicBezTo>
                  <a:pt x="45215" y="14149"/>
                  <a:pt x="37375" y="20811"/>
                  <a:pt x="27704" y="32599"/>
                </a:cubicBezTo>
                <a:cubicBezTo>
                  <a:pt x="9148" y="54889"/>
                  <a:pt x="0" y="80513"/>
                  <a:pt x="0" y="110493"/>
                </a:cubicBezTo>
                <a:cubicBezTo>
                  <a:pt x="0" y="143033"/>
                  <a:pt x="9671" y="168142"/>
                  <a:pt x="32669" y="194278"/>
                </a:cubicBezTo>
                <a:cubicBezTo>
                  <a:pt x="43385" y="206578"/>
                  <a:pt x="50180" y="212216"/>
                  <a:pt x="63771" y="220415"/>
                </a:cubicBezTo>
                <a:lnTo>
                  <a:pt x="66905" y="216313"/>
                </a:lnTo>
                <a:cubicBezTo>
                  <a:pt x="46001" y="200170"/>
                  <a:pt x="38683" y="191205"/>
                  <a:pt x="31624" y="171985"/>
                </a:cubicBezTo>
                <a:cubicBezTo>
                  <a:pt x="25351" y="154821"/>
                  <a:pt x="22476" y="135347"/>
                  <a:pt x="22476" y="109723"/>
                </a:cubicBezTo>
                <a:cubicBezTo>
                  <a:pt x="22476" y="82820"/>
                  <a:pt x="25874" y="61809"/>
                  <a:pt x="32932" y="45924"/>
                </a:cubicBezTo>
                <a:cubicBezTo>
                  <a:pt x="40250" y="30035"/>
                  <a:pt x="48090" y="20811"/>
                  <a:pt x="66905" y="5951"/>
                </a:cubicBezTo>
                <a:lnTo>
                  <a:pt x="64556" y="1849"/>
                </a:lnTo>
                <a:close/>
                <a:moveTo>
                  <a:pt x="164392" y="177505"/>
                </a:moveTo>
                <a:lnTo>
                  <a:pt x="202811" y="164185"/>
                </a:lnTo>
                <a:lnTo>
                  <a:pt x="202811" y="160088"/>
                </a:lnTo>
                <a:cubicBezTo>
                  <a:pt x="198106" y="160342"/>
                  <a:pt x="197583" y="160342"/>
                  <a:pt x="196798" y="160342"/>
                </a:cubicBezTo>
                <a:cubicBezTo>
                  <a:pt x="187390" y="160342"/>
                  <a:pt x="185301" y="157527"/>
                  <a:pt x="185301" y="145747"/>
                </a:cubicBezTo>
                <a:lnTo>
                  <a:pt x="185301" y="524"/>
                </a:lnTo>
                <a:lnTo>
                  <a:pt x="183992" y="12"/>
                </a:lnTo>
                <a:cubicBezTo>
                  <a:pt x="171446" y="4367"/>
                  <a:pt x="162302" y="6928"/>
                  <a:pt x="145573" y="11287"/>
                </a:cubicBezTo>
                <a:lnTo>
                  <a:pt x="145573" y="15385"/>
                </a:lnTo>
                <a:cubicBezTo>
                  <a:pt x="147667" y="15131"/>
                  <a:pt x="149234" y="15131"/>
                  <a:pt x="151323" y="15131"/>
                </a:cubicBezTo>
                <a:cubicBezTo>
                  <a:pt x="160994" y="15131"/>
                  <a:pt x="163347" y="17692"/>
                  <a:pt x="163347" y="28197"/>
                </a:cubicBezTo>
                <a:lnTo>
                  <a:pt x="163347" y="68166"/>
                </a:lnTo>
                <a:cubicBezTo>
                  <a:pt x="153413" y="59967"/>
                  <a:pt x="146358" y="57148"/>
                  <a:pt x="135902" y="57148"/>
                </a:cubicBezTo>
                <a:cubicBezTo>
                  <a:pt x="105849" y="57148"/>
                  <a:pt x="81543" y="86088"/>
                  <a:pt x="81543" y="122449"/>
                </a:cubicBezTo>
                <a:cubicBezTo>
                  <a:pt x="81543" y="155220"/>
                  <a:pt x="101143" y="177505"/>
                  <a:pt x="129892" y="177505"/>
                </a:cubicBezTo>
                <a:cubicBezTo>
                  <a:pt x="144528" y="177505"/>
                  <a:pt x="154462" y="172384"/>
                  <a:pt x="163347" y="160342"/>
                </a:cubicBezTo>
                <a:lnTo>
                  <a:pt x="163347" y="176739"/>
                </a:lnTo>
                <a:lnTo>
                  <a:pt x="164392" y="177505"/>
                </a:lnTo>
                <a:moveTo>
                  <a:pt x="163347" y="148820"/>
                </a:moveTo>
                <a:cubicBezTo>
                  <a:pt x="163347" y="150614"/>
                  <a:pt x="161517" y="153687"/>
                  <a:pt x="158904" y="156502"/>
                </a:cubicBezTo>
                <a:cubicBezTo>
                  <a:pt x="154199" y="161624"/>
                  <a:pt x="147667" y="164185"/>
                  <a:pt x="140085" y="164185"/>
                </a:cubicBezTo>
                <a:cubicBezTo>
                  <a:pt x="118395" y="164185"/>
                  <a:pt x="104019" y="143698"/>
                  <a:pt x="104019" y="112205"/>
                </a:cubicBezTo>
                <a:cubicBezTo>
                  <a:pt x="104019" y="83273"/>
                  <a:pt x="116824" y="64327"/>
                  <a:pt x="136688" y="64327"/>
                </a:cubicBezTo>
                <a:cubicBezTo>
                  <a:pt x="150542" y="64327"/>
                  <a:pt x="163347" y="76357"/>
                  <a:pt x="163347" y="89928"/>
                </a:cubicBezTo>
                <a:lnTo>
                  <a:pt x="163347" y="148820"/>
                </a:lnTo>
                <a:close/>
                <a:moveTo>
                  <a:pt x="215094" y="220415"/>
                </a:moveTo>
                <a:cubicBezTo>
                  <a:pt x="234435" y="208115"/>
                  <a:pt x="242276" y="201452"/>
                  <a:pt x="251942" y="189665"/>
                </a:cubicBezTo>
                <a:cubicBezTo>
                  <a:pt x="270502" y="167375"/>
                  <a:pt x="279646" y="141751"/>
                  <a:pt x="279646" y="111775"/>
                </a:cubicBezTo>
                <a:cubicBezTo>
                  <a:pt x="279646" y="78976"/>
                  <a:pt x="269976" y="54122"/>
                  <a:pt x="246977" y="27986"/>
                </a:cubicBezTo>
                <a:cubicBezTo>
                  <a:pt x="236262" y="15686"/>
                  <a:pt x="229466" y="10052"/>
                  <a:pt x="215876" y="1849"/>
                </a:cubicBezTo>
                <a:lnTo>
                  <a:pt x="212741" y="5951"/>
                </a:lnTo>
                <a:cubicBezTo>
                  <a:pt x="233650" y="22094"/>
                  <a:pt x="240704" y="31063"/>
                  <a:pt x="248022" y="50279"/>
                </a:cubicBezTo>
                <a:cubicBezTo>
                  <a:pt x="254295" y="67447"/>
                  <a:pt x="257170" y="86917"/>
                  <a:pt x="257170" y="112541"/>
                </a:cubicBezTo>
                <a:cubicBezTo>
                  <a:pt x="257170" y="139190"/>
                  <a:pt x="253773" y="160455"/>
                  <a:pt x="246718" y="176086"/>
                </a:cubicBezTo>
                <a:cubicBezTo>
                  <a:pt x="239400" y="192229"/>
                  <a:pt x="231560" y="201452"/>
                  <a:pt x="212741" y="216313"/>
                </a:cubicBezTo>
                <a:lnTo>
                  <a:pt x="215094" y="220415"/>
                </a:lnTo>
                <a:close/>
                <a:moveTo>
                  <a:pt x="546489" y="28162"/>
                </a:moveTo>
                <a:lnTo>
                  <a:pt x="546489" y="144253"/>
                </a:lnTo>
                <a:cubicBezTo>
                  <a:pt x="546489" y="165522"/>
                  <a:pt x="543350" y="168857"/>
                  <a:pt x="522705" y="170136"/>
                </a:cubicBezTo>
                <a:lnTo>
                  <a:pt x="522705" y="175003"/>
                </a:lnTo>
                <a:lnTo>
                  <a:pt x="595883" y="175003"/>
                </a:lnTo>
                <a:lnTo>
                  <a:pt x="595883" y="170136"/>
                </a:lnTo>
                <a:cubicBezTo>
                  <a:pt x="576805" y="168857"/>
                  <a:pt x="573148" y="165268"/>
                  <a:pt x="573148" y="147072"/>
                </a:cubicBezTo>
                <a:lnTo>
                  <a:pt x="573148" y="33287"/>
                </a:lnTo>
                <a:cubicBezTo>
                  <a:pt x="573148" y="15092"/>
                  <a:pt x="576546" y="11760"/>
                  <a:pt x="595883" y="10224"/>
                </a:cubicBezTo>
                <a:lnTo>
                  <a:pt x="595883" y="5352"/>
                </a:lnTo>
                <a:lnTo>
                  <a:pt x="543873" y="5352"/>
                </a:lnTo>
                <a:lnTo>
                  <a:pt x="486116" y="134772"/>
                </a:lnTo>
                <a:lnTo>
                  <a:pt x="425743" y="5352"/>
                </a:lnTo>
                <a:lnTo>
                  <a:pt x="373996" y="5352"/>
                </a:lnTo>
                <a:lnTo>
                  <a:pt x="373996" y="10224"/>
                </a:lnTo>
                <a:cubicBezTo>
                  <a:pt x="395427" y="11502"/>
                  <a:pt x="398824" y="14579"/>
                  <a:pt x="398824" y="33287"/>
                </a:cubicBezTo>
                <a:lnTo>
                  <a:pt x="398824" y="137333"/>
                </a:lnTo>
                <a:cubicBezTo>
                  <a:pt x="398824" y="163731"/>
                  <a:pt x="395163" y="168599"/>
                  <a:pt x="373473" y="170136"/>
                </a:cubicBezTo>
                <a:lnTo>
                  <a:pt x="373473" y="175003"/>
                </a:lnTo>
                <a:lnTo>
                  <a:pt x="434891" y="175003"/>
                </a:lnTo>
                <a:lnTo>
                  <a:pt x="434891" y="170136"/>
                </a:lnTo>
                <a:cubicBezTo>
                  <a:pt x="414768" y="169111"/>
                  <a:pt x="410325" y="163219"/>
                  <a:pt x="410325" y="137333"/>
                </a:cubicBezTo>
                <a:lnTo>
                  <a:pt x="410325" y="34054"/>
                </a:lnTo>
                <a:lnTo>
                  <a:pt x="475923" y="175003"/>
                </a:lnTo>
                <a:lnTo>
                  <a:pt x="479584" y="175003"/>
                </a:lnTo>
                <a:lnTo>
                  <a:pt x="546489" y="28162"/>
                </a:lnTo>
                <a:close/>
                <a:moveTo>
                  <a:pt x="668019" y="57148"/>
                </a:moveTo>
                <a:cubicBezTo>
                  <a:pt x="634042" y="57148"/>
                  <a:pt x="610258" y="81737"/>
                  <a:pt x="610258" y="117073"/>
                </a:cubicBezTo>
                <a:cubicBezTo>
                  <a:pt x="610258" y="151639"/>
                  <a:pt x="634564" y="177505"/>
                  <a:pt x="667493" y="177505"/>
                </a:cubicBezTo>
                <a:cubicBezTo>
                  <a:pt x="700425" y="177505"/>
                  <a:pt x="725513" y="150360"/>
                  <a:pt x="725513" y="115024"/>
                </a:cubicBezTo>
                <a:cubicBezTo>
                  <a:pt x="725513" y="81479"/>
                  <a:pt x="701470" y="57148"/>
                  <a:pt x="668019" y="57148"/>
                </a:cubicBezTo>
                <a:moveTo>
                  <a:pt x="664621" y="64327"/>
                </a:moveTo>
                <a:cubicBezTo>
                  <a:pt x="686575" y="64327"/>
                  <a:pt x="701992" y="88907"/>
                  <a:pt x="701992" y="123985"/>
                </a:cubicBezTo>
                <a:cubicBezTo>
                  <a:pt x="701992" y="152921"/>
                  <a:pt x="690232" y="170331"/>
                  <a:pt x="670631" y="170331"/>
                </a:cubicBezTo>
                <a:cubicBezTo>
                  <a:pt x="660438" y="170331"/>
                  <a:pt x="650767" y="164189"/>
                  <a:pt x="645280" y="153945"/>
                </a:cubicBezTo>
                <a:cubicBezTo>
                  <a:pt x="637962" y="140629"/>
                  <a:pt x="633779" y="122707"/>
                  <a:pt x="633779" y="104526"/>
                </a:cubicBezTo>
                <a:cubicBezTo>
                  <a:pt x="633779" y="80200"/>
                  <a:pt x="646062" y="64327"/>
                  <a:pt x="664621" y="64327"/>
                </a:cubicBezTo>
                <a:close/>
                <a:moveTo>
                  <a:pt x="735183" y="75086"/>
                </a:moveTo>
                <a:cubicBezTo>
                  <a:pt x="738844" y="74316"/>
                  <a:pt x="741197" y="74058"/>
                  <a:pt x="744332" y="74058"/>
                </a:cubicBezTo>
                <a:cubicBezTo>
                  <a:pt x="750864" y="74058"/>
                  <a:pt x="753217" y="78159"/>
                  <a:pt x="753217" y="89431"/>
                </a:cubicBezTo>
                <a:lnTo>
                  <a:pt x="753217" y="153484"/>
                </a:lnTo>
                <a:cubicBezTo>
                  <a:pt x="753217" y="166292"/>
                  <a:pt x="751386" y="168087"/>
                  <a:pt x="734661" y="171160"/>
                </a:cubicBezTo>
                <a:lnTo>
                  <a:pt x="734661" y="175003"/>
                </a:lnTo>
                <a:lnTo>
                  <a:pt x="797387" y="175003"/>
                </a:lnTo>
                <a:lnTo>
                  <a:pt x="797387" y="171160"/>
                </a:lnTo>
                <a:cubicBezTo>
                  <a:pt x="779613" y="170394"/>
                  <a:pt x="775170" y="166550"/>
                  <a:pt x="775170" y="151948"/>
                </a:cubicBezTo>
                <a:lnTo>
                  <a:pt x="775170" y="94299"/>
                </a:lnTo>
                <a:cubicBezTo>
                  <a:pt x="775170" y="86100"/>
                  <a:pt x="786408" y="73292"/>
                  <a:pt x="793467" y="73292"/>
                </a:cubicBezTo>
                <a:cubicBezTo>
                  <a:pt x="795034" y="73292"/>
                  <a:pt x="797387" y="74574"/>
                  <a:pt x="800262" y="77135"/>
                </a:cubicBezTo>
                <a:cubicBezTo>
                  <a:pt x="804441" y="80720"/>
                  <a:pt x="807317" y="82257"/>
                  <a:pt x="810714" y="82257"/>
                </a:cubicBezTo>
                <a:cubicBezTo>
                  <a:pt x="816987" y="82257"/>
                  <a:pt x="820908" y="77901"/>
                  <a:pt x="820908" y="70731"/>
                </a:cubicBezTo>
                <a:cubicBezTo>
                  <a:pt x="820908" y="62274"/>
                  <a:pt x="815420" y="57148"/>
                  <a:pt x="806535" y="57148"/>
                </a:cubicBezTo>
                <a:cubicBezTo>
                  <a:pt x="795556" y="57148"/>
                  <a:pt x="787979" y="63044"/>
                  <a:pt x="775170" y="81232"/>
                </a:cubicBezTo>
                <a:lnTo>
                  <a:pt x="775170" y="57665"/>
                </a:lnTo>
                <a:lnTo>
                  <a:pt x="773866" y="57148"/>
                </a:lnTo>
                <a:cubicBezTo>
                  <a:pt x="760012" y="62786"/>
                  <a:pt x="750605" y="66117"/>
                  <a:pt x="735183" y="70985"/>
                </a:cubicBezTo>
                <a:lnTo>
                  <a:pt x="735183" y="75086"/>
                </a:lnTo>
                <a:close/>
                <a:moveTo>
                  <a:pt x="935901" y="158039"/>
                </a:moveTo>
                <a:cubicBezTo>
                  <a:pt x="931459" y="161620"/>
                  <a:pt x="928324" y="162903"/>
                  <a:pt x="924404" y="162903"/>
                </a:cubicBezTo>
                <a:cubicBezTo>
                  <a:pt x="918394" y="162903"/>
                  <a:pt x="916564" y="159317"/>
                  <a:pt x="916564" y="148053"/>
                </a:cubicBezTo>
                <a:lnTo>
                  <a:pt x="916564" y="98122"/>
                </a:lnTo>
                <a:cubicBezTo>
                  <a:pt x="916564" y="84806"/>
                  <a:pt x="915256" y="77381"/>
                  <a:pt x="911336" y="71235"/>
                </a:cubicBezTo>
                <a:cubicBezTo>
                  <a:pt x="905585" y="62020"/>
                  <a:pt x="894347" y="57148"/>
                  <a:pt x="878930" y="57148"/>
                </a:cubicBezTo>
                <a:cubicBezTo>
                  <a:pt x="854360" y="57148"/>
                  <a:pt x="835023" y="69699"/>
                  <a:pt x="835023" y="85830"/>
                </a:cubicBezTo>
                <a:cubicBezTo>
                  <a:pt x="835023" y="91722"/>
                  <a:pt x="840247" y="96840"/>
                  <a:pt x="846261" y="96840"/>
                </a:cubicBezTo>
                <a:cubicBezTo>
                  <a:pt x="852530" y="96840"/>
                  <a:pt x="858021" y="91722"/>
                  <a:pt x="858021" y="86088"/>
                </a:cubicBezTo>
                <a:cubicBezTo>
                  <a:pt x="858021" y="85064"/>
                  <a:pt x="857758" y="83781"/>
                  <a:pt x="857499" y="81991"/>
                </a:cubicBezTo>
                <a:cubicBezTo>
                  <a:pt x="856976" y="79688"/>
                  <a:pt x="856713" y="77639"/>
                  <a:pt x="856713" y="75845"/>
                </a:cubicBezTo>
                <a:cubicBezTo>
                  <a:pt x="856713" y="68932"/>
                  <a:pt x="865076" y="63298"/>
                  <a:pt x="875532" y="63298"/>
                </a:cubicBezTo>
                <a:cubicBezTo>
                  <a:pt x="888337" y="63298"/>
                  <a:pt x="895392" y="70723"/>
                  <a:pt x="895392" y="84552"/>
                </a:cubicBezTo>
                <a:lnTo>
                  <a:pt x="895392" y="100171"/>
                </a:lnTo>
                <a:cubicBezTo>
                  <a:pt x="855146" y="116045"/>
                  <a:pt x="850703" y="118093"/>
                  <a:pt x="839465" y="127825"/>
                </a:cubicBezTo>
                <a:cubicBezTo>
                  <a:pt x="833715" y="132946"/>
                  <a:pt x="830054" y="141649"/>
                  <a:pt x="830054" y="150098"/>
                </a:cubicBezTo>
                <a:cubicBezTo>
                  <a:pt x="830054" y="166234"/>
                  <a:pt x="841555" y="177505"/>
                  <a:pt x="857499" y="177505"/>
                </a:cubicBezTo>
                <a:cubicBezTo>
                  <a:pt x="868996" y="177505"/>
                  <a:pt x="879711" y="172126"/>
                  <a:pt x="895655" y="158801"/>
                </a:cubicBezTo>
                <a:cubicBezTo>
                  <a:pt x="896963" y="172126"/>
                  <a:pt x="901665" y="177505"/>
                  <a:pt x="912380" y="177505"/>
                </a:cubicBezTo>
                <a:cubicBezTo>
                  <a:pt x="921265" y="177505"/>
                  <a:pt x="926757" y="174432"/>
                  <a:pt x="935901" y="164697"/>
                </a:cubicBezTo>
                <a:lnTo>
                  <a:pt x="935901" y="158039"/>
                </a:lnTo>
                <a:moveTo>
                  <a:pt x="895392" y="143428"/>
                </a:moveTo>
                <a:cubicBezTo>
                  <a:pt x="895392" y="151373"/>
                  <a:pt x="894088" y="153680"/>
                  <a:pt x="888596" y="156753"/>
                </a:cubicBezTo>
                <a:cubicBezTo>
                  <a:pt x="882327" y="160342"/>
                  <a:pt x="875010" y="162645"/>
                  <a:pt x="869518" y="162645"/>
                </a:cubicBezTo>
                <a:cubicBezTo>
                  <a:pt x="860374" y="162645"/>
                  <a:pt x="853056" y="153934"/>
                  <a:pt x="853056" y="142916"/>
                </a:cubicBezTo>
                <a:lnTo>
                  <a:pt x="853056" y="141892"/>
                </a:lnTo>
                <a:cubicBezTo>
                  <a:pt x="853056" y="126773"/>
                  <a:pt x="863768" y="117550"/>
                  <a:pt x="895392" y="106274"/>
                </a:cubicBezTo>
                <a:lnTo>
                  <a:pt x="895392" y="143428"/>
                </a:lnTo>
                <a:close/>
                <a:moveTo>
                  <a:pt x="941393" y="15373"/>
                </a:moveTo>
                <a:lnTo>
                  <a:pt x="942960" y="15373"/>
                </a:lnTo>
                <a:cubicBezTo>
                  <a:pt x="945835" y="15119"/>
                  <a:pt x="948970" y="14861"/>
                  <a:pt x="951063" y="14861"/>
                </a:cubicBezTo>
                <a:cubicBezTo>
                  <a:pt x="959426" y="14861"/>
                  <a:pt x="962038" y="18450"/>
                  <a:pt x="962038" y="30492"/>
                </a:cubicBezTo>
                <a:lnTo>
                  <a:pt x="962038" y="152714"/>
                </a:lnTo>
                <a:cubicBezTo>
                  <a:pt x="962038" y="166550"/>
                  <a:pt x="958381" y="169881"/>
                  <a:pt x="941915" y="171160"/>
                </a:cubicBezTo>
                <a:lnTo>
                  <a:pt x="941915" y="175003"/>
                </a:lnTo>
                <a:lnTo>
                  <a:pt x="1003592" y="175003"/>
                </a:lnTo>
                <a:lnTo>
                  <a:pt x="1003592" y="171160"/>
                </a:lnTo>
                <a:cubicBezTo>
                  <a:pt x="987130" y="170136"/>
                  <a:pt x="983992" y="167575"/>
                  <a:pt x="983992" y="153480"/>
                </a:cubicBezTo>
                <a:lnTo>
                  <a:pt x="983992" y="512"/>
                </a:lnTo>
                <a:lnTo>
                  <a:pt x="982947" y="0"/>
                </a:lnTo>
                <a:cubicBezTo>
                  <a:pt x="969356" y="4355"/>
                  <a:pt x="959426" y="6920"/>
                  <a:pt x="941393" y="11276"/>
                </a:cubicBezTo>
                <a:lnTo>
                  <a:pt x="941393" y="15373"/>
                </a:lnTo>
                <a:close/>
                <a:moveTo>
                  <a:pt x="1202742" y="158039"/>
                </a:moveTo>
                <a:cubicBezTo>
                  <a:pt x="1198299" y="161620"/>
                  <a:pt x="1195165" y="162903"/>
                  <a:pt x="1191245" y="162903"/>
                </a:cubicBezTo>
                <a:cubicBezTo>
                  <a:pt x="1185235" y="162903"/>
                  <a:pt x="1183405" y="159317"/>
                  <a:pt x="1183405" y="148053"/>
                </a:cubicBezTo>
                <a:lnTo>
                  <a:pt x="1183405" y="98122"/>
                </a:lnTo>
                <a:cubicBezTo>
                  <a:pt x="1183405" y="84806"/>
                  <a:pt x="1182097" y="77381"/>
                  <a:pt x="1178176" y="71235"/>
                </a:cubicBezTo>
                <a:cubicBezTo>
                  <a:pt x="1172426" y="62020"/>
                  <a:pt x="1161188" y="57148"/>
                  <a:pt x="1145771" y="57148"/>
                </a:cubicBezTo>
                <a:cubicBezTo>
                  <a:pt x="1121201" y="57148"/>
                  <a:pt x="1101864" y="69699"/>
                  <a:pt x="1101864" y="85830"/>
                </a:cubicBezTo>
                <a:cubicBezTo>
                  <a:pt x="1101864" y="91722"/>
                  <a:pt x="1107088" y="96840"/>
                  <a:pt x="1113102" y="96840"/>
                </a:cubicBezTo>
                <a:cubicBezTo>
                  <a:pt x="1119371" y="96840"/>
                  <a:pt x="1124862" y="91722"/>
                  <a:pt x="1124862" y="86088"/>
                </a:cubicBezTo>
                <a:cubicBezTo>
                  <a:pt x="1124862" y="85064"/>
                  <a:pt x="1124599" y="83781"/>
                  <a:pt x="1124340" y="81991"/>
                </a:cubicBezTo>
                <a:cubicBezTo>
                  <a:pt x="1123817" y="79688"/>
                  <a:pt x="1123554" y="77639"/>
                  <a:pt x="1123554" y="75845"/>
                </a:cubicBezTo>
                <a:cubicBezTo>
                  <a:pt x="1123554" y="68932"/>
                  <a:pt x="1131917" y="63298"/>
                  <a:pt x="1142373" y="63298"/>
                </a:cubicBezTo>
                <a:cubicBezTo>
                  <a:pt x="1155178" y="63298"/>
                  <a:pt x="1162233" y="70723"/>
                  <a:pt x="1162233" y="84552"/>
                </a:cubicBezTo>
                <a:lnTo>
                  <a:pt x="1162233" y="100171"/>
                </a:lnTo>
                <a:cubicBezTo>
                  <a:pt x="1121987" y="116045"/>
                  <a:pt x="1117544" y="118093"/>
                  <a:pt x="1106306" y="127825"/>
                </a:cubicBezTo>
                <a:cubicBezTo>
                  <a:pt x="1100556" y="132946"/>
                  <a:pt x="1096895" y="141649"/>
                  <a:pt x="1096895" y="150098"/>
                </a:cubicBezTo>
                <a:cubicBezTo>
                  <a:pt x="1096895" y="166234"/>
                  <a:pt x="1108396" y="177505"/>
                  <a:pt x="1124340" y="177505"/>
                </a:cubicBezTo>
                <a:cubicBezTo>
                  <a:pt x="1135837" y="177505"/>
                  <a:pt x="1146552" y="172126"/>
                  <a:pt x="1162496" y="158801"/>
                </a:cubicBezTo>
                <a:cubicBezTo>
                  <a:pt x="1163804" y="172126"/>
                  <a:pt x="1168506" y="177505"/>
                  <a:pt x="1179221" y="177505"/>
                </a:cubicBezTo>
                <a:cubicBezTo>
                  <a:pt x="1188106" y="177505"/>
                  <a:pt x="1193598" y="174432"/>
                  <a:pt x="1202742" y="164697"/>
                </a:cubicBezTo>
                <a:lnTo>
                  <a:pt x="1202742" y="158039"/>
                </a:lnTo>
                <a:moveTo>
                  <a:pt x="1162233" y="143428"/>
                </a:moveTo>
                <a:cubicBezTo>
                  <a:pt x="1162233" y="151373"/>
                  <a:pt x="1160929" y="153680"/>
                  <a:pt x="1155437" y="156753"/>
                </a:cubicBezTo>
                <a:cubicBezTo>
                  <a:pt x="1149168" y="160342"/>
                  <a:pt x="1141850" y="162645"/>
                  <a:pt x="1136359" y="162645"/>
                </a:cubicBezTo>
                <a:cubicBezTo>
                  <a:pt x="1127215" y="162645"/>
                  <a:pt x="1119897" y="153934"/>
                  <a:pt x="1119897" y="142916"/>
                </a:cubicBezTo>
                <a:lnTo>
                  <a:pt x="1119897" y="141892"/>
                </a:lnTo>
                <a:cubicBezTo>
                  <a:pt x="1119897" y="126773"/>
                  <a:pt x="1130609" y="117550"/>
                  <a:pt x="1162233" y="106274"/>
                </a:cubicBezTo>
                <a:lnTo>
                  <a:pt x="1162233" y="143428"/>
                </a:lnTo>
                <a:close/>
                <a:moveTo>
                  <a:pt x="1207448" y="73038"/>
                </a:moveTo>
                <a:cubicBezTo>
                  <a:pt x="1209015" y="72267"/>
                  <a:pt x="1211631" y="72013"/>
                  <a:pt x="1214506" y="72013"/>
                </a:cubicBezTo>
                <a:cubicBezTo>
                  <a:pt x="1221824" y="72013"/>
                  <a:pt x="1224173" y="75856"/>
                  <a:pt x="1224173" y="88407"/>
                </a:cubicBezTo>
                <a:lnTo>
                  <a:pt x="1224173" y="151948"/>
                </a:lnTo>
                <a:cubicBezTo>
                  <a:pt x="1224173" y="166550"/>
                  <a:pt x="1221298" y="170136"/>
                  <a:pt x="1207970" y="171160"/>
                </a:cubicBezTo>
                <a:lnTo>
                  <a:pt x="1207970" y="175003"/>
                </a:lnTo>
                <a:lnTo>
                  <a:pt x="1263378" y="175003"/>
                </a:lnTo>
                <a:lnTo>
                  <a:pt x="1263378" y="171160"/>
                </a:lnTo>
                <a:cubicBezTo>
                  <a:pt x="1250047" y="170136"/>
                  <a:pt x="1246126" y="167063"/>
                  <a:pt x="1246126" y="157839"/>
                </a:cubicBezTo>
                <a:lnTo>
                  <a:pt x="1246126" y="85846"/>
                </a:lnTo>
                <a:cubicBezTo>
                  <a:pt x="1258672" y="74316"/>
                  <a:pt x="1264423" y="71243"/>
                  <a:pt x="1273049" y="71243"/>
                </a:cubicBezTo>
                <a:cubicBezTo>
                  <a:pt x="1285854" y="71243"/>
                  <a:pt x="1292127" y="79184"/>
                  <a:pt x="1292127" y="96093"/>
                </a:cubicBezTo>
                <a:lnTo>
                  <a:pt x="1292127" y="149641"/>
                </a:lnTo>
                <a:cubicBezTo>
                  <a:pt x="1292127" y="165780"/>
                  <a:pt x="1288729" y="170136"/>
                  <a:pt x="1275661" y="171160"/>
                </a:cubicBezTo>
                <a:lnTo>
                  <a:pt x="1275661" y="175003"/>
                </a:lnTo>
                <a:lnTo>
                  <a:pt x="1330024" y="175003"/>
                </a:lnTo>
                <a:lnTo>
                  <a:pt x="1330024" y="171160"/>
                </a:lnTo>
                <a:cubicBezTo>
                  <a:pt x="1317215" y="169881"/>
                  <a:pt x="1314081" y="166804"/>
                  <a:pt x="1314081" y="154254"/>
                </a:cubicBezTo>
                <a:lnTo>
                  <a:pt x="1314081" y="95581"/>
                </a:lnTo>
                <a:cubicBezTo>
                  <a:pt x="1314081" y="71501"/>
                  <a:pt x="1302579" y="57148"/>
                  <a:pt x="1283242" y="57148"/>
                </a:cubicBezTo>
                <a:cubicBezTo>
                  <a:pt x="1271218" y="57148"/>
                  <a:pt x="1263115" y="61508"/>
                  <a:pt x="1245345" y="77905"/>
                </a:cubicBezTo>
                <a:lnTo>
                  <a:pt x="1245345" y="57665"/>
                </a:lnTo>
                <a:lnTo>
                  <a:pt x="1243514" y="57148"/>
                </a:lnTo>
                <a:cubicBezTo>
                  <a:pt x="1230709" y="61762"/>
                  <a:pt x="1221824" y="64581"/>
                  <a:pt x="1207448" y="68682"/>
                </a:cubicBezTo>
                <a:lnTo>
                  <a:pt x="1207448" y="73038"/>
                </a:lnTo>
                <a:close/>
                <a:moveTo>
                  <a:pt x="1423848" y="177505"/>
                </a:moveTo>
                <a:lnTo>
                  <a:pt x="1462268" y="164185"/>
                </a:lnTo>
                <a:lnTo>
                  <a:pt x="1462268" y="160088"/>
                </a:lnTo>
                <a:cubicBezTo>
                  <a:pt x="1457562" y="160342"/>
                  <a:pt x="1457039" y="160342"/>
                  <a:pt x="1456254" y="160342"/>
                </a:cubicBezTo>
                <a:cubicBezTo>
                  <a:pt x="1446846" y="160342"/>
                  <a:pt x="1444757" y="157527"/>
                  <a:pt x="1444757" y="145747"/>
                </a:cubicBezTo>
                <a:lnTo>
                  <a:pt x="1444757" y="524"/>
                </a:lnTo>
                <a:lnTo>
                  <a:pt x="1443449" y="12"/>
                </a:lnTo>
                <a:cubicBezTo>
                  <a:pt x="1430903" y="4367"/>
                  <a:pt x="1421758" y="6928"/>
                  <a:pt x="1405029" y="11287"/>
                </a:cubicBezTo>
                <a:lnTo>
                  <a:pt x="1405029" y="15385"/>
                </a:lnTo>
                <a:cubicBezTo>
                  <a:pt x="1407123" y="15131"/>
                  <a:pt x="1408690" y="15131"/>
                  <a:pt x="1410780" y="15131"/>
                </a:cubicBezTo>
                <a:cubicBezTo>
                  <a:pt x="1420450" y="15131"/>
                  <a:pt x="1422803" y="17692"/>
                  <a:pt x="1422803" y="28197"/>
                </a:cubicBezTo>
                <a:lnTo>
                  <a:pt x="1422803" y="68166"/>
                </a:lnTo>
                <a:cubicBezTo>
                  <a:pt x="1412869" y="59967"/>
                  <a:pt x="1405815" y="57148"/>
                  <a:pt x="1395358" y="57148"/>
                </a:cubicBezTo>
                <a:cubicBezTo>
                  <a:pt x="1365305" y="57148"/>
                  <a:pt x="1340999" y="86088"/>
                  <a:pt x="1340999" y="122449"/>
                </a:cubicBezTo>
                <a:cubicBezTo>
                  <a:pt x="1340999" y="155220"/>
                  <a:pt x="1360600" y="177505"/>
                  <a:pt x="1389348" y="177505"/>
                </a:cubicBezTo>
                <a:cubicBezTo>
                  <a:pt x="1403984" y="177505"/>
                  <a:pt x="1413918" y="172384"/>
                  <a:pt x="1422803" y="160342"/>
                </a:cubicBezTo>
                <a:lnTo>
                  <a:pt x="1422803" y="176739"/>
                </a:lnTo>
                <a:lnTo>
                  <a:pt x="1423848" y="177505"/>
                </a:lnTo>
                <a:moveTo>
                  <a:pt x="1422803" y="148820"/>
                </a:moveTo>
                <a:cubicBezTo>
                  <a:pt x="1422803" y="150614"/>
                  <a:pt x="1420973" y="153687"/>
                  <a:pt x="1418361" y="156502"/>
                </a:cubicBezTo>
                <a:cubicBezTo>
                  <a:pt x="1413655" y="161624"/>
                  <a:pt x="1407123" y="164185"/>
                  <a:pt x="1399542" y="164185"/>
                </a:cubicBezTo>
                <a:cubicBezTo>
                  <a:pt x="1377851" y="164185"/>
                  <a:pt x="1363475" y="143698"/>
                  <a:pt x="1363475" y="112205"/>
                </a:cubicBezTo>
                <a:cubicBezTo>
                  <a:pt x="1363475" y="83273"/>
                  <a:pt x="1376280" y="64327"/>
                  <a:pt x="1396144" y="64327"/>
                </a:cubicBezTo>
                <a:cubicBezTo>
                  <a:pt x="1409998" y="64327"/>
                  <a:pt x="1422803" y="76357"/>
                  <a:pt x="1422803" y="89928"/>
                </a:cubicBezTo>
                <a:lnTo>
                  <a:pt x="1422803" y="148820"/>
                </a:lnTo>
                <a:close/>
                <a:moveTo>
                  <a:pt x="1646781" y="134991"/>
                </a:moveTo>
                <a:cubicBezTo>
                  <a:pt x="1634235" y="152913"/>
                  <a:pt x="1624828" y="159059"/>
                  <a:pt x="1609929" y="159059"/>
                </a:cubicBezTo>
                <a:cubicBezTo>
                  <a:pt x="1586145" y="159059"/>
                  <a:pt x="1569420" y="138576"/>
                  <a:pt x="1569420" y="109132"/>
                </a:cubicBezTo>
                <a:cubicBezTo>
                  <a:pt x="1569420" y="82761"/>
                  <a:pt x="1583796" y="64581"/>
                  <a:pt x="1604964" y="64581"/>
                </a:cubicBezTo>
                <a:cubicBezTo>
                  <a:pt x="1614372" y="64581"/>
                  <a:pt x="1617769" y="67396"/>
                  <a:pt x="1620385" y="76869"/>
                </a:cubicBezTo>
                <a:lnTo>
                  <a:pt x="1621953" y="82503"/>
                </a:lnTo>
                <a:cubicBezTo>
                  <a:pt x="1624042" y="89673"/>
                  <a:pt x="1628748" y="94283"/>
                  <a:pt x="1634235" y="94283"/>
                </a:cubicBezTo>
                <a:cubicBezTo>
                  <a:pt x="1641031" y="94283"/>
                  <a:pt x="1646781" y="89415"/>
                  <a:pt x="1646781" y="83527"/>
                </a:cubicBezTo>
                <a:cubicBezTo>
                  <a:pt x="1646781" y="69190"/>
                  <a:pt x="1628485" y="57148"/>
                  <a:pt x="1606531" y="57148"/>
                </a:cubicBezTo>
                <a:cubicBezTo>
                  <a:pt x="1593726" y="57148"/>
                  <a:pt x="1580399" y="62274"/>
                  <a:pt x="1569683" y="71493"/>
                </a:cubicBezTo>
                <a:cubicBezTo>
                  <a:pt x="1556615" y="82761"/>
                  <a:pt x="1549297" y="100171"/>
                  <a:pt x="1549297" y="120396"/>
                </a:cubicBezTo>
                <a:cubicBezTo>
                  <a:pt x="1549297" y="153683"/>
                  <a:pt x="1569942" y="177505"/>
                  <a:pt x="1598954" y="177505"/>
                </a:cubicBezTo>
                <a:cubicBezTo>
                  <a:pt x="1610715" y="177505"/>
                  <a:pt x="1621167" y="173408"/>
                  <a:pt x="1630579" y="165463"/>
                </a:cubicBezTo>
                <a:cubicBezTo>
                  <a:pt x="1637633" y="159313"/>
                  <a:pt x="1642598" y="152401"/>
                  <a:pt x="1650438" y="137294"/>
                </a:cubicBezTo>
                <a:lnTo>
                  <a:pt x="1646781" y="134991"/>
                </a:lnTo>
                <a:close/>
                <a:moveTo>
                  <a:pt x="1783990" y="162144"/>
                </a:moveTo>
                <a:lnTo>
                  <a:pt x="1782686" y="162144"/>
                </a:lnTo>
                <a:cubicBezTo>
                  <a:pt x="1770662" y="162144"/>
                  <a:pt x="1767787" y="159325"/>
                  <a:pt x="1767787" y="147537"/>
                </a:cubicBezTo>
                <a:lnTo>
                  <a:pt x="1767787" y="59651"/>
                </a:lnTo>
                <a:lnTo>
                  <a:pt x="1726492" y="59651"/>
                </a:lnTo>
                <a:lnTo>
                  <a:pt x="1726492" y="64010"/>
                </a:lnTo>
                <a:cubicBezTo>
                  <a:pt x="1742699" y="64776"/>
                  <a:pt x="1745834" y="67341"/>
                  <a:pt x="1745834" y="80149"/>
                </a:cubicBezTo>
                <a:lnTo>
                  <a:pt x="1745834" y="140355"/>
                </a:lnTo>
                <a:cubicBezTo>
                  <a:pt x="1745834" y="147530"/>
                  <a:pt x="1744525" y="151119"/>
                  <a:pt x="1740869" y="153934"/>
                </a:cubicBezTo>
                <a:cubicBezTo>
                  <a:pt x="1733810" y="159571"/>
                  <a:pt x="1725710" y="162645"/>
                  <a:pt x="1717870" y="162645"/>
                </a:cubicBezTo>
                <a:cubicBezTo>
                  <a:pt x="1707677" y="162645"/>
                  <a:pt x="1699314" y="153934"/>
                  <a:pt x="1699314" y="143174"/>
                </a:cubicBezTo>
                <a:lnTo>
                  <a:pt x="1699314" y="59651"/>
                </a:lnTo>
                <a:lnTo>
                  <a:pt x="1661154" y="59651"/>
                </a:lnTo>
                <a:lnTo>
                  <a:pt x="1661154" y="63240"/>
                </a:lnTo>
                <a:cubicBezTo>
                  <a:pt x="1673700" y="64010"/>
                  <a:pt x="1677361" y="67853"/>
                  <a:pt x="1677361" y="79637"/>
                </a:cubicBezTo>
                <a:lnTo>
                  <a:pt x="1677361" y="144198"/>
                </a:lnTo>
                <a:cubicBezTo>
                  <a:pt x="1677361" y="164439"/>
                  <a:pt x="1689903" y="177505"/>
                  <a:pt x="1708981" y="177505"/>
                </a:cubicBezTo>
                <a:cubicBezTo>
                  <a:pt x="1718652" y="177505"/>
                  <a:pt x="1728845" y="173408"/>
                  <a:pt x="1735904" y="166488"/>
                </a:cubicBezTo>
                <a:lnTo>
                  <a:pt x="1747142" y="155474"/>
                </a:lnTo>
                <a:lnTo>
                  <a:pt x="1747142" y="176739"/>
                </a:lnTo>
                <a:lnTo>
                  <a:pt x="1748186" y="177255"/>
                </a:lnTo>
                <a:cubicBezTo>
                  <a:pt x="1761255" y="172133"/>
                  <a:pt x="1770662" y="169315"/>
                  <a:pt x="1783990" y="165725"/>
                </a:cubicBezTo>
                <a:lnTo>
                  <a:pt x="1783990" y="162144"/>
                </a:lnTo>
                <a:close/>
                <a:moveTo>
                  <a:pt x="1794446" y="15373"/>
                </a:moveTo>
                <a:lnTo>
                  <a:pt x="1796013" y="15373"/>
                </a:lnTo>
                <a:cubicBezTo>
                  <a:pt x="1798889" y="15119"/>
                  <a:pt x="1802023" y="14861"/>
                  <a:pt x="1804117" y="14861"/>
                </a:cubicBezTo>
                <a:cubicBezTo>
                  <a:pt x="1812480" y="14861"/>
                  <a:pt x="1815092" y="18450"/>
                  <a:pt x="1815092" y="30492"/>
                </a:cubicBezTo>
                <a:lnTo>
                  <a:pt x="1815092" y="152714"/>
                </a:lnTo>
                <a:cubicBezTo>
                  <a:pt x="1815092" y="166550"/>
                  <a:pt x="1811435" y="169881"/>
                  <a:pt x="1794969" y="171160"/>
                </a:cubicBezTo>
                <a:lnTo>
                  <a:pt x="1794969" y="175003"/>
                </a:lnTo>
                <a:lnTo>
                  <a:pt x="1856646" y="175003"/>
                </a:lnTo>
                <a:lnTo>
                  <a:pt x="1856646" y="171160"/>
                </a:lnTo>
                <a:cubicBezTo>
                  <a:pt x="1840184" y="170136"/>
                  <a:pt x="1837045" y="167575"/>
                  <a:pt x="1837045" y="153480"/>
                </a:cubicBezTo>
                <a:lnTo>
                  <a:pt x="1837045" y="512"/>
                </a:lnTo>
                <a:lnTo>
                  <a:pt x="1836000" y="0"/>
                </a:lnTo>
                <a:cubicBezTo>
                  <a:pt x="1822409" y="4355"/>
                  <a:pt x="1812480" y="6920"/>
                  <a:pt x="1794446" y="11276"/>
                </a:cubicBezTo>
                <a:lnTo>
                  <a:pt x="1794446" y="15373"/>
                </a:lnTo>
                <a:close/>
                <a:moveTo>
                  <a:pt x="1928779" y="59651"/>
                </a:moveTo>
                <a:lnTo>
                  <a:pt x="1902383" y="59651"/>
                </a:lnTo>
                <a:lnTo>
                  <a:pt x="1902383" y="29929"/>
                </a:lnTo>
                <a:cubicBezTo>
                  <a:pt x="1902383" y="27368"/>
                  <a:pt x="1902124" y="26598"/>
                  <a:pt x="1900552" y="26598"/>
                </a:cubicBezTo>
                <a:cubicBezTo>
                  <a:pt x="1898726" y="28905"/>
                  <a:pt x="1897155" y="31211"/>
                  <a:pt x="1895328" y="33772"/>
                </a:cubicBezTo>
                <a:cubicBezTo>
                  <a:pt x="1885394" y="47867"/>
                  <a:pt x="1874156" y="60167"/>
                  <a:pt x="1869977" y="61191"/>
                </a:cubicBezTo>
                <a:cubicBezTo>
                  <a:pt x="1867102" y="62982"/>
                  <a:pt x="1865531" y="64776"/>
                  <a:pt x="1865531" y="66059"/>
                </a:cubicBezTo>
                <a:cubicBezTo>
                  <a:pt x="1865531" y="66829"/>
                  <a:pt x="1865794" y="67341"/>
                  <a:pt x="1866579" y="67853"/>
                </a:cubicBezTo>
                <a:lnTo>
                  <a:pt x="1880429" y="67853"/>
                </a:lnTo>
                <a:lnTo>
                  <a:pt x="1880429" y="144969"/>
                </a:lnTo>
                <a:cubicBezTo>
                  <a:pt x="1880429" y="166488"/>
                  <a:pt x="1888270" y="177505"/>
                  <a:pt x="1903691" y="177505"/>
                </a:cubicBezTo>
                <a:cubicBezTo>
                  <a:pt x="1916496" y="177505"/>
                  <a:pt x="1926426" y="171359"/>
                  <a:pt x="1935052" y="158035"/>
                </a:cubicBezTo>
                <a:lnTo>
                  <a:pt x="1931654" y="155216"/>
                </a:lnTo>
                <a:cubicBezTo>
                  <a:pt x="1926167" y="161620"/>
                  <a:pt x="1921724" y="164185"/>
                  <a:pt x="1915974" y="164185"/>
                </a:cubicBezTo>
                <a:cubicBezTo>
                  <a:pt x="1906303" y="164185"/>
                  <a:pt x="1902383" y="157265"/>
                  <a:pt x="1902383" y="141125"/>
                </a:cubicBezTo>
                <a:lnTo>
                  <a:pt x="1902383" y="67853"/>
                </a:lnTo>
                <a:lnTo>
                  <a:pt x="1928779" y="67853"/>
                </a:lnTo>
                <a:lnTo>
                  <a:pt x="1928779" y="59651"/>
                </a:lnTo>
                <a:close/>
                <a:moveTo>
                  <a:pt x="2059977" y="162144"/>
                </a:moveTo>
                <a:lnTo>
                  <a:pt x="2058673" y="162144"/>
                </a:lnTo>
                <a:cubicBezTo>
                  <a:pt x="2046650" y="162144"/>
                  <a:pt x="2043774" y="159325"/>
                  <a:pt x="2043774" y="147537"/>
                </a:cubicBezTo>
                <a:lnTo>
                  <a:pt x="2043774" y="59651"/>
                </a:lnTo>
                <a:lnTo>
                  <a:pt x="2002479" y="59651"/>
                </a:lnTo>
                <a:lnTo>
                  <a:pt x="2002479" y="64010"/>
                </a:lnTo>
                <a:cubicBezTo>
                  <a:pt x="2018686" y="64776"/>
                  <a:pt x="2021821" y="67341"/>
                  <a:pt x="2021821" y="80149"/>
                </a:cubicBezTo>
                <a:lnTo>
                  <a:pt x="2021821" y="140355"/>
                </a:lnTo>
                <a:cubicBezTo>
                  <a:pt x="2021821" y="147530"/>
                  <a:pt x="2020513" y="151119"/>
                  <a:pt x="2016856" y="153934"/>
                </a:cubicBezTo>
                <a:cubicBezTo>
                  <a:pt x="2009797" y="159571"/>
                  <a:pt x="2001698" y="162645"/>
                  <a:pt x="1993858" y="162645"/>
                </a:cubicBezTo>
                <a:cubicBezTo>
                  <a:pt x="1983664" y="162645"/>
                  <a:pt x="1975302" y="153934"/>
                  <a:pt x="1975302" y="143174"/>
                </a:cubicBezTo>
                <a:lnTo>
                  <a:pt x="1975302" y="59651"/>
                </a:lnTo>
                <a:lnTo>
                  <a:pt x="1937141" y="59651"/>
                </a:lnTo>
                <a:lnTo>
                  <a:pt x="1937141" y="63240"/>
                </a:lnTo>
                <a:cubicBezTo>
                  <a:pt x="1949687" y="64010"/>
                  <a:pt x="1953348" y="67853"/>
                  <a:pt x="1953348" y="79637"/>
                </a:cubicBezTo>
                <a:lnTo>
                  <a:pt x="1953348" y="144198"/>
                </a:lnTo>
                <a:cubicBezTo>
                  <a:pt x="1953348" y="164439"/>
                  <a:pt x="1965890" y="177505"/>
                  <a:pt x="1984969" y="177505"/>
                </a:cubicBezTo>
                <a:cubicBezTo>
                  <a:pt x="1994639" y="177505"/>
                  <a:pt x="2004832" y="173408"/>
                  <a:pt x="2011891" y="166488"/>
                </a:cubicBezTo>
                <a:lnTo>
                  <a:pt x="2023129" y="155474"/>
                </a:lnTo>
                <a:lnTo>
                  <a:pt x="2023129" y="176739"/>
                </a:lnTo>
                <a:lnTo>
                  <a:pt x="2024174" y="177255"/>
                </a:lnTo>
                <a:cubicBezTo>
                  <a:pt x="2037242" y="172133"/>
                  <a:pt x="2046650" y="169315"/>
                  <a:pt x="2059977" y="165725"/>
                </a:cubicBezTo>
                <a:lnTo>
                  <a:pt x="2059977" y="162144"/>
                </a:lnTo>
                <a:close/>
                <a:moveTo>
                  <a:pt x="2067295" y="75086"/>
                </a:moveTo>
                <a:cubicBezTo>
                  <a:pt x="2070956" y="74316"/>
                  <a:pt x="2073309" y="74058"/>
                  <a:pt x="2076443" y="74058"/>
                </a:cubicBezTo>
                <a:cubicBezTo>
                  <a:pt x="2082976" y="74058"/>
                  <a:pt x="2085328" y="78159"/>
                  <a:pt x="2085328" y="89431"/>
                </a:cubicBezTo>
                <a:lnTo>
                  <a:pt x="2085328" y="153484"/>
                </a:lnTo>
                <a:cubicBezTo>
                  <a:pt x="2085328" y="166292"/>
                  <a:pt x="2083498" y="168087"/>
                  <a:pt x="2066773" y="171160"/>
                </a:cubicBezTo>
                <a:lnTo>
                  <a:pt x="2066773" y="175003"/>
                </a:lnTo>
                <a:lnTo>
                  <a:pt x="2129499" y="175003"/>
                </a:lnTo>
                <a:lnTo>
                  <a:pt x="2129499" y="171160"/>
                </a:lnTo>
                <a:cubicBezTo>
                  <a:pt x="2111724" y="170394"/>
                  <a:pt x="2107282" y="166550"/>
                  <a:pt x="2107282" y="151948"/>
                </a:cubicBezTo>
                <a:lnTo>
                  <a:pt x="2107282" y="94299"/>
                </a:lnTo>
                <a:cubicBezTo>
                  <a:pt x="2107282" y="86100"/>
                  <a:pt x="2118520" y="73292"/>
                  <a:pt x="2125578" y="73292"/>
                </a:cubicBezTo>
                <a:cubicBezTo>
                  <a:pt x="2127146" y="73292"/>
                  <a:pt x="2129499" y="74574"/>
                  <a:pt x="2132374" y="77135"/>
                </a:cubicBezTo>
                <a:cubicBezTo>
                  <a:pt x="2136553" y="80720"/>
                  <a:pt x="2139429" y="82257"/>
                  <a:pt x="2142826" y="82257"/>
                </a:cubicBezTo>
                <a:cubicBezTo>
                  <a:pt x="2149099" y="82257"/>
                  <a:pt x="2153019" y="77901"/>
                  <a:pt x="2153019" y="70731"/>
                </a:cubicBezTo>
                <a:cubicBezTo>
                  <a:pt x="2153019" y="62274"/>
                  <a:pt x="2147532" y="57148"/>
                  <a:pt x="2138647" y="57148"/>
                </a:cubicBezTo>
                <a:cubicBezTo>
                  <a:pt x="2127668" y="57148"/>
                  <a:pt x="2120091" y="63044"/>
                  <a:pt x="2107282" y="81232"/>
                </a:cubicBezTo>
                <a:lnTo>
                  <a:pt x="2107282" y="57665"/>
                </a:lnTo>
                <a:lnTo>
                  <a:pt x="2105978" y="57148"/>
                </a:lnTo>
                <a:cubicBezTo>
                  <a:pt x="2092124" y="62786"/>
                  <a:pt x="2082716" y="66117"/>
                  <a:pt x="2067295" y="70985"/>
                </a:cubicBezTo>
                <a:lnTo>
                  <a:pt x="2067295" y="75086"/>
                </a:lnTo>
                <a:close/>
                <a:moveTo>
                  <a:pt x="2268013" y="158039"/>
                </a:moveTo>
                <a:cubicBezTo>
                  <a:pt x="2263571" y="161620"/>
                  <a:pt x="2260436" y="162903"/>
                  <a:pt x="2256516" y="162903"/>
                </a:cubicBezTo>
                <a:cubicBezTo>
                  <a:pt x="2250506" y="162903"/>
                  <a:pt x="2248676" y="159317"/>
                  <a:pt x="2248676" y="148053"/>
                </a:cubicBezTo>
                <a:lnTo>
                  <a:pt x="2248676" y="98122"/>
                </a:lnTo>
                <a:cubicBezTo>
                  <a:pt x="2248676" y="84806"/>
                  <a:pt x="2247368" y="77381"/>
                  <a:pt x="2243448" y="71235"/>
                </a:cubicBezTo>
                <a:cubicBezTo>
                  <a:pt x="2237697" y="62020"/>
                  <a:pt x="2226459" y="57148"/>
                  <a:pt x="2211042" y="57148"/>
                </a:cubicBezTo>
                <a:cubicBezTo>
                  <a:pt x="2186472" y="57148"/>
                  <a:pt x="2167135" y="69699"/>
                  <a:pt x="2167135" y="85830"/>
                </a:cubicBezTo>
                <a:cubicBezTo>
                  <a:pt x="2167135" y="91722"/>
                  <a:pt x="2172359" y="96840"/>
                  <a:pt x="2178373" y="96840"/>
                </a:cubicBezTo>
                <a:cubicBezTo>
                  <a:pt x="2184642" y="96840"/>
                  <a:pt x="2190133" y="91722"/>
                  <a:pt x="2190133" y="86088"/>
                </a:cubicBezTo>
                <a:cubicBezTo>
                  <a:pt x="2190133" y="85064"/>
                  <a:pt x="2189870" y="83781"/>
                  <a:pt x="2189611" y="81991"/>
                </a:cubicBezTo>
                <a:cubicBezTo>
                  <a:pt x="2189088" y="79688"/>
                  <a:pt x="2188825" y="77639"/>
                  <a:pt x="2188825" y="75845"/>
                </a:cubicBezTo>
                <a:cubicBezTo>
                  <a:pt x="2188825" y="68932"/>
                  <a:pt x="2197188" y="63298"/>
                  <a:pt x="2207644" y="63298"/>
                </a:cubicBezTo>
                <a:cubicBezTo>
                  <a:pt x="2220449" y="63298"/>
                  <a:pt x="2227504" y="70723"/>
                  <a:pt x="2227504" y="84552"/>
                </a:cubicBezTo>
                <a:lnTo>
                  <a:pt x="2227504" y="100171"/>
                </a:lnTo>
                <a:cubicBezTo>
                  <a:pt x="2187258" y="116045"/>
                  <a:pt x="2182815" y="118093"/>
                  <a:pt x="2171577" y="127825"/>
                </a:cubicBezTo>
                <a:cubicBezTo>
                  <a:pt x="2165827" y="132946"/>
                  <a:pt x="2162166" y="141649"/>
                  <a:pt x="2162166" y="150098"/>
                </a:cubicBezTo>
                <a:cubicBezTo>
                  <a:pt x="2162166" y="166234"/>
                  <a:pt x="2173667" y="177505"/>
                  <a:pt x="2189611" y="177505"/>
                </a:cubicBezTo>
                <a:cubicBezTo>
                  <a:pt x="2201108" y="177505"/>
                  <a:pt x="2211823" y="172126"/>
                  <a:pt x="2227767" y="158801"/>
                </a:cubicBezTo>
                <a:cubicBezTo>
                  <a:pt x="2229075" y="172126"/>
                  <a:pt x="2233777" y="177505"/>
                  <a:pt x="2244492" y="177505"/>
                </a:cubicBezTo>
                <a:cubicBezTo>
                  <a:pt x="2253378" y="177505"/>
                  <a:pt x="2258869" y="174432"/>
                  <a:pt x="2268013" y="164697"/>
                </a:cubicBezTo>
                <a:lnTo>
                  <a:pt x="2268013" y="158039"/>
                </a:lnTo>
                <a:moveTo>
                  <a:pt x="2227504" y="143428"/>
                </a:moveTo>
                <a:cubicBezTo>
                  <a:pt x="2227504" y="151373"/>
                  <a:pt x="2226200" y="153680"/>
                  <a:pt x="2220709" y="156753"/>
                </a:cubicBezTo>
                <a:cubicBezTo>
                  <a:pt x="2214440" y="160342"/>
                  <a:pt x="2207122" y="162645"/>
                  <a:pt x="2201630" y="162645"/>
                </a:cubicBezTo>
                <a:cubicBezTo>
                  <a:pt x="2192486" y="162645"/>
                  <a:pt x="2185168" y="153934"/>
                  <a:pt x="2185168" y="142916"/>
                </a:cubicBezTo>
                <a:lnTo>
                  <a:pt x="2185168" y="141892"/>
                </a:lnTo>
                <a:cubicBezTo>
                  <a:pt x="2185168" y="126773"/>
                  <a:pt x="2195880" y="117550"/>
                  <a:pt x="2227504" y="106274"/>
                </a:cubicBezTo>
                <a:lnTo>
                  <a:pt x="2227504" y="143428"/>
                </a:lnTo>
                <a:close/>
                <a:moveTo>
                  <a:pt x="2273505" y="15373"/>
                </a:moveTo>
                <a:lnTo>
                  <a:pt x="2275072" y="15373"/>
                </a:lnTo>
                <a:cubicBezTo>
                  <a:pt x="2277947" y="15119"/>
                  <a:pt x="2281082" y="14861"/>
                  <a:pt x="2283175" y="14861"/>
                </a:cubicBezTo>
                <a:cubicBezTo>
                  <a:pt x="2291538" y="14861"/>
                  <a:pt x="2294150" y="18450"/>
                  <a:pt x="2294150" y="30492"/>
                </a:cubicBezTo>
                <a:lnTo>
                  <a:pt x="2294150" y="152714"/>
                </a:lnTo>
                <a:cubicBezTo>
                  <a:pt x="2294150" y="166550"/>
                  <a:pt x="2290493" y="169881"/>
                  <a:pt x="2274027" y="171160"/>
                </a:cubicBezTo>
                <a:lnTo>
                  <a:pt x="2274027" y="175003"/>
                </a:lnTo>
                <a:lnTo>
                  <a:pt x="2335704" y="175003"/>
                </a:lnTo>
                <a:lnTo>
                  <a:pt x="2335704" y="171160"/>
                </a:lnTo>
                <a:cubicBezTo>
                  <a:pt x="2319242" y="170136"/>
                  <a:pt x="2316104" y="167575"/>
                  <a:pt x="2316104" y="153480"/>
                </a:cubicBezTo>
                <a:lnTo>
                  <a:pt x="2316104" y="512"/>
                </a:lnTo>
                <a:lnTo>
                  <a:pt x="2315059" y="0"/>
                </a:lnTo>
                <a:cubicBezTo>
                  <a:pt x="2301468" y="4355"/>
                  <a:pt x="2291538" y="6920"/>
                  <a:pt x="2273505" y="11276"/>
                </a:cubicBezTo>
                <a:lnTo>
                  <a:pt x="2273505" y="15373"/>
                </a:lnTo>
                <a:close/>
                <a:moveTo>
                  <a:pt x="2544002" y="59651"/>
                </a:moveTo>
                <a:lnTo>
                  <a:pt x="2507676" y="59651"/>
                </a:lnTo>
                <a:lnTo>
                  <a:pt x="2507676" y="63498"/>
                </a:lnTo>
                <a:cubicBezTo>
                  <a:pt x="2516039" y="64264"/>
                  <a:pt x="2519959" y="66825"/>
                  <a:pt x="2519959" y="71693"/>
                </a:cubicBezTo>
                <a:cubicBezTo>
                  <a:pt x="2519959" y="74253"/>
                  <a:pt x="2519437" y="76814"/>
                  <a:pt x="2518392" y="79379"/>
                </a:cubicBezTo>
                <a:lnTo>
                  <a:pt x="2492518" y="145719"/>
                </a:lnTo>
                <a:lnTo>
                  <a:pt x="2465859" y="80145"/>
                </a:lnTo>
                <a:cubicBezTo>
                  <a:pt x="2464292" y="76560"/>
                  <a:pt x="2463506" y="72975"/>
                  <a:pt x="2463506" y="70668"/>
                </a:cubicBezTo>
                <a:cubicBezTo>
                  <a:pt x="2463506" y="66059"/>
                  <a:pt x="2466381" y="64264"/>
                  <a:pt x="2475530" y="63498"/>
                </a:cubicBezTo>
                <a:lnTo>
                  <a:pt x="2475530" y="59651"/>
                </a:lnTo>
                <a:lnTo>
                  <a:pt x="2424305" y="59651"/>
                </a:lnTo>
                <a:lnTo>
                  <a:pt x="2424305" y="63498"/>
                </a:lnTo>
                <a:cubicBezTo>
                  <a:pt x="2434235" y="64010"/>
                  <a:pt x="2436065" y="66571"/>
                  <a:pt x="2448085" y="92954"/>
                </a:cubicBezTo>
                <a:lnTo>
                  <a:pt x="2479450" y="166468"/>
                </a:lnTo>
                <a:cubicBezTo>
                  <a:pt x="2479972" y="168005"/>
                  <a:pt x="2480754" y="169799"/>
                  <a:pt x="2481539" y="171848"/>
                </a:cubicBezTo>
                <a:cubicBezTo>
                  <a:pt x="2483107" y="176458"/>
                  <a:pt x="2484678" y="178506"/>
                  <a:pt x="2486245" y="178506"/>
                </a:cubicBezTo>
                <a:cubicBezTo>
                  <a:pt x="2487812" y="178506"/>
                  <a:pt x="2489643" y="175179"/>
                  <a:pt x="2493563" y="165698"/>
                </a:cubicBezTo>
                <a:lnTo>
                  <a:pt x="2527014" y="83477"/>
                </a:lnTo>
                <a:cubicBezTo>
                  <a:pt x="2534595" y="66059"/>
                  <a:pt x="2536162" y="64264"/>
                  <a:pt x="2544002" y="63498"/>
                </a:cubicBezTo>
                <a:lnTo>
                  <a:pt x="2544002" y="59651"/>
                </a:lnTo>
                <a:close/>
                <a:moveTo>
                  <a:pt x="2659257" y="158039"/>
                </a:moveTo>
                <a:cubicBezTo>
                  <a:pt x="2654815" y="161620"/>
                  <a:pt x="2651680" y="162903"/>
                  <a:pt x="2647760" y="162903"/>
                </a:cubicBezTo>
                <a:cubicBezTo>
                  <a:pt x="2641750" y="162903"/>
                  <a:pt x="2639920" y="159317"/>
                  <a:pt x="2639920" y="148053"/>
                </a:cubicBezTo>
                <a:lnTo>
                  <a:pt x="2639920" y="98122"/>
                </a:lnTo>
                <a:cubicBezTo>
                  <a:pt x="2639920" y="84806"/>
                  <a:pt x="2638612" y="77381"/>
                  <a:pt x="2634692" y="71235"/>
                </a:cubicBezTo>
                <a:cubicBezTo>
                  <a:pt x="2628941" y="62020"/>
                  <a:pt x="2617703" y="57148"/>
                  <a:pt x="2602286" y="57148"/>
                </a:cubicBezTo>
                <a:cubicBezTo>
                  <a:pt x="2577716" y="57148"/>
                  <a:pt x="2558379" y="69699"/>
                  <a:pt x="2558379" y="85830"/>
                </a:cubicBezTo>
                <a:cubicBezTo>
                  <a:pt x="2558379" y="91722"/>
                  <a:pt x="2563603" y="96840"/>
                  <a:pt x="2569617" y="96840"/>
                </a:cubicBezTo>
                <a:cubicBezTo>
                  <a:pt x="2575886" y="96840"/>
                  <a:pt x="2581377" y="91722"/>
                  <a:pt x="2581377" y="86088"/>
                </a:cubicBezTo>
                <a:cubicBezTo>
                  <a:pt x="2581377" y="85064"/>
                  <a:pt x="2581114" y="83781"/>
                  <a:pt x="2580855" y="81991"/>
                </a:cubicBezTo>
                <a:cubicBezTo>
                  <a:pt x="2580332" y="79688"/>
                  <a:pt x="2580069" y="77639"/>
                  <a:pt x="2580069" y="75845"/>
                </a:cubicBezTo>
                <a:cubicBezTo>
                  <a:pt x="2580069" y="68932"/>
                  <a:pt x="2588432" y="63298"/>
                  <a:pt x="2598888" y="63298"/>
                </a:cubicBezTo>
                <a:cubicBezTo>
                  <a:pt x="2611693" y="63298"/>
                  <a:pt x="2618748" y="70723"/>
                  <a:pt x="2618748" y="84552"/>
                </a:cubicBezTo>
                <a:lnTo>
                  <a:pt x="2618748" y="100171"/>
                </a:lnTo>
                <a:cubicBezTo>
                  <a:pt x="2578502" y="116045"/>
                  <a:pt x="2574059" y="118093"/>
                  <a:pt x="2562821" y="127825"/>
                </a:cubicBezTo>
                <a:cubicBezTo>
                  <a:pt x="2557071" y="132946"/>
                  <a:pt x="2553410" y="141649"/>
                  <a:pt x="2553410" y="150098"/>
                </a:cubicBezTo>
                <a:cubicBezTo>
                  <a:pt x="2553410" y="166234"/>
                  <a:pt x="2564911" y="177505"/>
                  <a:pt x="2580855" y="177505"/>
                </a:cubicBezTo>
                <a:cubicBezTo>
                  <a:pt x="2592352" y="177505"/>
                  <a:pt x="2603067" y="172126"/>
                  <a:pt x="2619011" y="158801"/>
                </a:cubicBezTo>
                <a:cubicBezTo>
                  <a:pt x="2620319" y="172126"/>
                  <a:pt x="2625021" y="177505"/>
                  <a:pt x="2635737" y="177505"/>
                </a:cubicBezTo>
                <a:cubicBezTo>
                  <a:pt x="2644622" y="177505"/>
                  <a:pt x="2650113" y="174432"/>
                  <a:pt x="2659257" y="164697"/>
                </a:cubicBezTo>
                <a:lnTo>
                  <a:pt x="2659257" y="158039"/>
                </a:lnTo>
                <a:moveTo>
                  <a:pt x="2618748" y="143428"/>
                </a:moveTo>
                <a:cubicBezTo>
                  <a:pt x="2618748" y="151373"/>
                  <a:pt x="2617444" y="153680"/>
                  <a:pt x="2611953" y="156753"/>
                </a:cubicBezTo>
                <a:cubicBezTo>
                  <a:pt x="2605684" y="160342"/>
                  <a:pt x="2598366" y="162645"/>
                  <a:pt x="2592874" y="162645"/>
                </a:cubicBezTo>
                <a:cubicBezTo>
                  <a:pt x="2583730" y="162645"/>
                  <a:pt x="2576412" y="153934"/>
                  <a:pt x="2576412" y="142916"/>
                </a:cubicBezTo>
                <a:lnTo>
                  <a:pt x="2576412" y="141892"/>
                </a:lnTo>
                <a:cubicBezTo>
                  <a:pt x="2576412" y="126773"/>
                  <a:pt x="2587124" y="117550"/>
                  <a:pt x="2618748" y="106274"/>
                </a:cubicBezTo>
                <a:lnTo>
                  <a:pt x="2618748" y="143428"/>
                </a:lnTo>
                <a:close/>
                <a:moveTo>
                  <a:pt x="2664748" y="15373"/>
                </a:moveTo>
                <a:lnTo>
                  <a:pt x="2666316" y="15373"/>
                </a:lnTo>
                <a:cubicBezTo>
                  <a:pt x="2669191" y="15119"/>
                  <a:pt x="2672325" y="14861"/>
                  <a:pt x="2674419" y="14861"/>
                </a:cubicBezTo>
                <a:cubicBezTo>
                  <a:pt x="2682782" y="14861"/>
                  <a:pt x="2685394" y="18450"/>
                  <a:pt x="2685394" y="30492"/>
                </a:cubicBezTo>
                <a:lnTo>
                  <a:pt x="2685394" y="152714"/>
                </a:lnTo>
                <a:cubicBezTo>
                  <a:pt x="2685394" y="166550"/>
                  <a:pt x="2681737" y="169881"/>
                  <a:pt x="2665271" y="171160"/>
                </a:cubicBezTo>
                <a:lnTo>
                  <a:pt x="2665271" y="175003"/>
                </a:lnTo>
                <a:lnTo>
                  <a:pt x="2726948" y="175003"/>
                </a:lnTo>
                <a:lnTo>
                  <a:pt x="2726948" y="171160"/>
                </a:lnTo>
                <a:cubicBezTo>
                  <a:pt x="2710486" y="170136"/>
                  <a:pt x="2707347" y="167575"/>
                  <a:pt x="2707347" y="153480"/>
                </a:cubicBezTo>
                <a:lnTo>
                  <a:pt x="2707347" y="512"/>
                </a:lnTo>
                <a:lnTo>
                  <a:pt x="2706302" y="0"/>
                </a:lnTo>
                <a:cubicBezTo>
                  <a:pt x="2692712" y="4355"/>
                  <a:pt x="2682782" y="6920"/>
                  <a:pt x="2664748" y="11276"/>
                </a:cubicBezTo>
                <a:lnTo>
                  <a:pt x="2664748" y="15373"/>
                </a:lnTo>
                <a:close/>
                <a:moveTo>
                  <a:pt x="2857624" y="162144"/>
                </a:moveTo>
                <a:lnTo>
                  <a:pt x="2856320" y="162144"/>
                </a:lnTo>
                <a:cubicBezTo>
                  <a:pt x="2844297" y="162144"/>
                  <a:pt x="2841421" y="159325"/>
                  <a:pt x="2841421" y="147537"/>
                </a:cubicBezTo>
                <a:lnTo>
                  <a:pt x="2841421" y="59651"/>
                </a:lnTo>
                <a:lnTo>
                  <a:pt x="2800127" y="59651"/>
                </a:lnTo>
                <a:lnTo>
                  <a:pt x="2800127" y="64010"/>
                </a:lnTo>
                <a:cubicBezTo>
                  <a:pt x="2816333" y="64776"/>
                  <a:pt x="2819468" y="67341"/>
                  <a:pt x="2819468" y="80149"/>
                </a:cubicBezTo>
                <a:lnTo>
                  <a:pt x="2819468" y="140355"/>
                </a:lnTo>
                <a:cubicBezTo>
                  <a:pt x="2819468" y="147530"/>
                  <a:pt x="2818160" y="151119"/>
                  <a:pt x="2814503" y="153934"/>
                </a:cubicBezTo>
                <a:cubicBezTo>
                  <a:pt x="2807444" y="159571"/>
                  <a:pt x="2799345" y="162645"/>
                  <a:pt x="2791505" y="162645"/>
                </a:cubicBezTo>
                <a:cubicBezTo>
                  <a:pt x="2781312" y="162645"/>
                  <a:pt x="2772949" y="153934"/>
                  <a:pt x="2772949" y="143174"/>
                </a:cubicBezTo>
                <a:lnTo>
                  <a:pt x="2772949" y="59651"/>
                </a:lnTo>
                <a:lnTo>
                  <a:pt x="2734789" y="59651"/>
                </a:lnTo>
                <a:lnTo>
                  <a:pt x="2734789" y="63240"/>
                </a:lnTo>
                <a:cubicBezTo>
                  <a:pt x="2747335" y="64010"/>
                  <a:pt x="2750995" y="67853"/>
                  <a:pt x="2750995" y="79637"/>
                </a:cubicBezTo>
                <a:lnTo>
                  <a:pt x="2750995" y="144198"/>
                </a:lnTo>
                <a:cubicBezTo>
                  <a:pt x="2750995" y="164439"/>
                  <a:pt x="2763537" y="177505"/>
                  <a:pt x="2782616" y="177505"/>
                </a:cubicBezTo>
                <a:cubicBezTo>
                  <a:pt x="2792286" y="177505"/>
                  <a:pt x="2802479" y="173408"/>
                  <a:pt x="2809538" y="166488"/>
                </a:cubicBezTo>
                <a:lnTo>
                  <a:pt x="2820776" y="155474"/>
                </a:lnTo>
                <a:lnTo>
                  <a:pt x="2820776" y="176739"/>
                </a:lnTo>
                <a:lnTo>
                  <a:pt x="2821821" y="177255"/>
                </a:lnTo>
                <a:cubicBezTo>
                  <a:pt x="2834889" y="172133"/>
                  <a:pt x="2844297" y="169315"/>
                  <a:pt x="2857624" y="165725"/>
                </a:cubicBezTo>
                <a:lnTo>
                  <a:pt x="2857624" y="162144"/>
                </a:lnTo>
                <a:close/>
                <a:moveTo>
                  <a:pt x="2969745" y="132911"/>
                </a:moveTo>
                <a:cubicBezTo>
                  <a:pt x="2957203" y="152393"/>
                  <a:pt x="2945961" y="159830"/>
                  <a:pt x="2929235" y="159830"/>
                </a:cubicBezTo>
                <a:cubicBezTo>
                  <a:pt x="2914341" y="159830"/>
                  <a:pt x="2903103" y="152393"/>
                  <a:pt x="2895522" y="137783"/>
                </a:cubicBezTo>
                <a:cubicBezTo>
                  <a:pt x="2890816" y="128040"/>
                  <a:pt x="2888989" y="119579"/>
                  <a:pt x="2888467" y="103940"/>
                </a:cubicBezTo>
                <a:lnTo>
                  <a:pt x="2968963" y="103940"/>
                </a:lnTo>
                <a:cubicBezTo>
                  <a:pt x="2966869" y="87316"/>
                  <a:pt x="2964257" y="79911"/>
                  <a:pt x="2957725" y="71740"/>
                </a:cubicBezTo>
                <a:cubicBezTo>
                  <a:pt x="2949881" y="62532"/>
                  <a:pt x="2937861" y="57148"/>
                  <a:pt x="2924270" y="57148"/>
                </a:cubicBezTo>
                <a:cubicBezTo>
                  <a:pt x="2911202" y="57148"/>
                  <a:pt x="2898919" y="61762"/>
                  <a:pt x="2888989" y="70461"/>
                </a:cubicBezTo>
                <a:cubicBezTo>
                  <a:pt x="2876703" y="80931"/>
                  <a:pt x="2869648" y="99072"/>
                  <a:pt x="2869648" y="120091"/>
                </a:cubicBezTo>
                <a:cubicBezTo>
                  <a:pt x="2869648" y="155470"/>
                  <a:pt x="2888467" y="177505"/>
                  <a:pt x="2918520" y="177505"/>
                </a:cubicBezTo>
                <a:cubicBezTo>
                  <a:pt x="2943349" y="177505"/>
                  <a:pt x="2962949" y="162390"/>
                  <a:pt x="2973928" y="134706"/>
                </a:cubicBezTo>
                <a:lnTo>
                  <a:pt x="2969745" y="132911"/>
                </a:lnTo>
                <a:moveTo>
                  <a:pt x="2888989" y="95741"/>
                </a:moveTo>
                <a:cubicBezTo>
                  <a:pt x="2891861" y="75825"/>
                  <a:pt x="2900750" y="66375"/>
                  <a:pt x="2916689" y="66375"/>
                </a:cubicBezTo>
                <a:cubicBezTo>
                  <a:pt x="2932633" y="66375"/>
                  <a:pt x="2938906" y="73526"/>
                  <a:pt x="2942304" y="95741"/>
                </a:cubicBezTo>
                <a:lnTo>
                  <a:pt x="2888989" y="95741"/>
                </a:lnTo>
                <a:close/>
                <a:moveTo>
                  <a:pt x="3061478" y="94498"/>
                </a:moveTo>
                <a:lnTo>
                  <a:pt x="3060434" y="59651"/>
                </a:lnTo>
                <a:lnTo>
                  <a:pt x="3057558" y="59651"/>
                </a:lnTo>
                <a:lnTo>
                  <a:pt x="3057036" y="60167"/>
                </a:lnTo>
                <a:cubicBezTo>
                  <a:pt x="3054683" y="61957"/>
                  <a:pt x="3054424" y="62215"/>
                  <a:pt x="3053379" y="62215"/>
                </a:cubicBezTo>
                <a:cubicBezTo>
                  <a:pt x="3051812" y="62215"/>
                  <a:pt x="3049196" y="61703"/>
                  <a:pt x="3046320" y="60421"/>
                </a:cubicBezTo>
                <a:cubicBezTo>
                  <a:pt x="3040570" y="58427"/>
                  <a:pt x="3034823" y="57399"/>
                  <a:pt x="3028028" y="57399"/>
                </a:cubicBezTo>
                <a:cubicBezTo>
                  <a:pt x="3007378" y="57399"/>
                  <a:pt x="2992483" y="70465"/>
                  <a:pt x="2992483" y="88903"/>
                </a:cubicBezTo>
                <a:cubicBezTo>
                  <a:pt x="2992483" y="103240"/>
                  <a:pt x="3000846" y="113484"/>
                  <a:pt x="3023063" y="125776"/>
                </a:cubicBezTo>
                <a:lnTo>
                  <a:pt x="3038221" y="134229"/>
                </a:lnTo>
                <a:cubicBezTo>
                  <a:pt x="3047365" y="139350"/>
                  <a:pt x="3051812" y="145496"/>
                  <a:pt x="3051812" y="153433"/>
                </a:cubicBezTo>
                <a:cubicBezTo>
                  <a:pt x="3051812" y="164701"/>
                  <a:pt x="3043445" y="171871"/>
                  <a:pt x="3030117" y="171871"/>
                </a:cubicBezTo>
                <a:cubicBezTo>
                  <a:pt x="3021232" y="171871"/>
                  <a:pt x="3013129" y="168540"/>
                  <a:pt x="3008164" y="162906"/>
                </a:cubicBezTo>
                <a:cubicBezTo>
                  <a:pt x="3002677" y="156506"/>
                  <a:pt x="3000324" y="150614"/>
                  <a:pt x="2996926" y="136019"/>
                </a:cubicBezTo>
                <a:lnTo>
                  <a:pt x="2992743" y="136019"/>
                </a:lnTo>
                <a:lnTo>
                  <a:pt x="2992743" y="175969"/>
                </a:lnTo>
                <a:lnTo>
                  <a:pt x="2996140" y="175969"/>
                </a:lnTo>
                <a:cubicBezTo>
                  <a:pt x="2997971" y="173408"/>
                  <a:pt x="2999016" y="172896"/>
                  <a:pt x="3002154" y="172896"/>
                </a:cubicBezTo>
                <a:cubicBezTo>
                  <a:pt x="3004507" y="172954"/>
                  <a:pt x="3008164" y="173467"/>
                  <a:pt x="3014174" y="175003"/>
                </a:cubicBezTo>
                <a:cubicBezTo>
                  <a:pt x="3021492" y="176481"/>
                  <a:pt x="3028550" y="177505"/>
                  <a:pt x="3033252" y="177505"/>
                </a:cubicBezTo>
                <a:cubicBezTo>
                  <a:pt x="3053379" y="177505"/>
                  <a:pt x="3070104" y="162652"/>
                  <a:pt x="3070104" y="144726"/>
                </a:cubicBezTo>
                <a:cubicBezTo>
                  <a:pt x="3070104" y="131922"/>
                  <a:pt x="3063831" y="123473"/>
                  <a:pt x="3048151" y="114254"/>
                </a:cubicBezTo>
                <a:lnTo>
                  <a:pt x="3019924" y="97864"/>
                </a:lnTo>
                <a:cubicBezTo>
                  <a:pt x="3012607" y="93767"/>
                  <a:pt x="3008686" y="87367"/>
                  <a:pt x="3008686" y="80450"/>
                </a:cubicBezTo>
                <a:cubicBezTo>
                  <a:pt x="3008686" y="70207"/>
                  <a:pt x="3016790" y="63036"/>
                  <a:pt x="3028809" y="63036"/>
                </a:cubicBezTo>
                <a:cubicBezTo>
                  <a:pt x="3043708" y="63036"/>
                  <a:pt x="3051549" y="71743"/>
                  <a:pt x="3057558" y="94537"/>
                </a:cubicBezTo>
                <a:lnTo>
                  <a:pt x="3061478" y="94498"/>
                </a:lnTo>
                <a:close/>
                <a:moveTo>
                  <a:pt x="3283629" y="59651"/>
                </a:moveTo>
                <a:lnTo>
                  <a:pt x="3247303" y="59651"/>
                </a:lnTo>
                <a:lnTo>
                  <a:pt x="3247303" y="63498"/>
                </a:lnTo>
                <a:cubicBezTo>
                  <a:pt x="3255665" y="64264"/>
                  <a:pt x="3259586" y="66825"/>
                  <a:pt x="3259586" y="71693"/>
                </a:cubicBezTo>
                <a:cubicBezTo>
                  <a:pt x="3259586" y="74253"/>
                  <a:pt x="3259063" y="76814"/>
                  <a:pt x="3258018" y="79379"/>
                </a:cubicBezTo>
                <a:lnTo>
                  <a:pt x="3232145" y="145719"/>
                </a:lnTo>
                <a:lnTo>
                  <a:pt x="3205485" y="80145"/>
                </a:lnTo>
                <a:cubicBezTo>
                  <a:pt x="3203918" y="76560"/>
                  <a:pt x="3203133" y="72975"/>
                  <a:pt x="3203133" y="70668"/>
                </a:cubicBezTo>
                <a:cubicBezTo>
                  <a:pt x="3203133" y="66059"/>
                  <a:pt x="3206008" y="64264"/>
                  <a:pt x="3215156" y="63498"/>
                </a:cubicBezTo>
                <a:lnTo>
                  <a:pt x="3215156" y="59651"/>
                </a:lnTo>
                <a:lnTo>
                  <a:pt x="3163931" y="59651"/>
                </a:lnTo>
                <a:lnTo>
                  <a:pt x="3163931" y="63498"/>
                </a:lnTo>
                <a:cubicBezTo>
                  <a:pt x="3173861" y="64010"/>
                  <a:pt x="3175692" y="66571"/>
                  <a:pt x="3187711" y="92954"/>
                </a:cubicBezTo>
                <a:lnTo>
                  <a:pt x="3219076" y="166468"/>
                </a:lnTo>
                <a:cubicBezTo>
                  <a:pt x="3219599" y="168005"/>
                  <a:pt x="3220380" y="169799"/>
                  <a:pt x="3221166" y="171848"/>
                </a:cubicBezTo>
                <a:cubicBezTo>
                  <a:pt x="3222733" y="176458"/>
                  <a:pt x="3224304" y="178506"/>
                  <a:pt x="3225872" y="178506"/>
                </a:cubicBezTo>
                <a:cubicBezTo>
                  <a:pt x="3227439" y="178506"/>
                  <a:pt x="3229269" y="175179"/>
                  <a:pt x="3233190" y="165698"/>
                </a:cubicBezTo>
                <a:lnTo>
                  <a:pt x="3266640" y="83477"/>
                </a:lnTo>
                <a:cubicBezTo>
                  <a:pt x="3274221" y="66059"/>
                  <a:pt x="3275788" y="64264"/>
                  <a:pt x="3283629" y="63498"/>
                </a:cubicBezTo>
                <a:lnTo>
                  <a:pt x="3283629" y="59651"/>
                </a:lnTo>
                <a:close/>
                <a:moveTo>
                  <a:pt x="3398623" y="158039"/>
                </a:moveTo>
                <a:cubicBezTo>
                  <a:pt x="3394180" y="161620"/>
                  <a:pt x="3391046" y="162903"/>
                  <a:pt x="3387126" y="162903"/>
                </a:cubicBezTo>
                <a:cubicBezTo>
                  <a:pt x="3381116" y="162903"/>
                  <a:pt x="3379285" y="159317"/>
                  <a:pt x="3379285" y="148053"/>
                </a:cubicBezTo>
                <a:lnTo>
                  <a:pt x="3379285" y="98122"/>
                </a:lnTo>
                <a:cubicBezTo>
                  <a:pt x="3379285" y="84806"/>
                  <a:pt x="3377977" y="77381"/>
                  <a:pt x="3374057" y="71235"/>
                </a:cubicBezTo>
                <a:cubicBezTo>
                  <a:pt x="3368307" y="62020"/>
                  <a:pt x="3357069" y="57148"/>
                  <a:pt x="3341651" y="57148"/>
                </a:cubicBezTo>
                <a:cubicBezTo>
                  <a:pt x="3317082" y="57148"/>
                  <a:pt x="3297744" y="69699"/>
                  <a:pt x="3297744" y="85830"/>
                </a:cubicBezTo>
                <a:cubicBezTo>
                  <a:pt x="3297744" y="91722"/>
                  <a:pt x="3302969" y="96840"/>
                  <a:pt x="3308982" y="96840"/>
                </a:cubicBezTo>
                <a:cubicBezTo>
                  <a:pt x="3315251" y="96840"/>
                  <a:pt x="3320743" y="91722"/>
                  <a:pt x="3320743" y="86088"/>
                </a:cubicBezTo>
                <a:cubicBezTo>
                  <a:pt x="3320743" y="85064"/>
                  <a:pt x="3320480" y="83781"/>
                  <a:pt x="3320220" y="81991"/>
                </a:cubicBezTo>
                <a:cubicBezTo>
                  <a:pt x="3319698" y="79688"/>
                  <a:pt x="3319435" y="77639"/>
                  <a:pt x="3319435" y="75845"/>
                </a:cubicBezTo>
                <a:cubicBezTo>
                  <a:pt x="3319435" y="68932"/>
                  <a:pt x="3327797" y="63298"/>
                  <a:pt x="3338254" y="63298"/>
                </a:cubicBezTo>
                <a:cubicBezTo>
                  <a:pt x="3351059" y="63298"/>
                  <a:pt x="3358114" y="70723"/>
                  <a:pt x="3358114" y="84552"/>
                </a:cubicBezTo>
                <a:lnTo>
                  <a:pt x="3358114" y="100171"/>
                </a:lnTo>
                <a:cubicBezTo>
                  <a:pt x="3317867" y="116045"/>
                  <a:pt x="3313425" y="118093"/>
                  <a:pt x="3302187" y="127825"/>
                </a:cubicBezTo>
                <a:cubicBezTo>
                  <a:pt x="3296436" y="132946"/>
                  <a:pt x="3292775" y="141649"/>
                  <a:pt x="3292775" y="150098"/>
                </a:cubicBezTo>
                <a:cubicBezTo>
                  <a:pt x="3292775" y="166234"/>
                  <a:pt x="3304277" y="177505"/>
                  <a:pt x="3320220" y="177505"/>
                </a:cubicBezTo>
                <a:cubicBezTo>
                  <a:pt x="3331718" y="177505"/>
                  <a:pt x="3342433" y="172126"/>
                  <a:pt x="3358377" y="158801"/>
                </a:cubicBezTo>
                <a:cubicBezTo>
                  <a:pt x="3359685" y="172126"/>
                  <a:pt x="3364387" y="177505"/>
                  <a:pt x="3375102" y="177505"/>
                </a:cubicBezTo>
                <a:cubicBezTo>
                  <a:pt x="3383987" y="177505"/>
                  <a:pt x="3389479" y="174432"/>
                  <a:pt x="3398623" y="164697"/>
                </a:cubicBezTo>
                <a:lnTo>
                  <a:pt x="3398623" y="158039"/>
                </a:lnTo>
                <a:moveTo>
                  <a:pt x="3358114" y="143428"/>
                </a:moveTo>
                <a:cubicBezTo>
                  <a:pt x="3358114" y="151373"/>
                  <a:pt x="3356809" y="153680"/>
                  <a:pt x="3351318" y="156753"/>
                </a:cubicBezTo>
                <a:cubicBezTo>
                  <a:pt x="3345049" y="160342"/>
                  <a:pt x="3337731" y="162645"/>
                  <a:pt x="3332240" y="162645"/>
                </a:cubicBezTo>
                <a:cubicBezTo>
                  <a:pt x="3323096" y="162645"/>
                  <a:pt x="3315778" y="153934"/>
                  <a:pt x="3315778" y="142916"/>
                </a:cubicBezTo>
                <a:lnTo>
                  <a:pt x="3315778" y="141892"/>
                </a:lnTo>
                <a:cubicBezTo>
                  <a:pt x="3315778" y="126773"/>
                  <a:pt x="3326489" y="117550"/>
                  <a:pt x="3358114" y="106274"/>
                </a:cubicBezTo>
                <a:lnTo>
                  <a:pt x="3358114" y="143428"/>
                </a:lnTo>
                <a:close/>
                <a:moveTo>
                  <a:pt x="3400975" y="75086"/>
                </a:moveTo>
                <a:cubicBezTo>
                  <a:pt x="3404636" y="74316"/>
                  <a:pt x="3406989" y="74058"/>
                  <a:pt x="3410124" y="74058"/>
                </a:cubicBezTo>
                <a:cubicBezTo>
                  <a:pt x="3416656" y="74058"/>
                  <a:pt x="3419009" y="78159"/>
                  <a:pt x="3419009" y="89431"/>
                </a:cubicBezTo>
                <a:lnTo>
                  <a:pt x="3419009" y="153484"/>
                </a:lnTo>
                <a:cubicBezTo>
                  <a:pt x="3419009" y="166292"/>
                  <a:pt x="3417178" y="168087"/>
                  <a:pt x="3400453" y="171160"/>
                </a:cubicBezTo>
                <a:lnTo>
                  <a:pt x="3400453" y="175003"/>
                </a:lnTo>
                <a:lnTo>
                  <a:pt x="3463179" y="175003"/>
                </a:lnTo>
                <a:lnTo>
                  <a:pt x="3463179" y="171160"/>
                </a:lnTo>
                <a:cubicBezTo>
                  <a:pt x="3445405" y="170394"/>
                  <a:pt x="3440962" y="166550"/>
                  <a:pt x="3440962" y="151948"/>
                </a:cubicBezTo>
                <a:lnTo>
                  <a:pt x="3440962" y="94299"/>
                </a:lnTo>
                <a:cubicBezTo>
                  <a:pt x="3440962" y="86100"/>
                  <a:pt x="3452200" y="73292"/>
                  <a:pt x="3459259" y="73292"/>
                </a:cubicBezTo>
                <a:cubicBezTo>
                  <a:pt x="3460826" y="73292"/>
                  <a:pt x="3463179" y="74574"/>
                  <a:pt x="3466054" y="77135"/>
                </a:cubicBezTo>
                <a:cubicBezTo>
                  <a:pt x="3470234" y="80720"/>
                  <a:pt x="3473109" y="82257"/>
                  <a:pt x="3476507" y="82257"/>
                </a:cubicBezTo>
                <a:cubicBezTo>
                  <a:pt x="3482780" y="82257"/>
                  <a:pt x="3486700" y="77901"/>
                  <a:pt x="3486700" y="70731"/>
                </a:cubicBezTo>
                <a:cubicBezTo>
                  <a:pt x="3486700" y="62274"/>
                  <a:pt x="3481212" y="57148"/>
                  <a:pt x="3472327" y="57148"/>
                </a:cubicBezTo>
                <a:cubicBezTo>
                  <a:pt x="3461349" y="57148"/>
                  <a:pt x="3453772" y="63044"/>
                  <a:pt x="3440962" y="81232"/>
                </a:cubicBezTo>
                <a:lnTo>
                  <a:pt x="3440962" y="57665"/>
                </a:lnTo>
                <a:lnTo>
                  <a:pt x="3439658" y="57148"/>
                </a:lnTo>
                <a:cubicBezTo>
                  <a:pt x="3425804" y="62786"/>
                  <a:pt x="3416397" y="66117"/>
                  <a:pt x="3400975" y="70985"/>
                </a:cubicBezTo>
                <a:lnTo>
                  <a:pt x="3400975" y="75086"/>
                </a:lnTo>
                <a:close/>
                <a:moveTo>
                  <a:pt x="3610319" y="59651"/>
                </a:moveTo>
                <a:lnTo>
                  <a:pt x="3575038" y="59651"/>
                </a:lnTo>
                <a:lnTo>
                  <a:pt x="3575038" y="63498"/>
                </a:lnTo>
                <a:cubicBezTo>
                  <a:pt x="3583401" y="63498"/>
                  <a:pt x="3587584" y="65801"/>
                  <a:pt x="3587584" y="69902"/>
                </a:cubicBezTo>
                <a:cubicBezTo>
                  <a:pt x="3587584" y="70926"/>
                  <a:pt x="3587321" y="72463"/>
                  <a:pt x="3586535" y="74257"/>
                </a:cubicBezTo>
                <a:lnTo>
                  <a:pt x="3561184" y="144973"/>
                </a:lnTo>
                <a:lnTo>
                  <a:pt x="3531131" y="80149"/>
                </a:lnTo>
                <a:cubicBezTo>
                  <a:pt x="3529560" y="76564"/>
                  <a:pt x="3528515" y="73233"/>
                  <a:pt x="3528515" y="70414"/>
                </a:cubicBezTo>
                <a:cubicBezTo>
                  <a:pt x="3528515" y="65801"/>
                  <a:pt x="3532435" y="64010"/>
                  <a:pt x="3543673" y="63498"/>
                </a:cubicBezTo>
                <a:lnTo>
                  <a:pt x="3543673" y="59651"/>
                </a:lnTo>
                <a:lnTo>
                  <a:pt x="3489836" y="59651"/>
                </a:lnTo>
                <a:lnTo>
                  <a:pt x="3489836" y="63240"/>
                </a:lnTo>
                <a:cubicBezTo>
                  <a:pt x="3496632" y="64264"/>
                  <a:pt x="3501074" y="67083"/>
                  <a:pt x="3503164" y="71438"/>
                </a:cubicBezTo>
                <a:lnTo>
                  <a:pt x="3532958" y="134471"/>
                </a:lnTo>
                <a:lnTo>
                  <a:pt x="3533743" y="136520"/>
                </a:lnTo>
                <a:lnTo>
                  <a:pt x="3537663" y="144206"/>
                </a:lnTo>
                <a:cubicBezTo>
                  <a:pt x="3544981" y="157018"/>
                  <a:pt x="3549164" y="166241"/>
                  <a:pt x="3549164" y="170085"/>
                </a:cubicBezTo>
                <a:cubicBezTo>
                  <a:pt x="3549164" y="173928"/>
                  <a:pt x="3543151" y="190067"/>
                  <a:pt x="3538708" y="197754"/>
                </a:cubicBezTo>
                <a:cubicBezTo>
                  <a:pt x="3535051" y="204416"/>
                  <a:pt x="3529301" y="209284"/>
                  <a:pt x="3525640" y="209284"/>
                </a:cubicBezTo>
                <a:cubicBezTo>
                  <a:pt x="3524072" y="209284"/>
                  <a:pt x="3521720" y="208771"/>
                  <a:pt x="3519108" y="207493"/>
                </a:cubicBezTo>
                <a:cubicBezTo>
                  <a:pt x="3514143" y="205698"/>
                  <a:pt x="3509700" y="204674"/>
                  <a:pt x="3505257" y="204674"/>
                </a:cubicBezTo>
                <a:cubicBezTo>
                  <a:pt x="3499244" y="204674"/>
                  <a:pt x="3494020" y="209800"/>
                  <a:pt x="3494020" y="215946"/>
                </a:cubicBezTo>
                <a:cubicBezTo>
                  <a:pt x="3494020" y="224403"/>
                  <a:pt x="3502382" y="230811"/>
                  <a:pt x="3513357" y="230811"/>
                </a:cubicBezTo>
                <a:cubicBezTo>
                  <a:pt x="3530868" y="230811"/>
                  <a:pt x="3543414" y="216462"/>
                  <a:pt x="3557527" y="179566"/>
                </a:cubicBezTo>
                <a:lnTo>
                  <a:pt x="3597773" y="75028"/>
                </a:lnTo>
                <a:cubicBezTo>
                  <a:pt x="3601171" y="66825"/>
                  <a:pt x="3604046" y="64264"/>
                  <a:pt x="3610319" y="63498"/>
                </a:cubicBezTo>
                <a:lnTo>
                  <a:pt x="3610319" y="59651"/>
                </a:lnTo>
                <a:close/>
                <a:moveTo>
                  <a:pt x="3810514" y="158039"/>
                </a:moveTo>
                <a:cubicBezTo>
                  <a:pt x="3806071" y="161620"/>
                  <a:pt x="3802937" y="162903"/>
                  <a:pt x="3799017" y="162903"/>
                </a:cubicBezTo>
                <a:cubicBezTo>
                  <a:pt x="3793007" y="162903"/>
                  <a:pt x="3791176" y="159317"/>
                  <a:pt x="3791176" y="148053"/>
                </a:cubicBezTo>
                <a:lnTo>
                  <a:pt x="3791176" y="98122"/>
                </a:lnTo>
                <a:cubicBezTo>
                  <a:pt x="3791176" y="84806"/>
                  <a:pt x="3789868" y="77381"/>
                  <a:pt x="3785948" y="71235"/>
                </a:cubicBezTo>
                <a:cubicBezTo>
                  <a:pt x="3780198" y="62020"/>
                  <a:pt x="3768960" y="57148"/>
                  <a:pt x="3753542" y="57148"/>
                </a:cubicBezTo>
                <a:cubicBezTo>
                  <a:pt x="3728973" y="57148"/>
                  <a:pt x="3709635" y="69699"/>
                  <a:pt x="3709635" y="85830"/>
                </a:cubicBezTo>
                <a:cubicBezTo>
                  <a:pt x="3709635" y="91722"/>
                  <a:pt x="3714860" y="96840"/>
                  <a:pt x="3720873" y="96840"/>
                </a:cubicBezTo>
                <a:cubicBezTo>
                  <a:pt x="3727142" y="96840"/>
                  <a:pt x="3732634" y="91722"/>
                  <a:pt x="3732634" y="86088"/>
                </a:cubicBezTo>
                <a:cubicBezTo>
                  <a:pt x="3732634" y="85064"/>
                  <a:pt x="3732370" y="83781"/>
                  <a:pt x="3732111" y="81991"/>
                </a:cubicBezTo>
                <a:cubicBezTo>
                  <a:pt x="3731589" y="79688"/>
                  <a:pt x="3731326" y="77639"/>
                  <a:pt x="3731326" y="75845"/>
                </a:cubicBezTo>
                <a:cubicBezTo>
                  <a:pt x="3731326" y="68932"/>
                  <a:pt x="3739688" y="63298"/>
                  <a:pt x="3750145" y="63298"/>
                </a:cubicBezTo>
                <a:cubicBezTo>
                  <a:pt x="3762950" y="63298"/>
                  <a:pt x="3770004" y="70723"/>
                  <a:pt x="3770004" y="84552"/>
                </a:cubicBezTo>
                <a:lnTo>
                  <a:pt x="3770004" y="100171"/>
                </a:lnTo>
                <a:cubicBezTo>
                  <a:pt x="3729758" y="116045"/>
                  <a:pt x="3725316" y="118093"/>
                  <a:pt x="3714078" y="127825"/>
                </a:cubicBezTo>
                <a:cubicBezTo>
                  <a:pt x="3708327" y="132946"/>
                  <a:pt x="3704666" y="141649"/>
                  <a:pt x="3704666" y="150098"/>
                </a:cubicBezTo>
                <a:cubicBezTo>
                  <a:pt x="3704666" y="166234"/>
                  <a:pt x="3716168" y="177505"/>
                  <a:pt x="3732111" y="177505"/>
                </a:cubicBezTo>
                <a:cubicBezTo>
                  <a:pt x="3743608" y="177505"/>
                  <a:pt x="3754324" y="172126"/>
                  <a:pt x="3770268" y="158801"/>
                </a:cubicBezTo>
                <a:cubicBezTo>
                  <a:pt x="3771576" y="172126"/>
                  <a:pt x="3776277" y="177505"/>
                  <a:pt x="3786993" y="177505"/>
                </a:cubicBezTo>
                <a:cubicBezTo>
                  <a:pt x="3795878" y="177505"/>
                  <a:pt x="3801369" y="174432"/>
                  <a:pt x="3810514" y="164697"/>
                </a:cubicBezTo>
                <a:lnTo>
                  <a:pt x="3810514" y="158039"/>
                </a:lnTo>
                <a:moveTo>
                  <a:pt x="3770004" y="143428"/>
                </a:moveTo>
                <a:cubicBezTo>
                  <a:pt x="3770004" y="151373"/>
                  <a:pt x="3768700" y="153680"/>
                  <a:pt x="3763209" y="156753"/>
                </a:cubicBezTo>
                <a:cubicBezTo>
                  <a:pt x="3756940" y="160342"/>
                  <a:pt x="3749622" y="162645"/>
                  <a:pt x="3744131" y="162645"/>
                </a:cubicBezTo>
                <a:cubicBezTo>
                  <a:pt x="3734987" y="162645"/>
                  <a:pt x="3727669" y="153934"/>
                  <a:pt x="3727669" y="142916"/>
                </a:cubicBezTo>
                <a:lnTo>
                  <a:pt x="3727669" y="141892"/>
                </a:lnTo>
                <a:cubicBezTo>
                  <a:pt x="3727669" y="126773"/>
                  <a:pt x="3738380" y="117550"/>
                  <a:pt x="3770004" y="106274"/>
                </a:cubicBezTo>
                <a:lnTo>
                  <a:pt x="3770004" y="143428"/>
                </a:lnTo>
                <a:close/>
                <a:moveTo>
                  <a:pt x="3915057" y="134991"/>
                </a:moveTo>
                <a:cubicBezTo>
                  <a:pt x="3902511" y="152913"/>
                  <a:pt x="3893103" y="159059"/>
                  <a:pt x="3878204" y="159059"/>
                </a:cubicBezTo>
                <a:cubicBezTo>
                  <a:pt x="3854420" y="159059"/>
                  <a:pt x="3837695" y="138576"/>
                  <a:pt x="3837695" y="109132"/>
                </a:cubicBezTo>
                <a:cubicBezTo>
                  <a:pt x="3837695" y="82761"/>
                  <a:pt x="3852072" y="64581"/>
                  <a:pt x="3873239" y="64581"/>
                </a:cubicBezTo>
                <a:cubicBezTo>
                  <a:pt x="3882647" y="64581"/>
                  <a:pt x="3886045" y="67396"/>
                  <a:pt x="3888661" y="76869"/>
                </a:cubicBezTo>
                <a:lnTo>
                  <a:pt x="3890228" y="82503"/>
                </a:lnTo>
                <a:cubicBezTo>
                  <a:pt x="3892318" y="89673"/>
                  <a:pt x="3897023" y="94283"/>
                  <a:pt x="3902511" y="94283"/>
                </a:cubicBezTo>
                <a:cubicBezTo>
                  <a:pt x="3909306" y="94283"/>
                  <a:pt x="3915057" y="89415"/>
                  <a:pt x="3915057" y="83527"/>
                </a:cubicBezTo>
                <a:cubicBezTo>
                  <a:pt x="3915057" y="69190"/>
                  <a:pt x="3896760" y="57148"/>
                  <a:pt x="3874807" y="57148"/>
                </a:cubicBezTo>
                <a:cubicBezTo>
                  <a:pt x="3862002" y="57148"/>
                  <a:pt x="3848674" y="62274"/>
                  <a:pt x="3837958" y="71493"/>
                </a:cubicBezTo>
                <a:cubicBezTo>
                  <a:pt x="3824890" y="82761"/>
                  <a:pt x="3817572" y="100171"/>
                  <a:pt x="3817572" y="120396"/>
                </a:cubicBezTo>
                <a:cubicBezTo>
                  <a:pt x="3817572" y="153683"/>
                  <a:pt x="3838218" y="177505"/>
                  <a:pt x="3867230" y="177505"/>
                </a:cubicBezTo>
                <a:cubicBezTo>
                  <a:pt x="3878990" y="177505"/>
                  <a:pt x="3889442" y="173408"/>
                  <a:pt x="3898854" y="165463"/>
                </a:cubicBezTo>
                <a:cubicBezTo>
                  <a:pt x="3905908" y="159313"/>
                  <a:pt x="3910873" y="152401"/>
                  <a:pt x="3918714" y="137294"/>
                </a:cubicBezTo>
                <a:lnTo>
                  <a:pt x="3915057" y="134991"/>
                </a:lnTo>
                <a:close/>
                <a:moveTo>
                  <a:pt x="3928907" y="75086"/>
                </a:moveTo>
                <a:cubicBezTo>
                  <a:pt x="3932568" y="74316"/>
                  <a:pt x="3934921" y="74058"/>
                  <a:pt x="3938055" y="74058"/>
                </a:cubicBezTo>
                <a:cubicBezTo>
                  <a:pt x="3944587" y="74058"/>
                  <a:pt x="3946940" y="78159"/>
                  <a:pt x="3946940" y="89431"/>
                </a:cubicBezTo>
                <a:lnTo>
                  <a:pt x="3946940" y="153484"/>
                </a:lnTo>
                <a:cubicBezTo>
                  <a:pt x="3946940" y="166292"/>
                  <a:pt x="3945110" y="168087"/>
                  <a:pt x="3928384" y="171160"/>
                </a:cubicBezTo>
                <a:lnTo>
                  <a:pt x="3928384" y="175003"/>
                </a:lnTo>
                <a:lnTo>
                  <a:pt x="3991110" y="175003"/>
                </a:lnTo>
                <a:lnTo>
                  <a:pt x="3991110" y="171160"/>
                </a:lnTo>
                <a:cubicBezTo>
                  <a:pt x="3973336" y="170394"/>
                  <a:pt x="3968894" y="166550"/>
                  <a:pt x="3968894" y="151948"/>
                </a:cubicBezTo>
                <a:lnTo>
                  <a:pt x="3968894" y="94299"/>
                </a:lnTo>
                <a:cubicBezTo>
                  <a:pt x="3968894" y="86100"/>
                  <a:pt x="3980132" y="73292"/>
                  <a:pt x="3987190" y="73292"/>
                </a:cubicBezTo>
                <a:cubicBezTo>
                  <a:pt x="3988758" y="73292"/>
                  <a:pt x="3991110" y="74574"/>
                  <a:pt x="3993986" y="77135"/>
                </a:cubicBezTo>
                <a:cubicBezTo>
                  <a:pt x="3998165" y="80720"/>
                  <a:pt x="4001040" y="82257"/>
                  <a:pt x="4004438" y="82257"/>
                </a:cubicBezTo>
                <a:cubicBezTo>
                  <a:pt x="4010711" y="82257"/>
                  <a:pt x="4014631" y="77901"/>
                  <a:pt x="4014631" y="70731"/>
                </a:cubicBezTo>
                <a:cubicBezTo>
                  <a:pt x="4014631" y="62274"/>
                  <a:pt x="4009144" y="57148"/>
                  <a:pt x="4000259" y="57148"/>
                </a:cubicBezTo>
                <a:cubicBezTo>
                  <a:pt x="3989280" y="57148"/>
                  <a:pt x="3981703" y="63044"/>
                  <a:pt x="3968894" y="81232"/>
                </a:cubicBezTo>
                <a:lnTo>
                  <a:pt x="3968894" y="57665"/>
                </a:lnTo>
                <a:lnTo>
                  <a:pt x="3967590" y="57148"/>
                </a:lnTo>
                <a:cubicBezTo>
                  <a:pt x="3953736" y="62786"/>
                  <a:pt x="3944328" y="66117"/>
                  <a:pt x="3928907" y="70985"/>
                </a:cubicBezTo>
                <a:lnTo>
                  <a:pt x="3928907" y="75086"/>
                </a:lnTo>
                <a:close/>
                <a:moveTo>
                  <a:pt x="4079449" y="57148"/>
                </a:moveTo>
                <a:cubicBezTo>
                  <a:pt x="4045472" y="57148"/>
                  <a:pt x="4021688" y="81737"/>
                  <a:pt x="4021688" y="117073"/>
                </a:cubicBezTo>
                <a:cubicBezTo>
                  <a:pt x="4021688" y="151639"/>
                  <a:pt x="4045994" y="177505"/>
                  <a:pt x="4078923" y="177505"/>
                </a:cubicBezTo>
                <a:cubicBezTo>
                  <a:pt x="4111855" y="177505"/>
                  <a:pt x="4136943" y="150360"/>
                  <a:pt x="4136943" y="115024"/>
                </a:cubicBezTo>
                <a:cubicBezTo>
                  <a:pt x="4136943" y="81479"/>
                  <a:pt x="4112900" y="57148"/>
                  <a:pt x="4079449" y="57148"/>
                </a:cubicBezTo>
                <a:moveTo>
                  <a:pt x="4076051" y="64327"/>
                </a:moveTo>
                <a:cubicBezTo>
                  <a:pt x="4098005" y="64327"/>
                  <a:pt x="4113422" y="88907"/>
                  <a:pt x="4113422" y="123985"/>
                </a:cubicBezTo>
                <a:cubicBezTo>
                  <a:pt x="4113422" y="152921"/>
                  <a:pt x="4101662" y="170331"/>
                  <a:pt x="4082061" y="170331"/>
                </a:cubicBezTo>
                <a:cubicBezTo>
                  <a:pt x="4071868" y="170331"/>
                  <a:pt x="4062197" y="164189"/>
                  <a:pt x="4056710" y="153945"/>
                </a:cubicBezTo>
                <a:cubicBezTo>
                  <a:pt x="4049392" y="140629"/>
                  <a:pt x="4045209" y="122707"/>
                  <a:pt x="4045209" y="104526"/>
                </a:cubicBezTo>
                <a:cubicBezTo>
                  <a:pt x="4045209" y="80200"/>
                  <a:pt x="4057492" y="64327"/>
                  <a:pt x="4076051" y="64327"/>
                </a:cubicBezTo>
                <a:close/>
                <a:moveTo>
                  <a:pt x="4227109" y="94498"/>
                </a:moveTo>
                <a:lnTo>
                  <a:pt x="4226065" y="59651"/>
                </a:lnTo>
                <a:lnTo>
                  <a:pt x="4223189" y="59651"/>
                </a:lnTo>
                <a:lnTo>
                  <a:pt x="4222667" y="60167"/>
                </a:lnTo>
                <a:cubicBezTo>
                  <a:pt x="4220314" y="61957"/>
                  <a:pt x="4220055" y="62215"/>
                  <a:pt x="4219010" y="62215"/>
                </a:cubicBezTo>
                <a:cubicBezTo>
                  <a:pt x="4217443" y="62215"/>
                  <a:pt x="4214827" y="61703"/>
                  <a:pt x="4211951" y="60421"/>
                </a:cubicBezTo>
                <a:cubicBezTo>
                  <a:pt x="4206201" y="58427"/>
                  <a:pt x="4200454" y="57399"/>
                  <a:pt x="4193659" y="57399"/>
                </a:cubicBezTo>
                <a:cubicBezTo>
                  <a:pt x="4173009" y="57399"/>
                  <a:pt x="4158114" y="70465"/>
                  <a:pt x="4158114" y="88903"/>
                </a:cubicBezTo>
                <a:cubicBezTo>
                  <a:pt x="4158114" y="103240"/>
                  <a:pt x="4166477" y="113484"/>
                  <a:pt x="4188694" y="125776"/>
                </a:cubicBezTo>
                <a:lnTo>
                  <a:pt x="4203852" y="134229"/>
                </a:lnTo>
                <a:cubicBezTo>
                  <a:pt x="4212996" y="139350"/>
                  <a:pt x="4217443" y="145496"/>
                  <a:pt x="4217443" y="153433"/>
                </a:cubicBezTo>
                <a:cubicBezTo>
                  <a:pt x="4217443" y="164701"/>
                  <a:pt x="4209076" y="171871"/>
                  <a:pt x="4195748" y="171871"/>
                </a:cubicBezTo>
                <a:cubicBezTo>
                  <a:pt x="4186863" y="171871"/>
                  <a:pt x="4178760" y="168540"/>
                  <a:pt x="4173795" y="162906"/>
                </a:cubicBezTo>
                <a:cubicBezTo>
                  <a:pt x="4168307" y="156506"/>
                  <a:pt x="4165955" y="150614"/>
                  <a:pt x="4162557" y="136019"/>
                </a:cubicBezTo>
                <a:lnTo>
                  <a:pt x="4158374" y="136019"/>
                </a:lnTo>
                <a:lnTo>
                  <a:pt x="4158374" y="175969"/>
                </a:lnTo>
                <a:lnTo>
                  <a:pt x="4161771" y="175969"/>
                </a:lnTo>
                <a:cubicBezTo>
                  <a:pt x="4163602" y="173408"/>
                  <a:pt x="4164647" y="172896"/>
                  <a:pt x="4167785" y="172896"/>
                </a:cubicBezTo>
                <a:cubicBezTo>
                  <a:pt x="4170138" y="172954"/>
                  <a:pt x="4173795" y="173467"/>
                  <a:pt x="4179805" y="175003"/>
                </a:cubicBezTo>
                <a:cubicBezTo>
                  <a:pt x="4187122" y="176481"/>
                  <a:pt x="4194181" y="177505"/>
                  <a:pt x="4198883" y="177505"/>
                </a:cubicBezTo>
                <a:cubicBezTo>
                  <a:pt x="4219010" y="177505"/>
                  <a:pt x="4235735" y="162652"/>
                  <a:pt x="4235735" y="144726"/>
                </a:cubicBezTo>
                <a:cubicBezTo>
                  <a:pt x="4235735" y="131922"/>
                  <a:pt x="4229462" y="123473"/>
                  <a:pt x="4213782" y="114254"/>
                </a:cubicBezTo>
                <a:lnTo>
                  <a:pt x="4185555" y="97864"/>
                </a:lnTo>
                <a:cubicBezTo>
                  <a:pt x="4178237" y="93767"/>
                  <a:pt x="4174317" y="87367"/>
                  <a:pt x="4174317" y="80450"/>
                </a:cubicBezTo>
                <a:cubicBezTo>
                  <a:pt x="4174317" y="70207"/>
                  <a:pt x="4182421" y="63036"/>
                  <a:pt x="4194440" y="63036"/>
                </a:cubicBezTo>
                <a:cubicBezTo>
                  <a:pt x="4209339" y="63036"/>
                  <a:pt x="4217179" y="71743"/>
                  <a:pt x="4223189" y="94537"/>
                </a:cubicBezTo>
                <a:lnTo>
                  <a:pt x="4227109" y="94498"/>
                </a:lnTo>
                <a:close/>
                <a:moveTo>
                  <a:pt x="4328775" y="94498"/>
                </a:moveTo>
                <a:lnTo>
                  <a:pt x="4327731" y="59651"/>
                </a:lnTo>
                <a:lnTo>
                  <a:pt x="4324855" y="59651"/>
                </a:lnTo>
                <a:lnTo>
                  <a:pt x="4324333" y="60167"/>
                </a:lnTo>
                <a:cubicBezTo>
                  <a:pt x="4321980" y="61957"/>
                  <a:pt x="4321721" y="62215"/>
                  <a:pt x="4320676" y="62215"/>
                </a:cubicBezTo>
                <a:cubicBezTo>
                  <a:pt x="4319109" y="62215"/>
                  <a:pt x="4316493" y="61703"/>
                  <a:pt x="4313617" y="60421"/>
                </a:cubicBezTo>
                <a:cubicBezTo>
                  <a:pt x="4307867" y="58427"/>
                  <a:pt x="4302120" y="57399"/>
                  <a:pt x="4295325" y="57399"/>
                </a:cubicBezTo>
                <a:cubicBezTo>
                  <a:pt x="4274675" y="57399"/>
                  <a:pt x="4259781" y="70465"/>
                  <a:pt x="4259781" y="88903"/>
                </a:cubicBezTo>
                <a:cubicBezTo>
                  <a:pt x="4259781" y="103240"/>
                  <a:pt x="4268143" y="113484"/>
                  <a:pt x="4290360" y="125776"/>
                </a:cubicBezTo>
                <a:lnTo>
                  <a:pt x="4305518" y="134229"/>
                </a:lnTo>
                <a:cubicBezTo>
                  <a:pt x="4314662" y="139350"/>
                  <a:pt x="4319109" y="145496"/>
                  <a:pt x="4319109" y="153433"/>
                </a:cubicBezTo>
                <a:cubicBezTo>
                  <a:pt x="4319109" y="164701"/>
                  <a:pt x="4310742" y="171871"/>
                  <a:pt x="4297414" y="171871"/>
                </a:cubicBezTo>
                <a:cubicBezTo>
                  <a:pt x="4288529" y="171871"/>
                  <a:pt x="4280426" y="168540"/>
                  <a:pt x="4275461" y="162906"/>
                </a:cubicBezTo>
                <a:cubicBezTo>
                  <a:pt x="4269974" y="156506"/>
                  <a:pt x="4267621" y="150614"/>
                  <a:pt x="4264223" y="136019"/>
                </a:cubicBezTo>
                <a:lnTo>
                  <a:pt x="4260040" y="136019"/>
                </a:lnTo>
                <a:lnTo>
                  <a:pt x="4260040" y="175969"/>
                </a:lnTo>
                <a:lnTo>
                  <a:pt x="4263437" y="175969"/>
                </a:lnTo>
                <a:cubicBezTo>
                  <a:pt x="4265268" y="173408"/>
                  <a:pt x="4266313" y="172896"/>
                  <a:pt x="4269451" y="172896"/>
                </a:cubicBezTo>
                <a:cubicBezTo>
                  <a:pt x="4271804" y="172954"/>
                  <a:pt x="4275461" y="173467"/>
                  <a:pt x="4281471" y="175003"/>
                </a:cubicBezTo>
                <a:cubicBezTo>
                  <a:pt x="4288789" y="176481"/>
                  <a:pt x="4295847" y="177505"/>
                  <a:pt x="4300549" y="177505"/>
                </a:cubicBezTo>
                <a:cubicBezTo>
                  <a:pt x="4320676" y="177505"/>
                  <a:pt x="4337401" y="162652"/>
                  <a:pt x="4337401" y="144726"/>
                </a:cubicBezTo>
                <a:cubicBezTo>
                  <a:pt x="4337401" y="131922"/>
                  <a:pt x="4331128" y="123473"/>
                  <a:pt x="4315448" y="114254"/>
                </a:cubicBezTo>
                <a:lnTo>
                  <a:pt x="4287221" y="97864"/>
                </a:lnTo>
                <a:cubicBezTo>
                  <a:pt x="4279904" y="93767"/>
                  <a:pt x="4275983" y="87367"/>
                  <a:pt x="4275983" y="80450"/>
                </a:cubicBezTo>
                <a:cubicBezTo>
                  <a:pt x="4275983" y="70207"/>
                  <a:pt x="4284087" y="63036"/>
                  <a:pt x="4296106" y="63036"/>
                </a:cubicBezTo>
                <a:cubicBezTo>
                  <a:pt x="4311005" y="63036"/>
                  <a:pt x="4318846" y="71743"/>
                  <a:pt x="4324855" y="94537"/>
                </a:cubicBezTo>
                <a:lnTo>
                  <a:pt x="4328775" y="94498"/>
                </a:lnTo>
                <a:close/>
                <a:moveTo>
                  <a:pt x="4431229" y="15373"/>
                </a:moveTo>
                <a:lnTo>
                  <a:pt x="4432796" y="15373"/>
                </a:lnTo>
                <a:cubicBezTo>
                  <a:pt x="4435671" y="15119"/>
                  <a:pt x="4438806" y="14861"/>
                  <a:pt x="4440899" y="14861"/>
                </a:cubicBezTo>
                <a:cubicBezTo>
                  <a:pt x="4449262" y="14861"/>
                  <a:pt x="4451874" y="18450"/>
                  <a:pt x="4451874" y="30492"/>
                </a:cubicBezTo>
                <a:lnTo>
                  <a:pt x="4451874" y="152714"/>
                </a:lnTo>
                <a:cubicBezTo>
                  <a:pt x="4451874" y="166550"/>
                  <a:pt x="4448217" y="169881"/>
                  <a:pt x="4431751" y="171160"/>
                </a:cubicBezTo>
                <a:lnTo>
                  <a:pt x="4431751" y="175003"/>
                </a:lnTo>
                <a:lnTo>
                  <a:pt x="4493428" y="175003"/>
                </a:lnTo>
                <a:lnTo>
                  <a:pt x="4493428" y="171160"/>
                </a:lnTo>
                <a:cubicBezTo>
                  <a:pt x="4476966" y="170136"/>
                  <a:pt x="4473828" y="167575"/>
                  <a:pt x="4473828" y="153480"/>
                </a:cubicBezTo>
                <a:lnTo>
                  <a:pt x="4473828" y="512"/>
                </a:lnTo>
                <a:lnTo>
                  <a:pt x="4472783" y="0"/>
                </a:lnTo>
                <a:cubicBezTo>
                  <a:pt x="4459192" y="4355"/>
                  <a:pt x="4449262" y="6920"/>
                  <a:pt x="4431229" y="11276"/>
                </a:cubicBezTo>
                <a:lnTo>
                  <a:pt x="4431229" y="15373"/>
                </a:lnTo>
                <a:close/>
                <a:moveTo>
                  <a:pt x="4614433" y="158039"/>
                </a:moveTo>
                <a:cubicBezTo>
                  <a:pt x="4609991" y="161620"/>
                  <a:pt x="4606856" y="162903"/>
                  <a:pt x="4602936" y="162903"/>
                </a:cubicBezTo>
                <a:cubicBezTo>
                  <a:pt x="4596926" y="162903"/>
                  <a:pt x="4595096" y="159317"/>
                  <a:pt x="4595096" y="148053"/>
                </a:cubicBezTo>
                <a:lnTo>
                  <a:pt x="4595096" y="98122"/>
                </a:lnTo>
                <a:cubicBezTo>
                  <a:pt x="4595096" y="84806"/>
                  <a:pt x="4593788" y="77381"/>
                  <a:pt x="4589868" y="71235"/>
                </a:cubicBezTo>
                <a:cubicBezTo>
                  <a:pt x="4584117" y="62020"/>
                  <a:pt x="4572879" y="57148"/>
                  <a:pt x="4557462" y="57148"/>
                </a:cubicBezTo>
                <a:cubicBezTo>
                  <a:pt x="4532892" y="57148"/>
                  <a:pt x="4513555" y="69699"/>
                  <a:pt x="4513555" y="85830"/>
                </a:cubicBezTo>
                <a:cubicBezTo>
                  <a:pt x="4513555" y="91722"/>
                  <a:pt x="4518779" y="96840"/>
                  <a:pt x="4524793" y="96840"/>
                </a:cubicBezTo>
                <a:cubicBezTo>
                  <a:pt x="4531062" y="96840"/>
                  <a:pt x="4536553" y="91722"/>
                  <a:pt x="4536553" y="86088"/>
                </a:cubicBezTo>
                <a:cubicBezTo>
                  <a:pt x="4536553" y="85064"/>
                  <a:pt x="4536290" y="83781"/>
                  <a:pt x="4536031" y="81991"/>
                </a:cubicBezTo>
                <a:cubicBezTo>
                  <a:pt x="4535508" y="79688"/>
                  <a:pt x="4535245" y="77639"/>
                  <a:pt x="4535245" y="75845"/>
                </a:cubicBezTo>
                <a:cubicBezTo>
                  <a:pt x="4535245" y="68932"/>
                  <a:pt x="4543608" y="63298"/>
                  <a:pt x="4554064" y="63298"/>
                </a:cubicBezTo>
                <a:cubicBezTo>
                  <a:pt x="4566869" y="63298"/>
                  <a:pt x="4573924" y="70723"/>
                  <a:pt x="4573924" y="84552"/>
                </a:cubicBezTo>
                <a:lnTo>
                  <a:pt x="4573924" y="100171"/>
                </a:lnTo>
                <a:cubicBezTo>
                  <a:pt x="4533678" y="116045"/>
                  <a:pt x="4529235" y="118093"/>
                  <a:pt x="4517997" y="127825"/>
                </a:cubicBezTo>
                <a:cubicBezTo>
                  <a:pt x="4512247" y="132946"/>
                  <a:pt x="4508586" y="141649"/>
                  <a:pt x="4508586" y="150098"/>
                </a:cubicBezTo>
                <a:cubicBezTo>
                  <a:pt x="4508586" y="166234"/>
                  <a:pt x="4520087" y="177505"/>
                  <a:pt x="4536031" y="177505"/>
                </a:cubicBezTo>
                <a:cubicBezTo>
                  <a:pt x="4547528" y="177505"/>
                  <a:pt x="4558244" y="172126"/>
                  <a:pt x="4574187" y="158801"/>
                </a:cubicBezTo>
                <a:cubicBezTo>
                  <a:pt x="4575495" y="172126"/>
                  <a:pt x="4580197" y="177505"/>
                  <a:pt x="4590913" y="177505"/>
                </a:cubicBezTo>
                <a:cubicBezTo>
                  <a:pt x="4599798" y="177505"/>
                  <a:pt x="4605289" y="174432"/>
                  <a:pt x="4614433" y="164697"/>
                </a:cubicBezTo>
                <a:lnTo>
                  <a:pt x="4614433" y="158039"/>
                </a:lnTo>
                <a:moveTo>
                  <a:pt x="4573924" y="143428"/>
                </a:moveTo>
                <a:cubicBezTo>
                  <a:pt x="4573924" y="151373"/>
                  <a:pt x="4572620" y="153680"/>
                  <a:pt x="4567129" y="156753"/>
                </a:cubicBezTo>
                <a:cubicBezTo>
                  <a:pt x="4560860" y="160342"/>
                  <a:pt x="4553542" y="162645"/>
                  <a:pt x="4548050" y="162645"/>
                </a:cubicBezTo>
                <a:cubicBezTo>
                  <a:pt x="4538906" y="162645"/>
                  <a:pt x="4531588" y="153934"/>
                  <a:pt x="4531588" y="142916"/>
                </a:cubicBezTo>
                <a:lnTo>
                  <a:pt x="4531588" y="141892"/>
                </a:lnTo>
                <a:cubicBezTo>
                  <a:pt x="4531588" y="126773"/>
                  <a:pt x="4542300" y="117550"/>
                  <a:pt x="4573924" y="106274"/>
                </a:cubicBezTo>
                <a:lnTo>
                  <a:pt x="4573924" y="143428"/>
                </a:lnTo>
                <a:close/>
                <a:moveTo>
                  <a:pt x="4619139" y="73038"/>
                </a:moveTo>
                <a:cubicBezTo>
                  <a:pt x="4620706" y="72267"/>
                  <a:pt x="4623322" y="72013"/>
                  <a:pt x="4626197" y="72013"/>
                </a:cubicBezTo>
                <a:cubicBezTo>
                  <a:pt x="4633515" y="72013"/>
                  <a:pt x="4635864" y="75856"/>
                  <a:pt x="4635864" y="88407"/>
                </a:cubicBezTo>
                <a:lnTo>
                  <a:pt x="4635864" y="151948"/>
                </a:lnTo>
                <a:cubicBezTo>
                  <a:pt x="4635864" y="166550"/>
                  <a:pt x="4632989" y="170136"/>
                  <a:pt x="4619661" y="171160"/>
                </a:cubicBezTo>
                <a:lnTo>
                  <a:pt x="4619661" y="175003"/>
                </a:lnTo>
                <a:lnTo>
                  <a:pt x="4675069" y="175003"/>
                </a:lnTo>
                <a:lnTo>
                  <a:pt x="4675069" y="171160"/>
                </a:lnTo>
                <a:cubicBezTo>
                  <a:pt x="4661738" y="170136"/>
                  <a:pt x="4657818" y="167063"/>
                  <a:pt x="4657818" y="157839"/>
                </a:cubicBezTo>
                <a:lnTo>
                  <a:pt x="4657818" y="85846"/>
                </a:lnTo>
                <a:cubicBezTo>
                  <a:pt x="4670364" y="74316"/>
                  <a:pt x="4676114" y="71243"/>
                  <a:pt x="4684740" y="71243"/>
                </a:cubicBezTo>
                <a:cubicBezTo>
                  <a:pt x="4697545" y="71243"/>
                  <a:pt x="4703818" y="79184"/>
                  <a:pt x="4703818" y="96093"/>
                </a:cubicBezTo>
                <a:lnTo>
                  <a:pt x="4703818" y="149641"/>
                </a:lnTo>
                <a:cubicBezTo>
                  <a:pt x="4703818" y="165780"/>
                  <a:pt x="4700421" y="170136"/>
                  <a:pt x="4687352" y="171160"/>
                </a:cubicBezTo>
                <a:lnTo>
                  <a:pt x="4687352" y="175003"/>
                </a:lnTo>
                <a:lnTo>
                  <a:pt x="4741715" y="175003"/>
                </a:lnTo>
                <a:lnTo>
                  <a:pt x="4741715" y="171160"/>
                </a:lnTo>
                <a:cubicBezTo>
                  <a:pt x="4728906" y="169881"/>
                  <a:pt x="4725772" y="166804"/>
                  <a:pt x="4725772" y="154254"/>
                </a:cubicBezTo>
                <a:lnTo>
                  <a:pt x="4725772" y="95581"/>
                </a:lnTo>
                <a:cubicBezTo>
                  <a:pt x="4725772" y="71501"/>
                  <a:pt x="4714271" y="57148"/>
                  <a:pt x="4694933" y="57148"/>
                </a:cubicBezTo>
                <a:cubicBezTo>
                  <a:pt x="4682910" y="57148"/>
                  <a:pt x="4674806" y="61508"/>
                  <a:pt x="4657036" y="77905"/>
                </a:cubicBezTo>
                <a:lnTo>
                  <a:pt x="4657036" y="57665"/>
                </a:lnTo>
                <a:lnTo>
                  <a:pt x="4655206" y="57148"/>
                </a:lnTo>
                <a:cubicBezTo>
                  <a:pt x="4642400" y="61762"/>
                  <a:pt x="4633515" y="64581"/>
                  <a:pt x="4619139" y="68682"/>
                </a:cubicBezTo>
                <a:lnTo>
                  <a:pt x="4619139" y="73038"/>
                </a:lnTo>
                <a:close/>
                <a:moveTo>
                  <a:pt x="4868467" y="75649"/>
                </a:moveTo>
                <a:lnTo>
                  <a:pt x="4868467" y="65656"/>
                </a:lnTo>
                <a:lnTo>
                  <a:pt x="4848344" y="65656"/>
                </a:lnTo>
                <a:cubicBezTo>
                  <a:pt x="4843116" y="65656"/>
                  <a:pt x="4839196" y="64858"/>
                  <a:pt x="4833972" y="63044"/>
                </a:cubicBezTo>
                <a:lnTo>
                  <a:pt x="4828221" y="60996"/>
                </a:lnTo>
                <a:cubicBezTo>
                  <a:pt x="4821163" y="58431"/>
                  <a:pt x="4814108" y="57148"/>
                  <a:pt x="4807313" y="57148"/>
                </a:cubicBezTo>
                <a:cubicBezTo>
                  <a:pt x="4783006" y="57148"/>
                  <a:pt x="4763665" y="75649"/>
                  <a:pt x="4763665" y="98959"/>
                </a:cubicBezTo>
                <a:cubicBezTo>
                  <a:pt x="4763665" y="115098"/>
                  <a:pt x="4770724" y="124830"/>
                  <a:pt x="4787971" y="133283"/>
                </a:cubicBezTo>
                <a:cubicBezTo>
                  <a:pt x="4783006" y="137896"/>
                  <a:pt x="4778305" y="142244"/>
                  <a:pt x="4776733" y="143522"/>
                </a:cubicBezTo>
                <a:cubicBezTo>
                  <a:pt x="4768111" y="150939"/>
                  <a:pt x="4764714" y="156057"/>
                  <a:pt x="4764714" y="161171"/>
                </a:cubicBezTo>
                <a:cubicBezTo>
                  <a:pt x="4764714" y="166543"/>
                  <a:pt x="4767848" y="169612"/>
                  <a:pt x="4778564" y="174737"/>
                </a:cubicBezTo>
                <a:cubicBezTo>
                  <a:pt x="4760008" y="188073"/>
                  <a:pt x="4752953" y="196542"/>
                  <a:pt x="4752953" y="206031"/>
                </a:cubicBezTo>
                <a:cubicBezTo>
                  <a:pt x="4752953" y="219621"/>
                  <a:pt x="4773336" y="230897"/>
                  <a:pt x="4798164" y="230897"/>
                </a:cubicBezTo>
                <a:cubicBezTo>
                  <a:pt x="4817765" y="230897"/>
                  <a:pt x="4838151" y="224234"/>
                  <a:pt x="4851742" y="213471"/>
                </a:cubicBezTo>
                <a:cubicBezTo>
                  <a:pt x="4861676" y="205519"/>
                  <a:pt x="4866119" y="197308"/>
                  <a:pt x="4866119" y="187561"/>
                </a:cubicBezTo>
                <a:cubicBezTo>
                  <a:pt x="4866119" y="171660"/>
                  <a:pt x="4853832" y="160916"/>
                  <a:pt x="4834494" y="160150"/>
                </a:cubicBezTo>
                <a:lnTo>
                  <a:pt x="4800780" y="158614"/>
                </a:lnTo>
                <a:cubicBezTo>
                  <a:pt x="4786926" y="158101"/>
                  <a:pt x="4780394" y="155799"/>
                  <a:pt x="4780394" y="151709"/>
                </a:cubicBezTo>
                <a:cubicBezTo>
                  <a:pt x="4780394" y="146591"/>
                  <a:pt x="4789016" y="137638"/>
                  <a:pt x="4796075" y="135589"/>
                </a:cubicBezTo>
                <a:cubicBezTo>
                  <a:pt x="4798428" y="135847"/>
                  <a:pt x="4800258" y="136101"/>
                  <a:pt x="4801040" y="136101"/>
                </a:cubicBezTo>
                <a:cubicBezTo>
                  <a:pt x="4806005" y="136614"/>
                  <a:pt x="4809402" y="136872"/>
                  <a:pt x="4810974" y="136872"/>
                </a:cubicBezTo>
                <a:cubicBezTo>
                  <a:pt x="4820640" y="136872"/>
                  <a:pt x="4831097" y="133028"/>
                  <a:pt x="4839196" y="126112"/>
                </a:cubicBezTo>
                <a:cubicBezTo>
                  <a:pt x="4847822" y="118938"/>
                  <a:pt x="4851742" y="109973"/>
                  <a:pt x="4851742" y="97168"/>
                </a:cubicBezTo>
                <a:cubicBezTo>
                  <a:pt x="4851742" y="89740"/>
                  <a:pt x="4850434" y="83848"/>
                  <a:pt x="4846777" y="75649"/>
                </a:cubicBezTo>
                <a:lnTo>
                  <a:pt x="4868467" y="75649"/>
                </a:lnTo>
                <a:moveTo>
                  <a:pt x="4784051" y="175504"/>
                </a:moveTo>
                <a:cubicBezTo>
                  <a:pt x="4792677" y="177302"/>
                  <a:pt x="4813586" y="178839"/>
                  <a:pt x="4826391" y="178839"/>
                </a:cubicBezTo>
                <a:cubicBezTo>
                  <a:pt x="4850175" y="178839"/>
                  <a:pt x="4858801" y="182174"/>
                  <a:pt x="4858801" y="191408"/>
                </a:cubicBezTo>
                <a:cubicBezTo>
                  <a:pt x="4858801" y="206289"/>
                  <a:pt x="4838937" y="216290"/>
                  <a:pt x="4809402" y="216290"/>
                </a:cubicBezTo>
                <a:cubicBezTo>
                  <a:pt x="4786404" y="216290"/>
                  <a:pt x="4771246" y="208854"/>
                  <a:pt x="4771246" y="197566"/>
                </a:cubicBezTo>
                <a:cubicBezTo>
                  <a:pt x="4771246" y="191666"/>
                  <a:pt x="4773076" y="188331"/>
                  <a:pt x="4784051" y="175504"/>
                </a:cubicBezTo>
                <a:moveTo>
                  <a:pt x="4785359" y="88458"/>
                </a:moveTo>
                <a:cubicBezTo>
                  <a:pt x="4785359" y="73346"/>
                  <a:pt x="4792677" y="64327"/>
                  <a:pt x="4804701" y="64327"/>
                </a:cubicBezTo>
                <a:cubicBezTo>
                  <a:pt x="4812800" y="64327"/>
                  <a:pt x="4819595" y="68733"/>
                  <a:pt x="4823779" y="76419"/>
                </a:cubicBezTo>
                <a:cubicBezTo>
                  <a:pt x="4828481" y="85384"/>
                  <a:pt x="4831619" y="97168"/>
                  <a:pt x="4831619" y="107158"/>
                </a:cubicBezTo>
                <a:cubicBezTo>
                  <a:pt x="4831619" y="121499"/>
                  <a:pt x="4824038" y="130464"/>
                  <a:pt x="4812018" y="130464"/>
                </a:cubicBezTo>
                <a:cubicBezTo>
                  <a:pt x="4796338" y="130464"/>
                  <a:pt x="4785359" y="113816"/>
                  <a:pt x="4785359" y="89228"/>
                </a:cubicBezTo>
                <a:lnTo>
                  <a:pt x="4785359" y="88458"/>
                </a:lnTo>
                <a:close/>
                <a:moveTo>
                  <a:pt x="5001496" y="162144"/>
                </a:moveTo>
                <a:lnTo>
                  <a:pt x="5000192" y="162144"/>
                </a:lnTo>
                <a:cubicBezTo>
                  <a:pt x="4988169" y="162144"/>
                  <a:pt x="4985293" y="159325"/>
                  <a:pt x="4985293" y="147537"/>
                </a:cubicBezTo>
                <a:lnTo>
                  <a:pt x="4985293" y="59651"/>
                </a:lnTo>
                <a:lnTo>
                  <a:pt x="4943999" y="59651"/>
                </a:lnTo>
                <a:lnTo>
                  <a:pt x="4943999" y="64010"/>
                </a:lnTo>
                <a:cubicBezTo>
                  <a:pt x="4960205" y="64776"/>
                  <a:pt x="4963340" y="67341"/>
                  <a:pt x="4963340" y="80149"/>
                </a:cubicBezTo>
                <a:lnTo>
                  <a:pt x="4963340" y="140355"/>
                </a:lnTo>
                <a:cubicBezTo>
                  <a:pt x="4963340" y="147530"/>
                  <a:pt x="4962032" y="151119"/>
                  <a:pt x="4958375" y="153934"/>
                </a:cubicBezTo>
                <a:cubicBezTo>
                  <a:pt x="4951316" y="159571"/>
                  <a:pt x="4943217" y="162645"/>
                  <a:pt x="4935377" y="162645"/>
                </a:cubicBezTo>
                <a:cubicBezTo>
                  <a:pt x="4925184" y="162645"/>
                  <a:pt x="4916821" y="153934"/>
                  <a:pt x="4916821" y="143174"/>
                </a:cubicBezTo>
                <a:lnTo>
                  <a:pt x="4916821" y="59651"/>
                </a:lnTo>
                <a:lnTo>
                  <a:pt x="4878660" y="59651"/>
                </a:lnTo>
                <a:lnTo>
                  <a:pt x="4878660" y="63240"/>
                </a:lnTo>
                <a:cubicBezTo>
                  <a:pt x="4891206" y="64010"/>
                  <a:pt x="4894867" y="67853"/>
                  <a:pt x="4894867" y="79637"/>
                </a:cubicBezTo>
                <a:lnTo>
                  <a:pt x="4894867" y="144198"/>
                </a:lnTo>
                <a:cubicBezTo>
                  <a:pt x="4894867" y="164439"/>
                  <a:pt x="4907409" y="177505"/>
                  <a:pt x="4926488" y="177505"/>
                </a:cubicBezTo>
                <a:cubicBezTo>
                  <a:pt x="4936158" y="177505"/>
                  <a:pt x="4946351" y="173408"/>
                  <a:pt x="4953410" y="166488"/>
                </a:cubicBezTo>
                <a:lnTo>
                  <a:pt x="4964648" y="155474"/>
                </a:lnTo>
                <a:lnTo>
                  <a:pt x="4964648" y="176739"/>
                </a:lnTo>
                <a:lnTo>
                  <a:pt x="4965693" y="177255"/>
                </a:lnTo>
                <a:cubicBezTo>
                  <a:pt x="4978761" y="172133"/>
                  <a:pt x="4988169" y="169315"/>
                  <a:pt x="5001496" y="165725"/>
                </a:cubicBezTo>
                <a:lnTo>
                  <a:pt x="5001496" y="162144"/>
                </a:lnTo>
                <a:close/>
                <a:moveTo>
                  <a:pt x="5122502" y="158039"/>
                </a:moveTo>
                <a:cubicBezTo>
                  <a:pt x="5118059" y="161620"/>
                  <a:pt x="5114925" y="162903"/>
                  <a:pt x="5111005" y="162903"/>
                </a:cubicBezTo>
                <a:cubicBezTo>
                  <a:pt x="5104995" y="162903"/>
                  <a:pt x="5103164" y="159317"/>
                  <a:pt x="5103164" y="148053"/>
                </a:cubicBezTo>
                <a:lnTo>
                  <a:pt x="5103164" y="98122"/>
                </a:lnTo>
                <a:cubicBezTo>
                  <a:pt x="5103164" y="84806"/>
                  <a:pt x="5101856" y="77381"/>
                  <a:pt x="5097936" y="71235"/>
                </a:cubicBezTo>
                <a:cubicBezTo>
                  <a:pt x="5092186" y="62020"/>
                  <a:pt x="5080948" y="57148"/>
                  <a:pt x="5065530" y="57148"/>
                </a:cubicBezTo>
                <a:cubicBezTo>
                  <a:pt x="5040961" y="57148"/>
                  <a:pt x="5021623" y="69699"/>
                  <a:pt x="5021623" y="85830"/>
                </a:cubicBezTo>
                <a:cubicBezTo>
                  <a:pt x="5021623" y="91722"/>
                  <a:pt x="5026847" y="96840"/>
                  <a:pt x="5032861" y="96840"/>
                </a:cubicBezTo>
                <a:cubicBezTo>
                  <a:pt x="5039130" y="96840"/>
                  <a:pt x="5044622" y="91722"/>
                  <a:pt x="5044622" y="86088"/>
                </a:cubicBezTo>
                <a:cubicBezTo>
                  <a:pt x="5044622" y="85064"/>
                  <a:pt x="5044358" y="83781"/>
                  <a:pt x="5044099" y="81991"/>
                </a:cubicBezTo>
                <a:cubicBezTo>
                  <a:pt x="5043577" y="79688"/>
                  <a:pt x="5043314" y="77639"/>
                  <a:pt x="5043314" y="75845"/>
                </a:cubicBezTo>
                <a:cubicBezTo>
                  <a:pt x="5043314" y="68932"/>
                  <a:pt x="5051676" y="63298"/>
                  <a:pt x="5062133" y="63298"/>
                </a:cubicBezTo>
                <a:cubicBezTo>
                  <a:pt x="5074938" y="63298"/>
                  <a:pt x="5081992" y="70723"/>
                  <a:pt x="5081992" y="84552"/>
                </a:cubicBezTo>
                <a:lnTo>
                  <a:pt x="5081992" y="100171"/>
                </a:lnTo>
                <a:cubicBezTo>
                  <a:pt x="5041746" y="116045"/>
                  <a:pt x="5037304" y="118093"/>
                  <a:pt x="5026066" y="127825"/>
                </a:cubicBezTo>
                <a:cubicBezTo>
                  <a:pt x="5020315" y="132946"/>
                  <a:pt x="5016654" y="141649"/>
                  <a:pt x="5016654" y="150098"/>
                </a:cubicBezTo>
                <a:cubicBezTo>
                  <a:pt x="5016654" y="166234"/>
                  <a:pt x="5028156" y="177505"/>
                  <a:pt x="5044099" y="177505"/>
                </a:cubicBezTo>
                <a:cubicBezTo>
                  <a:pt x="5055596" y="177505"/>
                  <a:pt x="5066312" y="172126"/>
                  <a:pt x="5082256" y="158801"/>
                </a:cubicBezTo>
                <a:cubicBezTo>
                  <a:pt x="5083564" y="172126"/>
                  <a:pt x="5088265" y="177505"/>
                  <a:pt x="5098981" y="177505"/>
                </a:cubicBezTo>
                <a:cubicBezTo>
                  <a:pt x="5107866" y="177505"/>
                  <a:pt x="5113357" y="174432"/>
                  <a:pt x="5122502" y="164697"/>
                </a:cubicBezTo>
                <a:lnTo>
                  <a:pt x="5122502" y="158039"/>
                </a:lnTo>
                <a:moveTo>
                  <a:pt x="5081992" y="143428"/>
                </a:moveTo>
                <a:cubicBezTo>
                  <a:pt x="5081992" y="151373"/>
                  <a:pt x="5080688" y="153680"/>
                  <a:pt x="5075197" y="156753"/>
                </a:cubicBezTo>
                <a:cubicBezTo>
                  <a:pt x="5068928" y="160342"/>
                  <a:pt x="5061610" y="162645"/>
                  <a:pt x="5056119" y="162645"/>
                </a:cubicBezTo>
                <a:cubicBezTo>
                  <a:pt x="5046975" y="162645"/>
                  <a:pt x="5039657" y="153934"/>
                  <a:pt x="5039657" y="142916"/>
                </a:cubicBezTo>
                <a:lnTo>
                  <a:pt x="5039657" y="141892"/>
                </a:lnTo>
                <a:cubicBezTo>
                  <a:pt x="5039657" y="126773"/>
                  <a:pt x="5050368" y="117550"/>
                  <a:pt x="5081992" y="106274"/>
                </a:cubicBezTo>
                <a:lnTo>
                  <a:pt x="5081992" y="143428"/>
                </a:lnTo>
                <a:close/>
                <a:moveTo>
                  <a:pt x="5245860" y="75649"/>
                </a:moveTo>
                <a:lnTo>
                  <a:pt x="5245860" y="65656"/>
                </a:lnTo>
                <a:lnTo>
                  <a:pt x="5225737" y="65656"/>
                </a:lnTo>
                <a:cubicBezTo>
                  <a:pt x="5220509" y="65656"/>
                  <a:pt x="5216589" y="64858"/>
                  <a:pt x="5211365" y="63044"/>
                </a:cubicBezTo>
                <a:lnTo>
                  <a:pt x="5205614" y="60996"/>
                </a:lnTo>
                <a:cubicBezTo>
                  <a:pt x="5198555" y="58431"/>
                  <a:pt x="5191501" y="57148"/>
                  <a:pt x="5184705" y="57148"/>
                </a:cubicBezTo>
                <a:cubicBezTo>
                  <a:pt x="5160399" y="57148"/>
                  <a:pt x="5141058" y="75649"/>
                  <a:pt x="5141058" y="98959"/>
                </a:cubicBezTo>
                <a:cubicBezTo>
                  <a:pt x="5141058" y="115098"/>
                  <a:pt x="5148116" y="124830"/>
                  <a:pt x="5165364" y="133283"/>
                </a:cubicBezTo>
                <a:cubicBezTo>
                  <a:pt x="5160399" y="137896"/>
                  <a:pt x="5155697" y="142244"/>
                  <a:pt x="5154126" y="143522"/>
                </a:cubicBezTo>
                <a:cubicBezTo>
                  <a:pt x="5145504" y="150939"/>
                  <a:pt x="5142106" y="156057"/>
                  <a:pt x="5142106" y="161171"/>
                </a:cubicBezTo>
                <a:cubicBezTo>
                  <a:pt x="5142106" y="166543"/>
                  <a:pt x="5145241" y="169612"/>
                  <a:pt x="5155956" y="174737"/>
                </a:cubicBezTo>
                <a:cubicBezTo>
                  <a:pt x="5137401" y="188073"/>
                  <a:pt x="5130346" y="196542"/>
                  <a:pt x="5130346" y="206031"/>
                </a:cubicBezTo>
                <a:cubicBezTo>
                  <a:pt x="5130346" y="219621"/>
                  <a:pt x="5150728" y="230897"/>
                  <a:pt x="5175557" y="230897"/>
                </a:cubicBezTo>
                <a:cubicBezTo>
                  <a:pt x="5195158" y="230897"/>
                  <a:pt x="5215544" y="224234"/>
                  <a:pt x="5229135" y="213471"/>
                </a:cubicBezTo>
                <a:cubicBezTo>
                  <a:pt x="5239069" y="205519"/>
                  <a:pt x="5243511" y="197308"/>
                  <a:pt x="5243511" y="187561"/>
                </a:cubicBezTo>
                <a:cubicBezTo>
                  <a:pt x="5243511" y="171660"/>
                  <a:pt x="5231224" y="160916"/>
                  <a:pt x="5211887" y="160150"/>
                </a:cubicBezTo>
                <a:lnTo>
                  <a:pt x="5178173" y="158614"/>
                </a:lnTo>
                <a:cubicBezTo>
                  <a:pt x="5164319" y="158101"/>
                  <a:pt x="5157787" y="155799"/>
                  <a:pt x="5157787" y="151709"/>
                </a:cubicBezTo>
                <a:cubicBezTo>
                  <a:pt x="5157787" y="146591"/>
                  <a:pt x="5166409" y="137638"/>
                  <a:pt x="5173467" y="135589"/>
                </a:cubicBezTo>
                <a:cubicBezTo>
                  <a:pt x="5175820" y="135847"/>
                  <a:pt x="5177651" y="136101"/>
                  <a:pt x="5178432" y="136101"/>
                </a:cubicBezTo>
                <a:cubicBezTo>
                  <a:pt x="5183397" y="136614"/>
                  <a:pt x="5186795" y="136872"/>
                  <a:pt x="5188366" y="136872"/>
                </a:cubicBezTo>
                <a:cubicBezTo>
                  <a:pt x="5198033" y="136872"/>
                  <a:pt x="5208489" y="133028"/>
                  <a:pt x="5216589" y="126112"/>
                </a:cubicBezTo>
                <a:cubicBezTo>
                  <a:pt x="5225215" y="118938"/>
                  <a:pt x="5229135" y="109973"/>
                  <a:pt x="5229135" y="97168"/>
                </a:cubicBezTo>
                <a:cubicBezTo>
                  <a:pt x="5229135" y="89740"/>
                  <a:pt x="5227827" y="83848"/>
                  <a:pt x="5224170" y="75649"/>
                </a:cubicBezTo>
                <a:lnTo>
                  <a:pt x="5245860" y="75649"/>
                </a:lnTo>
                <a:moveTo>
                  <a:pt x="5161444" y="175504"/>
                </a:moveTo>
                <a:cubicBezTo>
                  <a:pt x="5170070" y="177302"/>
                  <a:pt x="5190978" y="178839"/>
                  <a:pt x="5203784" y="178839"/>
                </a:cubicBezTo>
                <a:cubicBezTo>
                  <a:pt x="5227567" y="178839"/>
                  <a:pt x="5236193" y="182174"/>
                  <a:pt x="5236193" y="191408"/>
                </a:cubicBezTo>
                <a:cubicBezTo>
                  <a:pt x="5236193" y="206289"/>
                  <a:pt x="5216329" y="216290"/>
                  <a:pt x="5186795" y="216290"/>
                </a:cubicBezTo>
                <a:cubicBezTo>
                  <a:pt x="5163797" y="216290"/>
                  <a:pt x="5148639" y="208854"/>
                  <a:pt x="5148639" y="197566"/>
                </a:cubicBezTo>
                <a:cubicBezTo>
                  <a:pt x="5148639" y="191666"/>
                  <a:pt x="5150469" y="188331"/>
                  <a:pt x="5161444" y="175504"/>
                </a:cubicBezTo>
                <a:moveTo>
                  <a:pt x="5162752" y="88458"/>
                </a:moveTo>
                <a:cubicBezTo>
                  <a:pt x="5162752" y="73346"/>
                  <a:pt x="5170070" y="64327"/>
                  <a:pt x="5182093" y="64327"/>
                </a:cubicBezTo>
                <a:cubicBezTo>
                  <a:pt x="5190193" y="64327"/>
                  <a:pt x="5196988" y="68733"/>
                  <a:pt x="5201171" y="76419"/>
                </a:cubicBezTo>
                <a:cubicBezTo>
                  <a:pt x="5205873" y="85384"/>
                  <a:pt x="5209012" y="97168"/>
                  <a:pt x="5209012" y="107158"/>
                </a:cubicBezTo>
                <a:cubicBezTo>
                  <a:pt x="5209012" y="121499"/>
                  <a:pt x="5201431" y="130464"/>
                  <a:pt x="5189411" y="130464"/>
                </a:cubicBezTo>
                <a:cubicBezTo>
                  <a:pt x="5173731" y="130464"/>
                  <a:pt x="5162752" y="113816"/>
                  <a:pt x="5162752" y="89228"/>
                </a:cubicBezTo>
                <a:lnTo>
                  <a:pt x="5162752" y="88458"/>
                </a:lnTo>
                <a:close/>
                <a:moveTo>
                  <a:pt x="5360333" y="132911"/>
                </a:moveTo>
                <a:cubicBezTo>
                  <a:pt x="5347791" y="152393"/>
                  <a:pt x="5336549" y="159830"/>
                  <a:pt x="5319824" y="159830"/>
                </a:cubicBezTo>
                <a:cubicBezTo>
                  <a:pt x="5304929" y="159830"/>
                  <a:pt x="5293691" y="152393"/>
                  <a:pt x="5286110" y="137783"/>
                </a:cubicBezTo>
                <a:cubicBezTo>
                  <a:pt x="5281404" y="128040"/>
                  <a:pt x="5279578" y="119579"/>
                  <a:pt x="5279055" y="103940"/>
                </a:cubicBezTo>
                <a:lnTo>
                  <a:pt x="5359552" y="103940"/>
                </a:lnTo>
                <a:cubicBezTo>
                  <a:pt x="5357458" y="87316"/>
                  <a:pt x="5354846" y="79911"/>
                  <a:pt x="5348314" y="71740"/>
                </a:cubicBezTo>
                <a:cubicBezTo>
                  <a:pt x="5340469" y="62532"/>
                  <a:pt x="5328450" y="57148"/>
                  <a:pt x="5314859" y="57148"/>
                </a:cubicBezTo>
                <a:cubicBezTo>
                  <a:pt x="5301791" y="57148"/>
                  <a:pt x="5289508" y="61762"/>
                  <a:pt x="5279578" y="70461"/>
                </a:cubicBezTo>
                <a:cubicBezTo>
                  <a:pt x="5267291" y="80931"/>
                  <a:pt x="5260236" y="99072"/>
                  <a:pt x="5260236" y="120091"/>
                </a:cubicBezTo>
                <a:cubicBezTo>
                  <a:pt x="5260236" y="155470"/>
                  <a:pt x="5279055" y="177505"/>
                  <a:pt x="5309108" y="177505"/>
                </a:cubicBezTo>
                <a:cubicBezTo>
                  <a:pt x="5333937" y="177505"/>
                  <a:pt x="5353538" y="162390"/>
                  <a:pt x="5364516" y="134706"/>
                </a:cubicBezTo>
                <a:lnTo>
                  <a:pt x="5360333" y="132911"/>
                </a:lnTo>
                <a:moveTo>
                  <a:pt x="5279578" y="95741"/>
                </a:moveTo>
                <a:cubicBezTo>
                  <a:pt x="5282449" y="75825"/>
                  <a:pt x="5291338" y="66375"/>
                  <a:pt x="5307278" y="66375"/>
                </a:cubicBezTo>
                <a:cubicBezTo>
                  <a:pt x="5323222" y="66375"/>
                  <a:pt x="5329495" y="73526"/>
                  <a:pt x="5332892" y="95741"/>
                </a:cubicBezTo>
                <a:lnTo>
                  <a:pt x="5279578" y="95741"/>
                </a:lnTo>
                <a:close/>
                <a:moveTo>
                  <a:pt x="5452067" y="94498"/>
                </a:moveTo>
                <a:lnTo>
                  <a:pt x="5451022" y="59651"/>
                </a:lnTo>
                <a:lnTo>
                  <a:pt x="5448147" y="59651"/>
                </a:lnTo>
                <a:lnTo>
                  <a:pt x="5447625" y="60167"/>
                </a:lnTo>
                <a:cubicBezTo>
                  <a:pt x="5445272" y="61957"/>
                  <a:pt x="5445013" y="62215"/>
                  <a:pt x="5443968" y="62215"/>
                </a:cubicBezTo>
                <a:cubicBezTo>
                  <a:pt x="5442401" y="62215"/>
                  <a:pt x="5439785" y="61703"/>
                  <a:pt x="5436909" y="60421"/>
                </a:cubicBezTo>
                <a:cubicBezTo>
                  <a:pt x="5431159" y="58427"/>
                  <a:pt x="5425412" y="57399"/>
                  <a:pt x="5418617" y="57399"/>
                </a:cubicBezTo>
                <a:cubicBezTo>
                  <a:pt x="5397967" y="57399"/>
                  <a:pt x="5383072" y="70465"/>
                  <a:pt x="5383072" y="88903"/>
                </a:cubicBezTo>
                <a:cubicBezTo>
                  <a:pt x="5383072" y="103240"/>
                  <a:pt x="5391435" y="113484"/>
                  <a:pt x="5413652" y="125776"/>
                </a:cubicBezTo>
                <a:lnTo>
                  <a:pt x="5428810" y="134229"/>
                </a:lnTo>
                <a:cubicBezTo>
                  <a:pt x="5437954" y="139350"/>
                  <a:pt x="5442401" y="145496"/>
                  <a:pt x="5442401" y="153433"/>
                </a:cubicBezTo>
                <a:cubicBezTo>
                  <a:pt x="5442401" y="164701"/>
                  <a:pt x="5434034" y="171871"/>
                  <a:pt x="5420706" y="171871"/>
                </a:cubicBezTo>
                <a:cubicBezTo>
                  <a:pt x="5411821" y="171871"/>
                  <a:pt x="5403718" y="168540"/>
                  <a:pt x="5398753" y="162906"/>
                </a:cubicBezTo>
                <a:cubicBezTo>
                  <a:pt x="5393265" y="156506"/>
                  <a:pt x="5390913" y="150614"/>
                  <a:pt x="5387515" y="136019"/>
                </a:cubicBezTo>
                <a:lnTo>
                  <a:pt x="5383332" y="136019"/>
                </a:lnTo>
                <a:lnTo>
                  <a:pt x="5383332" y="175969"/>
                </a:lnTo>
                <a:lnTo>
                  <a:pt x="5386729" y="175969"/>
                </a:lnTo>
                <a:cubicBezTo>
                  <a:pt x="5388560" y="173408"/>
                  <a:pt x="5389605" y="172896"/>
                  <a:pt x="5392743" y="172896"/>
                </a:cubicBezTo>
                <a:cubicBezTo>
                  <a:pt x="5395096" y="172954"/>
                  <a:pt x="5398753" y="173467"/>
                  <a:pt x="5404763" y="175003"/>
                </a:cubicBezTo>
                <a:cubicBezTo>
                  <a:pt x="5412080" y="176481"/>
                  <a:pt x="5419139" y="177505"/>
                  <a:pt x="5423841" y="177505"/>
                </a:cubicBezTo>
                <a:cubicBezTo>
                  <a:pt x="5443968" y="177505"/>
                  <a:pt x="5460693" y="162652"/>
                  <a:pt x="5460693" y="144726"/>
                </a:cubicBezTo>
                <a:cubicBezTo>
                  <a:pt x="5460693" y="131922"/>
                  <a:pt x="5454420" y="123473"/>
                  <a:pt x="5438740" y="114254"/>
                </a:cubicBezTo>
                <a:lnTo>
                  <a:pt x="5410513" y="97864"/>
                </a:lnTo>
                <a:cubicBezTo>
                  <a:pt x="5403195" y="93767"/>
                  <a:pt x="5399275" y="87367"/>
                  <a:pt x="5399275" y="80450"/>
                </a:cubicBezTo>
                <a:cubicBezTo>
                  <a:pt x="5399275" y="70207"/>
                  <a:pt x="5407379" y="63036"/>
                  <a:pt x="5419398" y="63036"/>
                </a:cubicBezTo>
                <a:cubicBezTo>
                  <a:pt x="5434297" y="63036"/>
                  <a:pt x="5442137" y="71743"/>
                  <a:pt x="5448147" y="94537"/>
                </a:cubicBezTo>
                <a:lnTo>
                  <a:pt x="5452067" y="94498"/>
                </a:lnTo>
                <a:close/>
                <a:moveTo>
                  <a:pt x="5665068" y="158039"/>
                </a:moveTo>
                <a:cubicBezTo>
                  <a:pt x="5660626" y="161620"/>
                  <a:pt x="5657491" y="162903"/>
                  <a:pt x="5653571" y="162903"/>
                </a:cubicBezTo>
                <a:cubicBezTo>
                  <a:pt x="5647561" y="162903"/>
                  <a:pt x="5645731" y="159317"/>
                  <a:pt x="5645731" y="148053"/>
                </a:cubicBezTo>
                <a:lnTo>
                  <a:pt x="5645731" y="98122"/>
                </a:lnTo>
                <a:cubicBezTo>
                  <a:pt x="5645731" y="84806"/>
                  <a:pt x="5644423" y="77381"/>
                  <a:pt x="5640503" y="71235"/>
                </a:cubicBezTo>
                <a:cubicBezTo>
                  <a:pt x="5634752" y="62020"/>
                  <a:pt x="5623514" y="57148"/>
                  <a:pt x="5608097" y="57148"/>
                </a:cubicBezTo>
                <a:cubicBezTo>
                  <a:pt x="5583527" y="57148"/>
                  <a:pt x="5564190" y="69699"/>
                  <a:pt x="5564190" y="85830"/>
                </a:cubicBezTo>
                <a:cubicBezTo>
                  <a:pt x="5564190" y="91722"/>
                  <a:pt x="5569414" y="96840"/>
                  <a:pt x="5575428" y="96840"/>
                </a:cubicBezTo>
                <a:cubicBezTo>
                  <a:pt x="5581697" y="96840"/>
                  <a:pt x="5587188" y="91722"/>
                  <a:pt x="5587188" y="86088"/>
                </a:cubicBezTo>
                <a:cubicBezTo>
                  <a:pt x="5587188" y="85064"/>
                  <a:pt x="5586925" y="83781"/>
                  <a:pt x="5586666" y="81991"/>
                </a:cubicBezTo>
                <a:cubicBezTo>
                  <a:pt x="5586143" y="79688"/>
                  <a:pt x="5585880" y="77639"/>
                  <a:pt x="5585880" y="75845"/>
                </a:cubicBezTo>
                <a:cubicBezTo>
                  <a:pt x="5585880" y="68932"/>
                  <a:pt x="5594243" y="63298"/>
                  <a:pt x="5604699" y="63298"/>
                </a:cubicBezTo>
                <a:cubicBezTo>
                  <a:pt x="5617504" y="63298"/>
                  <a:pt x="5624559" y="70723"/>
                  <a:pt x="5624559" y="84552"/>
                </a:cubicBezTo>
                <a:lnTo>
                  <a:pt x="5624559" y="100171"/>
                </a:lnTo>
                <a:cubicBezTo>
                  <a:pt x="5584313" y="116045"/>
                  <a:pt x="5579870" y="118093"/>
                  <a:pt x="5568632" y="127825"/>
                </a:cubicBezTo>
                <a:cubicBezTo>
                  <a:pt x="5562882" y="132946"/>
                  <a:pt x="5559221" y="141649"/>
                  <a:pt x="5559221" y="150098"/>
                </a:cubicBezTo>
                <a:cubicBezTo>
                  <a:pt x="5559221" y="166234"/>
                  <a:pt x="5570722" y="177505"/>
                  <a:pt x="5586666" y="177505"/>
                </a:cubicBezTo>
                <a:cubicBezTo>
                  <a:pt x="5598163" y="177505"/>
                  <a:pt x="5608878" y="172126"/>
                  <a:pt x="5624822" y="158801"/>
                </a:cubicBezTo>
                <a:cubicBezTo>
                  <a:pt x="5626130" y="172126"/>
                  <a:pt x="5630832" y="177505"/>
                  <a:pt x="5641547" y="177505"/>
                </a:cubicBezTo>
                <a:cubicBezTo>
                  <a:pt x="5650432" y="177505"/>
                  <a:pt x="5655924" y="174432"/>
                  <a:pt x="5665068" y="164697"/>
                </a:cubicBezTo>
                <a:lnTo>
                  <a:pt x="5665068" y="158039"/>
                </a:lnTo>
                <a:moveTo>
                  <a:pt x="5624559" y="143428"/>
                </a:moveTo>
                <a:cubicBezTo>
                  <a:pt x="5624559" y="151373"/>
                  <a:pt x="5623255" y="153680"/>
                  <a:pt x="5617763" y="156753"/>
                </a:cubicBezTo>
                <a:cubicBezTo>
                  <a:pt x="5611494" y="160342"/>
                  <a:pt x="5604177" y="162645"/>
                  <a:pt x="5598685" y="162645"/>
                </a:cubicBezTo>
                <a:cubicBezTo>
                  <a:pt x="5589541" y="162645"/>
                  <a:pt x="5582223" y="153934"/>
                  <a:pt x="5582223" y="142916"/>
                </a:cubicBezTo>
                <a:lnTo>
                  <a:pt x="5582223" y="141892"/>
                </a:lnTo>
                <a:cubicBezTo>
                  <a:pt x="5582223" y="126773"/>
                  <a:pt x="5592935" y="117550"/>
                  <a:pt x="5624559" y="106274"/>
                </a:cubicBezTo>
                <a:lnTo>
                  <a:pt x="5624559" y="143428"/>
                </a:lnTo>
                <a:close/>
                <a:moveTo>
                  <a:pt x="5747917" y="94498"/>
                </a:moveTo>
                <a:lnTo>
                  <a:pt x="5746873" y="59651"/>
                </a:lnTo>
                <a:lnTo>
                  <a:pt x="5743997" y="59651"/>
                </a:lnTo>
                <a:lnTo>
                  <a:pt x="5743475" y="60167"/>
                </a:lnTo>
                <a:cubicBezTo>
                  <a:pt x="5741122" y="61957"/>
                  <a:pt x="5740863" y="62215"/>
                  <a:pt x="5739818" y="62215"/>
                </a:cubicBezTo>
                <a:cubicBezTo>
                  <a:pt x="5738251" y="62215"/>
                  <a:pt x="5735635" y="61703"/>
                  <a:pt x="5732759" y="60421"/>
                </a:cubicBezTo>
                <a:cubicBezTo>
                  <a:pt x="5727009" y="58427"/>
                  <a:pt x="5721262" y="57399"/>
                  <a:pt x="5714467" y="57399"/>
                </a:cubicBezTo>
                <a:cubicBezTo>
                  <a:pt x="5693817" y="57399"/>
                  <a:pt x="5678922" y="70465"/>
                  <a:pt x="5678922" y="88903"/>
                </a:cubicBezTo>
                <a:cubicBezTo>
                  <a:pt x="5678922" y="103240"/>
                  <a:pt x="5687285" y="113484"/>
                  <a:pt x="5709502" y="125776"/>
                </a:cubicBezTo>
                <a:lnTo>
                  <a:pt x="5724660" y="134229"/>
                </a:lnTo>
                <a:cubicBezTo>
                  <a:pt x="5733804" y="139350"/>
                  <a:pt x="5738251" y="145496"/>
                  <a:pt x="5738251" y="153433"/>
                </a:cubicBezTo>
                <a:cubicBezTo>
                  <a:pt x="5738251" y="164701"/>
                  <a:pt x="5729884" y="171871"/>
                  <a:pt x="5716556" y="171871"/>
                </a:cubicBezTo>
                <a:cubicBezTo>
                  <a:pt x="5707671" y="171871"/>
                  <a:pt x="5699568" y="168540"/>
                  <a:pt x="5694603" y="162906"/>
                </a:cubicBezTo>
                <a:cubicBezTo>
                  <a:pt x="5689116" y="156506"/>
                  <a:pt x="5686763" y="150614"/>
                  <a:pt x="5683365" y="136019"/>
                </a:cubicBezTo>
                <a:lnTo>
                  <a:pt x="5679182" y="136019"/>
                </a:lnTo>
                <a:lnTo>
                  <a:pt x="5679182" y="175969"/>
                </a:lnTo>
                <a:lnTo>
                  <a:pt x="5682579" y="175969"/>
                </a:lnTo>
                <a:cubicBezTo>
                  <a:pt x="5684410" y="173408"/>
                  <a:pt x="5685455" y="172896"/>
                  <a:pt x="5688593" y="172896"/>
                </a:cubicBezTo>
                <a:cubicBezTo>
                  <a:pt x="5690946" y="172954"/>
                  <a:pt x="5694603" y="173467"/>
                  <a:pt x="5700613" y="175003"/>
                </a:cubicBezTo>
                <a:cubicBezTo>
                  <a:pt x="5707931" y="176481"/>
                  <a:pt x="5714989" y="177505"/>
                  <a:pt x="5719691" y="177505"/>
                </a:cubicBezTo>
                <a:cubicBezTo>
                  <a:pt x="5739818" y="177505"/>
                  <a:pt x="5756543" y="162652"/>
                  <a:pt x="5756543" y="144726"/>
                </a:cubicBezTo>
                <a:cubicBezTo>
                  <a:pt x="5756543" y="131922"/>
                  <a:pt x="5750270" y="123473"/>
                  <a:pt x="5734590" y="114254"/>
                </a:cubicBezTo>
                <a:lnTo>
                  <a:pt x="5706363" y="97864"/>
                </a:lnTo>
                <a:cubicBezTo>
                  <a:pt x="5699045" y="93767"/>
                  <a:pt x="5695125" y="87367"/>
                  <a:pt x="5695125" y="80450"/>
                </a:cubicBezTo>
                <a:cubicBezTo>
                  <a:pt x="5695125" y="70207"/>
                  <a:pt x="5703229" y="63036"/>
                  <a:pt x="5715248" y="63036"/>
                </a:cubicBezTo>
                <a:cubicBezTo>
                  <a:pt x="5730147" y="63036"/>
                  <a:pt x="5737988" y="71743"/>
                  <a:pt x="5743997" y="94537"/>
                </a:cubicBezTo>
                <a:lnTo>
                  <a:pt x="5747917" y="94498"/>
                </a:lnTo>
                <a:close/>
                <a:moveTo>
                  <a:pt x="5847231" y="75086"/>
                </a:moveTo>
                <a:cubicBezTo>
                  <a:pt x="5850892" y="74316"/>
                  <a:pt x="5853244" y="74058"/>
                  <a:pt x="5856379" y="74058"/>
                </a:cubicBezTo>
                <a:cubicBezTo>
                  <a:pt x="5862911" y="74058"/>
                  <a:pt x="5865264" y="78159"/>
                  <a:pt x="5865264" y="89431"/>
                </a:cubicBezTo>
                <a:lnTo>
                  <a:pt x="5865264" y="153484"/>
                </a:lnTo>
                <a:cubicBezTo>
                  <a:pt x="5865264" y="166292"/>
                  <a:pt x="5863434" y="168087"/>
                  <a:pt x="5846708" y="171160"/>
                </a:cubicBezTo>
                <a:lnTo>
                  <a:pt x="5846708" y="175003"/>
                </a:lnTo>
                <a:lnTo>
                  <a:pt x="5909434" y="175003"/>
                </a:lnTo>
                <a:lnTo>
                  <a:pt x="5909434" y="171160"/>
                </a:lnTo>
                <a:cubicBezTo>
                  <a:pt x="5891660" y="170394"/>
                  <a:pt x="5887217" y="166550"/>
                  <a:pt x="5887217" y="151948"/>
                </a:cubicBezTo>
                <a:lnTo>
                  <a:pt x="5887217" y="94299"/>
                </a:lnTo>
                <a:cubicBezTo>
                  <a:pt x="5887217" y="86100"/>
                  <a:pt x="5898455" y="73292"/>
                  <a:pt x="5905514" y="73292"/>
                </a:cubicBezTo>
                <a:cubicBezTo>
                  <a:pt x="5907081" y="73292"/>
                  <a:pt x="5909434" y="74574"/>
                  <a:pt x="5912309" y="77135"/>
                </a:cubicBezTo>
                <a:cubicBezTo>
                  <a:pt x="5916489" y="80720"/>
                  <a:pt x="5919364" y="82257"/>
                  <a:pt x="5922762" y="82257"/>
                </a:cubicBezTo>
                <a:cubicBezTo>
                  <a:pt x="5929035" y="82257"/>
                  <a:pt x="5932955" y="77901"/>
                  <a:pt x="5932955" y="70731"/>
                </a:cubicBezTo>
                <a:cubicBezTo>
                  <a:pt x="5932955" y="62274"/>
                  <a:pt x="5927468" y="57148"/>
                  <a:pt x="5918582" y="57148"/>
                </a:cubicBezTo>
                <a:cubicBezTo>
                  <a:pt x="5907604" y="57148"/>
                  <a:pt x="5900027" y="63044"/>
                  <a:pt x="5887217" y="81232"/>
                </a:cubicBezTo>
                <a:lnTo>
                  <a:pt x="5887217" y="57665"/>
                </a:lnTo>
                <a:lnTo>
                  <a:pt x="5885913" y="57148"/>
                </a:lnTo>
                <a:cubicBezTo>
                  <a:pt x="5872059" y="62786"/>
                  <a:pt x="5862652" y="66117"/>
                  <a:pt x="5847231" y="70985"/>
                </a:cubicBezTo>
                <a:lnTo>
                  <a:pt x="5847231" y="75086"/>
                </a:lnTo>
                <a:close/>
                <a:moveTo>
                  <a:pt x="6039063" y="132911"/>
                </a:moveTo>
                <a:cubicBezTo>
                  <a:pt x="6026521" y="152393"/>
                  <a:pt x="6015279" y="159830"/>
                  <a:pt x="5998554" y="159830"/>
                </a:cubicBezTo>
                <a:cubicBezTo>
                  <a:pt x="5983659" y="159830"/>
                  <a:pt x="5972421" y="152393"/>
                  <a:pt x="5964840" y="137783"/>
                </a:cubicBezTo>
                <a:cubicBezTo>
                  <a:pt x="5960135" y="128040"/>
                  <a:pt x="5958308" y="119579"/>
                  <a:pt x="5957786" y="103940"/>
                </a:cubicBezTo>
                <a:lnTo>
                  <a:pt x="6038282" y="103940"/>
                </a:lnTo>
                <a:cubicBezTo>
                  <a:pt x="6036188" y="87316"/>
                  <a:pt x="6033576" y="79911"/>
                  <a:pt x="6027044" y="71740"/>
                </a:cubicBezTo>
                <a:cubicBezTo>
                  <a:pt x="6019200" y="62532"/>
                  <a:pt x="6007180" y="57148"/>
                  <a:pt x="5993589" y="57148"/>
                </a:cubicBezTo>
                <a:cubicBezTo>
                  <a:pt x="5980521" y="57148"/>
                  <a:pt x="5968238" y="61762"/>
                  <a:pt x="5958308" y="70461"/>
                </a:cubicBezTo>
                <a:cubicBezTo>
                  <a:pt x="5946021" y="80931"/>
                  <a:pt x="5938967" y="99072"/>
                  <a:pt x="5938967" y="120091"/>
                </a:cubicBezTo>
                <a:cubicBezTo>
                  <a:pt x="5938967" y="155470"/>
                  <a:pt x="5957786" y="177505"/>
                  <a:pt x="5987839" y="177505"/>
                </a:cubicBezTo>
                <a:cubicBezTo>
                  <a:pt x="6012667" y="177505"/>
                  <a:pt x="6032268" y="162390"/>
                  <a:pt x="6043247" y="134706"/>
                </a:cubicBezTo>
                <a:lnTo>
                  <a:pt x="6039063" y="132911"/>
                </a:lnTo>
                <a:moveTo>
                  <a:pt x="5958308" y="95741"/>
                </a:moveTo>
                <a:cubicBezTo>
                  <a:pt x="5961179" y="75825"/>
                  <a:pt x="5970068" y="66375"/>
                  <a:pt x="5986008" y="66375"/>
                </a:cubicBezTo>
                <a:cubicBezTo>
                  <a:pt x="6001952" y="66375"/>
                  <a:pt x="6008225" y="73526"/>
                  <a:pt x="6011623" y="95741"/>
                </a:cubicBezTo>
                <a:lnTo>
                  <a:pt x="5958308" y="95741"/>
                </a:lnTo>
                <a:close/>
                <a:moveTo>
                  <a:pt x="6166865" y="59651"/>
                </a:moveTo>
                <a:lnTo>
                  <a:pt x="6130539" y="59651"/>
                </a:lnTo>
                <a:lnTo>
                  <a:pt x="6130539" y="63498"/>
                </a:lnTo>
                <a:cubicBezTo>
                  <a:pt x="6138902" y="64264"/>
                  <a:pt x="6142822" y="66825"/>
                  <a:pt x="6142822" y="71693"/>
                </a:cubicBezTo>
                <a:cubicBezTo>
                  <a:pt x="6142822" y="74253"/>
                  <a:pt x="6142299" y="76814"/>
                  <a:pt x="6141254" y="79379"/>
                </a:cubicBezTo>
                <a:lnTo>
                  <a:pt x="6115381" y="145719"/>
                </a:lnTo>
                <a:lnTo>
                  <a:pt x="6088722" y="80145"/>
                </a:lnTo>
                <a:cubicBezTo>
                  <a:pt x="6087154" y="76560"/>
                  <a:pt x="6086369" y="72975"/>
                  <a:pt x="6086369" y="70668"/>
                </a:cubicBezTo>
                <a:cubicBezTo>
                  <a:pt x="6086369" y="66059"/>
                  <a:pt x="6089244" y="64264"/>
                  <a:pt x="6098392" y="63498"/>
                </a:cubicBezTo>
                <a:lnTo>
                  <a:pt x="6098392" y="59651"/>
                </a:lnTo>
                <a:lnTo>
                  <a:pt x="6047167" y="59651"/>
                </a:lnTo>
                <a:lnTo>
                  <a:pt x="6047167" y="63498"/>
                </a:lnTo>
                <a:cubicBezTo>
                  <a:pt x="6057097" y="64010"/>
                  <a:pt x="6058928" y="66571"/>
                  <a:pt x="6070947" y="92954"/>
                </a:cubicBezTo>
                <a:lnTo>
                  <a:pt x="6102312" y="166468"/>
                </a:lnTo>
                <a:cubicBezTo>
                  <a:pt x="6102835" y="168005"/>
                  <a:pt x="6103616" y="169799"/>
                  <a:pt x="6104402" y="171848"/>
                </a:cubicBezTo>
                <a:cubicBezTo>
                  <a:pt x="6105969" y="176458"/>
                  <a:pt x="6107541" y="178506"/>
                  <a:pt x="6109108" y="178506"/>
                </a:cubicBezTo>
                <a:cubicBezTo>
                  <a:pt x="6110675" y="178506"/>
                  <a:pt x="6112505" y="175179"/>
                  <a:pt x="6116426" y="165698"/>
                </a:cubicBezTo>
                <a:lnTo>
                  <a:pt x="6149876" y="83477"/>
                </a:lnTo>
                <a:cubicBezTo>
                  <a:pt x="6157457" y="66059"/>
                  <a:pt x="6159025" y="64264"/>
                  <a:pt x="6166865" y="63498"/>
                </a:cubicBezTo>
                <a:lnTo>
                  <a:pt x="6166865" y="59651"/>
                </a:lnTo>
                <a:close/>
                <a:moveTo>
                  <a:pt x="6275589" y="132911"/>
                </a:moveTo>
                <a:cubicBezTo>
                  <a:pt x="6263047" y="152393"/>
                  <a:pt x="6251805" y="159830"/>
                  <a:pt x="6235079" y="159830"/>
                </a:cubicBezTo>
                <a:cubicBezTo>
                  <a:pt x="6220185" y="159830"/>
                  <a:pt x="6208947" y="152393"/>
                  <a:pt x="6201366" y="137783"/>
                </a:cubicBezTo>
                <a:cubicBezTo>
                  <a:pt x="6196660" y="128040"/>
                  <a:pt x="6194833" y="119579"/>
                  <a:pt x="6194311" y="103940"/>
                </a:cubicBezTo>
                <a:lnTo>
                  <a:pt x="6274807" y="103940"/>
                </a:lnTo>
                <a:cubicBezTo>
                  <a:pt x="6272713" y="87316"/>
                  <a:pt x="6270101" y="79911"/>
                  <a:pt x="6263569" y="71740"/>
                </a:cubicBezTo>
                <a:cubicBezTo>
                  <a:pt x="6255725" y="62532"/>
                  <a:pt x="6243705" y="57148"/>
                  <a:pt x="6230114" y="57148"/>
                </a:cubicBezTo>
                <a:cubicBezTo>
                  <a:pt x="6217046" y="57148"/>
                  <a:pt x="6204763" y="61762"/>
                  <a:pt x="6194833" y="70461"/>
                </a:cubicBezTo>
                <a:cubicBezTo>
                  <a:pt x="6182547" y="80931"/>
                  <a:pt x="6175492" y="99072"/>
                  <a:pt x="6175492" y="120091"/>
                </a:cubicBezTo>
                <a:cubicBezTo>
                  <a:pt x="6175492" y="155470"/>
                  <a:pt x="6194311" y="177505"/>
                  <a:pt x="6224364" y="177505"/>
                </a:cubicBezTo>
                <a:cubicBezTo>
                  <a:pt x="6249193" y="177505"/>
                  <a:pt x="6268793" y="162390"/>
                  <a:pt x="6279772" y="134706"/>
                </a:cubicBezTo>
                <a:lnTo>
                  <a:pt x="6275589" y="132911"/>
                </a:lnTo>
                <a:moveTo>
                  <a:pt x="6194833" y="95741"/>
                </a:moveTo>
                <a:cubicBezTo>
                  <a:pt x="6197705" y="75825"/>
                  <a:pt x="6206594" y="66375"/>
                  <a:pt x="6222533" y="66375"/>
                </a:cubicBezTo>
                <a:cubicBezTo>
                  <a:pt x="6238477" y="66375"/>
                  <a:pt x="6244750" y="73526"/>
                  <a:pt x="6248148" y="95741"/>
                </a:cubicBezTo>
                <a:lnTo>
                  <a:pt x="6194833" y="95741"/>
                </a:lnTo>
                <a:close/>
                <a:moveTo>
                  <a:pt x="6400513" y="158039"/>
                </a:moveTo>
                <a:cubicBezTo>
                  <a:pt x="6396071" y="161620"/>
                  <a:pt x="6392936" y="162903"/>
                  <a:pt x="6389016" y="162903"/>
                </a:cubicBezTo>
                <a:cubicBezTo>
                  <a:pt x="6383006" y="162903"/>
                  <a:pt x="6381176" y="159317"/>
                  <a:pt x="6381176" y="148053"/>
                </a:cubicBezTo>
                <a:lnTo>
                  <a:pt x="6381176" y="98122"/>
                </a:lnTo>
                <a:cubicBezTo>
                  <a:pt x="6381176" y="84806"/>
                  <a:pt x="6379868" y="77381"/>
                  <a:pt x="6375948" y="71235"/>
                </a:cubicBezTo>
                <a:cubicBezTo>
                  <a:pt x="6370197" y="62020"/>
                  <a:pt x="6358959" y="57148"/>
                  <a:pt x="6343542" y="57148"/>
                </a:cubicBezTo>
                <a:cubicBezTo>
                  <a:pt x="6318972" y="57148"/>
                  <a:pt x="6299635" y="69699"/>
                  <a:pt x="6299635" y="85830"/>
                </a:cubicBezTo>
                <a:cubicBezTo>
                  <a:pt x="6299635" y="91722"/>
                  <a:pt x="6304859" y="96840"/>
                  <a:pt x="6310873" y="96840"/>
                </a:cubicBezTo>
                <a:cubicBezTo>
                  <a:pt x="6317142" y="96840"/>
                  <a:pt x="6322633" y="91722"/>
                  <a:pt x="6322633" y="86088"/>
                </a:cubicBezTo>
                <a:cubicBezTo>
                  <a:pt x="6322633" y="85064"/>
                  <a:pt x="6322370" y="83781"/>
                  <a:pt x="6322111" y="81991"/>
                </a:cubicBezTo>
                <a:cubicBezTo>
                  <a:pt x="6321589" y="79688"/>
                  <a:pt x="6321325" y="77639"/>
                  <a:pt x="6321325" y="75845"/>
                </a:cubicBezTo>
                <a:cubicBezTo>
                  <a:pt x="6321325" y="68932"/>
                  <a:pt x="6329688" y="63298"/>
                  <a:pt x="6340144" y="63298"/>
                </a:cubicBezTo>
                <a:cubicBezTo>
                  <a:pt x="6352950" y="63298"/>
                  <a:pt x="6360004" y="70723"/>
                  <a:pt x="6360004" y="84552"/>
                </a:cubicBezTo>
                <a:lnTo>
                  <a:pt x="6360004" y="100171"/>
                </a:lnTo>
                <a:cubicBezTo>
                  <a:pt x="6319758" y="116045"/>
                  <a:pt x="6315316" y="118093"/>
                  <a:pt x="6304078" y="127825"/>
                </a:cubicBezTo>
                <a:cubicBezTo>
                  <a:pt x="6298327" y="132946"/>
                  <a:pt x="6294666" y="141649"/>
                  <a:pt x="6294666" y="150098"/>
                </a:cubicBezTo>
                <a:cubicBezTo>
                  <a:pt x="6294666" y="166234"/>
                  <a:pt x="6306167" y="177505"/>
                  <a:pt x="6322111" y="177505"/>
                </a:cubicBezTo>
                <a:cubicBezTo>
                  <a:pt x="6333608" y="177505"/>
                  <a:pt x="6344324" y="172126"/>
                  <a:pt x="6360267" y="158801"/>
                </a:cubicBezTo>
                <a:cubicBezTo>
                  <a:pt x="6361575" y="172126"/>
                  <a:pt x="6366277" y="177505"/>
                  <a:pt x="6376993" y="177505"/>
                </a:cubicBezTo>
                <a:cubicBezTo>
                  <a:pt x="6385878" y="177505"/>
                  <a:pt x="6391369" y="174432"/>
                  <a:pt x="6400513" y="164697"/>
                </a:cubicBezTo>
                <a:lnTo>
                  <a:pt x="6400513" y="158039"/>
                </a:lnTo>
                <a:moveTo>
                  <a:pt x="6360004" y="143428"/>
                </a:moveTo>
                <a:cubicBezTo>
                  <a:pt x="6360004" y="151373"/>
                  <a:pt x="6358700" y="153680"/>
                  <a:pt x="6353209" y="156753"/>
                </a:cubicBezTo>
                <a:cubicBezTo>
                  <a:pt x="6346940" y="160342"/>
                  <a:pt x="6339622" y="162645"/>
                  <a:pt x="6334131" y="162645"/>
                </a:cubicBezTo>
                <a:cubicBezTo>
                  <a:pt x="6324986" y="162645"/>
                  <a:pt x="6317668" y="153934"/>
                  <a:pt x="6317668" y="142916"/>
                </a:cubicBezTo>
                <a:lnTo>
                  <a:pt x="6317668" y="141892"/>
                </a:lnTo>
                <a:cubicBezTo>
                  <a:pt x="6317668" y="126773"/>
                  <a:pt x="6328380" y="117550"/>
                  <a:pt x="6360004" y="106274"/>
                </a:cubicBezTo>
                <a:lnTo>
                  <a:pt x="6360004" y="143428"/>
                </a:lnTo>
                <a:close/>
                <a:moveTo>
                  <a:pt x="6406005" y="15373"/>
                </a:moveTo>
                <a:lnTo>
                  <a:pt x="6407572" y="15373"/>
                </a:lnTo>
                <a:cubicBezTo>
                  <a:pt x="6410447" y="15119"/>
                  <a:pt x="6413582" y="14861"/>
                  <a:pt x="6415676" y="14861"/>
                </a:cubicBezTo>
                <a:cubicBezTo>
                  <a:pt x="6424038" y="14861"/>
                  <a:pt x="6426650" y="18450"/>
                  <a:pt x="6426650" y="30492"/>
                </a:cubicBezTo>
                <a:lnTo>
                  <a:pt x="6426650" y="152714"/>
                </a:lnTo>
                <a:cubicBezTo>
                  <a:pt x="6426650" y="166550"/>
                  <a:pt x="6422993" y="169881"/>
                  <a:pt x="6406527" y="171160"/>
                </a:cubicBezTo>
                <a:lnTo>
                  <a:pt x="6406527" y="175003"/>
                </a:lnTo>
                <a:lnTo>
                  <a:pt x="6468204" y="175003"/>
                </a:lnTo>
                <a:lnTo>
                  <a:pt x="6468204" y="171160"/>
                </a:lnTo>
                <a:cubicBezTo>
                  <a:pt x="6451742" y="170136"/>
                  <a:pt x="6448604" y="167575"/>
                  <a:pt x="6448604" y="153480"/>
                </a:cubicBezTo>
                <a:lnTo>
                  <a:pt x="6448604" y="512"/>
                </a:lnTo>
                <a:lnTo>
                  <a:pt x="6447559" y="0"/>
                </a:lnTo>
                <a:cubicBezTo>
                  <a:pt x="6433968" y="4355"/>
                  <a:pt x="6424038" y="6920"/>
                  <a:pt x="6406005" y="11276"/>
                </a:cubicBezTo>
                <a:lnTo>
                  <a:pt x="6406005" y="15373"/>
                </a:lnTo>
                <a:close/>
                <a:moveTo>
                  <a:pt x="6580325" y="132911"/>
                </a:moveTo>
                <a:cubicBezTo>
                  <a:pt x="6567783" y="152393"/>
                  <a:pt x="6556541" y="159830"/>
                  <a:pt x="6539816" y="159830"/>
                </a:cubicBezTo>
                <a:cubicBezTo>
                  <a:pt x="6524921" y="159830"/>
                  <a:pt x="6513683" y="152393"/>
                  <a:pt x="6506102" y="137783"/>
                </a:cubicBezTo>
                <a:cubicBezTo>
                  <a:pt x="6501396" y="128040"/>
                  <a:pt x="6499569" y="119579"/>
                  <a:pt x="6499047" y="103940"/>
                </a:cubicBezTo>
                <a:lnTo>
                  <a:pt x="6579543" y="103940"/>
                </a:lnTo>
                <a:cubicBezTo>
                  <a:pt x="6577450" y="87316"/>
                  <a:pt x="6574837" y="79911"/>
                  <a:pt x="6568305" y="71740"/>
                </a:cubicBezTo>
                <a:cubicBezTo>
                  <a:pt x="6560461" y="62532"/>
                  <a:pt x="6548441" y="57148"/>
                  <a:pt x="6534851" y="57148"/>
                </a:cubicBezTo>
                <a:cubicBezTo>
                  <a:pt x="6521782" y="57148"/>
                  <a:pt x="6509499" y="61762"/>
                  <a:pt x="6499569" y="70461"/>
                </a:cubicBezTo>
                <a:cubicBezTo>
                  <a:pt x="6487283" y="80931"/>
                  <a:pt x="6480228" y="99072"/>
                  <a:pt x="6480228" y="120091"/>
                </a:cubicBezTo>
                <a:cubicBezTo>
                  <a:pt x="6480228" y="155470"/>
                  <a:pt x="6499047" y="177505"/>
                  <a:pt x="6529100" y="177505"/>
                </a:cubicBezTo>
                <a:cubicBezTo>
                  <a:pt x="6553929" y="177505"/>
                  <a:pt x="6573529" y="162390"/>
                  <a:pt x="6584508" y="134706"/>
                </a:cubicBezTo>
                <a:lnTo>
                  <a:pt x="6580325" y="132911"/>
                </a:lnTo>
                <a:moveTo>
                  <a:pt x="6499569" y="95741"/>
                </a:moveTo>
                <a:cubicBezTo>
                  <a:pt x="6502441" y="75825"/>
                  <a:pt x="6511330" y="66375"/>
                  <a:pt x="6527270" y="66375"/>
                </a:cubicBezTo>
                <a:cubicBezTo>
                  <a:pt x="6543213" y="66375"/>
                  <a:pt x="6549486" y="73526"/>
                  <a:pt x="6552884" y="95741"/>
                </a:cubicBezTo>
                <a:lnTo>
                  <a:pt x="6499569" y="95741"/>
                </a:lnTo>
                <a:close/>
                <a:moveTo>
                  <a:pt x="6679640" y="177505"/>
                </a:moveTo>
                <a:lnTo>
                  <a:pt x="6718060" y="164185"/>
                </a:lnTo>
                <a:lnTo>
                  <a:pt x="6718060" y="160088"/>
                </a:lnTo>
                <a:cubicBezTo>
                  <a:pt x="6713354" y="160342"/>
                  <a:pt x="6712831" y="160342"/>
                  <a:pt x="6712046" y="160342"/>
                </a:cubicBezTo>
                <a:cubicBezTo>
                  <a:pt x="6702638" y="160342"/>
                  <a:pt x="6700549" y="157527"/>
                  <a:pt x="6700549" y="145747"/>
                </a:cubicBezTo>
                <a:lnTo>
                  <a:pt x="6700549" y="524"/>
                </a:lnTo>
                <a:lnTo>
                  <a:pt x="6699241" y="12"/>
                </a:lnTo>
                <a:cubicBezTo>
                  <a:pt x="6686695" y="4367"/>
                  <a:pt x="6677550" y="6928"/>
                  <a:pt x="6660821" y="11287"/>
                </a:cubicBezTo>
                <a:lnTo>
                  <a:pt x="6660821" y="15385"/>
                </a:lnTo>
                <a:cubicBezTo>
                  <a:pt x="6662915" y="15131"/>
                  <a:pt x="6664482" y="15131"/>
                  <a:pt x="6666572" y="15131"/>
                </a:cubicBezTo>
                <a:cubicBezTo>
                  <a:pt x="6676242" y="15131"/>
                  <a:pt x="6678595" y="17692"/>
                  <a:pt x="6678595" y="28197"/>
                </a:cubicBezTo>
                <a:lnTo>
                  <a:pt x="6678595" y="68166"/>
                </a:lnTo>
                <a:cubicBezTo>
                  <a:pt x="6668661" y="59967"/>
                  <a:pt x="6661607" y="57148"/>
                  <a:pt x="6651150" y="57148"/>
                </a:cubicBezTo>
                <a:cubicBezTo>
                  <a:pt x="6621097" y="57148"/>
                  <a:pt x="6596791" y="86088"/>
                  <a:pt x="6596791" y="122449"/>
                </a:cubicBezTo>
                <a:cubicBezTo>
                  <a:pt x="6596791" y="155220"/>
                  <a:pt x="6616392" y="177505"/>
                  <a:pt x="6645140" y="177505"/>
                </a:cubicBezTo>
                <a:cubicBezTo>
                  <a:pt x="6659776" y="177505"/>
                  <a:pt x="6669710" y="172384"/>
                  <a:pt x="6678595" y="160342"/>
                </a:cubicBezTo>
                <a:lnTo>
                  <a:pt x="6678595" y="176739"/>
                </a:lnTo>
                <a:lnTo>
                  <a:pt x="6679640" y="177505"/>
                </a:lnTo>
                <a:moveTo>
                  <a:pt x="6678595" y="148820"/>
                </a:moveTo>
                <a:cubicBezTo>
                  <a:pt x="6678595" y="150614"/>
                  <a:pt x="6676765" y="153687"/>
                  <a:pt x="6674153" y="156502"/>
                </a:cubicBezTo>
                <a:cubicBezTo>
                  <a:pt x="6669447" y="161624"/>
                  <a:pt x="6662915" y="164185"/>
                  <a:pt x="6655334" y="164185"/>
                </a:cubicBezTo>
                <a:cubicBezTo>
                  <a:pt x="6633643" y="164185"/>
                  <a:pt x="6619267" y="143698"/>
                  <a:pt x="6619267" y="112205"/>
                </a:cubicBezTo>
                <a:cubicBezTo>
                  <a:pt x="6619267" y="83273"/>
                  <a:pt x="6632072" y="64327"/>
                  <a:pt x="6651936" y="64327"/>
                </a:cubicBezTo>
                <a:cubicBezTo>
                  <a:pt x="6665790" y="64327"/>
                  <a:pt x="6678595" y="76357"/>
                  <a:pt x="6678595" y="89928"/>
                </a:cubicBezTo>
                <a:lnTo>
                  <a:pt x="6678595" y="148820"/>
                </a:lnTo>
                <a:close/>
                <a:moveTo>
                  <a:pt x="6838544" y="524"/>
                </a:moveTo>
                <a:lnTo>
                  <a:pt x="6837236" y="12"/>
                </a:lnTo>
                <a:cubicBezTo>
                  <a:pt x="6826257" y="3855"/>
                  <a:pt x="6819202" y="5904"/>
                  <a:pt x="6806919" y="9235"/>
                </a:cubicBezTo>
                <a:lnTo>
                  <a:pt x="6799338" y="11287"/>
                </a:lnTo>
                <a:lnTo>
                  <a:pt x="6799338" y="15385"/>
                </a:lnTo>
                <a:cubicBezTo>
                  <a:pt x="6800906" y="15131"/>
                  <a:pt x="6801950" y="15131"/>
                  <a:pt x="6803781" y="15131"/>
                </a:cubicBezTo>
                <a:cubicBezTo>
                  <a:pt x="6814237" y="15131"/>
                  <a:pt x="6816586" y="17433"/>
                  <a:pt x="6816586" y="28197"/>
                </a:cubicBezTo>
                <a:lnTo>
                  <a:pt x="6816586" y="161116"/>
                </a:lnTo>
                <a:cubicBezTo>
                  <a:pt x="6816586" y="169053"/>
                  <a:pt x="6838803" y="177505"/>
                  <a:pt x="6859711" y="177505"/>
                </a:cubicBezTo>
                <a:cubicBezTo>
                  <a:pt x="6894211" y="177505"/>
                  <a:pt x="6920866" y="149336"/>
                  <a:pt x="6920866" y="112721"/>
                </a:cubicBezTo>
                <a:cubicBezTo>
                  <a:pt x="6920866" y="81228"/>
                  <a:pt x="6901006" y="57148"/>
                  <a:pt x="6874870" y="57148"/>
                </a:cubicBezTo>
                <a:cubicBezTo>
                  <a:pt x="6858926" y="57148"/>
                  <a:pt x="6843768" y="66375"/>
                  <a:pt x="6838544" y="78926"/>
                </a:cubicBezTo>
                <a:lnTo>
                  <a:pt x="6838544" y="524"/>
                </a:lnTo>
                <a:moveTo>
                  <a:pt x="6838544" y="92496"/>
                </a:moveTo>
                <a:cubicBezTo>
                  <a:pt x="6838544" y="82511"/>
                  <a:pt x="6850826" y="73292"/>
                  <a:pt x="6864417" y="73292"/>
                </a:cubicBezTo>
                <a:cubicBezTo>
                  <a:pt x="6884799" y="73292"/>
                  <a:pt x="6897868" y="93263"/>
                  <a:pt x="6897868" y="124501"/>
                </a:cubicBezTo>
                <a:cubicBezTo>
                  <a:pt x="6897868" y="152921"/>
                  <a:pt x="6885322" y="169307"/>
                  <a:pt x="6863895" y="169307"/>
                </a:cubicBezTo>
                <a:cubicBezTo>
                  <a:pt x="6850304" y="169307"/>
                  <a:pt x="6838544" y="163419"/>
                  <a:pt x="6838544" y="157018"/>
                </a:cubicBezTo>
                <a:lnTo>
                  <a:pt x="6838544" y="92496"/>
                </a:lnTo>
                <a:close/>
                <a:moveTo>
                  <a:pt x="7053373" y="59651"/>
                </a:moveTo>
                <a:lnTo>
                  <a:pt x="7018092" y="59651"/>
                </a:lnTo>
                <a:lnTo>
                  <a:pt x="7018092" y="63498"/>
                </a:lnTo>
                <a:cubicBezTo>
                  <a:pt x="7026454" y="63498"/>
                  <a:pt x="7030638" y="65801"/>
                  <a:pt x="7030638" y="69902"/>
                </a:cubicBezTo>
                <a:cubicBezTo>
                  <a:pt x="7030638" y="70926"/>
                  <a:pt x="7030374" y="72463"/>
                  <a:pt x="7029589" y="74257"/>
                </a:cubicBezTo>
                <a:lnTo>
                  <a:pt x="7004238" y="144973"/>
                </a:lnTo>
                <a:lnTo>
                  <a:pt x="6974185" y="80149"/>
                </a:lnTo>
                <a:cubicBezTo>
                  <a:pt x="6972613" y="76564"/>
                  <a:pt x="6971568" y="73233"/>
                  <a:pt x="6971568" y="70414"/>
                </a:cubicBezTo>
                <a:cubicBezTo>
                  <a:pt x="6971568" y="65801"/>
                  <a:pt x="6975489" y="64010"/>
                  <a:pt x="6986727" y="63498"/>
                </a:cubicBezTo>
                <a:lnTo>
                  <a:pt x="6986727" y="59651"/>
                </a:lnTo>
                <a:lnTo>
                  <a:pt x="6932890" y="59651"/>
                </a:lnTo>
                <a:lnTo>
                  <a:pt x="6932890" y="63240"/>
                </a:lnTo>
                <a:cubicBezTo>
                  <a:pt x="6939685" y="64264"/>
                  <a:pt x="6944128" y="67083"/>
                  <a:pt x="6946217" y="71438"/>
                </a:cubicBezTo>
                <a:lnTo>
                  <a:pt x="6976011" y="134471"/>
                </a:lnTo>
                <a:lnTo>
                  <a:pt x="6976797" y="136520"/>
                </a:lnTo>
                <a:lnTo>
                  <a:pt x="6980717" y="144206"/>
                </a:lnTo>
                <a:cubicBezTo>
                  <a:pt x="6988035" y="157018"/>
                  <a:pt x="6992218" y="166241"/>
                  <a:pt x="6992218" y="170085"/>
                </a:cubicBezTo>
                <a:cubicBezTo>
                  <a:pt x="6992218" y="173928"/>
                  <a:pt x="6986204" y="190067"/>
                  <a:pt x="6981762" y="197754"/>
                </a:cubicBezTo>
                <a:cubicBezTo>
                  <a:pt x="6978105" y="204416"/>
                  <a:pt x="6972354" y="209284"/>
                  <a:pt x="6968693" y="209284"/>
                </a:cubicBezTo>
                <a:cubicBezTo>
                  <a:pt x="6967126" y="209284"/>
                  <a:pt x="6964773" y="208771"/>
                  <a:pt x="6962161" y="207493"/>
                </a:cubicBezTo>
                <a:cubicBezTo>
                  <a:pt x="6957196" y="205698"/>
                  <a:pt x="6952754" y="204674"/>
                  <a:pt x="6948311" y="204674"/>
                </a:cubicBezTo>
                <a:cubicBezTo>
                  <a:pt x="6942297" y="204674"/>
                  <a:pt x="6937073" y="209800"/>
                  <a:pt x="6937073" y="215946"/>
                </a:cubicBezTo>
                <a:cubicBezTo>
                  <a:pt x="6937073" y="224403"/>
                  <a:pt x="6945436" y="230811"/>
                  <a:pt x="6956410" y="230811"/>
                </a:cubicBezTo>
                <a:cubicBezTo>
                  <a:pt x="6973921" y="230811"/>
                  <a:pt x="6986467" y="216462"/>
                  <a:pt x="7000581" y="179566"/>
                </a:cubicBezTo>
                <a:lnTo>
                  <a:pt x="7040827" y="75028"/>
                </a:lnTo>
                <a:cubicBezTo>
                  <a:pt x="7044224" y="66825"/>
                  <a:pt x="7047100" y="64264"/>
                  <a:pt x="7053373" y="63498"/>
                </a:cubicBezTo>
                <a:lnTo>
                  <a:pt x="7053373" y="59651"/>
                </a:lnTo>
                <a:close/>
                <a:moveTo>
                  <a:pt x="7314204" y="28162"/>
                </a:moveTo>
                <a:lnTo>
                  <a:pt x="7314204" y="144253"/>
                </a:lnTo>
                <a:cubicBezTo>
                  <a:pt x="7314204" y="165522"/>
                  <a:pt x="7311065" y="168857"/>
                  <a:pt x="7290420" y="170136"/>
                </a:cubicBezTo>
                <a:lnTo>
                  <a:pt x="7290420" y="175003"/>
                </a:lnTo>
                <a:lnTo>
                  <a:pt x="7363598" y="175003"/>
                </a:lnTo>
                <a:lnTo>
                  <a:pt x="7363598" y="170136"/>
                </a:lnTo>
                <a:cubicBezTo>
                  <a:pt x="7344520" y="168857"/>
                  <a:pt x="7340863" y="165268"/>
                  <a:pt x="7340863" y="147072"/>
                </a:cubicBezTo>
                <a:lnTo>
                  <a:pt x="7340863" y="33287"/>
                </a:lnTo>
                <a:cubicBezTo>
                  <a:pt x="7340863" y="15092"/>
                  <a:pt x="7344260" y="11760"/>
                  <a:pt x="7363598" y="10224"/>
                </a:cubicBezTo>
                <a:lnTo>
                  <a:pt x="7363598" y="5352"/>
                </a:lnTo>
                <a:lnTo>
                  <a:pt x="7311587" y="5352"/>
                </a:lnTo>
                <a:lnTo>
                  <a:pt x="7253830" y="134772"/>
                </a:lnTo>
                <a:lnTo>
                  <a:pt x="7193457" y="5352"/>
                </a:lnTo>
                <a:lnTo>
                  <a:pt x="7141710" y="5352"/>
                </a:lnTo>
                <a:lnTo>
                  <a:pt x="7141710" y="10224"/>
                </a:lnTo>
                <a:cubicBezTo>
                  <a:pt x="7163141" y="11502"/>
                  <a:pt x="7166539" y="14579"/>
                  <a:pt x="7166539" y="33287"/>
                </a:cubicBezTo>
                <a:lnTo>
                  <a:pt x="7166539" y="137333"/>
                </a:lnTo>
                <a:cubicBezTo>
                  <a:pt x="7166539" y="163731"/>
                  <a:pt x="7162878" y="168599"/>
                  <a:pt x="7141188" y="170136"/>
                </a:cubicBezTo>
                <a:lnTo>
                  <a:pt x="7141188" y="175003"/>
                </a:lnTo>
                <a:lnTo>
                  <a:pt x="7202606" y="175003"/>
                </a:lnTo>
                <a:lnTo>
                  <a:pt x="7202606" y="170136"/>
                </a:lnTo>
                <a:cubicBezTo>
                  <a:pt x="7182483" y="169111"/>
                  <a:pt x="7178040" y="163219"/>
                  <a:pt x="7178040" y="137333"/>
                </a:cubicBezTo>
                <a:lnTo>
                  <a:pt x="7178040" y="34054"/>
                </a:lnTo>
                <a:lnTo>
                  <a:pt x="7243637" y="175003"/>
                </a:lnTo>
                <a:lnTo>
                  <a:pt x="7247298" y="175003"/>
                </a:lnTo>
                <a:lnTo>
                  <a:pt x="7314204" y="28162"/>
                </a:lnTo>
                <a:close/>
                <a:moveTo>
                  <a:pt x="7495580" y="115779"/>
                </a:moveTo>
                <a:lnTo>
                  <a:pt x="7495580" y="56339"/>
                </a:lnTo>
                <a:lnTo>
                  <a:pt x="7489571" y="56339"/>
                </a:lnTo>
                <a:cubicBezTo>
                  <a:pt x="7486436" y="76834"/>
                  <a:pt x="7481730" y="80677"/>
                  <a:pt x="7460822" y="80677"/>
                </a:cubicBezTo>
                <a:lnTo>
                  <a:pt x="7422924" y="80677"/>
                </a:lnTo>
                <a:lnTo>
                  <a:pt x="7422924" y="23802"/>
                </a:lnTo>
                <a:cubicBezTo>
                  <a:pt x="7422924" y="16628"/>
                  <a:pt x="7424233" y="15092"/>
                  <a:pt x="7431287" y="15092"/>
                </a:cubicBezTo>
                <a:lnTo>
                  <a:pt x="7466831" y="15092"/>
                </a:lnTo>
                <a:cubicBezTo>
                  <a:pt x="7496366" y="15092"/>
                  <a:pt x="7502117" y="18935"/>
                  <a:pt x="7506559" y="41990"/>
                </a:cubicBezTo>
                <a:lnTo>
                  <a:pt x="7513091" y="41990"/>
                </a:lnTo>
                <a:lnTo>
                  <a:pt x="7512310" y="5352"/>
                </a:lnTo>
                <a:lnTo>
                  <a:pt x="7373530" y="5352"/>
                </a:lnTo>
                <a:lnTo>
                  <a:pt x="7373530" y="10224"/>
                </a:lnTo>
                <a:cubicBezTo>
                  <a:pt x="7392872" y="11760"/>
                  <a:pt x="7396269" y="15346"/>
                  <a:pt x="7396269" y="33280"/>
                </a:cubicBezTo>
                <a:lnTo>
                  <a:pt x="7396269" y="144245"/>
                </a:lnTo>
                <a:cubicBezTo>
                  <a:pt x="7396269" y="165522"/>
                  <a:pt x="7393394" y="168853"/>
                  <a:pt x="7373530" y="170136"/>
                </a:cubicBezTo>
                <a:lnTo>
                  <a:pt x="7373530" y="175003"/>
                </a:lnTo>
                <a:lnTo>
                  <a:pt x="7446708" y="175003"/>
                </a:lnTo>
                <a:lnTo>
                  <a:pt x="7446708" y="170136"/>
                </a:lnTo>
                <a:cubicBezTo>
                  <a:pt x="7426585" y="169111"/>
                  <a:pt x="7422924" y="165522"/>
                  <a:pt x="7422924" y="147064"/>
                </a:cubicBezTo>
                <a:lnTo>
                  <a:pt x="7422924" y="91179"/>
                </a:lnTo>
                <a:lnTo>
                  <a:pt x="7460822" y="91179"/>
                </a:lnTo>
                <a:cubicBezTo>
                  <a:pt x="7481990" y="91179"/>
                  <a:pt x="7486436" y="95026"/>
                  <a:pt x="7489571" y="115790"/>
                </a:cubicBezTo>
                <a:lnTo>
                  <a:pt x="7495580" y="115779"/>
                </a:lnTo>
                <a:close/>
                <a:moveTo>
                  <a:pt x="7698913" y="215801"/>
                </a:moveTo>
                <a:cubicBezTo>
                  <a:pt x="7669119" y="215035"/>
                  <a:pt x="7648210" y="203759"/>
                  <a:pt x="7627042" y="176856"/>
                </a:cubicBezTo>
                <a:cubicBezTo>
                  <a:pt x="7644813" y="173525"/>
                  <a:pt x="7654224" y="169170"/>
                  <a:pt x="7666244" y="158919"/>
                </a:cubicBezTo>
                <a:cubicBezTo>
                  <a:pt x="7685585" y="142009"/>
                  <a:pt x="7695515" y="118691"/>
                  <a:pt x="7695515" y="90248"/>
                </a:cubicBezTo>
                <a:cubicBezTo>
                  <a:pt x="7695515" y="38749"/>
                  <a:pt x="7659971" y="1849"/>
                  <a:pt x="7610054" y="1849"/>
                </a:cubicBezTo>
                <a:cubicBezTo>
                  <a:pt x="7560137" y="1849"/>
                  <a:pt x="7524593" y="38749"/>
                  <a:pt x="7524593" y="90764"/>
                </a:cubicBezTo>
                <a:cubicBezTo>
                  <a:pt x="7524593" y="115872"/>
                  <a:pt x="7532433" y="136883"/>
                  <a:pt x="7547850" y="153281"/>
                </a:cubicBezTo>
                <a:cubicBezTo>
                  <a:pt x="7558044" y="164044"/>
                  <a:pt x="7566410" y="169170"/>
                  <a:pt x="7584966" y="175316"/>
                </a:cubicBezTo>
                <a:lnTo>
                  <a:pt x="7597249" y="189411"/>
                </a:lnTo>
                <a:cubicBezTo>
                  <a:pt x="7615019" y="209651"/>
                  <a:pt x="7646643" y="220669"/>
                  <a:pt x="7688197" y="220669"/>
                </a:cubicBezTo>
                <a:cubicBezTo>
                  <a:pt x="7692117" y="220669"/>
                  <a:pt x="7694470" y="220669"/>
                  <a:pt x="7697346" y="220415"/>
                </a:cubicBezTo>
                <a:lnTo>
                  <a:pt x="7698913" y="220415"/>
                </a:lnTo>
                <a:lnTo>
                  <a:pt x="7698913" y="215801"/>
                </a:lnTo>
                <a:moveTo>
                  <a:pt x="7610840" y="11076"/>
                </a:moveTo>
                <a:cubicBezTo>
                  <a:pt x="7622078" y="11076"/>
                  <a:pt x="7634097" y="15944"/>
                  <a:pt x="7643245" y="23888"/>
                </a:cubicBezTo>
                <a:cubicBezTo>
                  <a:pt x="7657359" y="36184"/>
                  <a:pt x="7665721" y="60784"/>
                  <a:pt x="7665721" y="89736"/>
                </a:cubicBezTo>
                <a:cubicBezTo>
                  <a:pt x="7665721" y="115102"/>
                  <a:pt x="7658144" y="141239"/>
                  <a:pt x="7647688" y="153027"/>
                </a:cubicBezTo>
                <a:cubicBezTo>
                  <a:pt x="7638017" y="163532"/>
                  <a:pt x="7624430" y="169424"/>
                  <a:pt x="7610054" y="169424"/>
                </a:cubicBezTo>
                <a:cubicBezTo>
                  <a:pt x="7597508" y="169424"/>
                  <a:pt x="7586011" y="165069"/>
                  <a:pt x="7576599" y="156870"/>
                </a:cubicBezTo>
                <a:cubicBezTo>
                  <a:pt x="7562749" y="144828"/>
                  <a:pt x="7554387" y="119204"/>
                  <a:pt x="7554387" y="89224"/>
                </a:cubicBezTo>
                <a:cubicBezTo>
                  <a:pt x="7554387" y="64628"/>
                  <a:pt x="7561964" y="39516"/>
                  <a:pt x="7572679" y="27732"/>
                </a:cubicBezTo>
                <a:cubicBezTo>
                  <a:pt x="7583395" y="16456"/>
                  <a:pt x="7595681" y="11076"/>
                  <a:pt x="7610840" y="11076"/>
                </a:cubicBezTo>
                <a:close/>
                <a:moveTo>
                  <a:pt x="7828544" y="139909"/>
                </a:moveTo>
                <a:lnTo>
                  <a:pt x="7825146" y="138627"/>
                </a:lnTo>
                <a:cubicBezTo>
                  <a:pt x="7815475" y="153226"/>
                  <a:pt x="7812078" y="155533"/>
                  <a:pt x="7800317" y="155533"/>
                </a:cubicBezTo>
                <a:lnTo>
                  <a:pt x="7737855" y="155533"/>
                </a:lnTo>
                <a:lnTo>
                  <a:pt x="7781762" y="110454"/>
                </a:lnTo>
                <a:cubicBezTo>
                  <a:pt x="7805023" y="86636"/>
                  <a:pt x="7815216" y="67169"/>
                  <a:pt x="7815216" y="47194"/>
                </a:cubicBezTo>
                <a:cubicBezTo>
                  <a:pt x="7815216" y="21582"/>
                  <a:pt x="7794044" y="1849"/>
                  <a:pt x="7766867" y="1849"/>
                </a:cubicBezTo>
                <a:cubicBezTo>
                  <a:pt x="7752490" y="1849"/>
                  <a:pt x="7738899" y="7487"/>
                  <a:pt x="7729229" y="17738"/>
                </a:cubicBezTo>
                <a:cubicBezTo>
                  <a:pt x="7720866" y="26445"/>
                  <a:pt x="7716946" y="34644"/>
                  <a:pt x="7712503" y="52828"/>
                </a:cubicBezTo>
                <a:lnTo>
                  <a:pt x="7717991" y="54107"/>
                </a:lnTo>
                <a:cubicBezTo>
                  <a:pt x="7728447" y="29006"/>
                  <a:pt x="7737855" y="20811"/>
                  <a:pt x="7755888" y="20811"/>
                </a:cubicBezTo>
                <a:cubicBezTo>
                  <a:pt x="7777841" y="20811"/>
                  <a:pt x="7792740" y="35410"/>
                  <a:pt x="7792740" y="56926"/>
                </a:cubicBezTo>
                <a:cubicBezTo>
                  <a:pt x="7792740" y="76904"/>
                  <a:pt x="7780717" y="100722"/>
                  <a:pt x="7758763" y="123516"/>
                </a:cubicBezTo>
                <a:lnTo>
                  <a:pt x="7712244" y="171930"/>
                </a:lnTo>
                <a:lnTo>
                  <a:pt x="7712244" y="175003"/>
                </a:lnTo>
                <a:lnTo>
                  <a:pt x="7814171" y="175003"/>
                </a:lnTo>
                <a:lnTo>
                  <a:pt x="7828544" y="139909"/>
                </a:lnTo>
                <a:close/>
                <a:moveTo>
                  <a:pt x="8028738" y="158039"/>
                </a:moveTo>
                <a:cubicBezTo>
                  <a:pt x="8024296" y="161620"/>
                  <a:pt x="8021161" y="162903"/>
                  <a:pt x="8017241" y="162903"/>
                </a:cubicBezTo>
                <a:cubicBezTo>
                  <a:pt x="8011231" y="162903"/>
                  <a:pt x="8009401" y="159317"/>
                  <a:pt x="8009401" y="148053"/>
                </a:cubicBezTo>
                <a:lnTo>
                  <a:pt x="8009401" y="98122"/>
                </a:lnTo>
                <a:cubicBezTo>
                  <a:pt x="8009401" y="84806"/>
                  <a:pt x="8008093" y="77381"/>
                  <a:pt x="8004173" y="71235"/>
                </a:cubicBezTo>
                <a:cubicBezTo>
                  <a:pt x="7998422" y="62020"/>
                  <a:pt x="7987184" y="57148"/>
                  <a:pt x="7971767" y="57148"/>
                </a:cubicBezTo>
                <a:cubicBezTo>
                  <a:pt x="7947197" y="57148"/>
                  <a:pt x="7927860" y="69699"/>
                  <a:pt x="7927860" y="85830"/>
                </a:cubicBezTo>
                <a:cubicBezTo>
                  <a:pt x="7927860" y="91722"/>
                  <a:pt x="7933084" y="96840"/>
                  <a:pt x="7939098" y="96840"/>
                </a:cubicBezTo>
                <a:cubicBezTo>
                  <a:pt x="7945367" y="96840"/>
                  <a:pt x="7950858" y="91722"/>
                  <a:pt x="7950858" y="86088"/>
                </a:cubicBezTo>
                <a:cubicBezTo>
                  <a:pt x="7950858" y="85064"/>
                  <a:pt x="7950595" y="83781"/>
                  <a:pt x="7950336" y="81991"/>
                </a:cubicBezTo>
                <a:cubicBezTo>
                  <a:pt x="7949813" y="79688"/>
                  <a:pt x="7949550" y="77639"/>
                  <a:pt x="7949550" y="75845"/>
                </a:cubicBezTo>
                <a:cubicBezTo>
                  <a:pt x="7949550" y="68932"/>
                  <a:pt x="7957913" y="63298"/>
                  <a:pt x="7968369" y="63298"/>
                </a:cubicBezTo>
                <a:cubicBezTo>
                  <a:pt x="7981174" y="63298"/>
                  <a:pt x="7988229" y="70723"/>
                  <a:pt x="7988229" y="84552"/>
                </a:cubicBezTo>
                <a:lnTo>
                  <a:pt x="7988229" y="100171"/>
                </a:lnTo>
                <a:cubicBezTo>
                  <a:pt x="7947983" y="116045"/>
                  <a:pt x="7943540" y="118093"/>
                  <a:pt x="7932303" y="127825"/>
                </a:cubicBezTo>
                <a:cubicBezTo>
                  <a:pt x="7926552" y="132946"/>
                  <a:pt x="7922891" y="141649"/>
                  <a:pt x="7922891" y="150098"/>
                </a:cubicBezTo>
                <a:cubicBezTo>
                  <a:pt x="7922891" y="166234"/>
                  <a:pt x="7934392" y="177505"/>
                  <a:pt x="7950336" y="177505"/>
                </a:cubicBezTo>
                <a:cubicBezTo>
                  <a:pt x="7961833" y="177505"/>
                  <a:pt x="7972549" y="172126"/>
                  <a:pt x="7988492" y="158801"/>
                </a:cubicBezTo>
                <a:cubicBezTo>
                  <a:pt x="7989800" y="172126"/>
                  <a:pt x="7994502" y="177505"/>
                  <a:pt x="8005218" y="177505"/>
                </a:cubicBezTo>
                <a:cubicBezTo>
                  <a:pt x="8014103" y="177505"/>
                  <a:pt x="8019594" y="174432"/>
                  <a:pt x="8028738" y="164697"/>
                </a:cubicBezTo>
                <a:lnTo>
                  <a:pt x="8028738" y="158039"/>
                </a:lnTo>
                <a:moveTo>
                  <a:pt x="7988229" y="143428"/>
                </a:moveTo>
                <a:cubicBezTo>
                  <a:pt x="7988229" y="151373"/>
                  <a:pt x="7986925" y="153680"/>
                  <a:pt x="7981434" y="156753"/>
                </a:cubicBezTo>
                <a:cubicBezTo>
                  <a:pt x="7975165" y="160342"/>
                  <a:pt x="7967847" y="162645"/>
                  <a:pt x="7962355" y="162645"/>
                </a:cubicBezTo>
                <a:cubicBezTo>
                  <a:pt x="7953211" y="162645"/>
                  <a:pt x="7945893" y="153934"/>
                  <a:pt x="7945893" y="142916"/>
                </a:cubicBezTo>
                <a:lnTo>
                  <a:pt x="7945893" y="141892"/>
                </a:lnTo>
                <a:cubicBezTo>
                  <a:pt x="7945893" y="126773"/>
                  <a:pt x="7956605" y="117550"/>
                  <a:pt x="7988229" y="106274"/>
                </a:cubicBezTo>
                <a:lnTo>
                  <a:pt x="7988229" y="143428"/>
                </a:lnTo>
                <a:close/>
                <a:moveTo>
                  <a:pt x="8033443" y="73038"/>
                </a:moveTo>
                <a:cubicBezTo>
                  <a:pt x="8035010" y="72267"/>
                  <a:pt x="8037626" y="72013"/>
                  <a:pt x="8040502" y="72013"/>
                </a:cubicBezTo>
                <a:cubicBezTo>
                  <a:pt x="8047819" y="72013"/>
                  <a:pt x="8050168" y="75856"/>
                  <a:pt x="8050168" y="88407"/>
                </a:cubicBezTo>
                <a:lnTo>
                  <a:pt x="8050168" y="151948"/>
                </a:lnTo>
                <a:cubicBezTo>
                  <a:pt x="8050168" y="166550"/>
                  <a:pt x="8047293" y="170136"/>
                  <a:pt x="8033965" y="171160"/>
                </a:cubicBezTo>
                <a:lnTo>
                  <a:pt x="8033965" y="175003"/>
                </a:lnTo>
                <a:lnTo>
                  <a:pt x="8089374" y="175003"/>
                </a:lnTo>
                <a:lnTo>
                  <a:pt x="8089374" y="171160"/>
                </a:lnTo>
                <a:cubicBezTo>
                  <a:pt x="8076042" y="170136"/>
                  <a:pt x="8072122" y="167063"/>
                  <a:pt x="8072122" y="157839"/>
                </a:cubicBezTo>
                <a:lnTo>
                  <a:pt x="8072122" y="85846"/>
                </a:lnTo>
                <a:cubicBezTo>
                  <a:pt x="8084668" y="74316"/>
                  <a:pt x="8090418" y="71243"/>
                  <a:pt x="8099044" y="71243"/>
                </a:cubicBezTo>
                <a:cubicBezTo>
                  <a:pt x="8111849" y="71243"/>
                  <a:pt x="8118122" y="79184"/>
                  <a:pt x="8118122" y="96093"/>
                </a:cubicBezTo>
                <a:lnTo>
                  <a:pt x="8118122" y="149641"/>
                </a:lnTo>
                <a:cubicBezTo>
                  <a:pt x="8118122" y="165780"/>
                  <a:pt x="8114725" y="170136"/>
                  <a:pt x="8101656" y="171160"/>
                </a:cubicBezTo>
                <a:lnTo>
                  <a:pt x="8101656" y="175003"/>
                </a:lnTo>
                <a:lnTo>
                  <a:pt x="8156020" y="175003"/>
                </a:lnTo>
                <a:lnTo>
                  <a:pt x="8156020" y="171160"/>
                </a:lnTo>
                <a:cubicBezTo>
                  <a:pt x="8143210" y="169881"/>
                  <a:pt x="8140076" y="166804"/>
                  <a:pt x="8140076" y="154254"/>
                </a:cubicBezTo>
                <a:lnTo>
                  <a:pt x="8140076" y="95581"/>
                </a:lnTo>
                <a:cubicBezTo>
                  <a:pt x="8140076" y="71501"/>
                  <a:pt x="8128575" y="57148"/>
                  <a:pt x="8109237" y="57148"/>
                </a:cubicBezTo>
                <a:cubicBezTo>
                  <a:pt x="8097214" y="57148"/>
                  <a:pt x="8089110" y="61508"/>
                  <a:pt x="8071340" y="77905"/>
                </a:cubicBezTo>
                <a:lnTo>
                  <a:pt x="8071340" y="57665"/>
                </a:lnTo>
                <a:lnTo>
                  <a:pt x="8069510" y="57148"/>
                </a:lnTo>
                <a:cubicBezTo>
                  <a:pt x="8056705" y="61762"/>
                  <a:pt x="8047819" y="64581"/>
                  <a:pt x="8033443" y="68682"/>
                </a:cubicBezTo>
                <a:lnTo>
                  <a:pt x="8033443" y="73038"/>
                </a:lnTo>
                <a:close/>
                <a:moveTo>
                  <a:pt x="8249845" y="177505"/>
                </a:moveTo>
                <a:lnTo>
                  <a:pt x="8288264" y="164185"/>
                </a:lnTo>
                <a:lnTo>
                  <a:pt x="8288264" y="160088"/>
                </a:lnTo>
                <a:cubicBezTo>
                  <a:pt x="8283558" y="160342"/>
                  <a:pt x="8283036" y="160342"/>
                  <a:pt x="8282250" y="160342"/>
                </a:cubicBezTo>
                <a:cubicBezTo>
                  <a:pt x="8272843" y="160342"/>
                  <a:pt x="8270753" y="157527"/>
                  <a:pt x="8270753" y="145747"/>
                </a:cubicBezTo>
                <a:lnTo>
                  <a:pt x="8270753" y="524"/>
                </a:lnTo>
                <a:lnTo>
                  <a:pt x="8269445" y="12"/>
                </a:lnTo>
                <a:cubicBezTo>
                  <a:pt x="8256899" y="4367"/>
                  <a:pt x="8247755" y="6928"/>
                  <a:pt x="8231026" y="11287"/>
                </a:cubicBezTo>
                <a:lnTo>
                  <a:pt x="8231026" y="15385"/>
                </a:lnTo>
                <a:cubicBezTo>
                  <a:pt x="8233119" y="15131"/>
                  <a:pt x="8234686" y="15131"/>
                  <a:pt x="8236776" y="15131"/>
                </a:cubicBezTo>
                <a:cubicBezTo>
                  <a:pt x="8246447" y="15131"/>
                  <a:pt x="8248800" y="17692"/>
                  <a:pt x="8248800" y="28197"/>
                </a:cubicBezTo>
                <a:lnTo>
                  <a:pt x="8248800" y="68166"/>
                </a:lnTo>
                <a:cubicBezTo>
                  <a:pt x="8238866" y="59967"/>
                  <a:pt x="8231811" y="57148"/>
                  <a:pt x="8221355" y="57148"/>
                </a:cubicBezTo>
                <a:cubicBezTo>
                  <a:pt x="8191302" y="57148"/>
                  <a:pt x="8166995" y="86088"/>
                  <a:pt x="8166995" y="122449"/>
                </a:cubicBezTo>
                <a:cubicBezTo>
                  <a:pt x="8166995" y="155220"/>
                  <a:pt x="8186596" y="177505"/>
                  <a:pt x="8215345" y="177505"/>
                </a:cubicBezTo>
                <a:cubicBezTo>
                  <a:pt x="8229981" y="177505"/>
                  <a:pt x="8239915" y="172384"/>
                  <a:pt x="8248800" y="160342"/>
                </a:cubicBezTo>
                <a:lnTo>
                  <a:pt x="8248800" y="176739"/>
                </a:lnTo>
                <a:lnTo>
                  <a:pt x="8249845" y="177505"/>
                </a:lnTo>
                <a:moveTo>
                  <a:pt x="8248800" y="148820"/>
                </a:moveTo>
                <a:cubicBezTo>
                  <a:pt x="8248800" y="150614"/>
                  <a:pt x="8246969" y="153687"/>
                  <a:pt x="8244357" y="156502"/>
                </a:cubicBezTo>
                <a:cubicBezTo>
                  <a:pt x="8239651" y="161624"/>
                  <a:pt x="8233119" y="164185"/>
                  <a:pt x="8225538" y="164185"/>
                </a:cubicBezTo>
                <a:cubicBezTo>
                  <a:pt x="8203848" y="164185"/>
                  <a:pt x="8189471" y="143698"/>
                  <a:pt x="8189471" y="112205"/>
                </a:cubicBezTo>
                <a:cubicBezTo>
                  <a:pt x="8189471" y="83273"/>
                  <a:pt x="8202277" y="64327"/>
                  <a:pt x="8222140" y="64327"/>
                </a:cubicBezTo>
                <a:cubicBezTo>
                  <a:pt x="8235994" y="64327"/>
                  <a:pt x="8248800" y="76357"/>
                  <a:pt x="8248800" y="89928"/>
                </a:cubicBezTo>
                <a:lnTo>
                  <a:pt x="8248800" y="148820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4" name="Text VSMassessments.">
            <a:extLst xmlns:a="http://schemas.openxmlformats.org/drawingml/2006/main">
              <a:ext uri="{FF2B5EF4-FFF2-40B4-BE49-F238E27FC236}">
                <a16:creationId xmlns:a16="http://schemas.microsoft.com/office/drawing/2014/main" id="{B81F79FE-187B-400F-BC0F-E52A230B88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61625" y="7921393"/>
            <a:ext cx="1899931" cy="176739"/>
          </a:xfrm>
          <a:custGeom xmlns:a="http://schemas.openxmlformats.org/drawingml/2006/main">
            <a:pathLst>
              <a:path w="1899931" h="176739">
                <a:moveTo>
                  <a:pt x="174491" y="3585"/>
                </a:moveTo>
                <a:lnTo>
                  <a:pt x="121964" y="3585"/>
                </a:lnTo>
                <a:lnTo>
                  <a:pt x="121964" y="8457"/>
                </a:lnTo>
                <a:cubicBezTo>
                  <a:pt x="136058" y="9223"/>
                  <a:pt x="140668" y="12042"/>
                  <a:pt x="140668" y="19216"/>
                </a:cubicBezTo>
                <a:cubicBezTo>
                  <a:pt x="140668" y="23314"/>
                  <a:pt x="138877" y="30230"/>
                  <a:pt x="135800" y="37917"/>
                </a:cubicBezTo>
                <a:lnTo>
                  <a:pt x="98134" y="131930"/>
                </a:lnTo>
                <a:lnTo>
                  <a:pt x="59443" y="45345"/>
                </a:lnTo>
                <a:cubicBezTo>
                  <a:pt x="50991" y="26645"/>
                  <a:pt x="48938" y="20753"/>
                  <a:pt x="48938" y="16910"/>
                </a:cubicBezTo>
                <a:cubicBezTo>
                  <a:pt x="48938" y="12042"/>
                  <a:pt x="52527" y="9481"/>
                  <a:pt x="60726" y="8969"/>
                </a:cubicBezTo>
                <a:cubicBezTo>
                  <a:pt x="61750" y="8969"/>
                  <a:pt x="64569" y="8711"/>
                  <a:pt x="68158" y="8457"/>
                </a:cubicBezTo>
                <a:lnTo>
                  <a:pt x="68158" y="3585"/>
                </a:lnTo>
                <a:lnTo>
                  <a:pt x="0" y="3585"/>
                </a:lnTo>
                <a:lnTo>
                  <a:pt x="0" y="8457"/>
                </a:lnTo>
                <a:cubicBezTo>
                  <a:pt x="12554" y="8969"/>
                  <a:pt x="16143" y="12554"/>
                  <a:pt x="27161" y="35352"/>
                </a:cubicBezTo>
                <a:lnTo>
                  <a:pt x="90193" y="175988"/>
                </a:lnTo>
                <a:lnTo>
                  <a:pt x="94037" y="175988"/>
                </a:lnTo>
                <a:lnTo>
                  <a:pt x="150919" y="32279"/>
                </a:lnTo>
                <a:cubicBezTo>
                  <a:pt x="159376" y="12042"/>
                  <a:pt x="162191" y="9223"/>
                  <a:pt x="174491" y="8457"/>
                </a:cubicBezTo>
                <a:lnTo>
                  <a:pt x="174491" y="3585"/>
                </a:lnTo>
                <a:close/>
                <a:moveTo>
                  <a:pt x="295431" y="0"/>
                </a:moveTo>
                <a:lnTo>
                  <a:pt x="290051" y="0"/>
                </a:lnTo>
                <a:cubicBezTo>
                  <a:pt x="289026" y="5892"/>
                  <a:pt x="286208" y="8711"/>
                  <a:pt x="281852" y="8711"/>
                </a:cubicBezTo>
                <a:cubicBezTo>
                  <a:pt x="279287" y="8711"/>
                  <a:pt x="274932" y="7687"/>
                  <a:pt x="270576" y="5638"/>
                </a:cubicBezTo>
                <a:cubicBezTo>
                  <a:pt x="261095" y="2135"/>
                  <a:pt x="251614" y="82"/>
                  <a:pt x="243416" y="82"/>
                </a:cubicBezTo>
                <a:cubicBezTo>
                  <a:pt x="232398" y="82"/>
                  <a:pt x="221126" y="4441"/>
                  <a:pt x="212669" y="11870"/>
                </a:cubicBezTo>
                <a:cubicBezTo>
                  <a:pt x="203701" y="19807"/>
                  <a:pt x="199091" y="30558"/>
                  <a:pt x="199091" y="43871"/>
                </a:cubicBezTo>
                <a:cubicBezTo>
                  <a:pt x="199091" y="64350"/>
                  <a:pt x="210363" y="78683"/>
                  <a:pt x="239060" y="93790"/>
                </a:cubicBezTo>
                <a:cubicBezTo>
                  <a:pt x="257510" y="103518"/>
                  <a:pt x="270834" y="114011"/>
                  <a:pt x="277239" y="123743"/>
                </a:cubicBezTo>
                <a:cubicBezTo>
                  <a:pt x="279545" y="127070"/>
                  <a:pt x="280828" y="132446"/>
                  <a:pt x="280828" y="138588"/>
                </a:cubicBezTo>
                <a:cubicBezTo>
                  <a:pt x="280828" y="155740"/>
                  <a:pt x="268016" y="167516"/>
                  <a:pt x="249311" y="167516"/>
                </a:cubicBezTo>
                <a:cubicBezTo>
                  <a:pt x="226506" y="167516"/>
                  <a:pt x="210363" y="153437"/>
                  <a:pt x="197551" y="122206"/>
                </a:cubicBezTo>
                <a:lnTo>
                  <a:pt x="191659" y="122206"/>
                </a:lnTo>
                <a:lnTo>
                  <a:pt x="199345" y="176485"/>
                </a:lnTo>
                <a:lnTo>
                  <a:pt x="204983" y="176485"/>
                </a:lnTo>
                <a:cubicBezTo>
                  <a:pt x="205237" y="171699"/>
                  <a:pt x="208314" y="168114"/>
                  <a:pt x="212157" y="168114"/>
                </a:cubicBezTo>
                <a:cubicBezTo>
                  <a:pt x="214976" y="168114"/>
                  <a:pt x="219332" y="169139"/>
                  <a:pt x="224199" y="170933"/>
                </a:cubicBezTo>
                <a:cubicBezTo>
                  <a:pt x="233934" y="174690"/>
                  <a:pt x="244186" y="176739"/>
                  <a:pt x="254433" y="176739"/>
                </a:cubicBezTo>
                <a:cubicBezTo>
                  <a:pt x="283901" y="176739"/>
                  <a:pt x="306706" y="156510"/>
                  <a:pt x="306706" y="130139"/>
                </a:cubicBezTo>
                <a:cubicBezTo>
                  <a:pt x="306706" y="109148"/>
                  <a:pt x="292612" y="92508"/>
                  <a:pt x="258789" y="74332"/>
                </a:cubicBezTo>
                <a:cubicBezTo>
                  <a:pt x="231886" y="59486"/>
                  <a:pt x="221126" y="48223"/>
                  <a:pt x="221126" y="34398"/>
                </a:cubicBezTo>
                <a:cubicBezTo>
                  <a:pt x="221126" y="20319"/>
                  <a:pt x="231886" y="10588"/>
                  <a:pt x="247771" y="10588"/>
                </a:cubicBezTo>
                <a:cubicBezTo>
                  <a:pt x="259305" y="10588"/>
                  <a:pt x="270064" y="15455"/>
                  <a:pt x="279033" y="24670"/>
                </a:cubicBezTo>
                <a:cubicBezTo>
                  <a:pt x="286974" y="32861"/>
                  <a:pt x="290563" y="39516"/>
                  <a:pt x="294664" y="54623"/>
                </a:cubicBezTo>
                <a:lnTo>
                  <a:pt x="301068" y="54623"/>
                </a:lnTo>
                <a:lnTo>
                  <a:pt x="295431" y="0"/>
                </a:lnTo>
                <a:close/>
                <a:moveTo>
                  <a:pt x="496058" y="26395"/>
                </a:moveTo>
                <a:lnTo>
                  <a:pt x="496058" y="142486"/>
                </a:lnTo>
                <a:cubicBezTo>
                  <a:pt x="496058" y="163755"/>
                  <a:pt x="492981" y="167090"/>
                  <a:pt x="472740" y="168368"/>
                </a:cubicBezTo>
                <a:lnTo>
                  <a:pt x="472740" y="173236"/>
                </a:lnTo>
                <a:lnTo>
                  <a:pt x="544484" y="173236"/>
                </a:lnTo>
                <a:lnTo>
                  <a:pt x="544484" y="168368"/>
                </a:lnTo>
                <a:cubicBezTo>
                  <a:pt x="525780" y="167090"/>
                  <a:pt x="522195" y="163501"/>
                  <a:pt x="522195" y="145305"/>
                </a:cubicBezTo>
                <a:lnTo>
                  <a:pt x="522195" y="31520"/>
                </a:lnTo>
                <a:cubicBezTo>
                  <a:pt x="522195" y="13324"/>
                  <a:pt x="525526" y="9993"/>
                  <a:pt x="544484" y="8457"/>
                </a:cubicBezTo>
                <a:lnTo>
                  <a:pt x="544484" y="3585"/>
                </a:lnTo>
                <a:lnTo>
                  <a:pt x="493493" y="3585"/>
                </a:lnTo>
                <a:lnTo>
                  <a:pt x="436869" y="133005"/>
                </a:lnTo>
                <a:lnTo>
                  <a:pt x="377679" y="3585"/>
                </a:lnTo>
                <a:lnTo>
                  <a:pt x="326947" y="3585"/>
                </a:lnTo>
                <a:lnTo>
                  <a:pt x="326947" y="8457"/>
                </a:lnTo>
                <a:cubicBezTo>
                  <a:pt x="347958" y="9735"/>
                  <a:pt x="351289" y="12812"/>
                  <a:pt x="351289" y="31520"/>
                </a:cubicBezTo>
                <a:lnTo>
                  <a:pt x="351289" y="135566"/>
                </a:lnTo>
                <a:cubicBezTo>
                  <a:pt x="351289" y="161964"/>
                  <a:pt x="347700" y="166832"/>
                  <a:pt x="326435" y="168368"/>
                </a:cubicBezTo>
                <a:lnTo>
                  <a:pt x="326435" y="173236"/>
                </a:lnTo>
                <a:lnTo>
                  <a:pt x="386648" y="173236"/>
                </a:lnTo>
                <a:lnTo>
                  <a:pt x="386648" y="168368"/>
                </a:lnTo>
                <a:cubicBezTo>
                  <a:pt x="366920" y="167344"/>
                  <a:pt x="362564" y="161452"/>
                  <a:pt x="362564" y="135566"/>
                </a:cubicBezTo>
                <a:lnTo>
                  <a:pt x="362564" y="32287"/>
                </a:lnTo>
                <a:lnTo>
                  <a:pt x="426875" y="173236"/>
                </a:lnTo>
                <a:lnTo>
                  <a:pt x="430465" y="173236"/>
                </a:lnTo>
                <a:lnTo>
                  <a:pt x="496058" y="26395"/>
                </a:lnTo>
                <a:close/>
                <a:moveTo>
                  <a:pt x="728454" y="156272"/>
                </a:moveTo>
                <a:cubicBezTo>
                  <a:pt x="724099" y="159853"/>
                  <a:pt x="721026" y="161135"/>
                  <a:pt x="717182" y="161135"/>
                </a:cubicBezTo>
                <a:cubicBezTo>
                  <a:pt x="711290" y="161135"/>
                  <a:pt x="709496" y="157550"/>
                  <a:pt x="709496" y="146286"/>
                </a:cubicBezTo>
                <a:lnTo>
                  <a:pt x="709496" y="96355"/>
                </a:lnTo>
                <a:cubicBezTo>
                  <a:pt x="709496" y="83039"/>
                  <a:pt x="708213" y="75614"/>
                  <a:pt x="704370" y="69468"/>
                </a:cubicBezTo>
                <a:cubicBezTo>
                  <a:pt x="698732" y="60253"/>
                  <a:pt x="687715" y="55381"/>
                  <a:pt x="672600" y="55381"/>
                </a:cubicBezTo>
                <a:cubicBezTo>
                  <a:pt x="648512" y="55381"/>
                  <a:pt x="629554" y="67931"/>
                  <a:pt x="629554" y="84063"/>
                </a:cubicBezTo>
                <a:cubicBezTo>
                  <a:pt x="629554" y="89955"/>
                  <a:pt x="634675" y="95073"/>
                  <a:pt x="640571" y="95073"/>
                </a:cubicBezTo>
                <a:cubicBezTo>
                  <a:pt x="646717" y="95073"/>
                  <a:pt x="652101" y="89955"/>
                  <a:pt x="652101" y="84321"/>
                </a:cubicBezTo>
                <a:cubicBezTo>
                  <a:pt x="652101" y="83297"/>
                  <a:pt x="651843" y="82014"/>
                  <a:pt x="651589" y="80224"/>
                </a:cubicBezTo>
                <a:cubicBezTo>
                  <a:pt x="651077" y="77921"/>
                  <a:pt x="650819" y="75872"/>
                  <a:pt x="650819" y="74078"/>
                </a:cubicBezTo>
                <a:cubicBezTo>
                  <a:pt x="650819" y="67165"/>
                  <a:pt x="659017" y="61531"/>
                  <a:pt x="669269" y="61531"/>
                </a:cubicBezTo>
                <a:cubicBezTo>
                  <a:pt x="681823" y="61531"/>
                  <a:pt x="688739" y="68956"/>
                  <a:pt x="688739" y="82785"/>
                </a:cubicBezTo>
                <a:lnTo>
                  <a:pt x="688739" y="98404"/>
                </a:lnTo>
                <a:cubicBezTo>
                  <a:pt x="649282" y="114277"/>
                  <a:pt x="644927" y="116326"/>
                  <a:pt x="633909" y="126057"/>
                </a:cubicBezTo>
                <a:cubicBezTo>
                  <a:pt x="628271" y="131179"/>
                  <a:pt x="624682" y="139882"/>
                  <a:pt x="624682" y="148331"/>
                </a:cubicBezTo>
                <a:cubicBezTo>
                  <a:pt x="624682" y="164466"/>
                  <a:pt x="635958" y="175738"/>
                  <a:pt x="651589" y="175738"/>
                </a:cubicBezTo>
                <a:cubicBezTo>
                  <a:pt x="662861" y="175738"/>
                  <a:pt x="673366" y="170358"/>
                  <a:pt x="688997" y="157034"/>
                </a:cubicBezTo>
                <a:cubicBezTo>
                  <a:pt x="690280" y="170358"/>
                  <a:pt x="694889" y="175738"/>
                  <a:pt x="705395" y="175738"/>
                </a:cubicBezTo>
                <a:cubicBezTo>
                  <a:pt x="714105" y="175738"/>
                  <a:pt x="719489" y="172665"/>
                  <a:pt x="728454" y="162930"/>
                </a:cubicBezTo>
                <a:lnTo>
                  <a:pt x="728454" y="156272"/>
                </a:lnTo>
                <a:moveTo>
                  <a:pt x="688739" y="141661"/>
                </a:moveTo>
                <a:cubicBezTo>
                  <a:pt x="688739" y="149606"/>
                  <a:pt x="687461" y="151912"/>
                  <a:pt x="682077" y="154985"/>
                </a:cubicBezTo>
                <a:cubicBezTo>
                  <a:pt x="675931" y="158575"/>
                  <a:pt x="668757" y="160877"/>
                  <a:pt x="663373" y="160877"/>
                </a:cubicBezTo>
                <a:cubicBezTo>
                  <a:pt x="654408" y="160877"/>
                  <a:pt x="647233" y="152166"/>
                  <a:pt x="647233" y="141149"/>
                </a:cubicBezTo>
                <a:lnTo>
                  <a:pt x="647233" y="140125"/>
                </a:lnTo>
                <a:cubicBezTo>
                  <a:pt x="647233" y="125006"/>
                  <a:pt x="657735" y="115783"/>
                  <a:pt x="688739" y="104507"/>
                </a:cubicBezTo>
                <a:lnTo>
                  <a:pt x="688739" y="141661"/>
                </a:lnTo>
                <a:close/>
                <a:moveTo>
                  <a:pt x="809678" y="92731"/>
                </a:moveTo>
                <a:lnTo>
                  <a:pt x="808654" y="57883"/>
                </a:lnTo>
                <a:lnTo>
                  <a:pt x="805835" y="57883"/>
                </a:lnTo>
                <a:lnTo>
                  <a:pt x="805323" y="58400"/>
                </a:lnTo>
                <a:cubicBezTo>
                  <a:pt x="803016" y="60190"/>
                  <a:pt x="802762" y="60448"/>
                  <a:pt x="801738" y="60448"/>
                </a:cubicBezTo>
                <a:cubicBezTo>
                  <a:pt x="800201" y="60448"/>
                  <a:pt x="797636" y="59936"/>
                  <a:pt x="794818" y="58654"/>
                </a:cubicBezTo>
                <a:cubicBezTo>
                  <a:pt x="789180" y="56660"/>
                  <a:pt x="783546" y="55631"/>
                  <a:pt x="776884" y="55631"/>
                </a:cubicBezTo>
                <a:cubicBezTo>
                  <a:pt x="756639" y="55631"/>
                  <a:pt x="742036" y="68698"/>
                  <a:pt x="742036" y="87136"/>
                </a:cubicBezTo>
                <a:cubicBezTo>
                  <a:pt x="742036" y="101473"/>
                  <a:pt x="750235" y="111716"/>
                  <a:pt x="772016" y="124009"/>
                </a:cubicBezTo>
                <a:lnTo>
                  <a:pt x="786877" y="132461"/>
                </a:lnTo>
                <a:cubicBezTo>
                  <a:pt x="795842" y="137583"/>
                  <a:pt x="800201" y="143729"/>
                  <a:pt x="800201" y="151666"/>
                </a:cubicBezTo>
                <a:cubicBezTo>
                  <a:pt x="800201" y="162934"/>
                  <a:pt x="791999" y="170104"/>
                  <a:pt x="778932" y="170104"/>
                </a:cubicBezTo>
                <a:cubicBezTo>
                  <a:pt x="770222" y="170104"/>
                  <a:pt x="762277" y="166773"/>
                  <a:pt x="757409" y="161139"/>
                </a:cubicBezTo>
                <a:cubicBezTo>
                  <a:pt x="752030" y="154739"/>
                  <a:pt x="749723" y="148847"/>
                  <a:pt x="746392" y="134252"/>
                </a:cubicBezTo>
                <a:lnTo>
                  <a:pt x="742290" y="134252"/>
                </a:lnTo>
                <a:lnTo>
                  <a:pt x="742290" y="174202"/>
                </a:lnTo>
                <a:lnTo>
                  <a:pt x="745622" y="174202"/>
                </a:lnTo>
                <a:cubicBezTo>
                  <a:pt x="747416" y="171641"/>
                  <a:pt x="748440" y="171129"/>
                  <a:pt x="751517" y="171129"/>
                </a:cubicBezTo>
                <a:cubicBezTo>
                  <a:pt x="753824" y="171187"/>
                  <a:pt x="757409" y="171699"/>
                  <a:pt x="763301" y="173236"/>
                </a:cubicBezTo>
                <a:cubicBezTo>
                  <a:pt x="770476" y="174714"/>
                  <a:pt x="777396" y="175738"/>
                  <a:pt x="782005" y="175738"/>
                </a:cubicBezTo>
                <a:cubicBezTo>
                  <a:pt x="801738" y="175738"/>
                  <a:pt x="818135" y="160885"/>
                  <a:pt x="818135" y="142959"/>
                </a:cubicBezTo>
                <a:cubicBezTo>
                  <a:pt x="818135" y="130155"/>
                  <a:pt x="811985" y="121706"/>
                  <a:pt x="796612" y="112487"/>
                </a:cubicBezTo>
                <a:lnTo>
                  <a:pt x="768939" y="96097"/>
                </a:lnTo>
                <a:cubicBezTo>
                  <a:pt x="761765" y="92000"/>
                  <a:pt x="757922" y="85600"/>
                  <a:pt x="757922" y="78683"/>
                </a:cubicBezTo>
                <a:cubicBezTo>
                  <a:pt x="757922" y="68440"/>
                  <a:pt x="765866" y="61269"/>
                  <a:pt x="777650" y="61269"/>
                </a:cubicBezTo>
                <a:cubicBezTo>
                  <a:pt x="792257" y="61269"/>
                  <a:pt x="799943" y="69976"/>
                  <a:pt x="805835" y="92770"/>
                </a:cubicBezTo>
                <a:lnTo>
                  <a:pt x="809678" y="92731"/>
                </a:lnTo>
                <a:close/>
                <a:moveTo>
                  <a:pt x="909351" y="92731"/>
                </a:moveTo>
                <a:lnTo>
                  <a:pt x="908327" y="57883"/>
                </a:lnTo>
                <a:lnTo>
                  <a:pt x="905508" y="57883"/>
                </a:lnTo>
                <a:lnTo>
                  <a:pt x="904996" y="58400"/>
                </a:lnTo>
                <a:cubicBezTo>
                  <a:pt x="902689" y="60190"/>
                  <a:pt x="902435" y="60448"/>
                  <a:pt x="901410" y="60448"/>
                </a:cubicBezTo>
                <a:cubicBezTo>
                  <a:pt x="899874" y="60448"/>
                  <a:pt x="897309" y="59936"/>
                  <a:pt x="894490" y="58654"/>
                </a:cubicBezTo>
                <a:cubicBezTo>
                  <a:pt x="888852" y="56660"/>
                  <a:pt x="883218" y="55631"/>
                  <a:pt x="876556" y="55631"/>
                </a:cubicBezTo>
                <a:cubicBezTo>
                  <a:pt x="856312" y="55631"/>
                  <a:pt x="841709" y="68698"/>
                  <a:pt x="841709" y="87136"/>
                </a:cubicBezTo>
                <a:cubicBezTo>
                  <a:pt x="841709" y="101473"/>
                  <a:pt x="849908" y="111716"/>
                  <a:pt x="871689" y="124009"/>
                </a:cubicBezTo>
                <a:lnTo>
                  <a:pt x="886550" y="132461"/>
                </a:lnTo>
                <a:cubicBezTo>
                  <a:pt x="895515" y="137583"/>
                  <a:pt x="899874" y="143729"/>
                  <a:pt x="899874" y="151666"/>
                </a:cubicBezTo>
                <a:cubicBezTo>
                  <a:pt x="899874" y="162934"/>
                  <a:pt x="891671" y="170104"/>
                  <a:pt x="878605" y="170104"/>
                </a:cubicBezTo>
                <a:cubicBezTo>
                  <a:pt x="869894" y="170104"/>
                  <a:pt x="861950" y="166773"/>
                  <a:pt x="857082" y="161139"/>
                </a:cubicBezTo>
                <a:cubicBezTo>
                  <a:pt x="851702" y="154739"/>
                  <a:pt x="849395" y="148847"/>
                  <a:pt x="846064" y="134252"/>
                </a:cubicBezTo>
                <a:lnTo>
                  <a:pt x="841963" y="134252"/>
                </a:lnTo>
                <a:lnTo>
                  <a:pt x="841963" y="174202"/>
                </a:lnTo>
                <a:lnTo>
                  <a:pt x="845294" y="174202"/>
                </a:lnTo>
                <a:cubicBezTo>
                  <a:pt x="847089" y="171641"/>
                  <a:pt x="848113" y="171129"/>
                  <a:pt x="851190" y="171129"/>
                </a:cubicBezTo>
                <a:cubicBezTo>
                  <a:pt x="853497" y="171187"/>
                  <a:pt x="857082" y="171699"/>
                  <a:pt x="862974" y="173236"/>
                </a:cubicBezTo>
                <a:cubicBezTo>
                  <a:pt x="870148" y="174714"/>
                  <a:pt x="877068" y="175738"/>
                  <a:pt x="881678" y="175738"/>
                </a:cubicBezTo>
                <a:cubicBezTo>
                  <a:pt x="901410" y="175738"/>
                  <a:pt x="917808" y="160885"/>
                  <a:pt x="917808" y="142959"/>
                </a:cubicBezTo>
                <a:cubicBezTo>
                  <a:pt x="917808" y="130155"/>
                  <a:pt x="911658" y="121706"/>
                  <a:pt x="896285" y="112487"/>
                </a:cubicBezTo>
                <a:lnTo>
                  <a:pt x="868612" y="96097"/>
                </a:lnTo>
                <a:cubicBezTo>
                  <a:pt x="861437" y="92000"/>
                  <a:pt x="857594" y="85600"/>
                  <a:pt x="857594" y="78683"/>
                </a:cubicBezTo>
                <a:cubicBezTo>
                  <a:pt x="857594" y="68440"/>
                  <a:pt x="865539" y="61269"/>
                  <a:pt x="877323" y="61269"/>
                </a:cubicBezTo>
                <a:cubicBezTo>
                  <a:pt x="891929" y="61269"/>
                  <a:pt x="899616" y="69976"/>
                  <a:pt x="905508" y="92770"/>
                </a:cubicBezTo>
                <a:lnTo>
                  <a:pt x="909351" y="92731"/>
                </a:lnTo>
                <a:close/>
                <a:moveTo>
                  <a:pt x="1032853" y="131144"/>
                </a:moveTo>
                <a:cubicBezTo>
                  <a:pt x="1020557" y="150626"/>
                  <a:pt x="1009536" y="158062"/>
                  <a:pt x="993138" y="158062"/>
                </a:cubicBezTo>
                <a:cubicBezTo>
                  <a:pt x="978536" y="158062"/>
                  <a:pt x="967518" y="150626"/>
                  <a:pt x="960086" y="136015"/>
                </a:cubicBezTo>
                <a:cubicBezTo>
                  <a:pt x="955472" y="126272"/>
                  <a:pt x="953682" y="117812"/>
                  <a:pt x="953169" y="102173"/>
                </a:cubicBezTo>
                <a:lnTo>
                  <a:pt x="1032087" y="102173"/>
                </a:lnTo>
                <a:cubicBezTo>
                  <a:pt x="1030035" y="85549"/>
                  <a:pt x="1027474" y="78144"/>
                  <a:pt x="1021070" y="69972"/>
                </a:cubicBezTo>
                <a:cubicBezTo>
                  <a:pt x="1013379" y="60765"/>
                  <a:pt x="1001595" y="55381"/>
                  <a:pt x="988271" y="55381"/>
                </a:cubicBezTo>
                <a:cubicBezTo>
                  <a:pt x="975459" y="55381"/>
                  <a:pt x="963417" y="59995"/>
                  <a:pt x="953682" y="68694"/>
                </a:cubicBezTo>
                <a:cubicBezTo>
                  <a:pt x="941636" y="79164"/>
                  <a:pt x="934719" y="97305"/>
                  <a:pt x="934719" y="118324"/>
                </a:cubicBezTo>
                <a:cubicBezTo>
                  <a:pt x="934719" y="153703"/>
                  <a:pt x="953169" y="175738"/>
                  <a:pt x="982633" y="175738"/>
                </a:cubicBezTo>
                <a:cubicBezTo>
                  <a:pt x="1006975" y="175738"/>
                  <a:pt x="1026191" y="160623"/>
                  <a:pt x="1036955" y="132938"/>
                </a:cubicBezTo>
                <a:lnTo>
                  <a:pt x="1032853" y="131144"/>
                </a:lnTo>
                <a:moveTo>
                  <a:pt x="953682" y="93974"/>
                </a:moveTo>
                <a:cubicBezTo>
                  <a:pt x="956497" y="74058"/>
                  <a:pt x="965211" y="64608"/>
                  <a:pt x="980838" y="64608"/>
                </a:cubicBezTo>
                <a:cubicBezTo>
                  <a:pt x="996470" y="64608"/>
                  <a:pt x="1002620" y="71759"/>
                  <a:pt x="1005951" y="93974"/>
                </a:cubicBezTo>
                <a:lnTo>
                  <a:pt x="953682" y="93974"/>
                </a:lnTo>
                <a:close/>
                <a:moveTo>
                  <a:pt x="1122789" y="92731"/>
                </a:moveTo>
                <a:lnTo>
                  <a:pt x="1121764" y="57883"/>
                </a:lnTo>
                <a:lnTo>
                  <a:pt x="1118945" y="57883"/>
                </a:lnTo>
                <a:lnTo>
                  <a:pt x="1118433" y="58400"/>
                </a:lnTo>
                <a:cubicBezTo>
                  <a:pt x="1116127" y="60190"/>
                  <a:pt x="1115872" y="60448"/>
                  <a:pt x="1114848" y="60448"/>
                </a:cubicBezTo>
                <a:cubicBezTo>
                  <a:pt x="1113312" y="60448"/>
                  <a:pt x="1110747" y="59936"/>
                  <a:pt x="1107928" y="58654"/>
                </a:cubicBezTo>
                <a:cubicBezTo>
                  <a:pt x="1102290" y="56660"/>
                  <a:pt x="1096656" y="55631"/>
                  <a:pt x="1089994" y="55631"/>
                </a:cubicBezTo>
                <a:cubicBezTo>
                  <a:pt x="1069749" y="55631"/>
                  <a:pt x="1055147" y="68698"/>
                  <a:pt x="1055147" y="87136"/>
                </a:cubicBezTo>
                <a:cubicBezTo>
                  <a:pt x="1055147" y="101473"/>
                  <a:pt x="1063345" y="111716"/>
                  <a:pt x="1085126" y="124009"/>
                </a:cubicBezTo>
                <a:lnTo>
                  <a:pt x="1099987" y="132461"/>
                </a:lnTo>
                <a:cubicBezTo>
                  <a:pt x="1108952" y="137583"/>
                  <a:pt x="1113312" y="143729"/>
                  <a:pt x="1113312" y="151666"/>
                </a:cubicBezTo>
                <a:cubicBezTo>
                  <a:pt x="1113312" y="162934"/>
                  <a:pt x="1105109" y="170104"/>
                  <a:pt x="1092043" y="170104"/>
                </a:cubicBezTo>
                <a:cubicBezTo>
                  <a:pt x="1083332" y="170104"/>
                  <a:pt x="1075387" y="166773"/>
                  <a:pt x="1070520" y="161139"/>
                </a:cubicBezTo>
                <a:cubicBezTo>
                  <a:pt x="1065140" y="154739"/>
                  <a:pt x="1062833" y="148847"/>
                  <a:pt x="1059502" y="134252"/>
                </a:cubicBezTo>
                <a:lnTo>
                  <a:pt x="1055401" y="134252"/>
                </a:lnTo>
                <a:lnTo>
                  <a:pt x="1055401" y="174202"/>
                </a:lnTo>
                <a:lnTo>
                  <a:pt x="1058732" y="174202"/>
                </a:lnTo>
                <a:cubicBezTo>
                  <a:pt x="1060526" y="171641"/>
                  <a:pt x="1061551" y="171129"/>
                  <a:pt x="1064628" y="171129"/>
                </a:cubicBezTo>
                <a:cubicBezTo>
                  <a:pt x="1066934" y="171187"/>
                  <a:pt x="1070520" y="171699"/>
                  <a:pt x="1076412" y="173236"/>
                </a:cubicBezTo>
                <a:cubicBezTo>
                  <a:pt x="1083586" y="174714"/>
                  <a:pt x="1090506" y="175738"/>
                  <a:pt x="1095116" y="175738"/>
                </a:cubicBezTo>
                <a:cubicBezTo>
                  <a:pt x="1114848" y="175738"/>
                  <a:pt x="1131245" y="160885"/>
                  <a:pt x="1131245" y="142959"/>
                </a:cubicBezTo>
                <a:cubicBezTo>
                  <a:pt x="1131245" y="130155"/>
                  <a:pt x="1125095" y="121706"/>
                  <a:pt x="1109722" y="112487"/>
                </a:cubicBezTo>
                <a:lnTo>
                  <a:pt x="1082049" y="96097"/>
                </a:lnTo>
                <a:cubicBezTo>
                  <a:pt x="1074875" y="92000"/>
                  <a:pt x="1071032" y="85600"/>
                  <a:pt x="1071032" y="78683"/>
                </a:cubicBezTo>
                <a:cubicBezTo>
                  <a:pt x="1071032" y="68440"/>
                  <a:pt x="1078976" y="61269"/>
                  <a:pt x="1090760" y="61269"/>
                </a:cubicBezTo>
                <a:cubicBezTo>
                  <a:pt x="1105367" y="61269"/>
                  <a:pt x="1113054" y="69976"/>
                  <a:pt x="1118945" y="92770"/>
                </a:cubicBezTo>
                <a:lnTo>
                  <a:pt x="1122789" y="92731"/>
                </a:lnTo>
                <a:close/>
                <a:moveTo>
                  <a:pt x="1222461" y="92731"/>
                </a:moveTo>
                <a:lnTo>
                  <a:pt x="1221437" y="57883"/>
                </a:lnTo>
                <a:lnTo>
                  <a:pt x="1218618" y="57883"/>
                </a:lnTo>
                <a:lnTo>
                  <a:pt x="1218106" y="58400"/>
                </a:lnTo>
                <a:cubicBezTo>
                  <a:pt x="1215799" y="60190"/>
                  <a:pt x="1215545" y="60448"/>
                  <a:pt x="1214521" y="60448"/>
                </a:cubicBezTo>
                <a:cubicBezTo>
                  <a:pt x="1212984" y="60448"/>
                  <a:pt x="1210419" y="59936"/>
                  <a:pt x="1207600" y="58654"/>
                </a:cubicBezTo>
                <a:cubicBezTo>
                  <a:pt x="1201963" y="56660"/>
                  <a:pt x="1196329" y="55631"/>
                  <a:pt x="1189667" y="55631"/>
                </a:cubicBezTo>
                <a:cubicBezTo>
                  <a:pt x="1169422" y="55631"/>
                  <a:pt x="1154819" y="68698"/>
                  <a:pt x="1154819" y="87136"/>
                </a:cubicBezTo>
                <a:cubicBezTo>
                  <a:pt x="1154819" y="101473"/>
                  <a:pt x="1163018" y="111716"/>
                  <a:pt x="1184799" y="124009"/>
                </a:cubicBezTo>
                <a:lnTo>
                  <a:pt x="1199660" y="132461"/>
                </a:lnTo>
                <a:cubicBezTo>
                  <a:pt x="1208625" y="137583"/>
                  <a:pt x="1212984" y="143729"/>
                  <a:pt x="1212984" y="151666"/>
                </a:cubicBezTo>
                <a:cubicBezTo>
                  <a:pt x="1212984" y="162934"/>
                  <a:pt x="1204782" y="170104"/>
                  <a:pt x="1191715" y="170104"/>
                </a:cubicBezTo>
                <a:cubicBezTo>
                  <a:pt x="1183004" y="170104"/>
                  <a:pt x="1175060" y="166773"/>
                  <a:pt x="1170192" y="161139"/>
                </a:cubicBezTo>
                <a:cubicBezTo>
                  <a:pt x="1164812" y="154739"/>
                  <a:pt x="1162506" y="148847"/>
                  <a:pt x="1159175" y="134252"/>
                </a:cubicBezTo>
                <a:lnTo>
                  <a:pt x="1155073" y="134252"/>
                </a:lnTo>
                <a:lnTo>
                  <a:pt x="1155073" y="174202"/>
                </a:lnTo>
                <a:lnTo>
                  <a:pt x="1158404" y="174202"/>
                </a:lnTo>
                <a:cubicBezTo>
                  <a:pt x="1160199" y="171641"/>
                  <a:pt x="1161223" y="171129"/>
                  <a:pt x="1164300" y="171129"/>
                </a:cubicBezTo>
                <a:cubicBezTo>
                  <a:pt x="1166607" y="171187"/>
                  <a:pt x="1170192" y="171699"/>
                  <a:pt x="1176084" y="173236"/>
                </a:cubicBezTo>
                <a:cubicBezTo>
                  <a:pt x="1183259" y="174714"/>
                  <a:pt x="1190179" y="175738"/>
                  <a:pt x="1194788" y="175738"/>
                </a:cubicBezTo>
                <a:cubicBezTo>
                  <a:pt x="1214521" y="175738"/>
                  <a:pt x="1230918" y="160885"/>
                  <a:pt x="1230918" y="142959"/>
                </a:cubicBezTo>
                <a:cubicBezTo>
                  <a:pt x="1230918" y="130155"/>
                  <a:pt x="1224768" y="121706"/>
                  <a:pt x="1209395" y="112487"/>
                </a:cubicBezTo>
                <a:lnTo>
                  <a:pt x="1181722" y="96097"/>
                </a:lnTo>
                <a:cubicBezTo>
                  <a:pt x="1174548" y="92000"/>
                  <a:pt x="1170704" y="85600"/>
                  <a:pt x="1170704" y="78683"/>
                </a:cubicBezTo>
                <a:cubicBezTo>
                  <a:pt x="1170704" y="68440"/>
                  <a:pt x="1178649" y="61269"/>
                  <a:pt x="1190433" y="61269"/>
                </a:cubicBezTo>
                <a:cubicBezTo>
                  <a:pt x="1205040" y="61269"/>
                  <a:pt x="1212726" y="69976"/>
                  <a:pt x="1218618" y="92770"/>
                </a:cubicBezTo>
                <a:lnTo>
                  <a:pt x="1222461" y="92731"/>
                </a:lnTo>
                <a:close/>
                <a:moveTo>
                  <a:pt x="1246293" y="71270"/>
                </a:moveTo>
                <a:cubicBezTo>
                  <a:pt x="1249624" y="70500"/>
                  <a:pt x="1251673" y="70246"/>
                  <a:pt x="1254492" y="70246"/>
                </a:cubicBezTo>
                <a:cubicBezTo>
                  <a:pt x="1261154" y="70246"/>
                  <a:pt x="1263461" y="74343"/>
                  <a:pt x="1263461" y="86639"/>
                </a:cubicBezTo>
                <a:lnTo>
                  <a:pt x="1263461" y="151459"/>
                </a:lnTo>
                <a:cubicBezTo>
                  <a:pt x="1263461" y="165295"/>
                  <a:pt x="1259872" y="169139"/>
                  <a:pt x="1245523" y="169393"/>
                </a:cubicBezTo>
                <a:lnTo>
                  <a:pt x="1245523" y="173236"/>
                </a:lnTo>
                <a:lnTo>
                  <a:pt x="1302405" y="173236"/>
                </a:lnTo>
                <a:lnTo>
                  <a:pt x="1302405" y="169393"/>
                </a:lnTo>
                <a:cubicBezTo>
                  <a:pt x="1288827" y="168881"/>
                  <a:pt x="1284984" y="166066"/>
                  <a:pt x="1284984" y="156072"/>
                </a:cubicBezTo>
                <a:lnTo>
                  <a:pt x="1284984" y="83824"/>
                </a:lnTo>
                <a:cubicBezTo>
                  <a:pt x="1284984" y="83312"/>
                  <a:pt x="1287032" y="80748"/>
                  <a:pt x="1288827" y="78957"/>
                </a:cubicBezTo>
                <a:cubicBezTo>
                  <a:pt x="1295231" y="73061"/>
                  <a:pt x="1306249" y="68706"/>
                  <a:pt x="1315218" y="68706"/>
                </a:cubicBezTo>
                <a:cubicBezTo>
                  <a:pt x="1326489" y="68706"/>
                  <a:pt x="1332127" y="77674"/>
                  <a:pt x="1332127" y="95608"/>
                </a:cubicBezTo>
                <a:lnTo>
                  <a:pt x="1332127" y="151205"/>
                </a:lnTo>
                <a:cubicBezTo>
                  <a:pt x="1332127" y="165553"/>
                  <a:pt x="1329308" y="168368"/>
                  <a:pt x="1314705" y="169393"/>
                </a:cubicBezTo>
                <a:lnTo>
                  <a:pt x="1314705" y="173236"/>
                </a:lnTo>
                <a:lnTo>
                  <a:pt x="1372100" y="173236"/>
                </a:lnTo>
                <a:lnTo>
                  <a:pt x="1372100" y="169393"/>
                </a:lnTo>
                <a:cubicBezTo>
                  <a:pt x="1357493" y="169139"/>
                  <a:pt x="1353650" y="164783"/>
                  <a:pt x="1353650" y="148898"/>
                </a:cubicBezTo>
                <a:lnTo>
                  <a:pt x="1353650" y="84337"/>
                </a:lnTo>
                <a:cubicBezTo>
                  <a:pt x="1361337" y="73319"/>
                  <a:pt x="1369793" y="68706"/>
                  <a:pt x="1381581" y="68706"/>
                </a:cubicBezTo>
                <a:cubicBezTo>
                  <a:pt x="1396184" y="68706"/>
                  <a:pt x="1400798" y="75626"/>
                  <a:pt x="1400798" y="96891"/>
                </a:cubicBezTo>
                <a:lnTo>
                  <a:pt x="1400798" y="150947"/>
                </a:lnTo>
                <a:cubicBezTo>
                  <a:pt x="1400798" y="165553"/>
                  <a:pt x="1398749" y="167602"/>
                  <a:pt x="1383888" y="169393"/>
                </a:cubicBezTo>
                <a:lnTo>
                  <a:pt x="1383888" y="173236"/>
                </a:lnTo>
                <a:lnTo>
                  <a:pt x="1440000" y="173236"/>
                </a:lnTo>
                <a:lnTo>
                  <a:pt x="1440000" y="169393"/>
                </a:lnTo>
                <a:lnTo>
                  <a:pt x="1433338" y="168881"/>
                </a:lnTo>
                <a:cubicBezTo>
                  <a:pt x="1425652" y="168368"/>
                  <a:pt x="1422321" y="163759"/>
                  <a:pt x="1422321" y="153766"/>
                </a:cubicBezTo>
                <a:lnTo>
                  <a:pt x="1422321" y="100988"/>
                </a:lnTo>
                <a:cubicBezTo>
                  <a:pt x="1422321" y="70758"/>
                  <a:pt x="1412327" y="55381"/>
                  <a:pt x="1392599" y="55381"/>
                </a:cubicBezTo>
                <a:cubicBezTo>
                  <a:pt x="1377738" y="55381"/>
                  <a:pt x="1364668" y="62043"/>
                  <a:pt x="1350831" y="76904"/>
                </a:cubicBezTo>
                <a:cubicBezTo>
                  <a:pt x="1346222" y="62301"/>
                  <a:pt x="1337511" y="55381"/>
                  <a:pt x="1323674" y="55381"/>
                </a:cubicBezTo>
                <a:cubicBezTo>
                  <a:pt x="1312399" y="55381"/>
                  <a:pt x="1305224" y="58970"/>
                  <a:pt x="1283955" y="75114"/>
                </a:cubicBezTo>
                <a:lnTo>
                  <a:pt x="1283955" y="55897"/>
                </a:lnTo>
                <a:lnTo>
                  <a:pt x="1282165" y="55381"/>
                </a:lnTo>
                <a:cubicBezTo>
                  <a:pt x="1269095" y="60253"/>
                  <a:pt x="1260384" y="63072"/>
                  <a:pt x="1246293" y="66915"/>
                </a:cubicBezTo>
                <a:lnTo>
                  <a:pt x="1246293" y="71270"/>
                </a:lnTo>
                <a:close/>
                <a:moveTo>
                  <a:pt x="1545309" y="131144"/>
                </a:moveTo>
                <a:cubicBezTo>
                  <a:pt x="1533013" y="150626"/>
                  <a:pt x="1521991" y="158062"/>
                  <a:pt x="1505594" y="158062"/>
                </a:cubicBezTo>
                <a:cubicBezTo>
                  <a:pt x="1490991" y="158062"/>
                  <a:pt x="1479973" y="150626"/>
                  <a:pt x="1472541" y="136015"/>
                </a:cubicBezTo>
                <a:cubicBezTo>
                  <a:pt x="1467927" y="126272"/>
                  <a:pt x="1466137" y="117812"/>
                  <a:pt x="1465625" y="102173"/>
                </a:cubicBezTo>
                <a:lnTo>
                  <a:pt x="1544542" y="102173"/>
                </a:lnTo>
                <a:cubicBezTo>
                  <a:pt x="1542490" y="85549"/>
                  <a:pt x="1539929" y="78144"/>
                  <a:pt x="1533525" y="69972"/>
                </a:cubicBezTo>
                <a:cubicBezTo>
                  <a:pt x="1525834" y="60765"/>
                  <a:pt x="1514051" y="55381"/>
                  <a:pt x="1500726" y="55381"/>
                </a:cubicBezTo>
                <a:cubicBezTo>
                  <a:pt x="1487914" y="55381"/>
                  <a:pt x="1475872" y="59995"/>
                  <a:pt x="1466137" y="68694"/>
                </a:cubicBezTo>
                <a:cubicBezTo>
                  <a:pt x="1454091" y="79164"/>
                  <a:pt x="1447175" y="97305"/>
                  <a:pt x="1447175" y="118324"/>
                </a:cubicBezTo>
                <a:cubicBezTo>
                  <a:pt x="1447175" y="153703"/>
                  <a:pt x="1465625" y="175738"/>
                  <a:pt x="1495088" y="175738"/>
                </a:cubicBezTo>
                <a:cubicBezTo>
                  <a:pt x="1519430" y="175738"/>
                  <a:pt x="1538647" y="160623"/>
                  <a:pt x="1549410" y="132938"/>
                </a:cubicBezTo>
                <a:lnTo>
                  <a:pt x="1545309" y="131144"/>
                </a:lnTo>
                <a:moveTo>
                  <a:pt x="1466137" y="93974"/>
                </a:moveTo>
                <a:cubicBezTo>
                  <a:pt x="1468952" y="74058"/>
                  <a:pt x="1477667" y="64608"/>
                  <a:pt x="1493294" y="64608"/>
                </a:cubicBezTo>
                <a:cubicBezTo>
                  <a:pt x="1508925" y="64608"/>
                  <a:pt x="1515075" y="71759"/>
                  <a:pt x="1518406" y="93974"/>
                </a:cubicBezTo>
                <a:lnTo>
                  <a:pt x="1466137" y="93974"/>
                </a:lnTo>
                <a:close/>
                <a:moveTo>
                  <a:pt x="1558633" y="71270"/>
                </a:moveTo>
                <a:cubicBezTo>
                  <a:pt x="1560170" y="70500"/>
                  <a:pt x="1562735" y="70246"/>
                  <a:pt x="1565554" y="70246"/>
                </a:cubicBezTo>
                <a:cubicBezTo>
                  <a:pt x="1572728" y="70246"/>
                  <a:pt x="1575031" y="74089"/>
                  <a:pt x="1575031" y="86639"/>
                </a:cubicBezTo>
                <a:lnTo>
                  <a:pt x="1575031" y="150180"/>
                </a:lnTo>
                <a:cubicBezTo>
                  <a:pt x="1575031" y="164783"/>
                  <a:pt x="1572212" y="168368"/>
                  <a:pt x="1559145" y="169393"/>
                </a:cubicBezTo>
                <a:lnTo>
                  <a:pt x="1559145" y="173236"/>
                </a:lnTo>
                <a:lnTo>
                  <a:pt x="1613467" y="173236"/>
                </a:lnTo>
                <a:lnTo>
                  <a:pt x="1613467" y="169393"/>
                </a:lnTo>
                <a:cubicBezTo>
                  <a:pt x="1600397" y="168368"/>
                  <a:pt x="1596554" y="165295"/>
                  <a:pt x="1596554" y="156072"/>
                </a:cubicBezTo>
                <a:lnTo>
                  <a:pt x="1596554" y="84079"/>
                </a:lnTo>
                <a:cubicBezTo>
                  <a:pt x="1608854" y="72549"/>
                  <a:pt x="1614492" y="69476"/>
                  <a:pt x="1622948" y="69476"/>
                </a:cubicBezTo>
                <a:cubicBezTo>
                  <a:pt x="1635502" y="69476"/>
                  <a:pt x="1641652" y="77416"/>
                  <a:pt x="1641652" y="94326"/>
                </a:cubicBezTo>
                <a:lnTo>
                  <a:pt x="1641652" y="147874"/>
                </a:lnTo>
                <a:cubicBezTo>
                  <a:pt x="1641652" y="164013"/>
                  <a:pt x="1638321" y="168368"/>
                  <a:pt x="1625509" y="169393"/>
                </a:cubicBezTo>
                <a:lnTo>
                  <a:pt x="1625509" y="173236"/>
                </a:lnTo>
                <a:lnTo>
                  <a:pt x="1678807" y="173236"/>
                </a:lnTo>
                <a:lnTo>
                  <a:pt x="1678807" y="169393"/>
                </a:lnTo>
                <a:cubicBezTo>
                  <a:pt x="1666248" y="168114"/>
                  <a:pt x="1663175" y="165037"/>
                  <a:pt x="1663175" y="152487"/>
                </a:cubicBezTo>
                <a:lnTo>
                  <a:pt x="1663175" y="93814"/>
                </a:lnTo>
                <a:cubicBezTo>
                  <a:pt x="1663175" y="69734"/>
                  <a:pt x="1651900" y="55381"/>
                  <a:pt x="1632942" y="55381"/>
                </a:cubicBezTo>
                <a:cubicBezTo>
                  <a:pt x="1621154" y="55381"/>
                  <a:pt x="1613209" y="59741"/>
                  <a:pt x="1595787" y="76138"/>
                </a:cubicBezTo>
                <a:lnTo>
                  <a:pt x="1595787" y="55897"/>
                </a:lnTo>
                <a:lnTo>
                  <a:pt x="1593993" y="55381"/>
                </a:lnTo>
                <a:cubicBezTo>
                  <a:pt x="1581439" y="59995"/>
                  <a:pt x="1572728" y="62814"/>
                  <a:pt x="1558633" y="66915"/>
                </a:cubicBezTo>
                <a:lnTo>
                  <a:pt x="1558633" y="71270"/>
                </a:lnTo>
                <a:close/>
                <a:moveTo>
                  <a:pt x="1747985" y="57883"/>
                </a:moveTo>
                <a:lnTo>
                  <a:pt x="1722107" y="57883"/>
                </a:lnTo>
                <a:lnTo>
                  <a:pt x="1722107" y="28162"/>
                </a:lnTo>
                <a:cubicBezTo>
                  <a:pt x="1722107" y="25601"/>
                  <a:pt x="1721852" y="24831"/>
                  <a:pt x="1720312" y="24831"/>
                </a:cubicBezTo>
                <a:cubicBezTo>
                  <a:pt x="1718521" y="27137"/>
                  <a:pt x="1716981" y="29444"/>
                  <a:pt x="1715190" y="32005"/>
                </a:cubicBezTo>
                <a:cubicBezTo>
                  <a:pt x="1705451" y="46100"/>
                  <a:pt x="1694434" y="58400"/>
                  <a:pt x="1690336" y="59424"/>
                </a:cubicBezTo>
                <a:cubicBezTo>
                  <a:pt x="1687517" y="61215"/>
                  <a:pt x="1685977" y="63009"/>
                  <a:pt x="1685977" y="64292"/>
                </a:cubicBezTo>
                <a:cubicBezTo>
                  <a:pt x="1685977" y="65062"/>
                  <a:pt x="1686235" y="65574"/>
                  <a:pt x="1687005" y="66086"/>
                </a:cubicBezTo>
                <a:lnTo>
                  <a:pt x="1700584" y="66086"/>
                </a:lnTo>
                <a:lnTo>
                  <a:pt x="1700584" y="143201"/>
                </a:lnTo>
                <a:cubicBezTo>
                  <a:pt x="1700584" y="164721"/>
                  <a:pt x="1708270" y="175738"/>
                  <a:pt x="1723389" y="175738"/>
                </a:cubicBezTo>
                <a:cubicBezTo>
                  <a:pt x="1735943" y="175738"/>
                  <a:pt x="1745678" y="169592"/>
                  <a:pt x="1754135" y="156268"/>
                </a:cubicBezTo>
                <a:lnTo>
                  <a:pt x="1750804" y="153449"/>
                </a:lnTo>
                <a:cubicBezTo>
                  <a:pt x="1745424" y="159853"/>
                  <a:pt x="1741069" y="162418"/>
                  <a:pt x="1735431" y="162418"/>
                </a:cubicBezTo>
                <a:cubicBezTo>
                  <a:pt x="1725950" y="162418"/>
                  <a:pt x="1722107" y="155498"/>
                  <a:pt x="1722107" y="139358"/>
                </a:cubicBezTo>
                <a:lnTo>
                  <a:pt x="1722107" y="66086"/>
                </a:lnTo>
                <a:lnTo>
                  <a:pt x="1747985" y="66086"/>
                </a:lnTo>
                <a:lnTo>
                  <a:pt x="1747985" y="57883"/>
                </a:lnTo>
                <a:close/>
                <a:moveTo>
                  <a:pt x="1834590" y="92731"/>
                </a:moveTo>
                <a:lnTo>
                  <a:pt x="1833565" y="57883"/>
                </a:lnTo>
                <a:lnTo>
                  <a:pt x="1830746" y="57883"/>
                </a:lnTo>
                <a:lnTo>
                  <a:pt x="1830234" y="58400"/>
                </a:lnTo>
                <a:cubicBezTo>
                  <a:pt x="1827927" y="60190"/>
                  <a:pt x="1827673" y="60448"/>
                  <a:pt x="1826649" y="60448"/>
                </a:cubicBezTo>
                <a:cubicBezTo>
                  <a:pt x="1825112" y="60448"/>
                  <a:pt x="1822548" y="59936"/>
                  <a:pt x="1819729" y="58654"/>
                </a:cubicBezTo>
                <a:cubicBezTo>
                  <a:pt x="1814091" y="56660"/>
                  <a:pt x="1808457" y="55631"/>
                  <a:pt x="1801795" y="55631"/>
                </a:cubicBezTo>
                <a:cubicBezTo>
                  <a:pt x="1781550" y="55631"/>
                  <a:pt x="1766947" y="68698"/>
                  <a:pt x="1766947" y="87136"/>
                </a:cubicBezTo>
                <a:cubicBezTo>
                  <a:pt x="1766947" y="101473"/>
                  <a:pt x="1775146" y="111716"/>
                  <a:pt x="1796927" y="124009"/>
                </a:cubicBezTo>
                <a:lnTo>
                  <a:pt x="1811788" y="132461"/>
                </a:lnTo>
                <a:cubicBezTo>
                  <a:pt x="1820753" y="137583"/>
                  <a:pt x="1825112" y="143729"/>
                  <a:pt x="1825112" y="151666"/>
                </a:cubicBezTo>
                <a:cubicBezTo>
                  <a:pt x="1825112" y="162934"/>
                  <a:pt x="1816910" y="170104"/>
                  <a:pt x="1803844" y="170104"/>
                </a:cubicBezTo>
                <a:cubicBezTo>
                  <a:pt x="1795133" y="170104"/>
                  <a:pt x="1787188" y="166773"/>
                  <a:pt x="1782320" y="161139"/>
                </a:cubicBezTo>
                <a:cubicBezTo>
                  <a:pt x="1776941" y="154739"/>
                  <a:pt x="1774634" y="148847"/>
                  <a:pt x="1771303" y="134252"/>
                </a:cubicBezTo>
                <a:lnTo>
                  <a:pt x="1767202" y="134252"/>
                </a:lnTo>
                <a:lnTo>
                  <a:pt x="1767202" y="174202"/>
                </a:lnTo>
                <a:lnTo>
                  <a:pt x="1770533" y="174202"/>
                </a:lnTo>
                <a:cubicBezTo>
                  <a:pt x="1772327" y="171641"/>
                  <a:pt x="1773352" y="171129"/>
                  <a:pt x="1776429" y="171129"/>
                </a:cubicBezTo>
                <a:cubicBezTo>
                  <a:pt x="1778735" y="171187"/>
                  <a:pt x="1782320" y="171699"/>
                  <a:pt x="1788212" y="173236"/>
                </a:cubicBezTo>
                <a:cubicBezTo>
                  <a:pt x="1795387" y="174714"/>
                  <a:pt x="1802307" y="175738"/>
                  <a:pt x="1806917" y="175738"/>
                </a:cubicBezTo>
                <a:cubicBezTo>
                  <a:pt x="1826649" y="175738"/>
                  <a:pt x="1843046" y="160885"/>
                  <a:pt x="1843046" y="142959"/>
                </a:cubicBezTo>
                <a:cubicBezTo>
                  <a:pt x="1843046" y="130155"/>
                  <a:pt x="1836896" y="121706"/>
                  <a:pt x="1821523" y="112487"/>
                </a:cubicBezTo>
                <a:lnTo>
                  <a:pt x="1793850" y="96097"/>
                </a:lnTo>
                <a:cubicBezTo>
                  <a:pt x="1786676" y="92000"/>
                  <a:pt x="1782833" y="85600"/>
                  <a:pt x="1782833" y="78683"/>
                </a:cubicBezTo>
                <a:cubicBezTo>
                  <a:pt x="1782833" y="68440"/>
                  <a:pt x="1790777" y="61269"/>
                  <a:pt x="1802561" y="61269"/>
                </a:cubicBezTo>
                <a:cubicBezTo>
                  <a:pt x="1817168" y="61269"/>
                  <a:pt x="1824854" y="69976"/>
                  <a:pt x="1830746" y="92770"/>
                </a:cubicBezTo>
                <a:lnTo>
                  <a:pt x="1834590" y="92731"/>
                </a:lnTo>
                <a:close/>
                <a:moveTo>
                  <a:pt x="1885582" y="147549"/>
                </a:moveTo>
                <a:cubicBezTo>
                  <a:pt x="1877892" y="147549"/>
                  <a:pt x="1871487" y="154211"/>
                  <a:pt x="1871487" y="162156"/>
                </a:cubicBezTo>
                <a:cubicBezTo>
                  <a:pt x="1871487" y="169584"/>
                  <a:pt x="1877892" y="175988"/>
                  <a:pt x="1885324" y="175988"/>
                </a:cubicBezTo>
                <a:cubicBezTo>
                  <a:pt x="1893269" y="175988"/>
                  <a:pt x="1899931" y="169584"/>
                  <a:pt x="1899931" y="162156"/>
                </a:cubicBezTo>
                <a:cubicBezTo>
                  <a:pt x="1899931" y="154211"/>
                  <a:pt x="1893269" y="147549"/>
                  <a:pt x="1885582" y="147549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F9A742-9488-43A1-B328-506C09D4AA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95364" y="4010438"/>
            <a:ext cx="4147526" cy="3429392"/>
          </a:xfrm>
          <a:custGeom xmlns:a="http://schemas.openxmlformats.org/drawingml/2006/main">
            <a:pathLst>
              <a:path w="4147526" h="3429392">
                <a:moveTo>
                  <a:pt x="0" y="3429392"/>
                </a:moveTo>
                <a:lnTo>
                  <a:pt x="4147526" y="3429392"/>
                </a:lnTo>
                <a:lnTo>
                  <a:pt x="4147526" y="0"/>
                </a:lnTo>
                <a:lnTo>
                  <a:pt x="0" y="0"/>
                </a:lnTo>
                <a:lnTo>
                  <a:pt x="0" y="3429392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417202-F642-499D-9941-95EBE718AC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76344" y="4080691"/>
            <a:ext cx="3596293" cy="3107153"/>
          </a:xfrm>
          <a:custGeom xmlns:a="http://schemas.openxmlformats.org/drawingml/2006/main">
            <a:pathLst>
              <a:path w="3596293" h="3107153">
                <a:moveTo>
                  <a:pt x="0" y="3107153"/>
                </a:moveTo>
                <a:lnTo>
                  <a:pt x="3596293" y="3107153"/>
                </a:lnTo>
                <a:lnTo>
                  <a:pt x="3596293" y="0"/>
                </a:lnTo>
                <a:lnTo>
                  <a:pt x="0" y="0"/>
                </a:lnTo>
                <a:lnTo>
                  <a:pt x="0" y="3107153"/>
                </a:ln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E5F2CF-5494-4668-8F4B-DB3B896D91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3732" y="4080691"/>
            <a:ext cx="10" cy="3107153"/>
          </a:xfrm>
          <a:custGeom xmlns:a="http://schemas.openxmlformats.org/drawingml/2006/main">
            <a:pathLst>
              <a:path w="1" h="3107153" fill="none">
                <a:moveTo>
                  <a:pt x="0" y="3107153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806" cap="flat">
            <a:solidFill>
              <a:srgbClr val="FFFFFF"/>
            </a:solidFill>
            <a:custDash>
              <a:ds d="370000" sp="160000"/>
            </a:custDash>
            <a:round/>
          </a:ln>
        </p:spPr>
      </p:sp>
      <p:sp>
        <p:nvSpPr>
          <p:cNvPr id="1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79397A-D4A7-40E4-867C-24FF466190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73859" y="7259825"/>
            <a:ext cx="60184" cy="85358"/>
          </a:xfrm>
          <a:custGeom xmlns:a="http://schemas.openxmlformats.org/drawingml/2006/main">
            <a:pathLst>
              <a:path w="60184" h="85358">
                <a:moveTo>
                  <a:pt x="468" y="70136"/>
                </a:moveTo>
                <a:lnTo>
                  <a:pt x="19905" y="70136"/>
                </a:lnTo>
                <a:lnTo>
                  <a:pt x="19905" y="14987"/>
                </a:lnTo>
                <a:lnTo>
                  <a:pt x="0" y="19086"/>
                </a:lnTo>
                <a:lnTo>
                  <a:pt x="0" y="4098"/>
                </a:lnTo>
                <a:lnTo>
                  <a:pt x="19788" y="0"/>
                </a:lnTo>
                <a:lnTo>
                  <a:pt x="40747" y="0"/>
                </a:lnTo>
                <a:lnTo>
                  <a:pt x="40747" y="70136"/>
                </a:lnTo>
                <a:lnTo>
                  <a:pt x="60184" y="70136"/>
                </a:lnTo>
                <a:lnTo>
                  <a:pt x="60184" y="85358"/>
                </a:lnTo>
                <a:lnTo>
                  <a:pt x="468" y="85358"/>
                </a:lnTo>
                <a:lnTo>
                  <a:pt x="468" y="70136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12DB48-D1ED-4B28-8BBA-802331988C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51138" y="7259825"/>
            <a:ext cx="64282" cy="86880"/>
          </a:xfrm>
          <a:custGeom xmlns:a="http://schemas.openxmlformats.org/drawingml/2006/main">
            <a:pathLst>
              <a:path w="64282" h="86880">
                <a:moveTo>
                  <a:pt x="3396" y="0"/>
                </a:moveTo>
                <a:lnTo>
                  <a:pt x="58076" y="0"/>
                </a:lnTo>
                <a:lnTo>
                  <a:pt x="58076" y="16158"/>
                </a:lnTo>
                <a:lnTo>
                  <a:pt x="20959" y="16158"/>
                </a:lnTo>
                <a:lnTo>
                  <a:pt x="20959" y="29389"/>
                </a:lnTo>
                <a:cubicBezTo>
                  <a:pt x="22598" y="28921"/>
                  <a:pt x="24237" y="28570"/>
                  <a:pt x="25994" y="28336"/>
                </a:cubicBezTo>
                <a:cubicBezTo>
                  <a:pt x="27633" y="28101"/>
                  <a:pt x="29389" y="27984"/>
                  <a:pt x="31263" y="27984"/>
                </a:cubicBezTo>
                <a:cubicBezTo>
                  <a:pt x="41684" y="27984"/>
                  <a:pt x="49763" y="30677"/>
                  <a:pt x="55617" y="35829"/>
                </a:cubicBezTo>
                <a:cubicBezTo>
                  <a:pt x="61355" y="40981"/>
                  <a:pt x="64282" y="48241"/>
                  <a:pt x="64282" y="57491"/>
                </a:cubicBezTo>
                <a:cubicBezTo>
                  <a:pt x="64282" y="66741"/>
                  <a:pt x="61120" y="74000"/>
                  <a:pt x="54798" y="79152"/>
                </a:cubicBezTo>
                <a:cubicBezTo>
                  <a:pt x="48475" y="84304"/>
                  <a:pt x="39693" y="86880"/>
                  <a:pt x="28570" y="86880"/>
                </a:cubicBezTo>
                <a:cubicBezTo>
                  <a:pt x="23652" y="86880"/>
                  <a:pt x="18851" y="86412"/>
                  <a:pt x="14168" y="85475"/>
                </a:cubicBezTo>
                <a:cubicBezTo>
                  <a:pt x="9367" y="84655"/>
                  <a:pt x="4684" y="83250"/>
                  <a:pt x="0" y="81377"/>
                </a:cubicBezTo>
                <a:lnTo>
                  <a:pt x="0" y="64048"/>
                </a:lnTo>
                <a:cubicBezTo>
                  <a:pt x="4684" y="66741"/>
                  <a:pt x="9016" y="68731"/>
                  <a:pt x="13231" y="70019"/>
                </a:cubicBezTo>
                <a:cubicBezTo>
                  <a:pt x="17446" y="71424"/>
                  <a:pt x="21310" y="72010"/>
                  <a:pt x="25057" y="72010"/>
                </a:cubicBezTo>
                <a:cubicBezTo>
                  <a:pt x="30326" y="72010"/>
                  <a:pt x="34541" y="70722"/>
                  <a:pt x="37586" y="68146"/>
                </a:cubicBezTo>
                <a:cubicBezTo>
                  <a:pt x="40630" y="65570"/>
                  <a:pt x="42269" y="61940"/>
                  <a:pt x="42269" y="57491"/>
                </a:cubicBezTo>
                <a:cubicBezTo>
                  <a:pt x="42269" y="53041"/>
                  <a:pt x="40630" y="49529"/>
                  <a:pt x="37586" y="46953"/>
                </a:cubicBezTo>
                <a:cubicBezTo>
                  <a:pt x="34541" y="44377"/>
                  <a:pt x="30326" y="42972"/>
                  <a:pt x="25057" y="42972"/>
                </a:cubicBezTo>
                <a:cubicBezTo>
                  <a:pt x="21779" y="42972"/>
                  <a:pt x="18383" y="43440"/>
                  <a:pt x="14870" y="44260"/>
                </a:cubicBezTo>
                <a:cubicBezTo>
                  <a:pt x="11358" y="45079"/>
                  <a:pt x="7494" y="46367"/>
                  <a:pt x="3396" y="48007"/>
                </a:cubicBezTo>
                <a:lnTo>
                  <a:pt x="3396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579130-ECD0-4200-B3EE-0CBAE1D738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9236" y="7258303"/>
            <a:ext cx="70253" cy="88402"/>
          </a:xfrm>
          <a:custGeom xmlns:a="http://schemas.openxmlformats.org/drawingml/2006/main">
            <a:pathLst>
              <a:path w="70253" h="88402">
                <a:moveTo>
                  <a:pt x="48241" y="44143"/>
                </a:moveTo>
                <a:cubicBezTo>
                  <a:pt x="48241" y="33487"/>
                  <a:pt x="47187" y="25994"/>
                  <a:pt x="45196" y="21544"/>
                </a:cubicBezTo>
                <a:cubicBezTo>
                  <a:pt x="43206" y="17212"/>
                  <a:pt x="39810" y="14987"/>
                  <a:pt x="35127" y="14987"/>
                </a:cubicBezTo>
                <a:cubicBezTo>
                  <a:pt x="30443" y="14987"/>
                  <a:pt x="27048" y="17212"/>
                  <a:pt x="25057" y="21544"/>
                </a:cubicBezTo>
                <a:cubicBezTo>
                  <a:pt x="22949" y="25994"/>
                  <a:pt x="22013" y="33487"/>
                  <a:pt x="22013" y="44143"/>
                </a:cubicBezTo>
                <a:cubicBezTo>
                  <a:pt x="22013" y="54915"/>
                  <a:pt x="22949" y="62526"/>
                  <a:pt x="25057" y="66975"/>
                </a:cubicBezTo>
                <a:cubicBezTo>
                  <a:pt x="27048" y="71424"/>
                  <a:pt x="30443" y="73532"/>
                  <a:pt x="35127" y="73532"/>
                </a:cubicBezTo>
                <a:cubicBezTo>
                  <a:pt x="39810" y="73532"/>
                  <a:pt x="43089" y="71424"/>
                  <a:pt x="45196" y="66975"/>
                </a:cubicBezTo>
                <a:cubicBezTo>
                  <a:pt x="47187" y="62526"/>
                  <a:pt x="48241" y="54915"/>
                  <a:pt x="48241" y="44143"/>
                </a:cubicBezTo>
                <a:close/>
                <a:moveTo>
                  <a:pt x="70253" y="44260"/>
                </a:moveTo>
                <a:cubicBezTo>
                  <a:pt x="70253" y="58427"/>
                  <a:pt x="67209" y="69317"/>
                  <a:pt x="61120" y="76928"/>
                </a:cubicBezTo>
                <a:cubicBezTo>
                  <a:pt x="55032" y="84655"/>
                  <a:pt x="46367" y="88402"/>
                  <a:pt x="35127" y="88402"/>
                </a:cubicBezTo>
                <a:cubicBezTo>
                  <a:pt x="23886" y="88402"/>
                  <a:pt x="15222" y="84655"/>
                  <a:pt x="9133" y="76928"/>
                </a:cubicBezTo>
                <a:cubicBezTo>
                  <a:pt x="3044" y="69317"/>
                  <a:pt x="0" y="58427"/>
                  <a:pt x="0" y="44260"/>
                </a:cubicBezTo>
                <a:cubicBezTo>
                  <a:pt x="0" y="30209"/>
                  <a:pt x="3044" y="19320"/>
                  <a:pt x="9133" y="11592"/>
                </a:cubicBezTo>
                <a:cubicBezTo>
                  <a:pt x="15222" y="3864"/>
                  <a:pt x="23886" y="0"/>
                  <a:pt x="35127" y="0"/>
                </a:cubicBezTo>
                <a:cubicBezTo>
                  <a:pt x="46367" y="0"/>
                  <a:pt x="55032" y="3864"/>
                  <a:pt x="61120" y="11592"/>
                </a:cubicBezTo>
                <a:cubicBezTo>
                  <a:pt x="67209" y="19320"/>
                  <a:pt x="70253" y="30209"/>
                  <a:pt x="70253" y="4426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4DF538-6877-4074-B536-021DCAFF71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74932" y="7301743"/>
            <a:ext cx="73298" cy="13465"/>
          </a:xfrm>
          <a:custGeom xmlns:a="http://schemas.openxmlformats.org/drawingml/2006/main">
            <a:pathLst>
              <a:path w="73298" h="13465">
                <a:moveTo>
                  <a:pt x="0" y="0"/>
                </a:moveTo>
                <a:lnTo>
                  <a:pt x="73298" y="0"/>
                </a:lnTo>
                <a:lnTo>
                  <a:pt x="73298" y="13465"/>
                </a:lnTo>
                <a:lnTo>
                  <a:pt x="0" y="1346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3E4B79-5A9E-4560-9EE4-CCFA7971A2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1422" y="4080691"/>
            <a:ext cx="10" cy="3107153"/>
          </a:xfrm>
          <a:custGeom xmlns:a="http://schemas.openxmlformats.org/drawingml/2006/main">
            <a:pathLst>
              <a:path w="1" h="3107153" fill="none">
                <a:moveTo>
                  <a:pt x="0" y="3107153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806" cap="flat">
            <a:solidFill>
              <a:srgbClr val="FFFFFF"/>
            </a:solidFill>
            <a:custDash>
              <a:ds d="370000" sp="160000"/>
            </a:custDash>
            <a:round/>
          </a:ln>
        </p:spPr>
      </p:sp>
      <p:sp>
        <p:nvSpPr>
          <p:cNvPr id="1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09B43E-8D3C-4524-AE40-9101A7F633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1550" y="7259825"/>
            <a:ext cx="60184" cy="85358"/>
          </a:xfrm>
          <a:custGeom xmlns:a="http://schemas.openxmlformats.org/drawingml/2006/main">
            <a:pathLst>
              <a:path w="60184" h="85358">
                <a:moveTo>
                  <a:pt x="468" y="70136"/>
                </a:moveTo>
                <a:lnTo>
                  <a:pt x="19905" y="70136"/>
                </a:lnTo>
                <a:lnTo>
                  <a:pt x="19905" y="14987"/>
                </a:lnTo>
                <a:lnTo>
                  <a:pt x="0" y="19086"/>
                </a:lnTo>
                <a:lnTo>
                  <a:pt x="0" y="4098"/>
                </a:lnTo>
                <a:lnTo>
                  <a:pt x="19788" y="0"/>
                </a:lnTo>
                <a:lnTo>
                  <a:pt x="40747" y="0"/>
                </a:lnTo>
                <a:lnTo>
                  <a:pt x="40747" y="70136"/>
                </a:lnTo>
                <a:lnTo>
                  <a:pt x="60184" y="70136"/>
                </a:lnTo>
                <a:lnTo>
                  <a:pt x="60184" y="85358"/>
                </a:lnTo>
                <a:lnTo>
                  <a:pt x="468" y="85358"/>
                </a:lnTo>
                <a:lnTo>
                  <a:pt x="468" y="70136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826986-657F-448D-8A1D-2E037765CD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5433" y="7258303"/>
            <a:ext cx="70253" cy="88402"/>
          </a:xfrm>
          <a:custGeom xmlns:a="http://schemas.openxmlformats.org/drawingml/2006/main">
            <a:pathLst>
              <a:path w="70253" h="88402">
                <a:moveTo>
                  <a:pt x="48241" y="44143"/>
                </a:moveTo>
                <a:cubicBezTo>
                  <a:pt x="48241" y="33487"/>
                  <a:pt x="47187" y="25994"/>
                  <a:pt x="45196" y="21544"/>
                </a:cubicBezTo>
                <a:cubicBezTo>
                  <a:pt x="43206" y="17212"/>
                  <a:pt x="39810" y="14987"/>
                  <a:pt x="35127" y="14987"/>
                </a:cubicBezTo>
                <a:cubicBezTo>
                  <a:pt x="30443" y="14987"/>
                  <a:pt x="27048" y="17212"/>
                  <a:pt x="25057" y="21544"/>
                </a:cubicBezTo>
                <a:cubicBezTo>
                  <a:pt x="22949" y="25994"/>
                  <a:pt x="22013" y="33487"/>
                  <a:pt x="22013" y="44143"/>
                </a:cubicBezTo>
                <a:cubicBezTo>
                  <a:pt x="22013" y="54915"/>
                  <a:pt x="22949" y="62526"/>
                  <a:pt x="25057" y="66975"/>
                </a:cubicBezTo>
                <a:cubicBezTo>
                  <a:pt x="27048" y="71424"/>
                  <a:pt x="30443" y="73532"/>
                  <a:pt x="35127" y="73532"/>
                </a:cubicBezTo>
                <a:cubicBezTo>
                  <a:pt x="39810" y="73532"/>
                  <a:pt x="43089" y="71424"/>
                  <a:pt x="45196" y="66975"/>
                </a:cubicBezTo>
                <a:cubicBezTo>
                  <a:pt x="47187" y="62526"/>
                  <a:pt x="48241" y="54915"/>
                  <a:pt x="48241" y="44143"/>
                </a:cubicBezTo>
                <a:close/>
                <a:moveTo>
                  <a:pt x="70253" y="44260"/>
                </a:moveTo>
                <a:cubicBezTo>
                  <a:pt x="70253" y="58427"/>
                  <a:pt x="67209" y="69317"/>
                  <a:pt x="61120" y="76928"/>
                </a:cubicBezTo>
                <a:cubicBezTo>
                  <a:pt x="55032" y="84655"/>
                  <a:pt x="46367" y="88402"/>
                  <a:pt x="35127" y="88402"/>
                </a:cubicBezTo>
                <a:cubicBezTo>
                  <a:pt x="23886" y="88402"/>
                  <a:pt x="15222" y="84655"/>
                  <a:pt x="9133" y="76928"/>
                </a:cubicBezTo>
                <a:cubicBezTo>
                  <a:pt x="3044" y="69317"/>
                  <a:pt x="0" y="58427"/>
                  <a:pt x="0" y="44260"/>
                </a:cubicBezTo>
                <a:cubicBezTo>
                  <a:pt x="0" y="30209"/>
                  <a:pt x="3044" y="19320"/>
                  <a:pt x="9133" y="11592"/>
                </a:cubicBezTo>
                <a:cubicBezTo>
                  <a:pt x="15222" y="3864"/>
                  <a:pt x="23886" y="0"/>
                  <a:pt x="35127" y="0"/>
                </a:cubicBezTo>
                <a:cubicBezTo>
                  <a:pt x="46367" y="0"/>
                  <a:pt x="55032" y="3864"/>
                  <a:pt x="61120" y="11592"/>
                </a:cubicBezTo>
                <a:cubicBezTo>
                  <a:pt x="67209" y="19320"/>
                  <a:pt x="70253" y="30209"/>
                  <a:pt x="70253" y="4426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92D01C-C3CC-4053-9CB1-29464C8C0D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6927" y="7258303"/>
            <a:ext cx="70253" cy="88402"/>
          </a:xfrm>
          <a:custGeom xmlns:a="http://schemas.openxmlformats.org/drawingml/2006/main">
            <a:pathLst>
              <a:path w="70253" h="88402">
                <a:moveTo>
                  <a:pt x="48241" y="44143"/>
                </a:moveTo>
                <a:cubicBezTo>
                  <a:pt x="48241" y="33487"/>
                  <a:pt x="47187" y="25994"/>
                  <a:pt x="45196" y="21544"/>
                </a:cubicBezTo>
                <a:cubicBezTo>
                  <a:pt x="43206" y="17212"/>
                  <a:pt x="39810" y="14987"/>
                  <a:pt x="35127" y="14987"/>
                </a:cubicBezTo>
                <a:cubicBezTo>
                  <a:pt x="30443" y="14987"/>
                  <a:pt x="27048" y="17212"/>
                  <a:pt x="25057" y="21544"/>
                </a:cubicBezTo>
                <a:cubicBezTo>
                  <a:pt x="22949" y="25994"/>
                  <a:pt x="22013" y="33487"/>
                  <a:pt x="22013" y="44143"/>
                </a:cubicBezTo>
                <a:cubicBezTo>
                  <a:pt x="22013" y="54915"/>
                  <a:pt x="22949" y="62526"/>
                  <a:pt x="25057" y="66975"/>
                </a:cubicBezTo>
                <a:cubicBezTo>
                  <a:pt x="27048" y="71424"/>
                  <a:pt x="30443" y="73532"/>
                  <a:pt x="35127" y="73532"/>
                </a:cubicBezTo>
                <a:cubicBezTo>
                  <a:pt x="39810" y="73532"/>
                  <a:pt x="43089" y="71424"/>
                  <a:pt x="45196" y="66975"/>
                </a:cubicBezTo>
                <a:cubicBezTo>
                  <a:pt x="47187" y="62526"/>
                  <a:pt x="48241" y="54915"/>
                  <a:pt x="48241" y="44143"/>
                </a:cubicBezTo>
                <a:close/>
                <a:moveTo>
                  <a:pt x="70253" y="44260"/>
                </a:moveTo>
                <a:cubicBezTo>
                  <a:pt x="70253" y="58427"/>
                  <a:pt x="67209" y="69317"/>
                  <a:pt x="61120" y="76928"/>
                </a:cubicBezTo>
                <a:cubicBezTo>
                  <a:pt x="55032" y="84655"/>
                  <a:pt x="46367" y="88402"/>
                  <a:pt x="35127" y="88402"/>
                </a:cubicBezTo>
                <a:cubicBezTo>
                  <a:pt x="23886" y="88402"/>
                  <a:pt x="15222" y="84655"/>
                  <a:pt x="9133" y="76928"/>
                </a:cubicBezTo>
                <a:cubicBezTo>
                  <a:pt x="3044" y="69317"/>
                  <a:pt x="0" y="58427"/>
                  <a:pt x="0" y="44260"/>
                </a:cubicBezTo>
                <a:cubicBezTo>
                  <a:pt x="0" y="30209"/>
                  <a:pt x="3044" y="19320"/>
                  <a:pt x="9133" y="11592"/>
                </a:cubicBezTo>
                <a:cubicBezTo>
                  <a:pt x="15222" y="3864"/>
                  <a:pt x="23886" y="0"/>
                  <a:pt x="35127" y="0"/>
                </a:cubicBezTo>
                <a:cubicBezTo>
                  <a:pt x="46367" y="0"/>
                  <a:pt x="55032" y="3864"/>
                  <a:pt x="61120" y="11592"/>
                </a:cubicBezTo>
                <a:cubicBezTo>
                  <a:pt x="67209" y="19320"/>
                  <a:pt x="70253" y="30209"/>
                  <a:pt x="70253" y="4426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B029CD-7ABA-4814-8B4D-C652D8FEF5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2622" y="7301743"/>
            <a:ext cx="73298" cy="13465"/>
          </a:xfrm>
          <a:custGeom xmlns:a="http://schemas.openxmlformats.org/drawingml/2006/main">
            <a:pathLst>
              <a:path w="73298" h="13465">
                <a:moveTo>
                  <a:pt x="0" y="0"/>
                </a:moveTo>
                <a:lnTo>
                  <a:pt x="73298" y="0"/>
                </a:lnTo>
                <a:lnTo>
                  <a:pt x="73298" y="13465"/>
                </a:lnTo>
                <a:lnTo>
                  <a:pt x="0" y="1346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5BBF3D-A815-42CD-9D99-D44CE30A47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9112" y="4080691"/>
            <a:ext cx="10" cy="3107153"/>
          </a:xfrm>
          <a:custGeom xmlns:a="http://schemas.openxmlformats.org/drawingml/2006/main">
            <a:pathLst>
              <a:path w="1" h="3107153" fill="none">
                <a:moveTo>
                  <a:pt x="0" y="3107153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806" cap="flat">
            <a:solidFill>
              <a:srgbClr val="FFFFFF"/>
            </a:solidFill>
            <a:custDash>
              <a:ds d="370000" sp="160000"/>
            </a:custDash>
            <a:round/>
          </a:ln>
        </p:spPr>
      </p:sp>
      <p:sp>
        <p:nvSpPr>
          <p:cNvPr id="1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3D6307-C176-4ACC-BEEB-DB8CB8D952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65731" y="7259825"/>
            <a:ext cx="64282" cy="86880"/>
          </a:xfrm>
          <a:custGeom xmlns:a="http://schemas.openxmlformats.org/drawingml/2006/main">
            <a:pathLst>
              <a:path w="64282" h="86880">
                <a:moveTo>
                  <a:pt x="3396" y="0"/>
                </a:moveTo>
                <a:lnTo>
                  <a:pt x="58076" y="0"/>
                </a:lnTo>
                <a:lnTo>
                  <a:pt x="58076" y="16158"/>
                </a:lnTo>
                <a:lnTo>
                  <a:pt x="20959" y="16158"/>
                </a:lnTo>
                <a:lnTo>
                  <a:pt x="20959" y="29389"/>
                </a:lnTo>
                <a:cubicBezTo>
                  <a:pt x="22598" y="28921"/>
                  <a:pt x="24237" y="28570"/>
                  <a:pt x="25994" y="28336"/>
                </a:cubicBezTo>
                <a:cubicBezTo>
                  <a:pt x="27633" y="28101"/>
                  <a:pt x="29389" y="27984"/>
                  <a:pt x="31263" y="27984"/>
                </a:cubicBezTo>
                <a:cubicBezTo>
                  <a:pt x="41684" y="27984"/>
                  <a:pt x="49763" y="30677"/>
                  <a:pt x="55617" y="35829"/>
                </a:cubicBezTo>
                <a:cubicBezTo>
                  <a:pt x="61355" y="40981"/>
                  <a:pt x="64282" y="48241"/>
                  <a:pt x="64282" y="57491"/>
                </a:cubicBezTo>
                <a:cubicBezTo>
                  <a:pt x="64282" y="66741"/>
                  <a:pt x="61120" y="74000"/>
                  <a:pt x="54798" y="79152"/>
                </a:cubicBezTo>
                <a:cubicBezTo>
                  <a:pt x="48475" y="84304"/>
                  <a:pt x="39693" y="86880"/>
                  <a:pt x="28570" y="86880"/>
                </a:cubicBezTo>
                <a:cubicBezTo>
                  <a:pt x="23652" y="86880"/>
                  <a:pt x="18851" y="86412"/>
                  <a:pt x="14168" y="85475"/>
                </a:cubicBezTo>
                <a:cubicBezTo>
                  <a:pt x="9367" y="84655"/>
                  <a:pt x="4684" y="83250"/>
                  <a:pt x="0" y="81377"/>
                </a:cubicBezTo>
                <a:lnTo>
                  <a:pt x="0" y="64048"/>
                </a:lnTo>
                <a:cubicBezTo>
                  <a:pt x="4684" y="66741"/>
                  <a:pt x="9016" y="68731"/>
                  <a:pt x="13231" y="70019"/>
                </a:cubicBezTo>
                <a:cubicBezTo>
                  <a:pt x="17446" y="71424"/>
                  <a:pt x="21310" y="72010"/>
                  <a:pt x="25057" y="72010"/>
                </a:cubicBezTo>
                <a:cubicBezTo>
                  <a:pt x="30326" y="72010"/>
                  <a:pt x="34541" y="70722"/>
                  <a:pt x="37586" y="68146"/>
                </a:cubicBezTo>
                <a:cubicBezTo>
                  <a:pt x="40630" y="65570"/>
                  <a:pt x="42269" y="61940"/>
                  <a:pt x="42269" y="57491"/>
                </a:cubicBezTo>
                <a:cubicBezTo>
                  <a:pt x="42269" y="53041"/>
                  <a:pt x="40630" y="49529"/>
                  <a:pt x="37586" y="46953"/>
                </a:cubicBezTo>
                <a:cubicBezTo>
                  <a:pt x="34541" y="44377"/>
                  <a:pt x="30326" y="42972"/>
                  <a:pt x="25057" y="42972"/>
                </a:cubicBezTo>
                <a:cubicBezTo>
                  <a:pt x="21779" y="42972"/>
                  <a:pt x="18383" y="43440"/>
                  <a:pt x="14870" y="44260"/>
                </a:cubicBezTo>
                <a:cubicBezTo>
                  <a:pt x="11358" y="45079"/>
                  <a:pt x="7494" y="46367"/>
                  <a:pt x="3396" y="48007"/>
                </a:cubicBezTo>
                <a:lnTo>
                  <a:pt x="3396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67AE67-9DC9-41AC-A21B-F3BBA6CC7A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829" y="7258303"/>
            <a:ext cx="70253" cy="88402"/>
          </a:xfrm>
          <a:custGeom xmlns:a="http://schemas.openxmlformats.org/drawingml/2006/main">
            <a:pathLst>
              <a:path w="70253" h="88402">
                <a:moveTo>
                  <a:pt x="48241" y="44143"/>
                </a:moveTo>
                <a:cubicBezTo>
                  <a:pt x="48241" y="33487"/>
                  <a:pt x="47187" y="25994"/>
                  <a:pt x="45196" y="21544"/>
                </a:cubicBezTo>
                <a:cubicBezTo>
                  <a:pt x="43206" y="17212"/>
                  <a:pt x="39810" y="14987"/>
                  <a:pt x="35127" y="14987"/>
                </a:cubicBezTo>
                <a:cubicBezTo>
                  <a:pt x="30443" y="14987"/>
                  <a:pt x="27048" y="17212"/>
                  <a:pt x="25057" y="21544"/>
                </a:cubicBezTo>
                <a:cubicBezTo>
                  <a:pt x="22949" y="25994"/>
                  <a:pt x="22013" y="33487"/>
                  <a:pt x="22013" y="44143"/>
                </a:cubicBezTo>
                <a:cubicBezTo>
                  <a:pt x="22013" y="54915"/>
                  <a:pt x="22949" y="62526"/>
                  <a:pt x="25057" y="66975"/>
                </a:cubicBezTo>
                <a:cubicBezTo>
                  <a:pt x="27048" y="71424"/>
                  <a:pt x="30443" y="73532"/>
                  <a:pt x="35127" y="73532"/>
                </a:cubicBezTo>
                <a:cubicBezTo>
                  <a:pt x="39810" y="73532"/>
                  <a:pt x="43089" y="71424"/>
                  <a:pt x="45196" y="66975"/>
                </a:cubicBezTo>
                <a:cubicBezTo>
                  <a:pt x="47187" y="62526"/>
                  <a:pt x="48241" y="54915"/>
                  <a:pt x="48241" y="44143"/>
                </a:cubicBezTo>
                <a:close/>
                <a:moveTo>
                  <a:pt x="70253" y="44260"/>
                </a:moveTo>
                <a:cubicBezTo>
                  <a:pt x="70253" y="58427"/>
                  <a:pt x="67209" y="69317"/>
                  <a:pt x="61120" y="76928"/>
                </a:cubicBezTo>
                <a:cubicBezTo>
                  <a:pt x="55032" y="84655"/>
                  <a:pt x="46367" y="88402"/>
                  <a:pt x="35127" y="88402"/>
                </a:cubicBezTo>
                <a:cubicBezTo>
                  <a:pt x="23886" y="88402"/>
                  <a:pt x="15222" y="84655"/>
                  <a:pt x="9133" y="76928"/>
                </a:cubicBezTo>
                <a:cubicBezTo>
                  <a:pt x="3044" y="69317"/>
                  <a:pt x="0" y="58427"/>
                  <a:pt x="0" y="44260"/>
                </a:cubicBezTo>
                <a:cubicBezTo>
                  <a:pt x="0" y="30209"/>
                  <a:pt x="3044" y="19320"/>
                  <a:pt x="9133" y="11592"/>
                </a:cubicBezTo>
                <a:cubicBezTo>
                  <a:pt x="15222" y="3864"/>
                  <a:pt x="23886" y="0"/>
                  <a:pt x="35127" y="0"/>
                </a:cubicBezTo>
                <a:cubicBezTo>
                  <a:pt x="46367" y="0"/>
                  <a:pt x="55032" y="3864"/>
                  <a:pt x="61120" y="11592"/>
                </a:cubicBezTo>
                <a:cubicBezTo>
                  <a:pt x="67209" y="19320"/>
                  <a:pt x="70253" y="30209"/>
                  <a:pt x="70253" y="4426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1B1D76-AEBE-457F-B8CE-1D35BC4465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1018" y="7301743"/>
            <a:ext cx="73298" cy="13465"/>
          </a:xfrm>
          <a:custGeom xmlns:a="http://schemas.openxmlformats.org/drawingml/2006/main">
            <a:pathLst>
              <a:path w="73298" h="13465">
                <a:moveTo>
                  <a:pt x="0" y="0"/>
                </a:moveTo>
                <a:lnTo>
                  <a:pt x="73298" y="0"/>
                </a:lnTo>
                <a:lnTo>
                  <a:pt x="73298" y="13465"/>
                </a:lnTo>
                <a:lnTo>
                  <a:pt x="0" y="1346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E15447-6A1A-49E9-A63E-DD49988DB7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6802" y="4080691"/>
            <a:ext cx="10" cy="3107153"/>
          </a:xfrm>
          <a:custGeom xmlns:a="http://schemas.openxmlformats.org/drawingml/2006/main">
            <a:pathLst>
              <a:path w="1" h="3107153" fill="none">
                <a:moveTo>
                  <a:pt x="0" y="3107153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806" cap="flat">
            <a:solidFill>
              <a:srgbClr val="FFFFFF"/>
            </a:solidFill>
            <a:custDash>
              <a:ds d="370000" sp="160000"/>
            </a:custDash>
            <a:round/>
          </a:ln>
        </p:spPr>
      </p:sp>
      <p:sp>
        <p:nvSpPr>
          <p:cNvPr id="1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AFBDFD-522B-48E3-980A-F609289180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1716" y="7258303"/>
            <a:ext cx="70253" cy="88402"/>
          </a:xfrm>
          <a:custGeom xmlns:a="http://schemas.openxmlformats.org/drawingml/2006/main">
            <a:pathLst>
              <a:path w="70253" h="88402">
                <a:moveTo>
                  <a:pt x="48241" y="44143"/>
                </a:moveTo>
                <a:cubicBezTo>
                  <a:pt x="48241" y="33487"/>
                  <a:pt x="47187" y="25994"/>
                  <a:pt x="45196" y="21544"/>
                </a:cubicBezTo>
                <a:cubicBezTo>
                  <a:pt x="43206" y="17212"/>
                  <a:pt x="39810" y="14987"/>
                  <a:pt x="35127" y="14987"/>
                </a:cubicBezTo>
                <a:cubicBezTo>
                  <a:pt x="30443" y="14987"/>
                  <a:pt x="27048" y="17212"/>
                  <a:pt x="25057" y="21544"/>
                </a:cubicBezTo>
                <a:cubicBezTo>
                  <a:pt x="22949" y="25994"/>
                  <a:pt x="22013" y="33487"/>
                  <a:pt x="22013" y="44143"/>
                </a:cubicBezTo>
                <a:cubicBezTo>
                  <a:pt x="22013" y="54915"/>
                  <a:pt x="22949" y="62526"/>
                  <a:pt x="25057" y="66975"/>
                </a:cubicBezTo>
                <a:cubicBezTo>
                  <a:pt x="27048" y="71424"/>
                  <a:pt x="30443" y="73532"/>
                  <a:pt x="35127" y="73532"/>
                </a:cubicBezTo>
                <a:cubicBezTo>
                  <a:pt x="39810" y="73532"/>
                  <a:pt x="43089" y="71424"/>
                  <a:pt x="45196" y="66975"/>
                </a:cubicBezTo>
                <a:cubicBezTo>
                  <a:pt x="47187" y="62526"/>
                  <a:pt x="48241" y="54915"/>
                  <a:pt x="48241" y="44143"/>
                </a:cubicBezTo>
                <a:close/>
                <a:moveTo>
                  <a:pt x="70253" y="44260"/>
                </a:moveTo>
                <a:cubicBezTo>
                  <a:pt x="70253" y="58427"/>
                  <a:pt x="67209" y="69317"/>
                  <a:pt x="61120" y="76928"/>
                </a:cubicBezTo>
                <a:cubicBezTo>
                  <a:pt x="55032" y="84655"/>
                  <a:pt x="46367" y="88402"/>
                  <a:pt x="35127" y="88402"/>
                </a:cubicBezTo>
                <a:cubicBezTo>
                  <a:pt x="23886" y="88402"/>
                  <a:pt x="15222" y="84655"/>
                  <a:pt x="9133" y="76928"/>
                </a:cubicBezTo>
                <a:cubicBezTo>
                  <a:pt x="3044" y="69317"/>
                  <a:pt x="0" y="58427"/>
                  <a:pt x="0" y="44260"/>
                </a:cubicBezTo>
                <a:cubicBezTo>
                  <a:pt x="0" y="30209"/>
                  <a:pt x="3044" y="19320"/>
                  <a:pt x="9133" y="11592"/>
                </a:cubicBezTo>
                <a:cubicBezTo>
                  <a:pt x="15222" y="3864"/>
                  <a:pt x="23886" y="0"/>
                  <a:pt x="35127" y="0"/>
                </a:cubicBezTo>
                <a:cubicBezTo>
                  <a:pt x="46367" y="0"/>
                  <a:pt x="55032" y="3864"/>
                  <a:pt x="61120" y="11592"/>
                </a:cubicBezTo>
                <a:cubicBezTo>
                  <a:pt x="67209" y="19320"/>
                  <a:pt x="70253" y="30209"/>
                  <a:pt x="70253" y="4426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3E35D1-97F9-46F0-B616-8818A6B665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4492" y="4080691"/>
            <a:ext cx="10" cy="3107153"/>
          </a:xfrm>
          <a:custGeom xmlns:a="http://schemas.openxmlformats.org/drawingml/2006/main">
            <a:pathLst>
              <a:path w="1" h="3107153" fill="none">
                <a:moveTo>
                  <a:pt x="0" y="3107153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806" cap="flat">
            <a:solidFill>
              <a:srgbClr val="FFFFFF"/>
            </a:solidFill>
            <a:custDash>
              <a:ds d="370000" sp="160000"/>
            </a:custDash>
            <a:round/>
          </a:ln>
        </p:spPr>
      </p:sp>
      <p:sp>
        <p:nvSpPr>
          <p:cNvPr id="1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6F27BB-34F3-433F-8511-13F57E6084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2095" y="7259825"/>
            <a:ext cx="64282" cy="86880"/>
          </a:xfrm>
          <a:custGeom xmlns:a="http://schemas.openxmlformats.org/drawingml/2006/main">
            <a:pathLst>
              <a:path w="64282" h="86880">
                <a:moveTo>
                  <a:pt x="3396" y="0"/>
                </a:moveTo>
                <a:lnTo>
                  <a:pt x="58076" y="0"/>
                </a:lnTo>
                <a:lnTo>
                  <a:pt x="58076" y="16158"/>
                </a:lnTo>
                <a:lnTo>
                  <a:pt x="20959" y="16158"/>
                </a:lnTo>
                <a:lnTo>
                  <a:pt x="20959" y="29389"/>
                </a:lnTo>
                <a:cubicBezTo>
                  <a:pt x="22598" y="28921"/>
                  <a:pt x="24237" y="28570"/>
                  <a:pt x="25994" y="28336"/>
                </a:cubicBezTo>
                <a:cubicBezTo>
                  <a:pt x="27633" y="28101"/>
                  <a:pt x="29389" y="27984"/>
                  <a:pt x="31263" y="27984"/>
                </a:cubicBezTo>
                <a:cubicBezTo>
                  <a:pt x="41684" y="27984"/>
                  <a:pt x="49763" y="30677"/>
                  <a:pt x="55617" y="35829"/>
                </a:cubicBezTo>
                <a:cubicBezTo>
                  <a:pt x="61355" y="40981"/>
                  <a:pt x="64282" y="48241"/>
                  <a:pt x="64282" y="57491"/>
                </a:cubicBezTo>
                <a:cubicBezTo>
                  <a:pt x="64282" y="66741"/>
                  <a:pt x="61120" y="74000"/>
                  <a:pt x="54798" y="79152"/>
                </a:cubicBezTo>
                <a:cubicBezTo>
                  <a:pt x="48475" y="84304"/>
                  <a:pt x="39693" y="86880"/>
                  <a:pt x="28570" y="86880"/>
                </a:cubicBezTo>
                <a:cubicBezTo>
                  <a:pt x="23652" y="86880"/>
                  <a:pt x="18851" y="86412"/>
                  <a:pt x="14168" y="85475"/>
                </a:cubicBezTo>
                <a:cubicBezTo>
                  <a:pt x="9367" y="84655"/>
                  <a:pt x="4684" y="83250"/>
                  <a:pt x="0" y="81377"/>
                </a:cubicBezTo>
                <a:lnTo>
                  <a:pt x="0" y="64048"/>
                </a:lnTo>
                <a:cubicBezTo>
                  <a:pt x="4684" y="66741"/>
                  <a:pt x="9016" y="68731"/>
                  <a:pt x="13231" y="70019"/>
                </a:cubicBezTo>
                <a:cubicBezTo>
                  <a:pt x="17446" y="71424"/>
                  <a:pt x="21310" y="72010"/>
                  <a:pt x="25057" y="72010"/>
                </a:cubicBezTo>
                <a:cubicBezTo>
                  <a:pt x="30326" y="72010"/>
                  <a:pt x="34541" y="70722"/>
                  <a:pt x="37586" y="68146"/>
                </a:cubicBezTo>
                <a:cubicBezTo>
                  <a:pt x="40630" y="65570"/>
                  <a:pt x="42269" y="61940"/>
                  <a:pt x="42269" y="57491"/>
                </a:cubicBezTo>
                <a:cubicBezTo>
                  <a:pt x="42269" y="53041"/>
                  <a:pt x="40630" y="49529"/>
                  <a:pt x="37586" y="46953"/>
                </a:cubicBezTo>
                <a:cubicBezTo>
                  <a:pt x="34541" y="44377"/>
                  <a:pt x="30326" y="42972"/>
                  <a:pt x="25057" y="42972"/>
                </a:cubicBezTo>
                <a:cubicBezTo>
                  <a:pt x="21779" y="42972"/>
                  <a:pt x="18383" y="43440"/>
                  <a:pt x="14870" y="44260"/>
                </a:cubicBezTo>
                <a:cubicBezTo>
                  <a:pt x="11358" y="45079"/>
                  <a:pt x="7494" y="46367"/>
                  <a:pt x="3396" y="48007"/>
                </a:cubicBezTo>
                <a:lnTo>
                  <a:pt x="3396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837D88-687E-4109-911A-F91FE336F0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0193" y="7258303"/>
            <a:ext cx="70253" cy="88402"/>
          </a:xfrm>
          <a:custGeom xmlns:a="http://schemas.openxmlformats.org/drawingml/2006/main">
            <a:pathLst>
              <a:path w="70253" h="88402">
                <a:moveTo>
                  <a:pt x="48241" y="44143"/>
                </a:moveTo>
                <a:cubicBezTo>
                  <a:pt x="48241" y="33487"/>
                  <a:pt x="47187" y="25994"/>
                  <a:pt x="45196" y="21544"/>
                </a:cubicBezTo>
                <a:cubicBezTo>
                  <a:pt x="43206" y="17212"/>
                  <a:pt x="39810" y="14987"/>
                  <a:pt x="35127" y="14987"/>
                </a:cubicBezTo>
                <a:cubicBezTo>
                  <a:pt x="30443" y="14987"/>
                  <a:pt x="27048" y="17212"/>
                  <a:pt x="25057" y="21544"/>
                </a:cubicBezTo>
                <a:cubicBezTo>
                  <a:pt x="22949" y="25994"/>
                  <a:pt x="22013" y="33487"/>
                  <a:pt x="22013" y="44143"/>
                </a:cubicBezTo>
                <a:cubicBezTo>
                  <a:pt x="22013" y="54915"/>
                  <a:pt x="22949" y="62526"/>
                  <a:pt x="25057" y="66975"/>
                </a:cubicBezTo>
                <a:cubicBezTo>
                  <a:pt x="27048" y="71424"/>
                  <a:pt x="30443" y="73532"/>
                  <a:pt x="35127" y="73532"/>
                </a:cubicBezTo>
                <a:cubicBezTo>
                  <a:pt x="39810" y="73532"/>
                  <a:pt x="43089" y="71424"/>
                  <a:pt x="45196" y="66975"/>
                </a:cubicBezTo>
                <a:cubicBezTo>
                  <a:pt x="47187" y="62526"/>
                  <a:pt x="48241" y="54915"/>
                  <a:pt x="48241" y="44143"/>
                </a:cubicBezTo>
                <a:close/>
                <a:moveTo>
                  <a:pt x="70253" y="44260"/>
                </a:moveTo>
                <a:cubicBezTo>
                  <a:pt x="70253" y="58427"/>
                  <a:pt x="67209" y="69317"/>
                  <a:pt x="61120" y="76928"/>
                </a:cubicBezTo>
                <a:cubicBezTo>
                  <a:pt x="55032" y="84655"/>
                  <a:pt x="46367" y="88402"/>
                  <a:pt x="35127" y="88402"/>
                </a:cubicBezTo>
                <a:cubicBezTo>
                  <a:pt x="23886" y="88402"/>
                  <a:pt x="15222" y="84655"/>
                  <a:pt x="9133" y="76928"/>
                </a:cubicBezTo>
                <a:cubicBezTo>
                  <a:pt x="3044" y="69317"/>
                  <a:pt x="0" y="58427"/>
                  <a:pt x="0" y="44260"/>
                </a:cubicBezTo>
                <a:cubicBezTo>
                  <a:pt x="0" y="30209"/>
                  <a:pt x="3044" y="19320"/>
                  <a:pt x="9133" y="11592"/>
                </a:cubicBezTo>
                <a:cubicBezTo>
                  <a:pt x="15222" y="3864"/>
                  <a:pt x="23886" y="0"/>
                  <a:pt x="35127" y="0"/>
                </a:cubicBezTo>
                <a:cubicBezTo>
                  <a:pt x="46367" y="0"/>
                  <a:pt x="55032" y="3864"/>
                  <a:pt x="61120" y="11592"/>
                </a:cubicBezTo>
                <a:cubicBezTo>
                  <a:pt x="67209" y="19320"/>
                  <a:pt x="70253" y="30209"/>
                  <a:pt x="70253" y="4426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FDFCC0-E9C5-480D-B165-FC980B3FB0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182" y="4080691"/>
            <a:ext cx="10" cy="3107153"/>
          </a:xfrm>
          <a:custGeom xmlns:a="http://schemas.openxmlformats.org/drawingml/2006/main">
            <a:pathLst>
              <a:path w="1" h="3107153" fill="none">
                <a:moveTo>
                  <a:pt x="0" y="3107153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806" cap="flat">
            <a:solidFill>
              <a:srgbClr val="FFFFFF"/>
            </a:solidFill>
            <a:custDash>
              <a:ds d="370000" sp="160000"/>
            </a:custDash>
            <a:round/>
          </a:ln>
        </p:spPr>
      </p:sp>
      <p:sp>
        <p:nvSpPr>
          <p:cNvPr id="1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E0A0DC-A8D9-451D-91B0-8130ED2CEE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3294" y="7259825"/>
            <a:ext cx="60184" cy="85358"/>
          </a:xfrm>
          <a:custGeom xmlns:a="http://schemas.openxmlformats.org/drawingml/2006/main">
            <a:pathLst>
              <a:path w="60184" h="85358">
                <a:moveTo>
                  <a:pt x="468" y="70136"/>
                </a:moveTo>
                <a:lnTo>
                  <a:pt x="19905" y="70136"/>
                </a:lnTo>
                <a:lnTo>
                  <a:pt x="19905" y="14987"/>
                </a:lnTo>
                <a:lnTo>
                  <a:pt x="0" y="19086"/>
                </a:lnTo>
                <a:lnTo>
                  <a:pt x="0" y="4098"/>
                </a:lnTo>
                <a:lnTo>
                  <a:pt x="19788" y="0"/>
                </a:lnTo>
                <a:lnTo>
                  <a:pt x="40747" y="0"/>
                </a:lnTo>
                <a:lnTo>
                  <a:pt x="40747" y="70136"/>
                </a:lnTo>
                <a:lnTo>
                  <a:pt x="60184" y="70136"/>
                </a:lnTo>
                <a:lnTo>
                  <a:pt x="60184" y="85358"/>
                </a:lnTo>
                <a:lnTo>
                  <a:pt x="468" y="85358"/>
                </a:lnTo>
                <a:lnTo>
                  <a:pt x="468" y="70136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A62BB8-6B41-4635-BBF9-48193D6D80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7177" y="7258303"/>
            <a:ext cx="70253" cy="88402"/>
          </a:xfrm>
          <a:custGeom xmlns:a="http://schemas.openxmlformats.org/drawingml/2006/main">
            <a:pathLst>
              <a:path w="70253" h="88402">
                <a:moveTo>
                  <a:pt x="48241" y="44143"/>
                </a:moveTo>
                <a:cubicBezTo>
                  <a:pt x="48241" y="33487"/>
                  <a:pt x="47187" y="25994"/>
                  <a:pt x="45196" y="21544"/>
                </a:cubicBezTo>
                <a:cubicBezTo>
                  <a:pt x="43206" y="17212"/>
                  <a:pt x="39810" y="14987"/>
                  <a:pt x="35127" y="14987"/>
                </a:cubicBezTo>
                <a:cubicBezTo>
                  <a:pt x="30443" y="14987"/>
                  <a:pt x="27048" y="17212"/>
                  <a:pt x="25057" y="21544"/>
                </a:cubicBezTo>
                <a:cubicBezTo>
                  <a:pt x="22949" y="25994"/>
                  <a:pt x="22013" y="33487"/>
                  <a:pt x="22013" y="44143"/>
                </a:cubicBezTo>
                <a:cubicBezTo>
                  <a:pt x="22013" y="54915"/>
                  <a:pt x="22949" y="62526"/>
                  <a:pt x="25057" y="66975"/>
                </a:cubicBezTo>
                <a:cubicBezTo>
                  <a:pt x="27048" y="71424"/>
                  <a:pt x="30443" y="73532"/>
                  <a:pt x="35127" y="73532"/>
                </a:cubicBezTo>
                <a:cubicBezTo>
                  <a:pt x="39810" y="73532"/>
                  <a:pt x="43089" y="71424"/>
                  <a:pt x="45196" y="66975"/>
                </a:cubicBezTo>
                <a:cubicBezTo>
                  <a:pt x="47187" y="62526"/>
                  <a:pt x="48241" y="54915"/>
                  <a:pt x="48241" y="44143"/>
                </a:cubicBezTo>
                <a:close/>
                <a:moveTo>
                  <a:pt x="70253" y="44260"/>
                </a:moveTo>
                <a:cubicBezTo>
                  <a:pt x="70253" y="58427"/>
                  <a:pt x="67209" y="69317"/>
                  <a:pt x="61120" y="76928"/>
                </a:cubicBezTo>
                <a:cubicBezTo>
                  <a:pt x="55032" y="84655"/>
                  <a:pt x="46367" y="88402"/>
                  <a:pt x="35127" y="88402"/>
                </a:cubicBezTo>
                <a:cubicBezTo>
                  <a:pt x="23886" y="88402"/>
                  <a:pt x="15222" y="84655"/>
                  <a:pt x="9133" y="76928"/>
                </a:cubicBezTo>
                <a:cubicBezTo>
                  <a:pt x="3044" y="69317"/>
                  <a:pt x="0" y="58427"/>
                  <a:pt x="0" y="44260"/>
                </a:cubicBezTo>
                <a:cubicBezTo>
                  <a:pt x="0" y="30209"/>
                  <a:pt x="3044" y="19320"/>
                  <a:pt x="9133" y="11592"/>
                </a:cubicBezTo>
                <a:cubicBezTo>
                  <a:pt x="15222" y="3864"/>
                  <a:pt x="23886" y="0"/>
                  <a:pt x="35127" y="0"/>
                </a:cubicBezTo>
                <a:cubicBezTo>
                  <a:pt x="46367" y="0"/>
                  <a:pt x="55032" y="3864"/>
                  <a:pt x="61120" y="11592"/>
                </a:cubicBezTo>
                <a:cubicBezTo>
                  <a:pt x="67209" y="19320"/>
                  <a:pt x="70253" y="30209"/>
                  <a:pt x="70253" y="4426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191692-D74B-40E3-9C18-1A6D416F0C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671" y="7258303"/>
            <a:ext cx="70253" cy="88402"/>
          </a:xfrm>
          <a:custGeom xmlns:a="http://schemas.openxmlformats.org/drawingml/2006/main">
            <a:pathLst>
              <a:path w="70253" h="88402">
                <a:moveTo>
                  <a:pt x="48241" y="44143"/>
                </a:moveTo>
                <a:cubicBezTo>
                  <a:pt x="48241" y="33487"/>
                  <a:pt x="47187" y="25994"/>
                  <a:pt x="45196" y="21544"/>
                </a:cubicBezTo>
                <a:cubicBezTo>
                  <a:pt x="43206" y="17212"/>
                  <a:pt x="39810" y="14987"/>
                  <a:pt x="35127" y="14987"/>
                </a:cubicBezTo>
                <a:cubicBezTo>
                  <a:pt x="30443" y="14987"/>
                  <a:pt x="27048" y="17212"/>
                  <a:pt x="25057" y="21544"/>
                </a:cubicBezTo>
                <a:cubicBezTo>
                  <a:pt x="22949" y="25994"/>
                  <a:pt x="22013" y="33487"/>
                  <a:pt x="22013" y="44143"/>
                </a:cubicBezTo>
                <a:cubicBezTo>
                  <a:pt x="22013" y="54915"/>
                  <a:pt x="22949" y="62526"/>
                  <a:pt x="25057" y="66975"/>
                </a:cubicBezTo>
                <a:cubicBezTo>
                  <a:pt x="27048" y="71424"/>
                  <a:pt x="30443" y="73532"/>
                  <a:pt x="35127" y="73532"/>
                </a:cubicBezTo>
                <a:cubicBezTo>
                  <a:pt x="39810" y="73532"/>
                  <a:pt x="43089" y="71424"/>
                  <a:pt x="45196" y="66975"/>
                </a:cubicBezTo>
                <a:cubicBezTo>
                  <a:pt x="47187" y="62526"/>
                  <a:pt x="48241" y="54915"/>
                  <a:pt x="48241" y="44143"/>
                </a:cubicBezTo>
                <a:close/>
                <a:moveTo>
                  <a:pt x="70253" y="44260"/>
                </a:moveTo>
                <a:cubicBezTo>
                  <a:pt x="70253" y="58427"/>
                  <a:pt x="67209" y="69317"/>
                  <a:pt x="61120" y="76928"/>
                </a:cubicBezTo>
                <a:cubicBezTo>
                  <a:pt x="55032" y="84655"/>
                  <a:pt x="46367" y="88402"/>
                  <a:pt x="35127" y="88402"/>
                </a:cubicBezTo>
                <a:cubicBezTo>
                  <a:pt x="23886" y="88402"/>
                  <a:pt x="15222" y="84655"/>
                  <a:pt x="9133" y="76928"/>
                </a:cubicBezTo>
                <a:cubicBezTo>
                  <a:pt x="3044" y="69317"/>
                  <a:pt x="0" y="58427"/>
                  <a:pt x="0" y="44260"/>
                </a:cubicBezTo>
                <a:cubicBezTo>
                  <a:pt x="0" y="30209"/>
                  <a:pt x="3044" y="19320"/>
                  <a:pt x="9133" y="11592"/>
                </a:cubicBezTo>
                <a:cubicBezTo>
                  <a:pt x="15222" y="3864"/>
                  <a:pt x="23886" y="0"/>
                  <a:pt x="35127" y="0"/>
                </a:cubicBezTo>
                <a:cubicBezTo>
                  <a:pt x="46367" y="0"/>
                  <a:pt x="55032" y="3864"/>
                  <a:pt x="61120" y="11592"/>
                </a:cubicBezTo>
                <a:cubicBezTo>
                  <a:pt x="67209" y="19320"/>
                  <a:pt x="70253" y="30209"/>
                  <a:pt x="70253" y="4426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F60301-5C5B-47DD-A8F0-2E7F0F9DB6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9872" y="4080691"/>
            <a:ext cx="10" cy="3107153"/>
          </a:xfrm>
          <a:custGeom xmlns:a="http://schemas.openxmlformats.org/drawingml/2006/main">
            <a:pathLst>
              <a:path w="1" h="3107153" fill="none">
                <a:moveTo>
                  <a:pt x="0" y="3107153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806" cap="flat">
            <a:solidFill>
              <a:srgbClr val="FFFFFF"/>
            </a:solidFill>
            <a:custDash>
              <a:ds d="370000" sp="160000"/>
            </a:custDash>
            <a:round/>
          </a:ln>
        </p:spPr>
      </p:sp>
      <p:sp>
        <p:nvSpPr>
          <p:cNvPr id="1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7C8A72-7442-41CF-89FB-480E3E32C4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90983" y="7259825"/>
            <a:ext cx="60184" cy="85358"/>
          </a:xfrm>
          <a:custGeom xmlns:a="http://schemas.openxmlformats.org/drawingml/2006/main">
            <a:pathLst>
              <a:path w="60184" h="85358">
                <a:moveTo>
                  <a:pt x="468" y="70136"/>
                </a:moveTo>
                <a:lnTo>
                  <a:pt x="19905" y="70136"/>
                </a:lnTo>
                <a:lnTo>
                  <a:pt x="19905" y="14987"/>
                </a:lnTo>
                <a:lnTo>
                  <a:pt x="0" y="19086"/>
                </a:lnTo>
                <a:lnTo>
                  <a:pt x="0" y="4098"/>
                </a:lnTo>
                <a:lnTo>
                  <a:pt x="19788" y="0"/>
                </a:lnTo>
                <a:lnTo>
                  <a:pt x="40747" y="0"/>
                </a:lnTo>
                <a:lnTo>
                  <a:pt x="40747" y="70136"/>
                </a:lnTo>
                <a:lnTo>
                  <a:pt x="60184" y="70136"/>
                </a:lnTo>
                <a:lnTo>
                  <a:pt x="60184" y="85358"/>
                </a:lnTo>
                <a:lnTo>
                  <a:pt x="468" y="85358"/>
                </a:lnTo>
                <a:lnTo>
                  <a:pt x="468" y="70136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FFEA4A-1B57-4057-909D-10A6981AE1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8262" y="7259825"/>
            <a:ext cx="64282" cy="86880"/>
          </a:xfrm>
          <a:custGeom xmlns:a="http://schemas.openxmlformats.org/drawingml/2006/main">
            <a:pathLst>
              <a:path w="64282" h="86880">
                <a:moveTo>
                  <a:pt x="3396" y="0"/>
                </a:moveTo>
                <a:lnTo>
                  <a:pt x="58076" y="0"/>
                </a:lnTo>
                <a:lnTo>
                  <a:pt x="58076" y="16158"/>
                </a:lnTo>
                <a:lnTo>
                  <a:pt x="20959" y="16158"/>
                </a:lnTo>
                <a:lnTo>
                  <a:pt x="20959" y="29389"/>
                </a:lnTo>
                <a:cubicBezTo>
                  <a:pt x="22598" y="28921"/>
                  <a:pt x="24237" y="28570"/>
                  <a:pt x="25994" y="28336"/>
                </a:cubicBezTo>
                <a:cubicBezTo>
                  <a:pt x="27633" y="28101"/>
                  <a:pt x="29389" y="27984"/>
                  <a:pt x="31263" y="27984"/>
                </a:cubicBezTo>
                <a:cubicBezTo>
                  <a:pt x="41684" y="27984"/>
                  <a:pt x="49763" y="30677"/>
                  <a:pt x="55617" y="35829"/>
                </a:cubicBezTo>
                <a:cubicBezTo>
                  <a:pt x="61355" y="40981"/>
                  <a:pt x="64282" y="48241"/>
                  <a:pt x="64282" y="57491"/>
                </a:cubicBezTo>
                <a:cubicBezTo>
                  <a:pt x="64282" y="66741"/>
                  <a:pt x="61120" y="74000"/>
                  <a:pt x="54798" y="79152"/>
                </a:cubicBezTo>
                <a:cubicBezTo>
                  <a:pt x="48475" y="84304"/>
                  <a:pt x="39693" y="86880"/>
                  <a:pt x="28570" y="86880"/>
                </a:cubicBezTo>
                <a:cubicBezTo>
                  <a:pt x="23652" y="86880"/>
                  <a:pt x="18851" y="86412"/>
                  <a:pt x="14168" y="85475"/>
                </a:cubicBezTo>
                <a:cubicBezTo>
                  <a:pt x="9367" y="84655"/>
                  <a:pt x="4684" y="83250"/>
                  <a:pt x="0" y="81377"/>
                </a:cubicBezTo>
                <a:lnTo>
                  <a:pt x="0" y="64048"/>
                </a:lnTo>
                <a:cubicBezTo>
                  <a:pt x="4684" y="66741"/>
                  <a:pt x="9016" y="68731"/>
                  <a:pt x="13231" y="70019"/>
                </a:cubicBezTo>
                <a:cubicBezTo>
                  <a:pt x="17446" y="71424"/>
                  <a:pt x="21310" y="72010"/>
                  <a:pt x="25057" y="72010"/>
                </a:cubicBezTo>
                <a:cubicBezTo>
                  <a:pt x="30326" y="72010"/>
                  <a:pt x="34541" y="70722"/>
                  <a:pt x="37586" y="68146"/>
                </a:cubicBezTo>
                <a:cubicBezTo>
                  <a:pt x="40630" y="65570"/>
                  <a:pt x="42269" y="61940"/>
                  <a:pt x="42269" y="57491"/>
                </a:cubicBezTo>
                <a:cubicBezTo>
                  <a:pt x="42269" y="53041"/>
                  <a:pt x="40630" y="49529"/>
                  <a:pt x="37586" y="46953"/>
                </a:cubicBezTo>
                <a:cubicBezTo>
                  <a:pt x="34541" y="44377"/>
                  <a:pt x="30326" y="42972"/>
                  <a:pt x="25057" y="42972"/>
                </a:cubicBezTo>
                <a:cubicBezTo>
                  <a:pt x="21779" y="42972"/>
                  <a:pt x="18383" y="43440"/>
                  <a:pt x="14870" y="44260"/>
                </a:cubicBezTo>
                <a:cubicBezTo>
                  <a:pt x="11358" y="45079"/>
                  <a:pt x="7494" y="46367"/>
                  <a:pt x="3396" y="48007"/>
                </a:cubicBezTo>
                <a:lnTo>
                  <a:pt x="3396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0C525A-2AAE-4BC9-AE19-A1D7527175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6360" y="7258303"/>
            <a:ext cx="70253" cy="88402"/>
          </a:xfrm>
          <a:custGeom xmlns:a="http://schemas.openxmlformats.org/drawingml/2006/main">
            <a:pathLst>
              <a:path w="70253" h="88402">
                <a:moveTo>
                  <a:pt x="48241" y="44143"/>
                </a:moveTo>
                <a:cubicBezTo>
                  <a:pt x="48241" y="33487"/>
                  <a:pt x="47187" y="25994"/>
                  <a:pt x="45196" y="21544"/>
                </a:cubicBezTo>
                <a:cubicBezTo>
                  <a:pt x="43206" y="17212"/>
                  <a:pt x="39810" y="14987"/>
                  <a:pt x="35127" y="14987"/>
                </a:cubicBezTo>
                <a:cubicBezTo>
                  <a:pt x="30443" y="14987"/>
                  <a:pt x="27048" y="17212"/>
                  <a:pt x="25057" y="21544"/>
                </a:cubicBezTo>
                <a:cubicBezTo>
                  <a:pt x="22949" y="25994"/>
                  <a:pt x="22013" y="33487"/>
                  <a:pt x="22013" y="44143"/>
                </a:cubicBezTo>
                <a:cubicBezTo>
                  <a:pt x="22013" y="54915"/>
                  <a:pt x="22949" y="62526"/>
                  <a:pt x="25057" y="66975"/>
                </a:cubicBezTo>
                <a:cubicBezTo>
                  <a:pt x="27048" y="71424"/>
                  <a:pt x="30443" y="73532"/>
                  <a:pt x="35127" y="73532"/>
                </a:cubicBezTo>
                <a:cubicBezTo>
                  <a:pt x="39810" y="73532"/>
                  <a:pt x="43089" y="71424"/>
                  <a:pt x="45196" y="66975"/>
                </a:cubicBezTo>
                <a:cubicBezTo>
                  <a:pt x="47187" y="62526"/>
                  <a:pt x="48241" y="54915"/>
                  <a:pt x="48241" y="44143"/>
                </a:cubicBezTo>
                <a:close/>
                <a:moveTo>
                  <a:pt x="70253" y="44260"/>
                </a:moveTo>
                <a:cubicBezTo>
                  <a:pt x="70253" y="58427"/>
                  <a:pt x="67209" y="69317"/>
                  <a:pt x="61120" y="76928"/>
                </a:cubicBezTo>
                <a:cubicBezTo>
                  <a:pt x="55032" y="84655"/>
                  <a:pt x="46367" y="88402"/>
                  <a:pt x="35127" y="88402"/>
                </a:cubicBezTo>
                <a:cubicBezTo>
                  <a:pt x="23886" y="88402"/>
                  <a:pt x="15222" y="84655"/>
                  <a:pt x="9133" y="76928"/>
                </a:cubicBezTo>
                <a:cubicBezTo>
                  <a:pt x="3044" y="69317"/>
                  <a:pt x="0" y="58427"/>
                  <a:pt x="0" y="44260"/>
                </a:cubicBezTo>
                <a:cubicBezTo>
                  <a:pt x="0" y="30209"/>
                  <a:pt x="3044" y="19320"/>
                  <a:pt x="9133" y="11592"/>
                </a:cubicBezTo>
                <a:cubicBezTo>
                  <a:pt x="15222" y="3864"/>
                  <a:pt x="23886" y="0"/>
                  <a:pt x="35127" y="0"/>
                </a:cubicBezTo>
                <a:cubicBezTo>
                  <a:pt x="46367" y="0"/>
                  <a:pt x="55032" y="3864"/>
                  <a:pt x="61120" y="11592"/>
                </a:cubicBezTo>
                <a:cubicBezTo>
                  <a:pt x="67209" y="19320"/>
                  <a:pt x="70253" y="30209"/>
                  <a:pt x="70253" y="4426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4E238A-8974-42CD-80B1-4D4E705128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76344" y="6907175"/>
            <a:ext cx="3596293" cy="10"/>
          </a:xfrm>
          <a:custGeom xmlns:a="http://schemas.openxmlformats.org/drawingml/2006/main">
            <a:pathLst>
              <a:path w="3596293" h="1" fill="none">
                <a:moveTo>
                  <a:pt x="0" y="0"/>
                </a:moveTo>
                <a:lnTo>
                  <a:pt x="3596293" y="0"/>
                </a:lnTo>
              </a:path>
            </a:pathLst>
          </a:custGeom>
          <a:noFill xmlns:a="http://schemas.openxmlformats.org/drawingml/2006/main"/>
          <a:ln xmlns:a="http://schemas.openxmlformats.org/drawingml/2006/main" w="7806" cap="flat">
            <a:solidFill>
              <a:srgbClr val="FFFFFF"/>
            </a:solidFill>
            <a:custDash>
              <a:ds d="370000" sp="160000"/>
            </a:custDash>
            <a:round/>
          </a:ln>
        </p:spPr>
      </p:sp>
      <p:sp>
        <p:nvSpPr>
          <p:cNvPr id="1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231046-E00F-4508-8B59-F8250526D8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76957" y="6866335"/>
            <a:ext cx="60184" cy="85358"/>
          </a:xfrm>
          <a:custGeom xmlns:a="http://schemas.openxmlformats.org/drawingml/2006/main">
            <a:pathLst>
              <a:path w="60184" h="85358">
                <a:moveTo>
                  <a:pt x="468" y="70136"/>
                </a:moveTo>
                <a:lnTo>
                  <a:pt x="19905" y="70136"/>
                </a:lnTo>
                <a:lnTo>
                  <a:pt x="19905" y="14987"/>
                </a:lnTo>
                <a:lnTo>
                  <a:pt x="0" y="19086"/>
                </a:lnTo>
                <a:lnTo>
                  <a:pt x="0" y="4098"/>
                </a:lnTo>
                <a:lnTo>
                  <a:pt x="19788" y="0"/>
                </a:lnTo>
                <a:lnTo>
                  <a:pt x="40747" y="0"/>
                </a:lnTo>
                <a:lnTo>
                  <a:pt x="40747" y="70136"/>
                </a:lnTo>
                <a:lnTo>
                  <a:pt x="60184" y="70136"/>
                </a:lnTo>
                <a:lnTo>
                  <a:pt x="60184" y="85358"/>
                </a:lnTo>
                <a:lnTo>
                  <a:pt x="468" y="85358"/>
                </a:lnTo>
                <a:lnTo>
                  <a:pt x="468" y="70136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64FBB3-1F88-402D-9795-1331C12C6E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4236" y="6866335"/>
            <a:ext cx="64282" cy="86880"/>
          </a:xfrm>
          <a:custGeom xmlns:a="http://schemas.openxmlformats.org/drawingml/2006/main">
            <a:pathLst>
              <a:path w="64282" h="86880">
                <a:moveTo>
                  <a:pt x="3396" y="0"/>
                </a:moveTo>
                <a:lnTo>
                  <a:pt x="58076" y="0"/>
                </a:lnTo>
                <a:lnTo>
                  <a:pt x="58076" y="16158"/>
                </a:lnTo>
                <a:lnTo>
                  <a:pt x="20959" y="16158"/>
                </a:lnTo>
                <a:lnTo>
                  <a:pt x="20959" y="29389"/>
                </a:lnTo>
                <a:cubicBezTo>
                  <a:pt x="22598" y="28921"/>
                  <a:pt x="24237" y="28570"/>
                  <a:pt x="25994" y="28336"/>
                </a:cubicBezTo>
                <a:cubicBezTo>
                  <a:pt x="27633" y="28101"/>
                  <a:pt x="29389" y="27984"/>
                  <a:pt x="31263" y="27984"/>
                </a:cubicBezTo>
                <a:cubicBezTo>
                  <a:pt x="41684" y="27984"/>
                  <a:pt x="49763" y="30677"/>
                  <a:pt x="55617" y="35829"/>
                </a:cubicBezTo>
                <a:cubicBezTo>
                  <a:pt x="61355" y="40981"/>
                  <a:pt x="64282" y="48241"/>
                  <a:pt x="64282" y="57491"/>
                </a:cubicBezTo>
                <a:cubicBezTo>
                  <a:pt x="64282" y="66741"/>
                  <a:pt x="61120" y="74000"/>
                  <a:pt x="54798" y="79152"/>
                </a:cubicBezTo>
                <a:cubicBezTo>
                  <a:pt x="48475" y="84304"/>
                  <a:pt x="39693" y="86880"/>
                  <a:pt x="28570" y="86880"/>
                </a:cubicBezTo>
                <a:cubicBezTo>
                  <a:pt x="23652" y="86880"/>
                  <a:pt x="18851" y="86412"/>
                  <a:pt x="14168" y="85475"/>
                </a:cubicBezTo>
                <a:cubicBezTo>
                  <a:pt x="9367" y="84655"/>
                  <a:pt x="4684" y="83250"/>
                  <a:pt x="0" y="81377"/>
                </a:cubicBezTo>
                <a:lnTo>
                  <a:pt x="0" y="64048"/>
                </a:lnTo>
                <a:cubicBezTo>
                  <a:pt x="4684" y="66741"/>
                  <a:pt x="9016" y="68731"/>
                  <a:pt x="13231" y="70019"/>
                </a:cubicBezTo>
                <a:cubicBezTo>
                  <a:pt x="17446" y="71424"/>
                  <a:pt x="21310" y="72010"/>
                  <a:pt x="25057" y="72010"/>
                </a:cubicBezTo>
                <a:cubicBezTo>
                  <a:pt x="30326" y="72010"/>
                  <a:pt x="34541" y="70722"/>
                  <a:pt x="37586" y="68146"/>
                </a:cubicBezTo>
                <a:cubicBezTo>
                  <a:pt x="40630" y="65570"/>
                  <a:pt x="42269" y="61940"/>
                  <a:pt x="42269" y="57491"/>
                </a:cubicBezTo>
                <a:cubicBezTo>
                  <a:pt x="42269" y="53041"/>
                  <a:pt x="40630" y="49529"/>
                  <a:pt x="37586" y="46953"/>
                </a:cubicBezTo>
                <a:cubicBezTo>
                  <a:pt x="34541" y="44377"/>
                  <a:pt x="30326" y="42972"/>
                  <a:pt x="25057" y="42972"/>
                </a:cubicBezTo>
                <a:cubicBezTo>
                  <a:pt x="21779" y="42972"/>
                  <a:pt x="18383" y="43440"/>
                  <a:pt x="14870" y="44260"/>
                </a:cubicBezTo>
                <a:cubicBezTo>
                  <a:pt x="11358" y="45079"/>
                  <a:pt x="7494" y="46367"/>
                  <a:pt x="3396" y="48007"/>
                </a:cubicBezTo>
                <a:lnTo>
                  <a:pt x="3396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6FCCD9-707A-4F8F-8DD5-555D4BABFA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2334" y="6864813"/>
            <a:ext cx="70253" cy="88402"/>
          </a:xfrm>
          <a:custGeom xmlns:a="http://schemas.openxmlformats.org/drawingml/2006/main">
            <a:pathLst>
              <a:path w="70253" h="88402">
                <a:moveTo>
                  <a:pt x="48241" y="44143"/>
                </a:moveTo>
                <a:cubicBezTo>
                  <a:pt x="48241" y="33487"/>
                  <a:pt x="47187" y="25994"/>
                  <a:pt x="45196" y="21544"/>
                </a:cubicBezTo>
                <a:cubicBezTo>
                  <a:pt x="43206" y="17212"/>
                  <a:pt x="39810" y="14987"/>
                  <a:pt x="35127" y="14987"/>
                </a:cubicBezTo>
                <a:cubicBezTo>
                  <a:pt x="30443" y="14987"/>
                  <a:pt x="27048" y="17212"/>
                  <a:pt x="25057" y="21544"/>
                </a:cubicBezTo>
                <a:cubicBezTo>
                  <a:pt x="22949" y="25994"/>
                  <a:pt x="22013" y="33487"/>
                  <a:pt x="22013" y="44143"/>
                </a:cubicBezTo>
                <a:cubicBezTo>
                  <a:pt x="22013" y="54915"/>
                  <a:pt x="22949" y="62526"/>
                  <a:pt x="25057" y="66975"/>
                </a:cubicBezTo>
                <a:cubicBezTo>
                  <a:pt x="27048" y="71424"/>
                  <a:pt x="30443" y="73532"/>
                  <a:pt x="35127" y="73532"/>
                </a:cubicBezTo>
                <a:cubicBezTo>
                  <a:pt x="39810" y="73532"/>
                  <a:pt x="43089" y="71424"/>
                  <a:pt x="45196" y="66975"/>
                </a:cubicBezTo>
                <a:cubicBezTo>
                  <a:pt x="47187" y="62526"/>
                  <a:pt x="48241" y="54915"/>
                  <a:pt x="48241" y="44143"/>
                </a:cubicBezTo>
                <a:close/>
                <a:moveTo>
                  <a:pt x="70253" y="44260"/>
                </a:moveTo>
                <a:cubicBezTo>
                  <a:pt x="70253" y="58427"/>
                  <a:pt x="67209" y="69317"/>
                  <a:pt x="61120" y="76928"/>
                </a:cubicBezTo>
                <a:cubicBezTo>
                  <a:pt x="55032" y="84655"/>
                  <a:pt x="46367" y="88402"/>
                  <a:pt x="35127" y="88402"/>
                </a:cubicBezTo>
                <a:cubicBezTo>
                  <a:pt x="23886" y="88402"/>
                  <a:pt x="15222" y="84655"/>
                  <a:pt x="9133" y="76928"/>
                </a:cubicBezTo>
                <a:cubicBezTo>
                  <a:pt x="3044" y="69317"/>
                  <a:pt x="0" y="58427"/>
                  <a:pt x="0" y="44260"/>
                </a:cubicBezTo>
                <a:cubicBezTo>
                  <a:pt x="0" y="30209"/>
                  <a:pt x="3044" y="19320"/>
                  <a:pt x="9133" y="11592"/>
                </a:cubicBezTo>
                <a:cubicBezTo>
                  <a:pt x="15222" y="3864"/>
                  <a:pt x="23886" y="0"/>
                  <a:pt x="35127" y="0"/>
                </a:cubicBezTo>
                <a:cubicBezTo>
                  <a:pt x="46367" y="0"/>
                  <a:pt x="55032" y="3864"/>
                  <a:pt x="61120" y="11592"/>
                </a:cubicBezTo>
                <a:cubicBezTo>
                  <a:pt x="67209" y="19320"/>
                  <a:pt x="70253" y="30209"/>
                  <a:pt x="70253" y="4426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4CCE2B-AEF8-445C-929F-5132C42EA9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78029" y="6908253"/>
            <a:ext cx="73298" cy="13465"/>
          </a:xfrm>
          <a:custGeom xmlns:a="http://schemas.openxmlformats.org/drawingml/2006/main">
            <a:pathLst>
              <a:path w="73298" h="13465">
                <a:moveTo>
                  <a:pt x="0" y="0"/>
                </a:moveTo>
                <a:lnTo>
                  <a:pt x="73298" y="0"/>
                </a:lnTo>
                <a:lnTo>
                  <a:pt x="73298" y="13465"/>
                </a:lnTo>
                <a:lnTo>
                  <a:pt x="0" y="1346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356259-BBB3-4BBC-AF81-7D2ED53337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76344" y="6484020"/>
            <a:ext cx="3596293" cy="10"/>
          </a:xfrm>
          <a:custGeom xmlns:a="http://schemas.openxmlformats.org/drawingml/2006/main">
            <a:pathLst>
              <a:path w="3596293" h="1" fill="none">
                <a:moveTo>
                  <a:pt x="0" y="0"/>
                </a:moveTo>
                <a:lnTo>
                  <a:pt x="3596293" y="0"/>
                </a:lnTo>
              </a:path>
            </a:pathLst>
          </a:custGeom>
          <a:noFill xmlns:a="http://schemas.openxmlformats.org/drawingml/2006/main"/>
          <a:ln xmlns:a="http://schemas.openxmlformats.org/drawingml/2006/main" w="7806" cap="flat">
            <a:solidFill>
              <a:srgbClr val="FFFFFF"/>
            </a:solidFill>
            <a:custDash>
              <a:ds d="370000" sp="160000"/>
            </a:custDash>
            <a:round/>
          </a:ln>
        </p:spPr>
      </p:sp>
      <p:sp>
        <p:nvSpPr>
          <p:cNvPr id="1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15F84B-8777-4F7C-B334-5C1AFC3FF5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76957" y="6443180"/>
            <a:ext cx="60184" cy="85358"/>
          </a:xfrm>
          <a:custGeom xmlns:a="http://schemas.openxmlformats.org/drawingml/2006/main">
            <a:pathLst>
              <a:path w="60184" h="85358">
                <a:moveTo>
                  <a:pt x="468" y="70136"/>
                </a:moveTo>
                <a:lnTo>
                  <a:pt x="19905" y="70136"/>
                </a:lnTo>
                <a:lnTo>
                  <a:pt x="19905" y="14987"/>
                </a:lnTo>
                <a:lnTo>
                  <a:pt x="0" y="19086"/>
                </a:lnTo>
                <a:lnTo>
                  <a:pt x="0" y="4098"/>
                </a:lnTo>
                <a:lnTo>
                  <a:pt x="19788" y="0"/>
                </a:lnTo>
                <a:lnTo>
                  <a:pt x="40747" y="0"/>
                </a:lnTo>
                <a:lnTo>
                  <a:pt x="40747" y="70136"/>
                </a:lnTo>
                <a:lnTo>
                  <a:pt x="60184" y="70136"/>
                </a:lnTo>
                <a:lnTo>
                  <a:pt x="60184" y="85358"/>
                </a:lnTo>
                <a:lnTo>
                  <a:pt x="468" y="85358"/>
                </a:lnTo>
                <a:lnTo>
                  <a:pt x="468" y="70136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33FBD4-E6EE-487B-958B-CD04CA27D9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0840" y="6441658"/>
            <a:ext cx="70253" cy="88402"/>
          </a:xfrm>
          <a:custGeom xmlns:a="http://schemas.openxmlformats.org/drawingml/2006/main">
            <a:pathLst>
              <a:path w="70253" h="88402">
                <a:moveTo>
                  <a:pt x="48241" y="44143"/>
                </a:moveTo>
                <a:cubicBezTo>
                  <a:pt x="48241" y="33487"/>
                  <a:pt x="47187" y="25994"/>
                  <a:pt x="45196" y="21544"/>
                </a:cubicBezTo>
                <a:cubicBezTo>
                  <a:pt x="43206" y="17212"/>
                  <a:pt x="39810" y="14987"/>
                  <a:pt x="35127" y="14987"/>
                </a:cubicBezTo>
                <a:cubicBezTo>
                  <a:pt x="30443" y="14987"/>
                  <a:pt x="27048" y="17212"/>
                  <a:pt x="25057" y="21544"/>
                </a:cubicBezTo>
                <a:cubicBezTo>
                  <a:pt x="22949" y="25994"/>
                  <a:pt x="22013" y="33487"/>
                  <a:pt x="22013" y="44143"/>
                </a:cubicBezTo>
                <a:cubicBezTo>
                  <a:pt x="22013" y="54915"/>
                  <a:pt x="22949" y="62526"/>
                  <a:pt x="25057" y="66975"/>
                </a:cubicBezTo>
                <a:cubicBezTo>
                  <a:pt x="27048" y="71424"/>
                  <a:pt x="30443" y="73532"/>
                  <a:pt x="35127" y="73532"/>
                </a:cubicBezTo>
                <a:cubicBezTo>
                  <a:pt x="39810" y="73532"/>
                  <a:pt x="43089" y="71424"/>
                  <a:pt x="45196" y="66975"/>
                </a:cubicBezTo>
                <a:cubicBezTo>
                  <a:pt x="47187" y="62526"/>
                  <a:pt x="48241" y="54915"/>
                  <a:pt x="48241" y="44143"/>
                </a:cubicBezTo>
                <a:close/>
                <a:moveTo>
                  <a:pt x="70253" y="44260"/>
                </a:moveTo>
                <a:cubicBezTo>
                  <a:pt x="70253" y="58427"/>
                  <a:pt x="67209" y="69317"/>
                  <a:pt x="61120" y="76928"/>
                </a:cubicBezTo>
                <a:cubicBezTo>
                  <a:pt x="55032" y="84655"/>
                  <a:pt x="46367" y="88402"/>
                  <a:pt x="35127" y="88402"/>
                </a:cubicBezTo>
                <a:cubicBezTo>
                  <a:pt x="23886" y="88402"/>
                  <a:pt x="15222" y="84655"/>
                  <a:pt x="9133" y="76928"/>
                </a:cubicBezTo>
                <a:cubicBezTo>
                  <a:pt x="3044" y="69317"/>
                  <a:pt x="0" y="58427"/>
                  <a:pt x="0" y="44260"/>
                </a:cubicBezTo>
                <a:cubicBezTo>
                  <a:pt x="0" y="30209"/>
                  <a:pt x="3044" y="19320"/>
                  <a:pt x="9133" y="11592"/>
                </a:cubicBezTo>
                <a:cubicBezTo>
                  <a:pt x="15222" y="3864"/>
                  <a:pt x="23886" y="0"/>
                  <a:pt x="35127" y="0"/>
                </a:cubicBezTo>
                <a:cubicBezTo>
                  <a:pt x="46367" y="0"/>
                  <a:pt x="55032" y="3864"/>
                  <a:pt x="61120" y="11592"/>
                </a:cubicBezTo>
                <a:cubicBezTo>
                  <a:pt x="67209" y="19320"/>
                  <a:pt x="70253" y="30209"/>
                  <a:pt x="70253" y="4426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7531A6-07D2-4041-8791-66EDE4BFAC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2334" y="6441658"/>
            <a:ext cx="70253" cy="88402"/>
          </a:xfrm>
          <a:custGeom xmlns:a="http://schemas.openxmlformats.org/drawingml/2006/main">
            <a:pathLst>
              <a:path w="70253" h="88402">
                <a:moveTo>
                  <a:pt x="48241" y="44143"/>
                </a:moveTo>
                <a:cubicBezTo>
                  <a:pt x="48241" y="33487"/>
                  <a:pt x="47187" y="25994"/>
                  <a:pt x="45196" y="21544"/>
                </a:cubicBezTo>
                <a:cubicBezTo>
                  <a:pt x="43206" y="17212"/>
                  <a:pt x="39810" y="14987"/>
                  <a:pt x="35127" y="14987"/>
                </a:cubicBezTo>
                <a:cubicBezTo>
                  <a:pt x="30443" y="14987"/>
                  <a:pt x="27048" y="17212"/>
                  <a:pt x="25057" y="21544"/>
                </a:cubicBezTo>
                <a:cubicBezTo>
                  <a:pt x="22949" y="25994"/>
                  <a:pt x="22013" y="33487"/>
                  <a:pt x="22013" y="44143"/>
                </a:cubicBezTo>
                <a:cubicBezTo>
                  <a:pt x="22013" y="54915"/>
                  <a:pt x="22949" y="62526"/>
                  <a:pt x="25057" y="66975"/>
                </a:cubicBezTo>
                <a:cubicBezTo>
                  <a:pt x="27048" y="71424"/>
                  <a:pt x="30443" y="73532"/>
                  <a:pt x="35127" y="73532"/>
                </a:cubicBezTo>
                <a:cubicBezTo>
                  <a:pt x="39810" y="73532"/>
                  <a:pt x="43089" y="71424"/>
                  <a:pt x="45196" y="66975"/>
                </a:cubicBezTo>
                <a:cubicBezTo>
                  <a:pt x="47187" y="62526"/>
                  <a:pt x="48241" y="54915"/>
                  <a:pt x="48241" y="44143"/>
                </a:cubicBezTo>
                <a:close/>
                <a:moveTo>
                  <a:pt x="70253" y="44260"/>
                </a:moveTo>
                <a:cubicBezTo>
                  <a:pt x="70253" y="58427"/>
                  <a:pt x="67209" y="69317"/>
                  <a:pt x="61120" y="76928"/>
                </a:cubicBezTo>
                <a:cubicBezTo>
                  <a:pt x="55032" y="84655"/>
                  <a:pt x="46367" y="88402"/>
                  <a:pt x="35127" y="88402"/>
                </a:cubicBezTo>
                <a:cubicBezTo>
                  <a:pt x="23886" y="88402"/>
                  <a:pt x="15222" y="84655"/>
                  <a:pt x="9133" y="76928"/>
                </a:cubicBezTo>
                <a:cubicBezTo>
                  <a:pt x="3044" y="69317"/>
                  <a:pt x="0" y="58427"/>
                  <a:pt x="0" y="44260"/>
                </a:cubicBezTo>
                <a:cubicBezTo>
                  <a:pt x="0" y="30209"/>
                  <a:pt x="3044" y="19320"/>
                  <a:pt x="9133" y="11592"/>
                </a:cubicBezTo>
                <a:cubicBezTo>
                  <a:pt x="15222" y="3864"/>
                  <a:pt x="23886" y="0"/>
                  <a:pt x="35127" y="0"/>
                </a:cubicBezTo>
                <a:cubicBezTo>
                  <a:pt x="46367" y="0"/>
                  <a:pt x="55032" y="3864"/>
                  <a:pt x="61120" y="11592"/>
                </a:cubicBezTo>
                <a:cubicBezTo>
                  <a:pt x="67209" y="19320"/>
                  <a:pt x="70253" y="30209"/>
                  <a:pt x="70253" y="4426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716DDE-46A6-41D2-98F6-FD202A36FF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778029" y="6485098"/>
            <a:ext cx="73298" cy="13465"/>
          </a:xfrm>
          <a:custGeom xmlns:a="http://schemas.openxmlformats.org/drawingml/2006/main">
            <a:pathLst>
              <a:path w="73298" h="13465">
                <a:moveTo>
                  <a:pt x="0" y="0"/>
                </a:moveTo>
                <a:lnTo>
                  <a:pt x="73298" y="0"/>
                </a:lnTo>
                <a:lnTo>
                  <a:pt x="73298" y="13465"/>
                </a:lnTo>
                <a:lnTo>
                  <a:pt x="0" y="1346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A54B5E-F162-4ACC-AE6D-8DEC429B25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76344" y="6060865"/>
            <a:ext cx="3596293" cy="10"/>
          </a:xfrm>
          <a:custGeom xmlns:a="http://schemas.openxmlformats.org/drawingml/2006/main">
            <a:pathLst>
              <a:path w="3596293" h="1" fill="none">
                <a:moveTo>
                  <a:pt x="0" y="0"/>
                </a:moveTo>
                <a:lnTo>
                  <a:pt x="3596293" y="0"/>
                </a:lnTo>
              </a:path>
            </a:pathLst>
          </a:custGeom>
          <a:noFill xmlns:a="http://schemas.openxmlformats.org/drawingml/2006/main"/>
          <a:ln xmlns:a="http://schemas.openxmlformats.org/drawingml/2006/main" w="7806" cap="flat">
            <a:solidFill>
              <a:srgbClr val="FFFFFF"/>
            </a:solidFill>
            <a:custDash>
              <a:ds d="370000" sp="160000"/>
            </a:custDash>
            <a:round/>
          </a:ln>
        </p:spPr>
      </p:sp>
      <p:sp>
        <p:nvSpPr>
          <p:cNvPr id="1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3E61E3-A858-46C6-B922-8A57F28399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4155" y="6020026"/>
            <a:ext cx="64282" cy="86880"/>
          </a:xfrm>
          <a:custGeom xmlns:a="http://schemas.openxmlformats.org/drawingml/2006/main">
            <a:pathLst>
              <a:path w="64282" h="86880">
                <a:moveTo>
                  <a:pt x="3396" y="0"/>
                </a:moveTo>
                <a:lnTo>
                  <a:pt x="58076" y="0"/>
                </a:lnTo>
                <a:lnTo>
                  <a:pt x="58076" y="16158"/>
                </a:lnTo>
                <a:lnTo>
                  <a:pt x="20959" y="16158"/>
                </a:lnTo>
                <a:lnTo>
                  <a:pt x="20959" y="29389"/>
                </a:lnTo>
                <a:cubicBezTo>
                  <a:pt x="22598" y="28921"/>
                  <a:pt x="24237" y="28570"/>
                  <a:pt x="25994" y="28336"/>
                </a:cubicBezTo>
                <a:cubicBezTo>
                  <a:pt x="27633" y="28101"/>
                  <a:pt x="29389" y="27984"/>
                  <a:pt x="31263" y="27984"/>
                </a:cubicBezTo>
                <a:cubicBezTo>
                  <a:pt x="41684" y="27984"/>
                  <a:pt x="49763" y="30677"/>
                  <a:pt x="55617" y="35829"/>
                </a:cubicBezTo>
                <a:cubicBezTo>
                  <a:pt x="61355" y="40981"/>
                  <a:pt x="64282" y="48241"/>
                  <a:pt x="64282" y="57491"/>
                </a:cubicBezTo>
                <a:cubicBezTo>
                  <a:pt x="64282" y="66741"/>
                  <a:pt x="61120" y="74000"/>
                  <a:pt x="54798" y="79152"/>
                </a:cubicBezTo>
                <a:cubicBezTo>
                  <a:pt x="48475" y="84304"/>
                  <a:pt x="39693" y="86880"/>
                  <a:pt x="28570" y="86880"/>
                </a:cubicBezTo>
                <a:cubicBezTo>
                  <a:pt x="23652" y="86880"/>
                  <a:pt x="18851" y="86412"/>
                  <a:pt x="14168" y="85475"/>
                </a:cubicBezTo>
                <a:cubicBezTo>
                  <a:pt x="9367" y="84655"/>
                  <a:pt x="4684" y="83250"/>
                  <a:pt x="0" y="81377"/>
                </a:cubicBezTo>
                <a:lnTo>
                  <a:pt x="0" y="64048"/>
                </a:lnTo>
                <a:cubicBezTo>
                  <a:pt x="4684" y="66741"/>
                  <a:pt x="9016" y="68731"/>
                  <a:pt x="13231" y="70019"/>
                </a:cubicBezTo>
                <a:cubicBezTo>
                  <a:pt x="17446" y="71424"/>
                  <a:pt x="21310" y="72010"/>
                  <a:pt x="25057" y="72010"/>
                </a:cubicBezTo>
                <a:cubicBezTo>
                  <a:pt x="30326" y="72010"/>
                  <a:pt x="34541" y="70722"/>
                  <a:pt x="37586" y="68146"/>
                </a:cubicBezTo>
                <a:cubicBezTo>
                  <a:pt x="40630" y="65570"/>
                  <a:pt x="42269" y="61940"/>
                  <a:pt x="42269" y="57491"/>
                </a:cubicBezTo>
                <a:cubicBezTo>
                  <a:pt x="42269" y="53041"/>
                  <a:pt x="40630" y="49529"/>
                  <a:pt x="37586" y="46953"/>
                </a:cubicBezTo>
                <a:cubicBezTo>
                  <a:pt x="34541" y="44377"/>
                  <a:pt x="30326" y="42972"/>
                  <a:pt x="25057" y="42972"/>
                </a:cubicBezTo>
                <a:cubicBezTo>
                  <a:pt x="21779" y="42972"/>
                  <a:pt x="18383" y="43440"/>
                  <a:pt x="14870" y="44260"/>
                </a:cubicBezTo>
                <a:cubicBezTo>
                  <a:pt x="11358" y="45079"/>
                  <a:pt x="7494" y="46367"/>
                  <a:pt x="3396" y="48007"/>
                </a:cubicBezTo>
                <a:lnTo>
                  <a:pt x="3396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C0ACF7-ADE8-4BA4-9A15-FF157E4FAB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2254" y="6018504"/>
            <a:ext cx="70253" cy="88402"/>
          </a:xfrm>
          <a:custGeom xmlns:a="http://schemas.openxmlformats.org/drawingml/2006/main">
            <a:pathLst>
              <a:path w="70253" h="88402">
                <a:moveTo>
                  <a:pt x="48241" y="44143"/>
                </a:moveTo>
                <a:cubicBezTo>
                  <a:pt x="48241" y="33487"/>
                  <a:pt x="47187" y="25994"/>
                  <a:pt x="45196" y="21544"/>
                </a:cubicBezTo>
                <a:cubicBezTo>
                  <a:pt x="43206" y="17212"/>
                  <a:pt x="39810" y="14987"/>
                  <a:pt x="35127" y="14987"/>
                </a:cubicBezTo>
                <a:cubicBezTo>
                  <a:pt x="30443" y="14987"/>
                  <a:pt x="27048" y="17212"/>
                  <a:pt x="25057" y="21544"/>
                </a:cubicBezTo>
                <a:cubicBezTo>
                  <a:pt x="22949" y="25994"/>
                  <a:pt x="22013" y="33487"/>
                  <a:pt x="22013" y="44143"/>
                </a:cubicBezTo>
                <a:cubicBezTo>
                  <a:pt x="22013" y="54915"/>
                  <a:pt x="22949" y="62526"/>
                  <a:pt x="25057" y="66975"/>
                </a:cubicBezTo>
                <a:cubicBezTo>
                  <a:pt x="27048" y="71424"/>
                  <a:pt x="30443" y="73532"/>
                  <a:pt x="35127" y="73532"/>
                </a:cubicBezTo>
                <a:cubicBezTo>
                  <a:pt x="39810" y="73532"/>
                  <a:pt x="43089" y="71424"/>
                  <a:pt x="45196" y="66975"/>
                </a:cubicBezTo>
                <a:cubicBezTo>
                  <a:pt x="47187" y="62526"/>
                  <a:pt x="48241" y="54915"/>
                  <a:pt x="48241" y="44143"/>
                </a:cubicBezTo>
                <a:close/>
                <a:moveTo>
                  <a:pt x="70253" y="44260"/>
                </a:moveTo>
                <a:cubicBezTo>
                  <a:pt x="70253" y="58427"/>
                  <a:pt x="67209" y="69317"/>
                  <a:pt x="61120" y="76928"/>
                </a:cubicBezTo>
                <a:cubicBezTo>
                  <a:pt x="55032" y="84655"/>
                  <a:pt x="46367" y="88402"/>
                  <a:pt x="35127" y="88402"/>
                </a:cubicBezTo>
                <a:cubicBezTo>
                  <a:pt x="23886" y="88402"/>
                  <a:pt x="15222" y="84655"/>
                  <a:pt x="9133" y="76928"/>
                </a:cubicBezTo>
                <a:cubicBezTo>
                  <a:pt x="3044" y="69317"/>
                  <a:pt x="0" y="58427"/>
                  <a:pt x="0" y="44260"/>
                </a:cubicBezTo>
                <a:cubicBezTo>
                  <a:pt x="0" y="30209"/>
                  <a:pt x="3044" y="19320"/>
                  <a:pt x="9133" y="11592"/>
                </a:cubicBezTo>
                <a:cubicBezTo>
                  <a:pt x="15222" y="3864"/>
                  <a:pt x="23886" y="0"/>
                  <a:pt x="35127" y="0"/>
                </a:cubicBezTo>
                <a:cubicBezTo>
                  <a:pt x="46367" y="0"/>
                  <a:pt x="55032" y="3864"/>
                  <a:pt x="61120" y="11592"/>
                </a:cubicBezTo>
                <a:cubicBezTo>
                  <a:pt x="67209" y="19320"/>
                  <a:pt x="70253" y="30209"/>
                  <a:pt x="70253" y="4426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D64FD1-1D4D-4149-B5AA-5CA67F3D05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59443" y="6061944"/>
            <a:ext cx="73298" cy="13465"/>
          </a:xfrm>
          <a:custGeom xmlns:a="http://schemas.openxmlformats.org/drawingml/2006/main">
            <a:pathLst>
              <a:path w="73298" h="13465">
                <a:moveTo>
                  <a:pt x="0" y="0"/>
                </a:moveTo>
                <a:lnTo>
                  <a:pt x="73298" y="0"/>
                </a:lnTo>
                <a:lnTo>
                  <a:pt x="73298" y="13465"/>
                </a:lnTo>
                <a:lnTo>
                  <a:pt x="0" y="13465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6FBE55-E7D2-436D-AAB4-E0938533BF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76344" y="5637710"/>
            <a:ext cx="3596293" cy="10"/>
          </a:xfrm>
          <a:custGeom xmlns:a="http://schemas.openxmlformats.org/drawingml/2006/main">
            <a:pathLst>
              <a:path w="3596293" h="1" fill="none">
                <a:moveTo>
                  <a:pt x="0" y="0"/>
                </a:moveTo>
                <a:lnTo>
                  <a:pt x="3596293" y="0"/>
                </a:lnTo>
              </a:path>
            </a:pathLst>
          </a:custGeom>
          <a:noFill xmlns:a="http://schemas.openxmlformats.org/drawingml/2006/main"/>
          <a:ln xmlns:a="http://schemas.openxmlformats.org/drawingml/2006/main" w="7806" cap="flat">
            <a:solidFill>
              <a:srgbClr val="FFFFFF"/>
            </a:solidFill>
            <a:custDash>
              <a:ds d="370000" sp="160000"/>
            </a:custDash>
            <a:round/>
          </a:ln>
        </p:spPr>
      </p:sp>
      <p:sp>
        <p:nvSpPr>
          <p:cNvPr id="1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DC7270-FAEF-4C8C-8662-FA87A60D35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2249" y="5595348"/>
            <a:ext cx="70253" cy="88402"/>
          </a:xfrm>
          <a:custGeom xmlns:a="http://schemas.openxmlformats.org/drawingml/2006/main">
            <a:pathLst>
              <a:path w="70253" h="88402">
                <a:moveTo>
                  <a:pt x="48241" y="44143"/>
                </a:moveTo>
                <a:cubicBezTo>
                  <a:pt x="48241" y="33487"/>
                  <a:pt x="47187" y="25994"/>
                  <a:pt x="45196" y="21544"/>
                </a:cubicBezTo>
                <a:cubicBezTo>
                  <a:pt x="43206" y="17212"/>
                  <a:pt x="39810" y="14987"/>
                  <a:pt x="35127" y="14987"/>
                </a:cubicBezTo>
                <a:cubicBezTo>
                  <a:pt x="30443" y="14987"/>
                  <a:pt x="27048" y="17212"/>
                  <a:pt x="25057" y="21544"/>
                </a:cubicBezTo>
                <a:cubicBezTo>
                  <a:pt x="22949" y="25994"/>
                  <a:pt x="22013" y="33487"/>
                  <a:pt x="22013" y="44143"/>
                </a:cubicBezTo>
                <a:cubicBezTo>
                  <a:pt x="22013" y="54915"/>
                  <a:pt x="22949" y="62526"/>
                  <a:pt x="25057" y="66975"/>
                </a:cubicBezTo>
                <a:cubicBezTo>
                  <a:pt x="27048" y="71424"/>
                  <a:pt x="30443" y="73532"/>
                  <a:pt x="35127" y="73532"/>
                </a:cubicBezTo>
                <a:cubicBezTo>
                  <a:pt x="39810" y="73532"/>
                  <a:pt x="43089" y="71424"/>
                  <a:pt x="45196" y="66975"/>
                </a:cubicBezTo>
                <a:cubicBezTo>
                  <a:pt x="47187" y="62526"/>
                  <a:pt x="48241" y="54915"/>
                  <a:pt x="48241" y="44143"/>
                </a:cubicBezTo>
                <a:close/>
                <a:moveTo>
                  <a:pt x="70253" y="44260"/>
                </a:moveTo>
                <a:cubicBezTo>
                  <a:pt x="70253" y="58427"/>
                  <a:pt x="67209" y="69317"/>
                  <a:pt x="61120" y="76928"/>
                </a:cubicBezTo>
                <a:cubicBezTo>
                  <a:pt x="55032" y="84655"/>
                  <a:pt x="46367" y="88402"/>
                  <a:pt x="35127" y="88402"/>
                </a:cubicBezTo>
                <a:cubicBezTo>
                  <a:pt x="23886" y="88402"/>
                  <a:pt x="15222" y="84655"/>
                  <a:pt x="9133" y="76928"/>
                </a:cubicBezTo>
                <a:cubicBezTo>
                  <a:pt x="3044" y="69317"/>
                  <a:pt x="0" y="58427"/>
                  <a:pt x="0" y="44260"/>
                </a:cubicBezTo>
                <a:cubicBezTo>
                  <a:pt x="0" y="30209"/>
                  <a:pt x="3044" y="19320"/>
                  <a:pt x="9133" y="11592"/>
                </a:cubicBezTo>
                <a:cubicBezTo>
                  <a:pt x="15222" y="3864"/>
                  <a:pt x="23886" y="0"/>
                  <a:pt x="35127" y="0"/>
                </a:cubicBezTo>
                <a:cubicBezTo>
                  <a:pt x="46367" y="0"/>
                  <a:pt x="55032" y="3864"/>
                  <a:pt x="61120" y="11592"/>
                </a:cubicBezTo>
                <a:cubicBezTo>
                  <a:pt x="67209" y="19320"/>
                  <a:pt x="70253" y="30209"/>
                  <a:pt x="70253" y="4426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36E6DD-BE01-4127-B6B1-D98B061202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76344" y="5214555"/>
            <a:ext cx="3596293" cy="10"/>
          </a:xfrm>
          <a:custGeom xmlns:a="http://schemas.openxmlformats.org/drawingml/2006/main">
            <a:pathLst>
              <a:path w="3596293" h="1" fill="none">
                <a:moveTo>
                  <a:pt x="0" y="0"/>
                </a:moveTo>
                <a:lnTo>
                  <a:pt x="3596293" y="0"/>
                </a:lnTo>
              </a:path>
            </a:pathLst>
          </a:custGeom>
          <a:noFill xmlns:a="http://schemas.openxmlformats.org/drawingml/2006/main"/>
          <a:ln xmlns:a="http://schemas.openxmlformats.org/drawingml/2006/main" w="7806" cap="flat">
            <a:solidFill>
              <a:srgbClr val="FFFFFF"/>
            </a:solidFill>
            <a:custDash>
              <a:ds d="370000" sp="160000"/>
            </a:custDash>
            <a:round/>
          </a:ln>
        </p:spPr>
      </p:sp>
      <p:sp>
        <p:nvSpPr>
          <p:cNvPr id="1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C552B3-4340-4FCD-A8F6-246E42028D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4231" y="5173715"/>
            <a:ext cx="64282" cy="86880"/>
          </a:xfrm>
          <a:custGeom xmlns:a="http://schemas.openxmlformats.org/drawingml/2006/main">
            <a:pathLst>
              <a:path w="64282" h="86880">
                <a:moveTo>
                  <a:pt x="3396" y="0"/>
                </a:moveTo>
                <a:lnTo>
                  <a:pt x="58076" y="0"/>
                </a:lnTo>
                <a:lnTo>
                  <a:pt x="58076" y="16158"/>
                </a:lnTo>
                <a:lnTo>
                  <a:pt x="20959" y="16158"/>
                </a:lnTo>
                <a:lnTo>
                  <a:pt x="20959" y="29389"/>
                </a:lnTo>
                <a:cubicBezTo>
                  <a:pt x="22598" y="28921"/>
                  <a:pt x="24237" y="28570"/>
                  <a:pt x="25994" y="28336"/>
                </a:cubicBezTo>
                <a:cubicBezTo>
                  <a:pt x="27633" y="28101"/>
                  <a:pt x="29389" y="27984"/>
                  <a:pt x="31263" y="27984"/>
                </a:cubicBezTo>
                <a:cubicBezTo>
                  <a:pt x="41684" y="27984"/>
                  <a:pt x="49763" y="30677"/>
                  <a:pt x="55617" y="35829"/>
                </a:cubicBezTo>
                <a:cubicBezTo>
                  <a:pt x="61355" y="40981"/>
                  <a:pt x="64282" y="48241"/>
                  <a:pt x="64282" y="57491"/>
                </a:cubicBezTo>
                <a:cubicBezTo>
                  <a:pt x="64282" y="66741"/>
                  <a:pt x="61120" y="74000"/>
                  <a:pt x="54798" y="79152"/>
                </a:cubicBezTo>
                <a:cubicBezTo>
                  <a:pt x="48475" y="84304"/>
                  <a:pt x="39693" y="86880"/>
                  <a:pt x="28570" y="86880"/>
                </a:cubicBezTo>
                <a:cubicBezTo>
                  <a:pt x="23652" y="86880"/>
                  <a:pt x="18851" y="86412"/>
                  <a:pt x="14168" y="85475"/>
                </a:cubicBezTo>
                <a:cubicBezTo>
                  <a:pt x="9367" y="84655"/>
                  <a:pt x="4684" y="83250"/>
                  <a:pt x="0" y="81377"/>
                </a:cubicBezTo>
                <a:lnTo>
                  <a:pt x="0" y="64048"/>
                </a:lnTo>
                <a:cubicBezTo>
                  <a:pt x="4684" y="66741"/>
                  <a:pt x="9016" y="68731"/>
                  <a:pt x="13231" y="70019"/>
                </a:cubicBezTo>
                <a:cubicBezTo>
                  <a:pt x="17446" y="71424"/>
                  <a:pt x="21310" y="72010"/>
                  <a:pt x="25057" y="72010"/>
                </a:cubicBezTo>
                <a:cubicBezTo>
                  <a:pt x="30326" y="72010"/>
                  <a:pt x="34541" y="70722"/>
                  <a:pt x="37586" y="68146"/>
                </a:cubicBezTo>
                <a:cubicBezTo>
                  <a:pt x="40630" y="65570"/>
                  <a:pt x="42269" y="61940"/>
                  <a:pt x="42269" y="57491"/>
                </a:cubicBezTo>
                <a:cubicBezTo>
                  <a:pt x="42269" y="53041"/>
                  <a:pt x="40630" y="49529"/>
                  <a:pt x="37586" y="46953"/>
                </a:cubicBezTo>
                <a:cubicBezTo>
                  <a:pt x="34541" y="44377"/>
                  <a:pt x="30326" y="42972"/>
                  <a:pt x="25057" y="42972"/>
                </a:cubicBezTo>
                <a:cubicBezTo>
                  <a:pt x="21779" y="42972"/>
                  <a:pt x="18383" y="43440"/>
                  <a:pt x="14870" y="44260"/>
                </a:cubicBezTo>
                <a:cubicBezTo>
                  <a:pt x="11358" y="45079"/>
                  <a:pt x="7494" y="46367"/>
                  <a:pt x="3396" y="48007"/>
                </a:cubicBezTo>
                <a:lnTo>
                  <a:pt x="3396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0224CF-C9AA-473A-91C3-1E85DB65D1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2329" y="5172193"/>
            <a:ext cx="70253" cy="88402"/>
          </a:xfrm>
          <a:custGeom xmlns:a="http://schemas.openxmlformats.org/drawingml/2006/main">
            <a:pathLst>
              <a:path w="70253" h="88402">
                <a:moveTo>
                  <a:pt x="48241" y="44143"/>
                </a:moveTo>
                <a:cubicBezTo>
                  <a:pt x="48241" y="33487"/>
                  <a:pt x="47187" y="25994"/>
                  <a:pt x="45196" y="21544"/>
                </a:cubicBezTo>
                <a:cubicBezTo>
                  <a:pt x="43206" y="17212"/>
                  <a:pt x="39810" y="14987"/>
                  <a:pt x="35127" y="14987"/>
                </a:cubicBezTo>
                <a:cubicBezTo>
                  <a:pt x="30443" y="14987"/>
                  <a:pt x="27048" y="17212"/>
                  <a:pt x="25057" y="21544"/>
                </a:cubicBezTo>
                <a:cubicBezTo>
                  <a:pt x="22949" y="25994"/>
                  <a:pt x="22013" y="33487"/>
                  <a:pt x="22013" y="44143"/>
                </a:cubicBezTo>
                <a:cubicBezTo>
                  <a:pt x="22013" y="54915"/>
                  <a:pt x="22949" y="62526"/>
                  <a:pt x="25057" y="66975"/>
                </a:cubicBezTo>
                <a:cubicBezTo>
                  <a:pt x="27048" y="71424"/>
                  <a:pt x="30443" y="73532"/>
                  <a:pt x="35127" y="73532"/>
                </a:cubicBezTo>
                <a:cubicBezTo>
                  <a:pt x="39810" y="73532"/>
                  <a:pt x="43089" y="71424"/>
                  <a:pt x="45196" y="66975"/>
                </a:cubicBezTo>
                <a:cubicBezTo>
                  <a:pt x="47187" y="62526"/>
                  <a:pt x="48241" y="54915"/>
                  <a:pt x="48241" y="44143"/>
                </a:cubicBezTo>
                <a:close/>
                <a:moveTo>
                  <a:pt x="70253" y="44260"/>
                </a:moveTo>
                <a:cubicBezTo>
                  <a:pt x="70253" y="58427"/>
                  <a:pt x="67209" y="69317"/>
                  <a:pt x="61120" y="76928"/>
                </a:cubicBezTo>
                <a:cubicBezTo>
                  <a:pt x="55032" y="84655"/>
                  <a:pt x="46367" y="88402"/>
                  <a:pt x="35127" y="88402"/>
                </a:cubicBezTo>
                <a:cubicBezTo>
                  <a:pt x="23886" y="88402"/>
                  <a:pt x="15222" y="84655"/>
                  <a:pt x="9133" y="76928"/>
                </a:cubicBezTo>
                <a:cubicBezTo>
                  <a:pt x="3044" y="69317"/>
                  <a:pt x="0" y="58427"/>
                  <a:pt x="0" y="44260"/>
                </a:cubicBezTo>
                <a:cubicBezTo>
                  <a:pt x="0" y="30209"/>
                  <a:pt x="3044" y="19320"/>
                  <a:pt x="9133" y="11592"/>
                </a:cubicBezTo>
                <a:cubicBezTo>
                  <a:pt x="15222" y="3864"/>
                  <a:pt x="23886" y="0"/>
                  <a:pt x="35127" y="0"/>
                </a:cubicBezTo>
                <a:cubicBezTo>
                  <a:pt x="46367" y="0"/>
                  <a:pt x="55032" y="3864"/>
                  <a:pt x="61120" y="11592"/>
                </a:cubicBezTo>
                <a:cubicBezTo>
                  <a:pt x="67209" y="19320"/>
                  <a:pt x="70253" y="30209"/>
                  <a:pt x="70253" y="4426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5265C8-E2AE-4592-8602-089A3B5F00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76344" y="4791400"/>
            <a:ext cx="3596293" cy="10"/>
          </a:xfrm>
          <a:custGeom xmlns:a="http://schemas.openxmlformats.org/drawingml/2006/main">
            <a:pathLst>
              <a:path w="3596293" h="1" fill="none">
                <a:moveTo>
                  <a:pt x="0" y="0"/>
                </a:moveTo>
                <a:lnTo>
                  <a:pt x="3596293" y="0"/>
                </a:lnTo>
              </a:path>
            </a:pathLst>
          </a:custGeom>
          <a:noFill xmlns:a="http://schemas.openxmlformats.org/drawingml/2006/main"/>
          <a:ln xmlns:a="http://schemas.openxmlformats.org/drawingml/2006/main" w="7806" cap="flat">
            <a:solidFill>
              <a:srgbClr val="FFFFFF"/>
            </a:solidFill>
            <a:custDash>
              <a:ds d="370000" sp="160000"/>
            </a:custDash>
            <a:round/>
          </a:ln>
        </p:spPr>
      </p:sp>
      <p:sp>
        <p:nvSpPr>
          <p:cNvPr id="1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A9D65B-3F91-473B-9350-DAE1CDC7B5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77033" y="4750561"/>
            <a:ext cx="60184" cy="85358"/>
          </a:xfrm>
          <a:custGeom xmlns:a="http://schemas.openxmlformats.org/drawingml/2006/main">
            <a:pathLst>
              <a:path w="60184" h="85358">
                <a:moveTo>
                  <a:pt x="468" y="70136"/>
                </a:moveTo>
                <a:lnTo>
                  <a:pt x="19905" y="70136"/>
                </a:lnTo>
                <a:lnTo>
                  <a:pt x="19905" y="14987"/>
                </a:lnTo>
                <a:lnTo>
                  <a:pt x="0" y="19086"/>
                </a:lnTo>
                <a:lnTo>
                  <a:pt x="0" y="4098"/>
                </a:lnTo>
                <a:lnTo>
                  <a:pt x="19788" y="0"/>
                </a:lnTo>
                <a:lnTo>
                  <a:pt x="40747" y="0"/>
                </a:lnTo>
                <a:lnTo>
                  <a:pt x="40747" y="70136"/>
                </a:lnTo>
                <a:lnTo>
                  <a:pt x="60184" y="70136"/>
                </a:lnTo>
                <a:lnTo>
                  <a:pt x="60184" y="85358"/>
                </a:lnTo>
                <a:lnTo>
                  <a:pt x="468" y="85358"/>
                </a:lnTo>
                <a:lnTo>
                  <a:pt x="468" y="70136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0443D5-89EE-45F8-8058-1515E4BD15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0915" y="4749039"/>
            <a:ext cx="70253" cy="88402"/>
          </a:xfrm>
          <a:custGeom xmlns:a="http://schemas.openxmlformats.org/drawingml/2006/main">
            <a:pathLst>
              <a:path w="70253" h="88402">
                <a:moveTo>
                  <a:pt x="48241" y="44143"/>
                </a:moveTo>
                <a:cubicBezTo>
                  <a:pt x="48241" y="33487"/>
                  <a:pt x="47187" y="25994"/>
                  <a:pt x="45196" y="21544"/>
                </a:cubicBezTo>
                <a:cubicBezTo>
                  <a:pt x="43206" y="17212"/>
                  <a:pt x="39810" y="14987"/>
                  <a:pt x="35127" y="14987"/>
                </a:cubicBezTo>
                <a:cubicBezTo>
                  <a:pt x="30443" y="14987"/>
                  <a:pt x="27048" y="17212"/>
                  <a:pt x="25057" y="21544"/>
                </a:cubicBezTo>
                <a:cubicBezTo>
                  <a:pt x="22949" y="25994"/>
                  <a:pt x="22013" y="33487"/>
                  <a:pt x="22013" y="44143"/>
                </a:cubicBezTo>
                <a:cubicBezTo>
                  <a:pt x="22013" y="54915"/>
                  <a:pt x="22949" y="62526"/>
                  <a:pt x="25057" y="66975"/>
                </a:cubicBezTo>
                <a:cubicBezTo>
                  <a:pt x="27048" y="71424"/>
                  <a:pt x="30443" y="73532"/>
                  <a:pt x="35127" y="73532"/>
                </a:cubicBezTo>
                <a:cubicBezTo>
                  <a:pt x="39810" y="73532"/>
                  <a:pt x="43089" y="71424"/>
                  <a:pt x="45196" y="66975"/>
                </a:cubicBezTo>
                <a:cubicBezTo>
                  <a:pt x="47187" y="62526"/>
                  <a:pt x="48241" y="54915"/>
                  <a:pt x="48241" y="44143"/>
                </a:cubicBezTo>
                <a:close/>
                <a:moveTo>
                  <a:pt x="70253" y="44260"/>
                </a:moveTo>
                <a:cubicBezTo>
                  <a:pt x="70253" y="58427"/>
                  <a:pt x="67209" y="69317"/>
                  <a:pt x="61120" y="76928"/>
                </a:cubicBezTo>
                <a:cubicBezTo>
                  <a:pt x="55032" y="84655"/>
                  <a:pt x="46367" y="88402"/>
                  <a:pt x="35127" y="88402"/>
                </a:cubicBezTo>
                <a:cubicBezTo>
                  <a:pt x="23886" y="88402"/>
                  <a:pt x="15222" y="84655"/>
                  <a:pt x="9133" y="76928"/>
                </a:cubicBezTo>
                <a:cubicBezTo>
                  <a:pt x="3044" y="69317"/>
                  <a:pt x="0" y="58427"/>
                  <a:pt x="0" y="44260"/>
                </a:cubicBezTo>
                <a:cubicBezTo>
                  <a:pt x="0" y="30209"/>
                  <a:pt x="3044" y="19320"/>
                  <a:pt x="9133" y="11592"/>
                </a:cubicBezTo>
                <a:cubicBezTo>
                  <a:pt x="15222" y="3864"/>
                  <a:pt x="23886" y="0"/>
                  <a:pt x="35127" y="0"/>
                </a:cubicBezTo>
                <a:cubicBezTo>
                  <a:pt x="46367" y="0"/>
                  <a:pt x="55032" y="3864"/>
                  <a:pt x="61120" y="11592"/>
                </a:cubicBezTo>
                <a:cubicBezTo>
                  <a:pt x="67209" y="19320"/>
                  <a:pt x="70253" y="30209"/>
                  <a:pt x="70253" y="4426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419DB5-61C7-4844-82FE-4421FE8E66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2410" y="4749039"/>
            <a:ext cx="70253" cy="88402"/>
          </a:xfrm>
          <a:custGeom xmlns:a="http://schemas.openxmlformats.org/drawingml/2006/main">
            <a:pathLst>
              <a:path w="70253" h="88402">
                <a:moveTo>
                  <a:pt x="48241" y="44143"/>
                </a:moveTo>
                <a:cubicBezTo>
                  <a:pt x="48241" y="33487"/>
                  <a:pt x="47187" y="25994"/>
                  <a:pt x="45196" y="21544"/>
                </a:cubicBezTo>
                <a:cubicBezTo>
                  <a:pt x="43206" y="17212"/>
                  <a:pt x="39810" y="14987"/>
                  <a:pt x="35127" y="14987"/>
                </a:cubicBezTo>
                <a:cubicBezTo>
                  <a:pt x="30443" y="14987"/>
                  <a:pt x="27048" y="17212"/>
                  <a:pt x="25057" y="21544"/>
                </a:cubicBezTo>
                <a:cubicBezTo>
                  <a:pt x="22949" y="25994"/>
                  <a:pt x="22013" y="33487"/>
                  <a:pt x="22013" y="44143"/>
                </a:cubicBezTo>
                <a:cubicBezTo>
                  <a:pt x="22013" y="54915"/>
                  <a:pt x="22949" y="62526"/>
                  <a:pt x="25057" y="66975"/>
                </a:cubicBezTo>
                <a:cubicBezTo>
                  <a:pt x="27048" y="71424"/>
                  <a:pt x="30443" y="73532"/>
                  <a:pt x="35127" y="73532"/>
                </a:cubicBezTo>
                <a:cubicBezTo>
                  <a:pt x="39810" y="73532"/>
                  <a:pt x="43089" y="71424"/>
                  <a:pt x="45196" y="66975"/>
                </a:cubicBezTo>
                <a:cubicBezTo>
                  <a:pt x="47187" y="62526"/>
                  <a:pt x="48241" y="54915"/>
                  <a:pt x="48241" y="44143"/>
                </a:cubicBezTo>
                <a:close/>
                <a:moveTo>
                  <a:pt x="70253" y="44260"/>
                </a:moveTo>
                <a:cubicBezTo>
                  <a:pt x="70253" y="58427"/>
                  <a:pt x="67209" y="69317"/>
                  <a:pt x="61120" y="76928"/>
                </a:cubicBezTo>
                <a:cubicBezTo>
                  <a:pt x="55032" y="84655"/>
                  <a:pt x="46367" y="88402"/>
                  <a:pt x="35127" y="88402"/>
                </a:cubicBezTo>
                <a:cubicBezTo>
                  <a:pt x="23886" y="88402"/>
                  <a:pt x="15222" y="84655"/>
                  <a:pt x="9133" y="76928"/>
                </a:cubicBezTo>
                <a:cubicBezTo>
                  <a:pt x="3044" y="69317"/>
                  <a:pt x="0" y="58427"/>
                  <a:pt x="0" y="44260"/>
                </a:cubicBezTo>
                <a:cubicBezTo>
                  <a:pt x="0" y="30209"/>
                  <a:pt x="3044" y="19320"/>
                  <a:pt x="9133" y="11592"/>
                </a:cubicBezTo>
                <a:cubicBezTo>
                  <a:pt x="15222" y="3864"/>
                  <a:pt x="23886" y="0"/>
                  <a:pt x="35127" y="0"/>
                </a:cubicBezTo>
                <a:cubicBezTo>
                  <a:pt x="46367" y="0"/>
                  <a:pt x="55032" y="3864"/>
                  <a:pt x="61120" y="11592"/>
                </a:cubicBezTo>
                <a:cubicBezTo>
                  <a:pt x="67209" y="19320"/>
                  <a:pt x="70253" y="30209"/>
                  <a:pt x="70253" y="4426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A7DC33-4750-4903-9E94-E5F6B540F9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76344" y="4368245"/>
            <a:ext cx="3596293" cy="10"/>
          </a:xfrm>
          <a:custGeom xmlns:a="http://schemas.openxmlformats.org/drawingml/2006/main">
            <a:pathLst>
              <a:path w="3596293" h="1" fill="none">
                <a:moveTo>
                  <a:pt x="0" y="0"/>
                </a:moveTo>
                <a:lnTo>
                  <a:pt x="3596293" y="0"/>
                </a:lnTo>
              </a:path>
            </a:pathLst>
          </a:custGeom>
          <a:noFill xmlns:a="http://schemas.openxmlformats.org/drawingml/2006/main"/>
          <a:ln xmlns:a="http://schemas.openxmlformats.org/drawingml/2006/main" w="7806" cap="flat">
            <a:solidFill>
              <a:srgbClr val="FFFFFF"/>
            </a:solidFill>
            <a:custDash>
              <a:ds d="370000" sp="160000"/>
            </a:custDash>
            <a:round/>
          </a:ln>
        </p:spPr>
      </p:sp>
      <p:sp>
        <p:nvSpPr>
          <p:cNvPr id="1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9C98EC-6339-402E-AC33-94A54FBFD2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77033" y="4327406"/>
            <a:ext cx="60184" cy="85358"/>
          </a:xfrm>
          <a:custGeom xmlns:a="http://schemas.openxmlformats.org/drawingml/2006/main">
            <a:pathLst>
              <a:path w="60184" h="85358">
                <a:moveTo>
                  <a:pt x="468" y="70136"/>
                </a:moveTo>
                <a:lnTo>
                  <a:pt x="19905" y="70136"/>
                </a:lnTo>
                <a:lnTo>
                  <a:pt x="19905" y="14987"/>
                </a:lnTo>
                <a:lnTo>
                  <a:pt x="0" y="19086"/>
                </a:lnTo>
                <a:lnTo>
                  <a:pt x="0" y="4098"/>
                </a:lnTo>
                <a:lnTo>
                  <a:pt x="19788" y="0"/>
                </a:lnTo>
                <a:lnTo>
                  <a:pt x="40747" y="0"/>
                </a:lnTo>
                <a:lnTo>
                  <a:pt x="40747" y="70136"/>
                </a:lnTo>
                <a:lnTo>
                  <a:pt x="60184" y="70136"/>
                </a:lnTo>
                <a:lnTo>
                  <a:pt x="60184" y="85358"/>
                </a:lnTo>
                <a:lnTo>
                  <a:pt x="468" y="85358"/>
                </a:lnTo>
                <a:lnTo>
                  <a:pt x="468" y="70136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3FE29F-CB95-4FE0-93CA-12AEB50B3C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4311" y="4327406"/>
            <a:ext cx="64282" cy="86880"/>
          </a:xfrm>
          <a:custGeom xmlns:a="http://schemas.openxmlformats.org/drawingml/2006/main">
            <a:pathLst>
              <a:path w="64282" h="86880">
                <a:moveTo>
                  <a:pt x="3396" y="0"/>
                </a:moveTo>
                <a:lnTo>
                  <a:pt x="58076" y="0"/>
                </a:lnTo>
                <a:lnTo>
                  <a:pt x="58076" y="16158"/>
                </a:lnTo>
                <a:lnTo>
                  <a:pt x="20959" y="16158"/>
                </a:lnTo>
                <a:lnTo>
                  <a:pt x="20959" y="29389"/>
                </a:lnTo>
                <a:cubicBezTo>
                  <a:pt x="22598" y="28921"/>
                  <a:pt x="24237" y="28570"/>
                  <a:pt x="25994" y="28336"/>
                </a:cubicBezTo>
                <a:cubicBezTo>
                  <a:pt x="27633" y="28101"/>
                  <a:pt x="29389" y="27984"/>
                  <a:pt x="31263" y="27984"/>
                </a:cubicBezTo>
                <a:cubicBezTo>
                  <a:pt x="41684" y="27984"/>
                  <a:pt x="49763" y="30677"/>
                  <a:pt x="55617" y="35829"/>
                </a:cubicBezTo>
                <a:cubicBezTo>
                  <a:pt x="61355" y="40981"/>
                  <a:pt x="64282" y="48241"/>
                  <a:pt x="64282" y="57491"/>
                </a:cubicBezTo>
                <a:cubicBezTo>
                  <a:pt x="64282" y="66741"/>
                  <a:pt x="61120" y="74000"/>
                  <a:pt x="54798" y="79152"/>
                </a:cubicBezTo>
                <a:cubicBezTo>
                  <a:pt x="48475" y="84304"/>
                  <a:pt x="39693" y="86880"/>
                  <a:pt x="28570" y="86880"/>
                </a:cubicBezTo>
                <a:cubicBezTo>
                  <a:pt x="23652" y="86880"/>
                  <a:pt x="18851" y="86412"/>
                  <a:pt x="14168" y="85475"/>
                </a:cubicBezTo>
                <a:cubicBezTo>
                  <a:pt x="9367" y="84655"/>
                  <a:pt x="4684" y="83250"/>
                  <a:pt x="0" y="81377"/>
                </a:cubicBezTo>
                <a:lnTo>
                  <a:pt x="0" y="64048"/>
                </a:lnTo>
                <a:cubicBezTo>
                  <a:pt x="4684" y="66741"/>
                  <a:pt x="9016" y="68731"/>
                  <a:pt x="13231" y="70019"/>
                </a:cubicBezTo>
                <a:cubicBezTo>
                  <a:pt x="17446" y="71424"/>
                  <a:pt x="21310" y="72010"/>
                  <a:pt x="25057" y="72010"/>
                </a:cubicBezTo>
                <a:cubicBezTo>
                  <a:pt x="30326" y="72010"/>
                  <a:pt x="34541" y="70722"/>
                  <a:pt x="37586" y="68146"/>
                </a:cubicBezTo>
                <a:cubicBezTo>
                  <a:pt x="40630" y="65570"/>
                  <a:pt x="42269" y="61940"/>
                  <a:pt x="42269" y="57491"/>
                </a:cubicBezTo>
                <a:cubicBezTo>
                  <a:pt x="42269" y="53041"/>
                  <a:pt x="40630" y="49529"/>
                  <a:pt x="37586" y="46953"/>
                </a:cubicBezTo>
                <a:cubicBezTo>
                  <a:pt x="34541" y="44377"/>
                  <a:pt x="30326" y="42972"/>
                  <a:pt x="25057" y="42972"/>
                </a:cubicBezTo>
                <a:cubicBezTo>
                  <a:pt x="21779" y="42972"/>
                  <a:pt x="18383" y="43440"/>
                  <a:pt x="14870" y="44260"/>
                </a:cubicBezTo>
                <a:cubicBezTo>
                  <a:pt x="11358" y="45079"/>
                  <a:pt x="7494" y="46367"/>
                  <a:pt x="3396" y="48007"/>
                </a:cubicBezTo>
                <a:lnTo>
                  <a:pt x="3396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6A40F6-A0AF-42CB-BA07-40B59CAD87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032410" y="4325883"/>
            <a:ext cx="70253" cy="88402"/>
          </a:xfrm>
          <a:custGeom xmlns:a="http://schemas.openxmlformats.org/drawingml/2006/main">
            <a:pathLst>
              <a:path w="70253" h="88402">
                <a:moveTo>
                  <a:pt x="48241" y="44143"/>
                </a:moveTo>
                <a:cubicBezTo>
                  <a:pt x="48241" y="33487"/>
                  <a:pt x="47187" y="25994"/>
                  <a:pt x="45196" y="21544"/>
                </a:cubicBezTo>
                <a:cubicBezTo>
                  <a:pt x="43206" y="17212"/>
                  <a:pt x="39810" y="14987"/>
                  <a:pt x="35127" y="14987"/>
                </a:cubicBezTo>
                <a:cubicBezTo>
                  <a:pt x="30443" y="14987"/>
                  <a:pt x="27048" y="17212"/>
                  <a:pt x="25057" y="21544"/>
                </a:cubicBezTo>
                <a:cubicBezTo>
                  <a:pt x="22949" y="25994"/>
                  <a:pt x="22013" y="33487"/>
                  <a:pt x="22013" y="44143"/>
                </a:cubicBezTo>
                <a:cubicBezTo>
                  <a:pt x="22013" y="54915"/>
                  <a:pt x="22949" y="62526"/>
                  <a:pt x="25057" y="66975"/>
                </a:cubicBezTo>
                <a:cubicBezTo>
                  <a:pt x="27048" y="71424"/>
                  <a:pt x="30443" y="73532"/>
                  <a:pt x="35127" y="73532"/>
                </a:cubicBezTo>
                <a:cubicBezTo>
                  <a:pt x="39810" y="73532"/>
                  <a:pt x="43089" y="71424"/>
                  <a:pt x="45196" y="66975"/>
                </a:cubicBezTo>
                <a:cubicBezTo>
                  <a:pt x="47187" y="62526"/>
                  <a:pt x="48241" y="54915"/>
                  <a:pt x="48241" y="44143"/>
                </a:cubicBezTo>
                <a:close/>
                <a:moveTo>
                  <a:pt x="70253" y="44260"/>
                </a:moveTo>
                <a:cubicBezTo>
                  <a:pt x="70253" y="58427"/>
                  <a:pt x="67209" y="69317"/>
                  <a:pt x="61120" y="76928"/>
                </a:cubicBezTo>
                <a:cubicBezTo>
                  <a:pt x="55032" y="84655"/>
                  <a:pt x="46367" y="88402"/>
                  <a:pt x="35127" y="88402"/>
                </a:cubicBezTo>
                <a:cubicBezTo>
                  <a:pt x="23886" y="88402"/>
                  <a:pt x="15222" y="84655"/>
                  <a:pt x="9133" y="76928"/>
                </a:cubicBezTo>
                <a:cubicBezTo>
                  <a:pt x="3044" y="69317"/>
                  <a:pt x="0" y="58427"/>
                  <a:pt x="0" y="44260"/>
                </a:cubicBezTo>
                <a:cubicBezTo>
                  <a:pt x="0" y="30209"/>
                  <a:pt x="3044" y="19320"/>
                  <a:pt x="9133" y="11592"/>
                </a:cubicBezTo>
                <a:cubicBezTo>
                  <a:pt x="15222" y="3864"/>
                  <a:pt x="23886" y="0"/>
                  <a:pt x="35127" y="0"/>
                </a:cubicBezTo>
                <a:cubicBezTo>
                  <a:pt x="46367" y="0"/>
                  <a:pt x="55032" y="3864"/>
                  <a:pt x="61120" y="11592"/>
                </a:cubicBezTo>
                <a:cubicBezTo>
                  <a:pt x="67209" y="19320"/>
                  <a:pt x="70253" y="30209"/>
                  <a:pt x="70253" y="4426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FD80F6-DD49-4D50-A09C-B4703841FB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069595-2862-4DDA-875D-C21C92D015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1C069E-37F4-4D92-86A4-F9857805CC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1DE47A-3D2E-4FF2-892B-D529BD8EA9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50677F-EBA1-4E35-82DD-BAC0C79EC4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632" y="50511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5B1554-0C92-4564-AE2B-2DABE18DB4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632" y="50511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D1FD3C-C8C1-4990-AA69-63A6998565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A4210A-6E68-4EC8-A5DA-533A236961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927300-5DCF-4F4C-9F2E-9FA0500226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A7B699-A91C-4A3D-A5E8-C1F424FBBA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FB47F0-78C1-460E-89DB-000B619DAC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632" y="50511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5571EB-0068-48CF-884B-224829682A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632" y="50511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D6D8AB-DAAC-4296-BD00-C466BA6145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632" y="50511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224FFD-56E9-4ED7-8774-ACA96429F9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632" y="50511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F3810D-04D8-477E-8D24-7D5E673F45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632" y="50511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76E1D6-E544-4462-BFEB-3E51ACCBA4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632" y="50511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A723B8-CA0D-4611-8C64-59BD8A231F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441C3E-F814-457A-B91A-E5762D03FF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025F2E-941C-4754-BA4F-E92A1DE9F7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632" y="50511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03F31B-FE12-4563-B6CF-F7A147F7C0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632" y="50511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4E85ED-F155-4C88-B6E5-B7B42BFB1E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632" y="50511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BDD608-84DE-4A4C-80E2-BEF59AC9D7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632" y="50511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90CDE1-413B-4FFC-8B23-D2AF1F75C5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62F9FF-2689-4961-8C6B-7461252A74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DD7D2E-13AE-4F15-8B08-A86D991E7C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B27F30-EBCE-4646-A3DE-B830C7F624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5474C8-C5CF-42E3-82FE-871D5C4DC5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3944A6-000D-4B15-81FE-FF0DE6E227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192F41-D778-4DB5-91E8-CF4C573B35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F30158-40AF-485F-BDD5-6831F7BF9E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4A1262-ABCB-4B29-A0CC-965F2E0F31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E97825-BE19-4D7B-A20C-D4302A5F6B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D79D44-ADE8-446A-820D-828AD080E9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560767-AE18-4BD3-B879-A4BE909043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8C009D-8D6E-4469-8AD1-96F463AD26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A28359-64CA-4F82-8CDE-BD3DF36E67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8321EC-8910-4129-BA9D-027B172A51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D2A8B0-DED3-48BF-92D1-7DE424A9DA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7F66DF-0E16-465A-84EF-DFAE196AD3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0216BB-F543-47F6-A602-F0E70018E5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5857AD-2E74-45B7-9001-A1725467A1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F84753-69E1-41A5-BA7C-D5EA056217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94204B-BD44-4BD0-9BCA-4B33873354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1228DC-BA40-4EF7-8566-3CDC09C572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230292-1D6F-4B59-BBC6-7EE9860E49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344624-ED87-403A-A090-CE5A58E858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B6CF8B-5289-42C2-AE0C-6E359C7799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803AB1-108C-4689-BE9D-8A10E71A07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9EB7D2-D68E-409C-A31B-61196F0159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651228-CC24-49E5-8D86-14270EC6F7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5814D0-13FB-4BA4-B4B1-5AFAF07E4B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6DDF0A-EFD0-43E2-A2DD-77A3261C23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D43E17-7F2A-4DE6-AB4F-2ABF9A2612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E0CAF2-292B-48F3-AE20-76DE0D5EDF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B61DBD-32CC-4024-B423-05C2971C4E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24274" y="50366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B207AD-D98B-46EF-82D9-882AE01575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24274" y="50366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3F17BE-3DB4-4CC4-92B3-01BFF8F864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D8C38C-F6D7-4CEC-968F-CA557C57BE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96231" y="5022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8CAB86-5448-473B-91FB-460465280B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24274" y="50366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E468BD-BBB6-44C4-B82D-7448E6F846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24274" y="50366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4B6A75-0A83-4AFD-91B9-D54FAE633A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1054EA-3EA9-4E30-BF92-5C0C0AACE7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C98AEB-87C4-42E4-B39C-17A773B47E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277EF7-4D73-48AA-A554-BAAA28ABED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3EC2AE-21AA-4C8E-B175-C97260BFA7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7FE4C4-3DCD-4DEF-9035-ED71C83490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5ACA3D-68A1-491A-AB12-800DB718D6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1E302C-F977-450E-A332-2EE5CAFD2F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748757-E527-4379-AF1F-0EEBB9DB4E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8D3A83-F93D-4DD1-B006-9463897EEC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ABB7F7-E0E2-4602-A63F-57B4DF88E9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923A04-CDE6-4909-8AEA-B9552EE171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749AE2-1040-49CC-B75B-3A40BA8E0D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695357-394A-4485-AC02-CA5E023A5F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277C75-23E1-4242-92F7-1B7195F56A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26FB44-4EBC-4266-A5FA-CC38934549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CBADCF-73DD-4B8C-8C07-7A121E7678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BB2761-0B18-4DFA-A6E9-D0371F9178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5E3322-C0DE-4D99-A3FF-5BE30FA3F1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DFBC9D-0626-4F84-A4AE-E66F619E2E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705A22-CE70-46E4-920B-3B915DB4AE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5E9B6D-4762-4182-A9A5-F683A0405B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90A3FF-0EDA-4E2F-9300-0913695AC1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A5A01D-257A-4065-A0F4-FF277D87A8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9621D8-C1EE-4D43-A61B-39EA39F52B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C7CCE1-148B-4225-8DBF-88BF73FA3C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382862-A3D4-45D5-BAE7-CD4C3F8814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8CA859-EB34-44BF-9575-3EB05944B5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FD1C08-5770-4E57-8D5A-44B77524A4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DAB9AD-8254-4710-9E7E-818EDE92B8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09E2D0-5867-4959-B384-1F565609C7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B9E8A5-426F-47B8-BB07-DB1BFC93AD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E33F8C-2415-4A26-9362-ABF40C46A1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1224D0-B138-40EA-8F18-90351BFF85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345211-FCE0-4EF9-A0DE-5B1831C5A3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DBB813-6E83-4EC3-91D2-D6A414C1DB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541E9C-4EC4-4ABA-A59A-8052C96CB5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CE4ABB-8D12-4E4F-A731-6D7CC40E4B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12F2D3-0368-498B-A7F8-E44092602D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99D537-958D-4776-B96F-770163E612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A5531A-A7C9-476A-834C-359D77AF18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EB6B51-17CE-415D-B204-06D6CB186F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E9BF71-EE7B-42AC-86B7-E8A096FD11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89843A-B52F-430F-80C3-85E4765E22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2AFD65-1D72-4BB0-9791-892179CC36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DCDAD2-48AA-4C27-A3C1-4A46C63451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300E05-F1E3-4333-A58A-848B5EE3F6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001E0A-E1C1-4970-8477-9CE283740E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069005-83D8-4BB8-9D9F-CB7CD30694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0E5ADD-B1E0-4A0A-8B25-579EA8DB2E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315BDD-61FE-45A7-9EC9-47B8DCC778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B92F2A-F42C-4D99-AAAA-259521EAE1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E0CB06-6133-43BF-AD7B-2A850263BA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93A56A-75FD-4107-8AB7-991248006D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2BE5D3-0AF9-4BFD-8AE5-93B31ED11A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BBBCD1-5DF1-4BBD-A232-00748390DE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7C3804-BAF1-4DE2-8AA2-86CEB4D785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7172FF-3240-43E8-AFAB-46D49DF50D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239" y="5177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A6F5F5-65DC-4646-AF97-45C4B56E4F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863156-0F61-486F-BFD0-9C14EC48B6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1F1AC8-5D0D-4B6C-8BCF-B4D74FEFB4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B809D1-3E22-4D92-966F-2F5192FD7A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A1B73C-CB33-41EB-BC8C-E6CF6F53C7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0CBFC4-8F61-4FAF-B5EF-51675CDD92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760A54-FAB9-44AF-B7D5-787B37180D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B48850-49C3-4C37-9EEC-BDF8BA2063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90C277-34B2-4D8F-BB7E-2125EB77A2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C6E0A7-6102-4126-AF22-467D80CFCA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5E8857-1882-489A-BFA3-734EC5F878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0E8880-D609-42D6-971D-890FCF210C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51B3A8-0055-45BA-9075-AF5008D1F1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1C3D15-C0B4-4493-8C21-D793C7B5DB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2A3317-E247-47FD-B89F-EA01A83D4A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26DAB0-3112-4C34-9B2B-E7E07BC225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B616ED-E01E-46BE-84C1-4BD35AA46E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B817E5-4F26-4EC3-93B7-83C2857FF7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C83FB9-331D-4F21-8515-7082985072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29E1E1-2A4B-4D89-B574-B519670A57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05DF8F-3926-4E9E-A7B7-C3E2FB8BCC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FD2385-A9BF-4CFB-97EA-9C723C7977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7A4D4F-E0D3-461C-B77C-2F4588A119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19581D-21FF-4C21-9F15-69D4E36807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F4385A-361B-48D4-A59A-DD7494B5B2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540C58-B2CC-4485-A7AD-38C77B4AEA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8B5146-35F9-4CC7-9EE0-B309435E46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4E80E5-07E9-4801-9F44-835D3D274C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DF94B8-72C9-491A-A15D-4C385658E4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FA2DB8-1348-4E7C-A233-142FEC4E3B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9DDFA5-3F6F-408A-9515-879791FB12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F11069-43BC-47A7-AA90-DD3C7E0A19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900464-F518-4210-94FE-794C4CA1B9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C7FCF4-D159-49E9-9CB5-5796993CBC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8AB9F4-DA43-41DD-83B9-38A2D816C0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6A2EB5-5DCA-4203-A3FB-985A35465C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AB4D6E-C8C4-42BB-A21C-CF9389F9D6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80B8D9-A2E9-4998-9B06-E96EA26209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8CA11E-D8AF-447E-AB65-9C8A2C56C8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79CFEB-D7B5-44EE-B213-4F5A016851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8E427C-B351-46C9-8548-CAFED3D108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E54454-53C3-4CE9-841C-423C3FEC65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F91B61-0417-4749-B122-0C4418FB9F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A2AA1C-004D-47AD-917E-DAA9472112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088F94-6019-4F62-902C-7C56717900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051C26-A32F-4D33-9507-252225053F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3C389F-7DCF-4935-A388-43CD95EB35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66C95F-EBA9-4775-85D1-DD6CC7B8D4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CB8DD0-FCCB-4896-9AA0-F6AC41F12F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5CA62A-A601-42BD-A6B1-DA5F990FD0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FD0E33-E7E2-4E37-B5CE-DC35F1765C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1EE3CD-7C47-42FA-BACF-8E7E3950DD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73D1B4-460F-4481-BE76-CB376C7E88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7B8409-5EA8-4BA4-B035-3AAD37FA05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5F2EA8-35F2-493A-B13B-26E02949CC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7B3741-2341-4CA9-BB30-1CD892153B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3A65A9-E8E6-42D2-8415-F5165F405E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D6E72B-FFA6-477A-824B-6BB129E97E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94C73F-37F8-4B9E-8DDC-FADBAC38BF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DA849A-B203-4633-9DB5-1E04591C5B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1" y="4492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70D923-1068-4C47-BF2A-81B013621A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818F01-15DF-49CB-9DFD-3227439824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F1BF06-97AE-4A9A-8339-AD3C212F24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B2E54C-9BAC-4299-A17B-83639F1EEC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D8883C-88AE-429F-A090-7EC57E9E97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14DAF2-715F-49AB-A5BC-31B9B1A990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0B1893-CECC-47DC-A22B-6039A71962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D5E04D-A57A-4B58-962C-42D7D56249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B0D1BA-3E13-4E14-A5F4-7C6FBC2243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01F771-871E-4B2A-8EE3-A20E4CD708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4EC7AA-0C57-42A8-ABDC-41EC98CE25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CB0FBB-A8DB-4AB0-9F59-ADC5BC4CC8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E7CEAB-05C1-445C-8E49-D7AB5ED6BC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74A2AF-0481-445E-ABC8-C82ADBCCBC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298450-93DC-4EC5-B52F-6C84460A76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1C2DF0-8325-4E04-A9C2-312DEA9DE5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25D9F1-769E-4CAA-B5D5-9E68EBAA00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E6853E-0AD7-470B-A898-A566AC6D95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F53328-2CCD-4769-9F24-5E59B142FF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092D0F-BCEF-45BD-BCBD-36E13CA039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8EB4C8-588D-41E3-A65E-EDCBB59E1A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183D60-9842-4297-A35D-553DF893A4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79EE22-A941-499C-A660-ECADAB68FE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236925-5E2E-4610-A849-17885DC6FC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581AD7-0274-4B5F-953A-EE3123D454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37B649-C4BE-4DC9-866B-C97718B92B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9CE782-54C4-42F1-B4C0-D55189CD49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A6073A-46AF-4A89-A9EA-A9B19958B1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146D4A-694D-48AA-905C-23BCF684B0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E05E4D-8689-419D-BEB3-1E1AA2828D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8D80AD-9A0E-411A-8B2C-E4D9EF4D38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BD45F6-A49D-426C-AA30-1B9364CFEF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F2C86D-697D-4F81-A39C-EC77C900B4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B731B6-DE18-4C1F-B8E9-41A4FFD531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23DE21-0766-4EEA-831E-BDBE801483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20F09C-1BA6-4029-ACF5-B10772CEA8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12C2CA-6E4C-408D-AB34-C930E3C996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45E8CA-40E6-4157-9DC9-D8ECE512FD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DB081D-0714-4ABD-9D1F-8CCC7FB9BF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366231-18BB-4D80-8F6C-CEAA1CE559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A2309E-8463-43D2-9599-5DD1482597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169528-ECB5-4595-AC51-5E07845D24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097B3A-13A7-41D7-9894-D4ED8C7919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871C2D-D9B9-4E53-BE9D-2508C4D8DE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11D8C7-D350-4307-8648-8647A4A02B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BE7F94-CC1D-4C93-9F92-829A470F29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DA35DB-B9AF-44C6-AAE5-A917736366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D266BF-A90C-4488-8A89-DC1FE236FB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D4979B-DC02-4484-ABFC-1F7E513C24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A82319-F670-4D12-AED9-494C17F48B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596906-56B1-4C09-B7AC-42EF138C61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E00BA6-16C6-4822-8722-E492A3B85B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B753D2-17A0-4663-A284-6B96101C24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3B8DB0-7EB9-4E68-8760-1F94ED217A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F63644-C401-431F-B0D7-F6155B8A54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9C6810-016C-46F7-B840-43435C6F09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0025C0-7092-4FA3-914A-A2C825FE69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3829AA-A697-4C1C-8C7E-31E07F899D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85746B-07B9-49D4-9251-1FAB916936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9D410F-1FF6-45D2-98ED-AE87BCA775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2139" y="696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926FBA-69F3-40D5-8CA5-FE083B7CAC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3437" y="53621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C47B54-D218-4943-897A-DBC016A98B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3437" y="53621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E311E7-181A-4482-BB2C-9399BC5060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2711" y="53802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2BD0F2-288B-4DCE-A70F-C43602C657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2711" y="53802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E483BA-3C75-4B89-B467-B73FD14740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2711" y="53802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EC0485-EB74-4669-8343-BB382288F3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2711" y="53802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427948-025E-434C-AD1D-F1F6ECF0E6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6274" y="53998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3C7F07-1A15-4AEE-A439-1E990A6C15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6274" y="53998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190972-E499-42E9-B3DA-1A297F00B7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5087" y="53579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232B58-C458-44FC-AFED-97A09F6EA8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5087" y="53579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4E354A-3F89-43A3-B1FF-47CAF91FEE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5087" y="53579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19092A-EACD-4CC2-A968-BA0368FF74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5087" y="53579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B6ABBE-7FBE-4AD1-8C6C-BF1744A099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6274" y="53998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E36AF1-75E4-4F30-98FA-376B3DB7D8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6274" y="53998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3DF8B3-1516-43CC-8C57-F01DF79DDF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7038" y="53849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77E9B0-E3BB-45E9-94EF-BAF1D02C1E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7038" y="53849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328668-6FE6-437C-B6F1-E4727868A2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3437" y="53621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3E3F72-3005-4720-94F3-B79A94AC7A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3437" y="53621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720317-1F01-4F51-9D19-9F4E3F63D0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7038" y="53849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B0805E-A8CD-4BA8-B742-56C2597315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7038" y="53849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B9D8E4-5257-49FB-A45A-63DDDB97DD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7038" y="53849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41AD91-0028-4B78-9BA8-A9DB474DBD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7038" y="53849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B2728E-C049-445E-8C63-9094970FC1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7038" y="53849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CDFE39-645A-42D6-BB09-2DB60C76B9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7038" y="53849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E72730-70E8-407B-9B13-AA5E6DD24C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7038" y="53849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5A3651-5271-4D88-9A0C-30A8EDBDCC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7038" y="53849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0D9A4F-09D0-4892-B7B9-3EBDADBE5D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3437" y="53621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BF5509-BDAF-470E-B60B-52052F3894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3437" y="53621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0E11D6-6461-41C2-9C25-974E194EC3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7038" y="53849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6FA4D0-422B-40D5-B7DF-AACC2AAF77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7038" y="53849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C6DF4C-D397-45C4-BEAD-E57AA13367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0565" y="53813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C52E9D-7D39-4297-A122-DFBF958E14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0565" y="53813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FF32C8-B7F6-4269-A71A-2275F2419B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5087" y="53579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2C7235-B7C5-4820-B4BD-89FE9897E3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5087" y="53579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45070B-7A63-43EF-82F0-FFA4CCF7C1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5087" y="53579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AA5733-3E87-4559-8F70-FF9AFE4663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5087" y="53579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9A8797-9541-4CDC-9500-BAB16FC01A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5087" y="53579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1548B3-920D-4F54-A118-1279CBEDA1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5087" y="53579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519DAE-3A78-4EDA-8C28-AD20827B1F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5778" y="53599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025BC7-9DB8-4416-8123-F6B588BD55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5778" y="53599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9201A4-4A8C-4B15-AD52-824E9ACA30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5087" y="53579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737E6A-5483-46EB-939A-F6DD445A09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5087" y="53579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2064DD-0779-46F1-901A-4584AF67F5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5087" y="53579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6632E6-B080-407C-969C-CC0737D4A8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5087" y="53579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0CF054-95D4-43AB-90BA-F51B6421BE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5087" y="53579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657536-A628-4F93-86B5-FB124F339F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5087" y="53579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7A7090-22B2-4664-B340-11070D5E91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5087" y="53579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1052B7-C60A-447B-84B0-CBD04146C3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5087" y="53579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FFFA60-951A-4E64-BC6C-1D2EBC6E2F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2712" y="53802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522068-6FE0-4A78-A80A-6D992DD6E6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2712" y="53802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24E3C9-7440-4590-996D-980B8C45FD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2447" y="53841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2D24E4-525D-41E7-8637-6502DE220D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2447" y="53841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8A0D5A-D005-40A5-9326-7F30DD38B7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2447" y="53841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9700B3-318F-4EA2-8833-573A835DB0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2447" y="53841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30C296-285B-4AA7-820D-C343F35242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2447" y="53841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90DBD7-DD67-428A-B053-22120E4FC9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2447" y="53841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80971B-1002-43D5-B8B8-581611F7E7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5087" y="53579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C7DFE6-7A7E-4C86-8AF1-87FAA4C97B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5087" y="53579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0CF150-B608-4E0A-B1BC-D2E9F5C0E5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5778" y="53599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6B32D7-4345-43A1-B356-2B703A747A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5778" y="53599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66CC84-5657-40B4-AB6A-EBDA851D57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9C30C0-C52C-4E32-9BAC-BD5DD96918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C8211F-614C-4021-A996-ED2CACE1E1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EFB537-BC6E-4C81-BE3A-3030700B36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4E729E-D9B2-4D9A-9C68-70510559FD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7A32EC-0A7B-4D68-9B20-70F9C06461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9FB290-0847-4CD8-AA40-BDE194F83B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1F0F9C-5B24-4304-BD44-95B4A15DD2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109C1F-EF2A-440D-9D8D-32C194D66F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7FDEC1-A66E-48F7-BB42-36B2CA7FB2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82ECB9-3610-40C4-B5DC-A5C40F7294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B5ADCC-60C6-4E47-BBE3-58D0914C3C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3B4645-6268-4DDA-AE22-F0E6BF4A2C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2B6AE9-7F4D-4668-9424-D6F2E4054C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364CBA-42E2-4A52-97A4-AE2122C9E6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BB495D-9450-48FF-BE60-FCF5F24C7C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2F914D-62CC-4A22-84D4-88D345E22F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FB0BF2-B1EE-4863-B086-7D9AFA0F9D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E9F619-056F-4470-BE27-B0F080EA6D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76EFF3-5E54-4AA4-904C-BE363D6809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61D8DE-2E93-40DB-8471-619FCA7F31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E80408-D117-42E3-A0AA-79ECAC8487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013845-9D80-4F04-91BB-22F6C134BD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D6BC95-3DF5-444D-8833-8E7B911B8E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69F496-4AF2-459B-8305-8A8842E4EA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5B4931-747D-4A04-87D8-B0152E87B5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1BC05E-2421-496D-BD4E-D1C50B8FC2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915AFF-B366-4E41-8C33-4B11AB4B6A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607931-C2F1-40D9-82FF-9B3B6D5B17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34EE33-CE2E-40AB-9CBE-713F239444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3C6689-E917-4B02-865B-709565A7E1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34E694-9C9B-45A5-B828-12972766D1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093E61-4EBD-4E6B-8821-F6D78B2B5B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ECB127-AE29-4947-AAE3-534843D8EF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4F9D25-5C7D-45B9-A4E6-9E49D24677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B3B62B-7B67-4A73-A572-3B8516E19C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2FEE75-B58F-4385-85E1-93D37D166C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F941E3-A485-4BA2-A8CD-E40B7E7AFB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BCDA86-BD62-4C3B-8D9D-01C18AA574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D687FB-ACDC-438E-B696-8DEECFA396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B02EFD-ABF1-4785-857E-E66D4CA816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6C3B96-0394-4295-8F59-62D8834719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5EAEDC-E842-4386-86CB-3497D42A04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101C70-CE03-4A4E-8AF3-C58594F5A9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28C7BC-A9DC-4AE6-895F-60D56D8F5F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1DE651-AA8A-47D1-8FD0-D5F20E14BF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125D95-F500-4D9E-93F9-937521044C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3C006E-11BC-4CE7-AEC2-E79E7C4475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366B00-459A-4CB8-AC30-2897A55633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C7A670-3A4D-4701-9479-F6FB3AFB74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70BA3A-32AE-477E-A9D3-7C58C469BF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FA7794-8795-4148-B6B3-FACCB36462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84D30D-590C-4CF6-B76C-EF3A178C86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A13C84-83B9-455D-8865-2BDEC63564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3A0FDB-D3D9-4DC0-A768-509C766AD8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2EFE91-D3A2-4BCD-9B2A-DBC6B6BE50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F74ED2-C9B4-4F22-AD06-985E433C6A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B5A103-0DD8-43A9-B79B-17109CA593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F3D8B0-DF0B-40AA-8B68-10FC540D16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81A6A6-5A4A-4FAF-A5BF-479DC58783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0" y="5202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F42A0A-E322-4594-87F7-2A37C2E924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84C7FD-D04B-484E-AFE2-A326D73A4A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8B2A9E-F481-4D6F-B27C-6CAEB08BE9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568C34-F2F1-47F6-A4D9-5F0312BFA3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833DBD-FFA6-4F8D-9A0E-2CECE6E78D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96F188-2394-4931-B590-86934D0321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2E0949-573A-4A4B-A4A9-FFE5713552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D59F5E-EF30-42A8-86C4-9AD826B685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38717B-5E01-4930-91E5-B59470CCF0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0ADAF7-D193-4664-BCD8-26C046F0E6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605869-C3AD-474D-AC78-0C75FBEB78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8DBD4E-52B7-4875-9B74-6964DCA9F9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83EF60-19A3-47FD-BA84-D0A621F785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0A67DB-E655-48FE-9CDD-C534F74455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C4D968-E1E5-441F-A41A-E7ECE0DDEE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3282" y="69403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A5FEC1-CAAD-4613-966C-205AE66B4D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3282" y="69403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0E576E-9570-4200-A909-610F00362C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3282" y="69403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1C7CCF-ECFE-4537-A3E0-05CFBC2AE1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3282" y="69403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0BAC08-49E9-402F-B0C4-937E6C9A35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7BFDA9-674E-40C3-9DF7-47FB37A58B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939B73-9B7D-4FD3-AEDC-AC9F9D2041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3282" y="69403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422E4A-6D47-496C-BB80-0F38F1DFFF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3282" y="69403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044C8D-4AF7-4F46-8F45-A1400FFFD6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3282" y="69403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F10539-4D0A-497F-9FC4-48A68B0689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3282" y="69403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56852A-C3DA-4B4C-9BF1-4177035FCE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29BCD5-0D60-4B69-B86C-8C4E5EAB90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D7CB3E-4D07-49C1-AC54-F3A0AE0A9A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BBCD75-94F7-4233-B441-8545EE2F07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188B65-260C-451A-A916-A8A3154B2D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4DEE86-749F-4677-8B10-8929276D4B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A1A233-1424-4176-B233-24860DD2DF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068292-EEBD-4032-AC22-30C8801FE4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666DFE-F8E7-44EB-B833-E3BAC15D01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4DDE0D-2D9E-4DE1-AB19-A272FA3B72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508599-2832-4E6D-B632-EF32168067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4057EA-3A3D-4B29-B81E-C37993CBA5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B05F25-1424-44F6-A2C3-CDECADC47C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168EA6-A8ED-4684-9EFC-5A4E5C7D59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938CB6-645A-492E-B066-FFB3EDEAE5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6BC751-CC70-4322-82BF-2DC6C29DF2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8E1127-DEAE-4C91-AC75-010E7309A8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CED2D5-7A1B-4F70-9906-2B98A060BA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6621BA-5AFD-49C2-B850-2473AEE29B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7A716D-A6D6-4C4B-B4B6-CDFF503032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66CEA5-CB91-4701-835C-369C4B6329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36F0EB-02BC-44D6-9B48-74F183B305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F25463-D513-4650-BD71-8A1D4A5DD2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D2AEEB-074F-4DCA-BAC8-6B6461D6D2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F5172D-07A2-4D0C-8068-A2C96B6201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F29296-5C62-4006-916A-EB4760CCAE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A73DAE-8A75-4236-A112-B28D0B0CA5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A509DF-0733-4685-8077-EFDEAE2755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ACF6B0-E23F-41AC-BA2E-955061BAB8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FD4E17-57B6-441E-B434-22993913FA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8B1402-B2AA-4054-BF89-7D3BA15A34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F0874B-6732-46AA-B679-6D4C8A64F0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A070C1-18BF-4B9D-A472-98DA10F9EE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BD477F-3614-4AEE-B3FA-F27E1F2513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A36937-6385-4444-A035-DBA8FDFF8B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CD19A4-27E1-445E-9477-66135983F6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C723BA-18DC-4086-A830-C58B982E10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4BB567-4A5A-4719-BB9B-5F80796555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808EE3-E827-4EE6-A5BA-CFB1FDBC7F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AE3B7F-D288-4E1C-A086-1F34BA9F37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805E6A-C593-4FF9-897B-1EB552E91D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253465-74DF-4526-A475-77AA60A547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64C215-9219-4065-93D8-4E3AEA8DCF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21135B-C0FF-448C-9ED2-A7BFC3EA36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BA2463-B91B-49DC-BCD2-3C4CC08818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5BCCE9-5AEC-407C-B122-E5A07CA1EB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23BB81-4F33-4964-AC70-D9D08EA7B5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045D03-2386-43A3-AFD1-2F543074A2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4B587B-8114-45F5-80EC-0E90B8AFA0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6DBB5A-939C-4C38-8950-40F75A2800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63C2D5-AA06-4005-A204-1E46686496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9679F8-1BAD-4BE7-B018-6A59CCD602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82CDB5-3A75-4620-88AE-E04D72ADAA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250615-0506-472C-9A5A-9E7D8BFCC5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0D8CB0-3BE0-41F0-BDAC-954F8EED47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F19EFD-91BB-4092-B5BE-0921A17D5F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A3BEFD-2B74-4C5D-898E-A3B9E4C204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4F32BC-C44F-458E-B907-470CFD8E47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880E91-56EB-446E-95FC-3B84081228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B7C170-9CA3-47E7-9BBB-4E29CAA817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ECE756-1AF5-488A-B720-2A498737FA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74C21B-F7E1-46D3-B9DC-C7066E2CD0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47CD1A-D66F-439B-9827-7A15D95D17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6E5568-4F42-479D-9BA2-7034982221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F6C522-BB6F-4315-A51E-69374DD328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2D0E05-B702-4C73-92D9-05D4575501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587F75-B401-4217-8626-5341A87902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D11ADB-63AF-42DD-916D-A2AF7E57C9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068AC1-EBF8-43F1-9E4D-DC290E8EDC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BDFBCE-BF8D-48CE-8C42-789A7908D6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13B6E1-490D-47A5-B64C-FD9DD3B124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4B37D4-FFC4-41F6-846F-3A0466C39B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D4EE39-B1E1-43DB-81CC-3F02F7341E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0A7A62-0CAF-4568-A660-B054B8B85C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32F06E-7D01-4D1D-89F2-7CD16E1DB2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2E8889-3DA6-4A83-ABCE-FE1D33ACFF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6757FD-14B2-45CA-A54B-0F7A1154A5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9A58E6-C49F-4E94-AAD4-E8A28C6559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A573BE-6816-4430-903F-AF1AB195ED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BA8E6E-1F92-4AE3-8461-A38E368D85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21261A-30EB-46F8-AFAE-86EC04FD51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33E249-C5CC-4EC0-82D3-74B08E1204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B7822B-6721-469F-B8A6-411A93D3D9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3F69B9-F34B-4862-9017-7686887F68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93AA19-A243-4F15-A028-49A965F0CA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1FC1D0-8C52-47A6-9CA0-90602CA6FD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CC6314-E4FD-465C-86A6-B8BC1CA10D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B48A06-224A-46B8-9E58-54717979BD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5F617D-FDE9-45F0-94D8-E83607C85B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EB5CCA-2DBC-4860-809C-1A246212AC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96BECF-33BE-44C9-BA9D-327B533CEF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7F3983-A4BB-4CAA-8D3A-CD12BE3787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3EEBD4-F435-44F1-8ED9-01F688150C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8ECC2B-49EB-4AA3-880D-03E4F0BE40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07CEF0-21F6-483D-BD93-693DD46CE9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C9FFCE-FDFF-4D1D-9D46-4579DABB96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650F44-767C-4C56-B2CE-D7E9F997AE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2041D4-0EAD-4874-91EE-3DF1A3715E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3C2712-2CEE-426A-B711-960EF7392D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19D465-3486-4975-8DE8-A8D6700BDF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B702F2-288A-4239-A678-60F5F5091C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9384" y="5511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BD4520-A7A1-4F2E-B783-7FDD342D91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9384" y="5511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CA82F5-8985-4FC3-B1B9-813C1C861E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EE3023-33C0-42AA-8714-D7B162FF31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7178A1-335F-4042-84BA-CE74992EA3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66F4C4-9643-4A49-9F44-02ACE99B8D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CA4C30-8805-4677-9B33-55AE81A5E0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589DBD-09E8-4C7B-97B7-8D7D00E045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3DA817-22DF-4B67-AA13-A5481B5436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920103-79C6-43FD-A848-E845150C4D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CF9DBE-AB50-4F79-9890-9FCBB400E7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9384" y="5511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286F23-C1FE-4F7E-A980-EBFFB15994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9384" y="5511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41D7BF-6585-4CCC-BA6F-7C49D5C4B4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543174-9B5E-47AE-975A-318AC00B61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375BFC-91BE-4CCD-9110-2AB708A546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ADD2F7-4548-4055-9CD6-B7C0943CFD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7656CC-40EA-438C-A77C-BD72F4167C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A99550-4CBC-45AF-B67A-3B79357D56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3E64BB-3BC5-4ABF-8268-017C749075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D9C293-423A-49B9-A03B-19CF993F5E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1C0E2D-2C6D-4211-AAA6-3258C70F94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FEC999-5035-4DCD-ACD3-4A328F1868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EB004E-AB8B-40F1-B932-4C798DB624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91B99E-D309-4818-B0E1-6D476BA8ED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34184D-E8B7-49F5-BAF2-7CA020222B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CBC932-3A88-4BA1-BCCE-DDFA219925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A5FD21-189D-4EE0-A9AC-2936B44933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9384" y="5511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C9A092-071E-47AB-9A96-C5A904A135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9384" y="5511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C2161D-0FEB-4198-8F2F-B56461AD1B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28EE5E-36F3-4FE3-A54A-E701553A6A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72110F-1746-4A56-897F-239C121C64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D565CD-B79A-43A8-AFA0-C7728DEF67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1D8A27-4FE5-4823-8E1B-497E6FFCCC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AED5B5-B420-4C67-9201-5EA84A1E19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4AF722-3B45-4326-9725-B894161826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9E0D65-A9CC-4558-9143-5D3F3CEDE6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7A5D5D-63B9-4E0F-A1FE-D5014AA900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7A88B7-4704-4AF4-A9E5-4D541B3AE5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2CA321-E120-4AF5-9DAC-BF999BE38F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C3D42E-B60D-4593-BB7E-24CBF471BE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936C00-D663-4D57-AB33-CFFA1ED314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DC9383-C178-49B2-8C24-F8D41C1AEB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30B8F4-CBC6-4D2B-8F80-EEBE55F6BE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68C682-F212-45E0-8773-B86A019728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477813-B57B-44BB-B64D-B48665E1F1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FFCEEF-0B7B-445D-9BE9-C98A9307B3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AB1F1E-A14A-4AB3-983F-F7BB68FA74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38B19E-1011-45F3-848B-89BDE1A8E2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E688B5-98DF-47E0-AAB6-F76167F340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245BF5-3A60-45C2-B6AF-59B45FBC45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C19ECF-94BD-41F7-AC1F-68C402E931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88A4D0-59E2-4869-8C5B-5011BA6680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681B92-BD92-4CFB-AE3F-BDAE415C80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1B3DD9-DC60-4BBC-A357-3929D4E38F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944D03-7609-43A5-A9A9-40D8A26E30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22082A-AC8A-4D2F-AA15-F6AF494AF6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1" y="5485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8B1281-5159-450A-9858-A066AEACC4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BF53E3-6658-470C-ABCA-68D0581023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7A9C17-57E0-40AE-BCB9-D6A210772F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73D94E-BC9C-4645-A6E2-333ACD4D2D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4F8116-EE2C-4846-9641-49DB341DAC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E2E1C7-B724-4B10-A3AA-2D3FB87726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F5B12E-F222-4582-9BE6-6E902A4CB6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35AD74-CFCC-4D32-9D6F-CF9D14CADC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EB1B80-96B8-4FE1-B159-13B5BF789B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8BD60A-2170-4B92-B040-BA7B3E9D51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528983-4E12-4E57-A8D9-2051872590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2E020F-3528-4E93-BC2F-3777A532DC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A8DC9C-0C83-4EB3-8F22-381E9004FA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ADDB7F-AF30-464C-B2F0-B8F52E8A6E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77F8A8-4A29-4B4F-82D3-163AF3002C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73A2B4-D4C0-431C-A252-75338A87D0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357936-46E3-49F2-A079-1F248D42D4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1749C1-82F1-4A5C-B4E6-18BE9EA920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06B1B8-9299-4D25-9D66-D76D0D0067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90A04C-6A86-4110-8148-5535CA8412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EB4B75-2D1D-4469-9EE3-65480D50B5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D95AC9-55D2-4F26-823D-5B3D655902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411B22-146A-4EFD-8F41-9925BF8A9E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54B90B-3870-48D8-89F6-BC4AFFA0D2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F184AB-67E7-49F0-9FE6-0A0307F868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473170-0F00-478E-8D87-3A342FBDCC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EE7183-C007-4F31-9AF6-736A229A04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18FC67-86EB-4BF4-842D-2A0A5EC880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013C45-61DE-42EF-AB5E-057088B8CA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ED329D-5B1C-44EB-8BFB-C6C7257AB9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801B66-4E53-4E5C-9D96-539699460D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97FCB7-1A56-441B-9CC1-FA28D8114B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A66683-880D-48F0-905E-C4BB3969D3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7D9472-E56E-46F2-969A-64E44794FA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00B130-DC9C-4392-9B06-2E042B85B1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BA93C3-02BB-4087-AF5A-358244E9B9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DBA3A6-7208-4245-A13E-AE309738D0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5103EB-B90D-422C-A313-38DC4E8B8F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9F7838-D2BB-456A-AE15-C564E01398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3340B8-7C1D-44E5-9260-A2D3023547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2F7789-5189-430F-9B7A-8D4894AA0F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6BD502-1CCF-4AC6-AB47-2C9905367B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F84BF0-16FC-433C-AF00-64700F2E5D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0DBDD2-3DA6-447B-B9A2-43947296CC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8B8045-B30D-4792-9717-EC1ACA1EEB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67E682-F4F6-43DD-B92B-B1AAC0D969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42EF50-69E0-42EB-99C3-77E0D0DE48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B4AE48-4C62-4676-8E68-C063D898A4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6F4124-6D92-4695-8CA9-2C206A0A44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38193E-47A8-45A5-A87F-3D06E6A20A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068C46-BCC5-4F82-AE23-77DD27E4B6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9B5776-2909-47E9-96FA-383109C3E4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8AAB24-DB2B-46DF-B40C-A39D336D54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6AC913-A242-4409-A0BC-D757B3EB55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9F3717-7574-4445-95B8-AB4F569D6B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26BD51-553B-452E-BA25-E148C2BF12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E64965-B7CA-4638-835C-E8D078A0FB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0D4CFB-8001-4356-B2EF-B6D1B8AC33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60FC7B-1FE3-4E80-8E93-B0C73B35A1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31E1C2-38DE-4EDE-B4E2-8E10393FEB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D009D7-A0C3-4650-BC55-A9288821E7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EC1668-B2C3-4343-B98C-379337FCC4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B11EB3-7076-4059-8710-D498839A34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2045F2-CE67-46F4-B4E3-7E4BC05994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639391-CA81-4FC1-9216-A4E92AE43E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A6F8FF-916D-439A-9B3A-7867377E6D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2DB656-71CF-4CB4-84FE-4351B293C0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A3402A-D13C-414B-9B23-85AE86B1B9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5FFB4C-3EE0-498A-8A5D-ED6970346A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E9D0F1-4EBC-4A19-8B42-2D5D5ACA01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46BFAC-9DA3-438E-B475-063049F48F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7331F5-51E2-4089-9651-859B03D673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D60721-19BC-49D6-8987-2F992B5DD6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D35E1E-8B22-45EC-ABBC-4ED20868CA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57DFFE-693C-4BFD-AE2D-0A299E4A03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25F9DB-2D91-40A4-8566-F8827F7D71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85BA2C-52FD-4556-B5CC-A15B6E2FD8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87E56E-248E-4C3F-BFDD-DAA7F75EBC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98BBF0-D09D-41FA-8F20-19801C6F29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03222D-82F5-48AF-9645-778D763EB1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9FB2CA-C60F-41EE-B263-7E3A79CA26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8C2868-7FFB-4F5A-83EC-B5D9B3AADD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A540E5-9A08-4022-85AF-AEC3FF06D7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FB6598-24FE-4BD2-A9CF-20458194D4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E562B3-C3F2-4F7D-AC28-B82F8443CF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3E5203-4275-46ED-A1D5-28493E0B1C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CC6D8E-6DAA-4794-91B3-871C043CE3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ED72CF-D17D-4557-90FD-6FF97B62F5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2B5193-D2CE-4AFB-A4A1-21BAEEA18C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34633A-3631-4B8E-B1AC-EE6AEDFFFD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D96C5E-9941-4334-A2C5-9286D5B2A1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203079-748D-41A1-B733-DAD683FEC0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C865B9-37D7-4FF9-B9A3-811A4B3BDF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BB0947-42BF-469B-BBEE-D7A3FC5DC4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0B3F66-FB52-4E3D-A299-589A3BE531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0B7CD6-A4A9-4EDF-8D82-925D90368E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CAF6C9-FE8E-492B-97BA-A3C777E462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654562-4602-4EE1-9B00-4B561C9FCC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473620-4C2E-4646-AB0E-01E66D87A3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5D55D7-FA7A-484A-9248-B272DDCE59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EB0E82-725D-49D8-84B3-1BB89FAFAE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C54D56-88DE-494C-A634-C94E19469F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7DF34C-C326-4441-8471-FCAB249DA4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7DD4A6-51AE-46AA-A253-2D2FC779C8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6420EB-1205-4D45-A18B-E1BA4BA9DA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EF00C7-0E08-4EE7-ADEA-8D8DDBFEA0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FF03FD-0F14-4DF6-8B2A-5AA97C8214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898737-5E4A-4EAF-9896-9151F4963D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C59FA3-52FA-474A-AD73-CBEC16454F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6800DB-2AA3-4EB3-AEB9-F84DFB5301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88DFCD-CBEA-4A56-B3F3-59544C3AC9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1256E3-E999-431F-A02F-6EA94CB805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0570" y="6029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A8C707-8727-485D-8250-CBFFA9BD79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91669" y="6058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CB59F8-38E0-41CA-AE9D-FCDE8E35DE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91669" y="6058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EDD5B6-9763-44A6-AFFA-7D054C8342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91669" y="6058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A27B39-5067-40F7-913B-B9A4B0807E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91669" y="6058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487EB1-FBDF-4CC8-9711-1CC1BC9885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91669" y="6058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132977-8EED-4159-A8A7-54FB4421F3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91669" y="6058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27C922-C6A0-4B70-B247-9016DFF7F0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91669" y="6058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66A214-5C86-429A-8085-1F0950C1EB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91669" y="6058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54D50B-516B-4E74-A870-7342D468C7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D1E9A7-6A1C-4EE6-9EA1-CF759FE6C9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5B5ED2-BB4F-47E4-BE4D-9D6E678C59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400CB6-8AA8-42B2-A526-0FD34D70B9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9976DA-3F53-4E40-8DC6-699BBE75BD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1C4887-CC95-45E6-9908-BA441AF27A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E88F26-3356-4348-AFF3-A1224C4B7B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6EA7C7-EBAF-447E-AB29-61ED017295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C47EBB-0FED-4DB6-AE4E-32E4B98FA0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CA02A9-C717-44B9-9D30-2245725C9F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2AD4DE-BD44-4D06-B152-B9217A883C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8347C6-4D39-4006-8141-EB52567474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CF68DC-2E89-4DD9-A1C4-23B3EC7E20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607D38-B7C1-433B-B695-1D9BAAFFFB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DF5EF7-5A88-4105-866D-C8606177B7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0FC7F8-D2F8-4526-9BCB-D46E64BB85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9A0C55-28D9-43FD-A2C2-1D0CB5F0B7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CE275C-7F00-4389-BA0B-D753BEB424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36911E-CD43-4F14-A8FF-F2E80728E2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759D30-6B77-4559-AB9B-EE15896C5A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8330B2-1CA6-406A-89AC-51AEFDA7BD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DE00E3-3850-496F-A7D1-EFA66195D6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9CC275-8A01-49A9-A0F7-2C46AFA8D7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A30311-9CE6-4A3D-A065-9D775217B1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664FFA-DE86-43B9-85D6-A34F3DC259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73E26F-7FFC-4954-AC66-5ED6649B68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7764D3-DF93-4D16-BFBE-3930B153AE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B033F2-670E-4378-AA94-86259F0C60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41EEEB-7FFE-418E-91A4-396414E7B1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E24797-FA95-4FE0-94E2-1ADB7003BD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D62CED-FE0F-471D-A3E5-2F36F20019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06DE55-7D2A-4D21-8E8E-B86AF5DA09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ECEBE3-6F6B-4F73-BC81-970E0922BD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B2134D-A59C-45CA-8A6D-FF32D603E5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444F67-5572-42BC-839B-52FDF318AC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B481FE-6449-4690-9268-D9C811A219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B32FB5-D807-41FB-8C8C-E5F920AD08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6B4724-D65D-4896-B6F2-D32884E9F2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BD5672-8DE7-42D1-86FE-FCCAE9BB87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71456C-EB5C-4605-9F98-A268197677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627285-811E-4DB9-A3CE-2E84798F98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65CA7C-BFB9-488F-9402-1983850454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06A28B-A4B4-41F7-BD65-30AAAF1AE1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DFF84F-57ED-4FB1-ACBB-D886ED13A3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D16BE4-7374-47ED-8800-671F0E0D0E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F2C4D3-96D4-406E-8709-A869642648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481FC3-F28D-4987-B073-030FB473BC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767373-7393-4400-B6D4-7A4C6B86D2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5759DD-79EE-469B-A4F8-8F70E2A02F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EF66C0-553D-47F8-946B-562FA83616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D46BB1-3D06-4B0A-B957-08CACEAE53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4EDFA7-FBE8-4023-B71A-6118C332DD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E4DED7-4997-43AB-8CA5-1A1B35E0BB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90D1E4-3205-426E-B38C-4C140DC6E2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8B7C41-1A73-46EF-BC97-1452E6DC0E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E08026-68B9-496F-BA2A-FBED768824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D36F77-B62E-4BAB-92D0-4D13ADDFBB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313D94-AE36-42CD-8E6E-2753A077AC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A08046-0B3A-458B-858F-47315483D9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D5B216-01AD-4940-8A10-E94E88FDA1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2CDDA7-05A0-4235-94B1-5C1613E980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B17D12-E02E-44DC-89BA-2F80B20F87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A3E116-AC3E-46AD-84F8-D44BBD23C4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44DF0E-4088-4DA4-A1F1-E454E395C2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21086E-792F-4887-BB4A-BFFBF80AC9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4A292C-7376-403C-8121-2B4A9D1BA9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937FAA-C9F8-4CA8-A713-87AC3FC8AA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D3A622-0356-4699-8037-7E86909201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9E5EA4-F553-4BA4-9DDA-191D100739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25D6DE-C763-4FAC-832B-D4130C114A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712F45-5F55-4928-9BD6-842338FAE0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EEFCDB-6763-4D42-82A5-DFB4B61A91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79345F-DF20-48F7-84B5-D563E68659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B2F36B-CF17-4614-AA5E-97BC29A32C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C681EA-CEEE-44FD-B9F8-7E7EC3C3E5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DCACBF-A436-4130-A8F3-B9213CAC2E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7E1A78-C37F-4FC8-BA30-43A9E03FF1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BDCC2E-6E16-4668-83BF-7594BED47D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786D90-CBB8-40A1-9D59-D0334D7120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901BDE-8C84-41CB-A5F3-0554117A44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0CC3C0-C271-462A-8895-F92598AC71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F7E926-E8F7-4F54-8B60-D4DC89F447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49BD9D-ED15-49A6-870E-43DEFDCCE9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4B7339-4A56-4725-B785-19D8539AF2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EA23F8-BEC5-4D32-BE7F-C95AA3729E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AE2B8F-1345-4DF7-9959-1BACAB2C00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C11951-830F-4F02-9F50-4DD08E04D0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4F1D43-9704-4BA0-833F-791985E6BA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AF79D9-E482-419E-9024-48046EE629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496FFA-4FCB-4C7B-9AB1-19E247FA91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8AE8B1-473F-4A79-BCA7-CA67F9EC8B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06A3E0-7A68-420C-8841-DB53C9CBA5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4506CD-891E-47C6-B54F-1A1E9031CD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BA560B-82C9-407B-83D6-76B9DF524F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8B6BD9-0710-4EF2-B6E0-9445FC1380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DE7396-690C-4115-B51B-D45701DB26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9ACB4D-1210-4832-8A58-4968238E43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1D2847-96E4-4CF1-AE40-0406930009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855D60-7FA2-4122-A701-73AC6E7717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5B5C22-B30C-40D2-AF1D-7316A1F31E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68AC79-F98E-4EE1-B3A0-B0DBEF7ADA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226F01-1CD6-4A54-A446-EB02EB24E3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745575-62D4-4BFF-9DD1-CC84050535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B808F2-1666-4217-844D-DAEA04EDEA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EBC8CC-8646-4EF1-B6D4-4D235D84EE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6A4CA6-FC94-4117-AAF3-3644A9D8E7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6929D6-D9A7-40BF-8E4D-DE7588D320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D719CE-BA8E-46FD-B44A-F2A366232E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004C6C-4E8A-434F-892A-009933A60C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79B536-77C7-40A6-9C52-DA7A3740BD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5F8361-ACB4-4ABB-AA1A-48BF15E877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5FF5CE-EC43-429E-9083-6B35C17250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248F21-D0E8-4C0F-ACCD-110A0D23CA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9F3C88-C0A1-4BD7-95F3-21B2113734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9AD56D-A50A-428A-8F1E-20F4F5A3DB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B318BA-94D7-4085-B9C3-DFEF6B6A50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CB7B9D-734C-4B92-B235-694D31B827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B5E43D-5720-4761-96A7-626934F1A2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0A2DDA-EA89-4E16-9566-80B135B741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B21387-2AAE-450D-BF91-C98BBC91A2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2C855E-D6D9-40FE-BB84-92ECF8515C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2D8544-581E-473A-A930-8A82FBB2DD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5BAA00-E62A-4E3E-8E70-C998380BD3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18EEE9-1D00-43D1-BE9C-60BD2B986E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C148B6-F0AE-4B08-B1F8-E893DC13B4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324CBF-33EC-498A-9E29-4BD972EA56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F27567-61B8-45D0-B2AF-5F053165B3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4528" y="50195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AAC101-4DE3-42B7-A3EE-20B73A0BE2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4528" y="50195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8A12B8-1060-4469-8FB2-65AA6BB6EB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4528" y="50195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625C8F-053F-482A-88C4-7B803D8EC3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4528" y="50195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9E86CA-5F7C-44EA-9CC9-6102F5AE22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1CF333-7CE0-4561-964C-084BD06BBC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175DCB-2C7C-45D8-8C52-B96B1B4B9E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4528" y="50195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BAA47D-5E91-4AE9-B31D-7E49640580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4528" y="50195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128953-611A-470D-9099-FA83B265A9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5F4080-1D9B-4771-8A00-254D44D82E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C075F2-41AF-411B-992E-4AA54652B9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9C26C0-1D6F-4E76-AF70-367AD33325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BDFFEE-1E81-4C94-843B-EF229F40A4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4528" y="50195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A8F4EB-F06F-4F0F-8835-3C0A96D8E8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4528" y="50195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5E1AAC-3B4D-4FA3-BBF5-47C9AA2A62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4528" y="50195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5675EC-CC69-4B73-BAA3-799456C97C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4528" y="50195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B5FBD8-FB06-4A13-AA7C-57157A57DC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461094-3C09-457A-A8BD-C0B051A47C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7BCFF0-5C0D-465D-BF34-456639AE12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CBD7C5-21F4-4EB8-9547-8F0A45B1B6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BFDAE7-93C5-44B5-941E-DD8B014805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4528" y="50195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BD46D0-BC98-470A-A48F-0AB934696F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4528" y="50195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43871D-4B4F-402D-AF5C-6B39FAF3C6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642052-FF0C-4E26-B706-7B27ACB09E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4D5D1D-AEC4-4BA0-A43F-A8ECB4E783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B17B4F-C499-4F5F-BCA9-5E30724A4B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7E5ABC-233F-457E-AFF0-51A6A8D038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4528" y="50195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C994D7-3C86-4489-9220-9ABE9D619E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4528" y="50195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5E5E9B-85B3-44FE-8607-B1DD216D31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4528" y="50195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F976EE-F5B7-4334-B15D-8CA8ABBB76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4528" y="50195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52AF16-1F40-498E-8322-4B093A9347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4528" y="50195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7EA6AD-6496-495C-BA70-76DE5E3F56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4528" y="50195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4C18D4-824E-4089-850A-5CB0BEB680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4528" y="50195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37202B-CB91-46AE-93CF-83498FF2AC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4528" y="50195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D3DEF7-B00E-437C-94DC-4479E412EF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4528" y="50195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78455E-C974-4636-863D-C1A2A801F3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4528" y="50195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816D13-1309-4BFA-84CE-B0791AD76A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790028-1746-41A4-BC59-7D01A04976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DF2F05-3895-4E6F-B0ED-920793CBAF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050285-471A-4342-8921-7B64ABF562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507DBA-C6CE-4259-8E21-12D140CD53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D1ED01-98E8-4237-BB3D-CFA6C4B979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B4FC69-376C-4BF9-9056-6411C78A1F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707AF8-2EA6-452C-AF95-C0A9B48B22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1091D8-5D4F-4FA6-B842-9631332D49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15C276-40E3-485E-9872-39455644F3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DD91BE-27F0-48AA-8D80-D2D951D6A6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EA9B83-0677-427C-8B26-B2137A83D1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067603-1FF4-4E73-80A1-DCC7951B53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4528" y="50195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038125-63FA-4BC2-BCDF-EE33C2FFDE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4528" y="50195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7715D5-A426-41DE-BBE7-C106308B45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9617" y="60805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3031FE-D480-4EAB-9641-A190A8F162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9617" y="60805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8BF3E0-0FC5-4231-B70C-42168D3F32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9617" y="60805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931D4E-8817-4552-9C4D-9F536DA9FD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9617" y="60805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AF6875-BDA1-4953-9540-BA522E3719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9617" y="60805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D9E179-A5F2-4D9C-A42C-FCB7B32ADC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9617" y="60805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E87CE8-1D28-4B22-97CD-B11A390B30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9761" y="60891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EBDB0A-8FB7-4EE2-B983-1789135BCE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9761" y="60891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A556AD-1D78-4C9C-A257-8BC9FA9EE9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9761" y="60891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7EB1C8-2EF6-4337-8BB5-23F40FB8D3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9761" y="60891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9A83C9-7484-4492-8117-C5737509F3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9617" y="60805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F21E81-882A-422A-8776-55DAFDD273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9617" y="60805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2356A3-C6BE-495D-90D5-27DC02B9BA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9617" y="60805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8898B2-5091-4271-8F25-92BEBD1E29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9617" y="60805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D800BD-F2D3-43C1-B95A-202BEB5C23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9617" y="60805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4AA572-0C20-454B-903D-C947B6C27B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9617" y="60805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AF80DD-4959-425E-8AD9-53297C1C65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9761" y="60891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BAC4A7-6FA0-4AC4-9310-0AF41F0187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9761" y="60891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94029C-1776-4208-84E7-CF03F46FBA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9617" y="60805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8029CB-5357-45AE-B474-00BC3C1DC6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9617" y="60805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3EFAC7-1DDF-4873-9A87-5B0D9A87CD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9617" y="60805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29BF74-5907-4788-92C4-EB2C61B370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9617" y="60805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A715AD-9F14-46A1-9289-3AA3519B92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9617" y="60805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C4F40F-7A22-4E4D-8A0F-97DA8BE2E3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9617" y="60805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37A8A0-B2C2-4827-B68F-B1DCA7AC48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9617" y="60805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FDF08A-D935-4287-9BC4-33072CAACF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9617" y="60805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3275BD-6868-49E7-85FA-13790DED34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282" y="61016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88A8D5-7835-4C7A-AA86-E7CDC66119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282" y="61016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FA7DEB-7875-4D37-BEED-142307CB96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282" y="61016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B52C77-B6F7-4389-9729-71B4C7631E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282" y="61016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780D21-41E7-4FC6-8356-115FE57282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282" y="61016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60E31F-A034-402C-892D-5568F4AD44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282" y="61016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79DB72-9406-4D66-A1B9-7F6E81E819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282" y="61016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B13A7F-6AAF-45DD-96CC-6EF51360E7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282" y="61016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37E892-D432-4F7E-9D5B-D321C1A8E2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282" y="61016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3561E0-4BD3-408F-BD16-9FCC8C630B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282" y="61016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56DD04-7093-45A9-AF73-9774FFF9F9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282" y="61016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B99881-4440-4822-8A34-DC78C25FDB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282" y="61016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D3B8B0-7D35-47D8-9583-47609AC620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421" y="61096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6E05F3-7098-4B5F-B86E-2683EC7C67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421" y="61096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40692C-0950-40CC-851E-336A641A24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9617" y="60805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4E82F6-3421-424B-B2E3-FCA4D5D8BF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9617" y="60805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23A1AD-13B9-4C4D-A4BA-268A352C68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9617" y="60805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26B476-FBD0-47E5-8690-2F35B4BF59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9617" y="60805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E371AA-38CB-4E67-A89D-0DD98C23C1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421" y="61096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6986E4-E996-414A-862A-9A7AF0604F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421" y="61096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326353-8089-455D-B58C-C3E7BF2BF3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421" y="61096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6C943C-8B86-4D11-AFD6-784E17BD8F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421" y="61096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B2B29D-0F96-4B97-89BF-1914FD946A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421" y="61096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604DD6-DC57-41DD-B886-7BBD3BD077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421" y="61096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4A9915-CA25-4092-A94B-F1C30EEDAD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421" y="61096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11202B-5A9B-4CFD-A1EA-5F0E5556E3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421" y="61096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AAD2C2-2A61-4A1E-B1DF-A7EEAC5EEA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421" y="61096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5F0C7A-81A1-4DB0-9764-E7FB2FCB93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421" y="61096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8C4466-EB53-4E1B-8DD4-463BECD4CC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9617" y="60805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BCE91E-042B-4373-8E2D-F0D80D8A71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9617" y="60805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3FAEEC-8153-4104-931F-903C1DCA81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421" y="61096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057EB0-6EBB-4E9B-B6DD-5797B52D97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421" y="61096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F531CF-81B8-4F56-99F1-F62C90C743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421" y="61096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7C0770-F57C-4386-9E61-6AD5833F9D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421" y="61096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B57C4E-2BA2-4176-905C-4579C02276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7C8029-9B9B-445B-8F10-A6AF6B7F59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C173B4-DFE4-4F95-BED3-D2CFEDF1A4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EF01F3-11BE-4917-8124-609479323C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88CCA3-DC68-418B-BD0B-D7B4A86E07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609D5B-EBA4-4F66-83F0-2B8750E8BA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42E0C7-04AD-4FFA-B9C8-B87883B8FB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8B5EC4-4AC5-483F-BC7E-1A16F98A4A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8F341F-266E-4D20-B1D4-155AB12B42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7F963C-00D5-4CD1-A536-F973D1BA7C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F99384-FE29-4115-AE10-73E9D2F88C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2ABE22-C817-4327-B2BB-8EC1CB4F33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223A55-2996-4EE6-8E1B-206373636F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9949" y="60735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5BC0F9-48C3-4D30-A9CE-5463483C35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9949" y="60735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966AC4-DF6E-47CE-ADC6-A1BB3BDCAE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9949" y="60735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C9334F-F37C-4244-8BA6-2098C4B85A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9949" y="60735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AA8024-C372-405D-8CEC-825D110885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9949" y="60735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031C1D-8F70-4F66-8A6D-E767E1BFFE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9949" y="60735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DC27C6-4620-4064-B065-B52B9C4A43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C04C65-E512-4ACA-B9B4-68DAED9470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EC1475-A37C-4270-BEA8-148F5AFBF7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DBD8FF-8608-48C0-9703-809C3999BA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A7AF45-42BB-41CF-9DFD-630215450B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A33ED8-0E78-4D7B-85AE-A6ADA2BD65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23A30A-DBA5-4AF7-AEBC-DB3E9FB26C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2D40A9-6593-4302-AA5A-EE637DE92E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6AD06F-5C27-46FC-85A3-1F7FCA6024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8413C5-C8C0-4E9B-8C91-3CE38E0290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29C00D-5CB8-4E26-A1AA-4911C014C8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9949" y="60735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0A7A51-67A0-4F03-BDA9-CC19B36F66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9949" y="60735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2740D1-3869-4129-97CF-C5702D6C1F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374921-DD95-46C2-A75C-7323E594A7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452221-7153-47B6-8E8D-D6BB3CE1B1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5B92CD-2FBB-4F2B-BA1E-BB0A0E8D5B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6CE1AE-DE28-4C91-A0E7-05A4B861E2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815B25-85ED-4180-ABC3-2F4DFDEB6F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F011E2-D852-4E1F-B211-7D4AD80E6D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CAFD53-4A40-4E14-ADFD-2F8F9269A6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27812F-C103-4314-BCC1-22BC44728D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5AC208-36A0-4F37-A887-395314BEA8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F62F92-F3A3-43A6-AE7B-E7FD37DA09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00CB41-52CE-47D0-9D8B-EB0D7C2B38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2AAB4D-5435-47A9-8152-4B0CC2003C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AE052A-DD40-43BC-B5C7-CB406E415A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219BD7-AD42-4B90-ADAE-3C7806655E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F91C0B-BF64-4724-AEC5-20E322DAFE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44747A-2228-4CA2-8302-F8E490F4FC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EE541E-1EF5-4FEF-AE97-733F874159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FC4A60-2D5F-4209-87FE-1ECF3C1039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5F9EF6-56C7-47A1-9E00-B8654EFFE2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907061-E4AD-40DD-B31E-10272632B5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98FB46-14CC-4942-8234-8DA7859AF1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E31460-6F4B-4DE5-A59E-D151E1142D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7D3FDB-A6A2-4C79-B100-EC735F5329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E0A595-6FAF-40A0-A24D-8592CC64C5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E870C5-53D1-4F3E-A9DB-1FF858B68C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E50A38-725D-4C6C-817A-B1E736D880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9949" y="60735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09EA98-365F-49B3-A2DD-FE940B9853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9949" y="60735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082324-7E6B-439F-8EC4-FFD4E2C6D9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955595-68C9-4E42-A596-5A09C1517E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5768" y="60983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940310-74E3-4A20-BDE8-818B2B3997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97F0E9-B1F2-4B9A-BD57-40F3076B78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8C121A-1076-4B3E-8A4B-F199DBDEA3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835054-39BF-4BBB-A907-8599897C12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22A3F1-1AF7-4489-8056-C09D08B257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2E7846-74B2-464D-A35D-7E1F17034A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9ECA9C-554F-4424-B6D0-BC3C2280C1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6AE05C-F141-40D5-8A85-DDC49892F2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ED361F-65AF-4B1D-9816-969E6B889D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D8EF7F-22A4-4B31-8689-750E1E0A6B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D32D87-DA91-4112-9862-A836721B40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7C4DD8-D1F8-4456-9D58-08C6E852E8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D75DA3-E986-443B-82C5-599DA711A6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47BEC8-E28D-4BF1-BF37-1B4C664319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232745-3563-44B8-BE3E-FB009A9F49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FF81E2-E26B-40A9-A9B3-9F1599D300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4B3862-30D4-47E3-BA12-1EEB338148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428A24-CC96-410D-AA20-B96B0410E5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37B189-6B23-4D9B-A1F8-C68220FF8B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567" y="68047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95BCAD-C3E9-4F40-A0FC-BD776F072B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567" y="68047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9188DD-8231-472F-900E-C20B37D033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9929" y="68354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62F11F-CD59-4DE7-B108-2BBDB42A82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9929" y="68354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AA2835-3F71-47C7-AB94-98F830844F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567" y="68047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48DE26-0010-4E02-AF5E-4DBAB28FBA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567" y="68047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34643A-9040-4488-9368-FA1DE50BA5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E95278-B006-47AB-8B5D-F1D7A35E6C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58C042-7D91-4DA6-9313-88F986EE18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567" y="68047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E4786D-2F7E-45BE-9516-F4AFDD4524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567" y="68047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C3B016-FEE9-45AD-AFD8-12F6607F99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567" y="68047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139E95-2CB4-463F-BB90-96014A19DC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567" y="68047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7C3168-555F-4910-91B7-D5C7EFF054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9929" y="68354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5F0614-085C-4F26-A940-BEFFDFE7F8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9929" y="68354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B6A6E3-9624-4875-98D4-EC18EF5130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CB8DE5-0552-498B-9C50-A741A7D29F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C69521-F7CC-46B2-8207-47B79A3AD1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9929" y="68354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A70172-F73D-49FC-BB85-13913D7827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9929" y="68354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9C17CD-336F-43AB-98F1-40B373ED6A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9929" y="68354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0BB537-85E7-4EC4-BF3D-008D3E769A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9929" y="68354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FE20D6-CC06-4C42-9F53-E923995DD3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9929" y="68354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43F369-6F2D-442D-A6BA-DDE9C3EBC1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9929" y="68354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079675-CB7C-4805-B430-B9244B414F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4D6AAD-B197-47F3-BC7F-43CE4CA134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4DB82B-1E64-4096-87B4-A8307364C0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7251FA-9DEB-41C1-9EE4-29DA14C44F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030A73-9BF4-4EBD-89CC-CBD7BB0379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27C1BA-5159-4D6F-A9D0-E116F050E3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5E9C14-CD69-4BB0-89F1-CD6A3A0240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E37F25-7CDB-4032-A7CB-8613F04519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F1C65D-30AA-49EE-8B9A-A5B68FAAEC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690916-A5F5-4C11-864D-C633F65C3B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4502" y="6818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303CFD-9F13-4B99-97C9-1B4F82470B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9091" y="68183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A89986-66A8-437F-B96A-4DD9726162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9091" y="68183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A28777-A1B0-402A-8B32-246CBE581C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9930" y="68354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AF3724-4EC5-4BCE-BA49-0EEFBE003A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9930" y="68354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E0F70E-091D-4E34-8CA1-E203D41762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9930" y="68354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1CD373-16C4-431F-A29A-AADBBD846C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9930" y="68354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B03F14-0961-48DE-AA29-1FE3C25095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9930" y="68354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B12BB8-F8F0-4DBC-862A-F3B8E34B1C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9930" y="68354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5713B0-AC99-4AFF-8D06-037D1AA815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9930" y="68354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49BC01-4E74-4D3D-8B2D-32F84A598F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9930" y="68354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89F0F1-3549-4633-AE7A-F2484E2ED4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028" y="5601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FCFC4E-33F5-49A2-8743-3C7B9B01E5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028" y="5601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D26EA2-FA7A-4B22-AC25-3B159305ED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028" y="5601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114B48-A5E2-4381-8D86-A32866A004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028" y="5601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6490CF-E35E-444C-9851-F34E9C80B5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028" y="5601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C07DE2-3B03-4732-A458-508092F6AF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028" y="5601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817089-2ED8-49DE-8EB9-0A519646DE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028" y="5601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ED3BE6-9ECF-4926-9240-8DB95E1F00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028" y="5601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96558D-62FE-49DA-B0AA-8B5946AB4D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9309" y="56076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25417D-F125-41A6-8E31-3F5766ED97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9309" y="56076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E924C0-F83D-4BEA-8973-188EBA1A58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9309" y="56076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503D3F-CF1C-43E9-BD09-67D521A5EC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9309" y="56076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CEAD95-EE28-4734-8802-92C25A91AA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9309" y="56076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D0D91E-74B7-4F5A-B7E4-F62CA6D06E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9309" y="56076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473EE1-41E6-4600-957C-EE9E3D8C21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028" y="5601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406414-4164-4BAC-A0E4-B4D500D8A0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028" y="5601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78417A-DB58-4080-8D9D-733633EB6E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9309" y="56076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497632-E64C-411E-9A58-F8164BCF85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9309" y="56076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DFE224-7FA2-44C7-99B2-E4CD2288EA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028" y="5601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E09F1A-CF56-4111-95F2-32A3D5FB96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028" y="5601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B09B18-6ADB-4647-984F-AA06BD522A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9309" y="56076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9DDC51-6027-4480-AD90-0B7FBBE293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9309" y="56076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30CC59-48DB-4D62-9A58-2D38871259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028" y="5601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00CB97-F870-43BD-A760-C5788FE967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028" y="5601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CC2F16-0021-4814-9CD1-C9066B797F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9309" y="56076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429F94-759F-42AF-9A39-419F9BE6FF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9309" y="56076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AC79D8-48D5-4167-AF96-72C08CC69E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9309" y="56076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7382B4-984B-495A-83BB-1FBC03D592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9309" y="56076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FF05CA-6E9A-4050-9C86-2DE8FB71A3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9309" y="56076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1DE4DC-72B0-441C-A371-D69149F6DD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9309" y="56076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EAD247-FF4B-4FA7-A4FA-A62228CAC4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9811" y="55814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F4CE74-32AF-4655-8925-1D9FA25E0A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9811" y="55814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631711-EA6F-48B2-A81B-7071641B3F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9811" y="55814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EEA00F-03F4-472A-9876-8A16A2C453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9811" y="55814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184282-9548-412E-8DE8-CB6948AB0B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9309" y="56076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E25FA5-53EF-45DB-986A-4912BEC3C2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9309" y="56076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A61207-C766-470A-9AC5-42E429C0AB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9309" y="56076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C5D970-00E3-4904-B9EE-F7F7F89526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9309" y="56076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579FF5-3B19-4835-BE2D-AC8CD68263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8410" y="55786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8B8AF8-B660-49B7-A8C0-A2C6EA75A4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8410" y="55786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65A116-415B-44D2-8B8B-6D8328B420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9435" y="56304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86905C-7301-4089-9AAF-49CE5C8897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9435" y="56304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BC8C72-D79E-49A9-906A-EAA0140ED0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9811" y="55814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51DF05-3BD8-47EF-A527-4490A952DC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9811" y="55814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ABC085-0B38-4F83-A77A-65CBEB8998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9811" y="55814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9FDDCB-98E9-4231-8541-A86495F2C3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9811" y="55814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4A55BB-834F-4DCE-B4E3-D2A2C9E243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9499" y="56237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020560-397C-456F-B6BF-C43B9D9EE6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9499" y="56237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AA052C-F0F6-4F6F-A60B-9573964340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9811" y="55814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8CF3E3-6E53-42FB-85B0-255BB3451E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9811" y="55814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13CBE5-20EF-4588-BA93-997D4B4B4E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9435" y="56304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86158A-5ADE-4B70-ABC7-8FD318684E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9435" y="56304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8F8E03-2BCC-40AD-AA6D-0CE975FF52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9499" y="56237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207DAB-346E-4E43-AF32-2496CBA3B4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9499" y="56237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E71946-59DD-4D59-AB3B-832F89FFD0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9812" y="55814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11228F-3020-4F79-9AC7-7F8D041D44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9812" y="55814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9BB557-ED54-43E8-AA4F-1050ECAEF2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9812" y="55814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8776FC-1162-4AEB-8311-DF192439B3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9812" y="55814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406E5F-9A73-4183-B5B7-CA11CD3B04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9812" y="55814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473BBD-790E-45E1-8BAC-9D76AD4C7A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9812" y="55814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4B9058-B641-433A-8581-C1ACEB62D6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6970" y="57017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4299C2-7DC2-4934-AF92-58989C9644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6970" y="57017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182810-2F7A-4699-A1E0-9D62BE488E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9222" y="5723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7117C2-F460-4D56-8969-D34E222089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9222" y="5723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6E795B-02FD-4EEE-92AB-4C7E5D0645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6970" y="57017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A58041-B118-4ADB-9FBF-442EB0D3AF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6970" y="57017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C1B859-11AF-4AFD-8D9F-9D711197EC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4948" y="56891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A3C303-1EFF-4D92-8C0E-5E1D22408B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4948" y="56891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4718BA-8F0E-4F1B-8921-A0F4C65A3F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134" y="57227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4CBF84-1439-487B-ABBF-919D8EF61A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134" y="57227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320F25-18BF-4ABB-8568-114A939FA0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134" y="57227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5D1015-2FB1-4B4A-8139-6A4B0A3BD6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134" y="57227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57D67D-0CE6-4DF8-85D9-F6154C0B65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9222" y="5723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DCAF80-B9C4-453A-A95C-8E01675DEA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9222" y="5723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7166BF-71E8-4F25-96C3-14BE72ACA4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134" y="57227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CE9B99-72AA-485D-B7A2-028EA394A6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134" y="57227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1D69E0-7FD9-40AF-9460-9DE0CE8824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134" y="57227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533C96-8706-4948-B38C-A550174367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134" y="57227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C2DE97-0040-44BA-B9D8-1EAF8D52B2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4948" y="56891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65BACF-6F74-45A8-ABB6-B97609EB13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4948" y="56891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06DE81-0E03-441C-B62F-3BB79BC1EA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134" y="57227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4B33CE-E3C1-404C-89B4-F5BC7991D1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134" y="57227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2997E1-7428-47F4-8DE3-997CB30531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4948" y="56891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9EDDA4-86A5-4BC8-9F8E-5590E1A142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4948" y="56891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74CAD8-511A-45B7-9B3B-AEACB4C108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134" y="57227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B06FF4-832F-41F1-B0D3-830F9C6AA3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134" y="57227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778A38-B412-423D-9B4D-E370E45736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134" y="57227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3E6918-6B02-4896-BFC4-66C85CC61F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134" y="57227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9EDCE6-BE5F-44BB-846C-5DE21FEA37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9222" y="5723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9B140E-9D51-45D9-9C3F-0F1DC84EED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9222" y="5723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6FEA6F-1D1B-419A-A484-CBCDEC1555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9222" y="5723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DFAD7E-A80B-4512-9748-1333A2FF85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9222" y="5723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EAB32A-73A5-402D-9CB0-2F1DF1DC90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6970" y="57017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DAEE62-22B7-4F0B-AF57-DE6DD57D56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6970" y="57017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583097-48EF-4004-9762-7653F2D56F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8163" y="57143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A8AC9D-28AB-4A73-B9B3-5254AA71B6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8163" y="57143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90FC44-14FE-4834-8C2D-18BE256368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8163" y="57143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BA1DB6-D94C-469A-B212-F3D937ABCE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8163" y="57143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2F8488-E8B6-4B8A-9681-36D6F787E0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9165" y="56906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9DC073-0345-4233-90F3-80823C1635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9165" y="56906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6CBA40-778D-4576-B6E3-6BFE3E9A0D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8163" y="57143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543509-25E7-4710-BB4C-A5EBD784FD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8163" y="57143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B439B2-10CF-4A83-810B-2364136A37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1297" y="57356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44FB97-7B45-4967-A573-F19B57645A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1297" y="57356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0488EC-F4DC-40F1-9E91-C57A99065C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9164" y="56906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295D98-74DD-4B65-8FF2-76628A1028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9164" y="56906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D95269-2BE1-4488-8101-47EDCA0AE8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9164" y="56906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E89789-DFC9-40C6-B5B6-AF895D4EC1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9164" y="56906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D6ED52-0CBE-46A8-9FAC-6B3D7A098F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4947" y="56891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DAF56B-17EC-4721-B178-9C92296ACD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4947" y="56891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10DF2D-F8A7-4E5D-85E7-A5867C3E75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133" y="57227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A053B5-E8DE-457F-BC1E-9D707BF1FD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133" y="57227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49E0BF-5CF2-48B6-85E8-3A85458E33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133" y="57227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53180B-2C45-4581-9CCA-0A9C92D51E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133" y="57227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413D0A-05DC-48BC-A4AD-AE6BAA40C4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4647" y="56825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BC25EB-EF16-41C2-AAC1-E083C5FBC2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4647" y="56825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AC2A60-095D-48B2-8264-A9AB30E57E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5109" y="570592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F2F6D7-DD2B-47B9-B584-D552B906BF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5109" y="570592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E50B1A-D546-435F-9F62-AA0D08C6C6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4647" y="56825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B20368-436B-4D58-8F29-0C6C04C310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4647" y="56825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71E7A2-E093-43F6-86B3-33A24B3A17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8AC491-17D4-4113-A011-A2E699AA38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3189EC-5735-41A8-9173-90B65AA657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811B49-9DE1-4B9F-AE13-A633341AF5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A87C1C-8606-4CCE-8A4D-357681A713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CF3710-B6D6-40C5-A761-D16A94A474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6E7657-2E9E-420C-8C02-6447882DAF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890C47-B350-45DF-9411-11BD69399F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DFF4B1-246E-4EC4-A39A-0B701A0743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3183A5-CA1C-41AF-9AEC-A72195190E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22A604-2376-4CF1-AD41-457AF3405D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6C87D0-D33A-4D60-BFB0-B40FD98B3B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D94F59-D22C-42AB-88F1-D63AE43FED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9A957E-FFE9-4466-A844-EB12A68A9F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39E715-F931-44B0-8F20-379140AB80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7C0445-6811-4B4B-81F2-1984EB860D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447E1D-C466-484B-8D6B-C8B31718C5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0708C8-62DE-461A-808C-8DDA7EF8C6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EA1EB2-87A9-4600-92BA-2669A241EB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E2958D-4B9B-4715-A67C-D606DED8C1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64B507-87AF-40D3-9018-256063A6B8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F10343-A1F4-4564-940B-AA6B87BBEA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F3C754-E255-4500-B6C2-7274A1F8FC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8F5773-B055-45E6-96E0-4B5DD3EC38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FE0D4C-E030-4C5A-BA63-14A3234E9C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E00384-5687-40F4-8D40-DA5ABEB674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0A11F3-D8C6-4F65-9F6D-2C6E969373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7CD799-D2BE-42C5-8C30-F4EBCE0804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2BFEEC-B49F-430D-BB77-28F925D539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F9D656-DCE9-475D-BB5C-E9C10FCB61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7824F5-827B-406B-8F09-4EB7DCF087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0EC381-08F9-4167-8F0B-EA5D515ABC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F52BEF-F679-4E94-8DB0-2DB6BB6F67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295394-706E-4E5E-A04B-926B4F6FB9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2CA798-F431-4916-96B4-82AF28A836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1B1594-8296-4487-B5D6-6F6998D4A0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AE99BC-3D83-43C9-9856-4B418731BF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98A40E-8970-4272-87F0-179E69F86B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423D62-70D8-4789-95BB-7D351C7856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59DCFC-63D6-460A-A812-D57CAD7F2A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80D247-B48C-48B7-897E-0D9870860F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CF8614-A566-479B-BE9A-E83EA39589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D907A7-4BE1-4088-AE8A-2885F81F79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6C32C9-6F42-496D-98DF-C9271C1684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F70DF4-BDFB-444A-8FCE-216C03DB33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74BE9F-14DA-4CBA-868A-A45CB968EA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ED9701-32C2-499C-B67A-A399B57709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35D1A3-DED9-4424-BE2D-5F66A9C410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258B04-4146-4319-B008-5D42BAACAF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B0F0FD-4A63-46DB-A043-AB1C06762F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0D10F9-3E25-40FE-88B6-5AE18513D7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727CB3-7EB1-4A93-8A67-FF953E92B3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BD6602-9AE2-470F-B606-1A458843C6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7A1B23-4510-4F30-8ED3-CF44A66866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AD18FB-91FA-4FAF-B958-299C9B6A71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68EC47-0684-49C8-9B2B-53613321AA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11DCA5-ADCC-4ED9-82EE-C6A796EE59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CA5663-7370-4AFA-AABB-51A847E90F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87714A-146B-4FA3-8418-36ABDDA263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94D161-D8B2-47ED-AA03-E6C9EC05CC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42DB4E-A617-4BFA-BDB4-5495F7A886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D9996A-C17B-4775-B3CB-56F75B12C5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390CF8-07EA-4489-BCA2-CAEFD5C956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B9DFD3-58C6-4916-BE54-7ADFF5E5DA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4FC493-ABE8-4F1C-9C4D-C9FADCB242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AAE0DE-DD66-4432-BF86-1CE3DD3593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5B97DB-DD8C-472C-B0D7-B4F40754DB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5F1BD3-F8B7-4C21-8722-637861DA1D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9D61F6-37A6-4F65-93A1-F6C0CB7E9A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B812BE-70A8-415A-B810-D84C39D252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F9A2D2-BFFF-4BD3-A39A-18B173B3E1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C32B79-D8F7-4AF9-9DEC-77A6C9CEA5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B0837A-9352-4207-A718-6720D327A7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EB4342-1BCC-46B3-B4A9-80C8C170D1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02D280-3112-4CB5-BCAF-338874B2D8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9D7944-013F-4928-ADB8-708DC5E204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582604-99A4-438A-B698-A58CA258F0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21DE31-0AA4-4EB9-BACD-48D013F52A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AB49C2-8662-4CE6-A3C0-62EDD0B405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04BECA-B2AA-4063-B6DF-70413CEB3F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836612-2F0C-461E-B1AE-0ECC001D40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D18CCE-FE46-426B-9BD3-E971DF4F39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14F910-F46D-4339-8D64-0771D149E6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81BC1C-DD96-497B-8B52-20D145BC6C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4006C1-7495-487D-B612-C1757D0F5A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32E20E-C03F-4D4B-9553-6FD62F55BC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700DE5-2BCB-4401-B4B7-7C032D6C30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426B4F-0A16-4376-A267-0AE45D3554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ED49C2-5543-45FC-BCB1-9B441CC61D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9F704D-2D75-480F-A551-CB65365F84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3C2310-BE52-4D2F-A326-A21B2B95F9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023888-A554-4598-9EDE-2D52963441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D6A848-8B42-4739-920F-5DF2D76CEA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8607C0-74CA-4323-8B65-D30522C6DB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129E99-CF8F-4071-B52B-2C70D10CE4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18E859-23E9-459B-A1E5-0CF7A6A99C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B5AB1C-E652-4409-A22C-0D8285458C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BB27B7-D28F-4754-B9D3-DB1A1BF4CF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24E2FE-8A0C-4EC5-B8A2-659E20C908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CBCF4F-EBE5-4DC4-A36D-B318136ED2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CB3835-3F49-4A60-90FF-28CF06B7E2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77F960-5E2F-427B-B4F7-EBA75310A9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66C52E-16A7-4A32-86BE-1438BA0D96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247F20-165D-46E8-B1DC-31F8790272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647CF2-368F-4177-8547-36C96B2618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EDBB9F-376B-44F3-8949-C3F2078864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BC5442-7F32-42AB-BB2E-B828E901A0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372339-7023-4B59-ABA7-E3CB991CD5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E8B0DA-5EE0-40D0-9E10-6F19F07F51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EF7C2A-075B-46F1-AE19-68D40EBDA0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6EADB0-2412-45D0-ACFD-CE8F0ECEF2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5092FA-F65D-4B33-A16F-012626E0CD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9655B3-7CE8-4B55-B5EE-E1F26AEF62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E8E11E-52C6-4557-9623-F21A41F7CC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FCEBF4-5A3E-41D0-8B99-46CEA79183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B4AE6B-3C7C-42DA-BE04-5BBE53E37D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8674B6-C075-44F8-97E9-2A9FAB18FE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E99E7F-D4D2-45AC-908C-CF9652A5BC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D60061-5C7E-4AA7-AB4C-4A1D34AA54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045B1B-F096-4FAE-BB29-28BBCD751D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0" y="6432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2186BA-9D96-494F-8687-09BFFD185C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238" y="5696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9DDE17-6139-479B-9232-6587A5B61A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238" y="5696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E45C38-BA87-4853-8EF2-1EC94C4342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238" y="5696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39492B-ACE4-4C76-9C7A-1E6906DAFA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238" y="5696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1F07DE-7303-46C2-9C9E-84D6A265FD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238" y="5696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2FC38C-7012-4A6C-8979-0EC66CA37D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238" y="5696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99410D-8E56-49BC-8E29-9D7A843FE9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669" y="56667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CEA7EF-5853-4F72-B9F0-70DCE9845B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669" y="56667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BA1F09-FE5F-4094-A344-66F2A25C03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669" y="56667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5B931B-0F68-4AF5-9C66-6FCCCD6A00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669" y="56667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3D6AF9-86A8-4CB4-B96A-9D75047B78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0520" y="56900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6B6C4B-23F5-4040-A8EC-9FFA5D402B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0520" y="56900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DAE090-4116-45B4-AFAE-A2598EF305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0520" y="56900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537087-E40E-4F27-8579-C15C84B200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0520" y="56900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2D8FBE-02A1-462C-AA76-02D996A739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0520" y="56900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D854E2-A6E1-4544-B49B-6AC54DA3A5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0520" y="56900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C2F82D-8AEC-41B1-8E92-438280C67B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0520" y="56900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5CD286-6B35-4331-95E8-A08051C65F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0520" y="56900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2D528C-63ED-419C-9415-A0DA462435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0520" y="56900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E008FE-220F-4549-83FC-01C6E3DE57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0520" y="56900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1A2713-126E-41CC-9904-3C581BA44E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669" y="56667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C0E4F5-0B12-497C-BBE4-CF03741921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669" y="56667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97A7A6-1C2A-4E42-839B-1C00825713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0520" y="56900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49889A-EAC2-44FB-A5F9-324E48C816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0520" y="56900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62F615-416E-4576-AD39-E83F6FAB4F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238" y="5696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ED2084-57BD-4BE9-B5C2-9A159BA3C1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238" y="5696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5ED857-B54B-41FF-9F35-85680AA275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238" y="5696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466ADC-7EF1-4C99-B5B3-97E6A14359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238" y="5696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8BE062-168C-454E-B988-E0077A0D3E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238" y="5696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C776BB-B35A-42B2-9733-B49BA6AA4C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238" y="5696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E4E910-DC74-48C9-A251-A64AA337B0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238" y="5696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D4AF76-7F6C-4B2E-A33A-EAEE4C9468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238" y="5696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E4EA79-AB52-4C3C-8062-13C0FE04D8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49589" y="5680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F2C763-4286-4E5D-8F6E-6FB71AFFBE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49589" y="5680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931492-C66B-442A-A8B0-12460D0699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238" y="5696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1186AA-203E-4C51-881D-854DB942E4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238" y="5696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DE40C8-6BB9-482C-A0D3-0B5A0D34A6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238" y="5696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8FA8D9-3FB2-4B90-A3CC-7B0E8A295E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238" y="5696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3B7F2B-A521-4768-9574-0667F175CA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6778" y="56682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620943-2EAD-4434-8231-F9F75242D2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6778" y="56682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31B49A-689A-4E1D-A9FC-EBFBE25C6D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6778" y="56682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FCCB54-E8A5-4810-9FAD-490F7A6A99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6778" y="56682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318A1B-DCFA-44A0-94CA-1561418EA1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49589" y="5680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660C9E-FCCE-42F7-B171-0A9E89ED53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49589" y="5680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2121F2-8505-44F5-9C1E-ED15320BFD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49589" y="5680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ED107C-995D-4941-A9E9-09F7E93FFE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49589" y="5680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2C56B3-C759-4B63-8655-2F64E164CE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49589" y="5680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28C832-7421-4E36-A656-6B7A2A705F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49589" y="5680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CD8709-1EE0-4B84-9E31-B8CD6A13A9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49589" y="5680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50F758-6D67-43F4-8D87-E40E10487F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49589" y="5680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EA7131-E036-4CA2-B7EF-27D97B7C61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6778" y="56682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856B69-BFF7-4E83-A997-6C7A7BDC0A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6778" y="56682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F1F60A-01B4-466F-AF7E-6DDBCFB5D0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6778" y="56682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510AC2-40BC-455D-AE89-7C7964882C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6778" y="56682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9926B3-EFA9-4F3A-82F0-013BF98E45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669" y="56667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FB75D5-9EC6-4BCC-A8D4-683856C83F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669" y="56667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DC7CEC-BA9D-4408-8F01-FBD31BFB07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6778" y="56682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44CEA4-E687-4662-BC33-FB5DDD4485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6778" y="56682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72D976-91DA-41CB-B0F9-0AD21037F9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6778" y="56682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EBBBE0-5580-4AEE-A25C-7823E81FDC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6778" y="56682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D6FBA9-AA1F-46E7-9E42-9DC3281DB7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B6D9BD-EC44-47AD-B475-712C06D39E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39C4CA-93C4-45A5-A880-DCE237811C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61C493-9E33-46A2-ABAB-A1379C4833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63891E-ABF1-4786-A151-ABA286E61D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66D0DE-EF38-4311-AD78-D0CF595E3A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65C4A9-C3E6-4A3E-9A0E-7758903AA0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5464" y="51013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899C52-7AA7-4179-8B45-BB06F5D254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5464" y="51013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BFCD70-5B2D-46DE-B588-4A7315B733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5464" y="51013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87F5D5-9A12-441F-AFB0-795D193F65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5464" y="51013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4A5771-7034-4B5F-86C5-6704BF0228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29F8C7-B003-40BB-BE21-5B3BC49270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1129AA-BB0D-4F22-8AAB-324EB289E8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5464" y="51013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2D53B9-D7FF-46CB-9B9C-F24C45EC7A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5464" y="51013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5B4F59-1C79-4278-892F-3AE844F87E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5464" y="51013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582982-2FA9-4995-A827-70B1E21318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5464" y="51013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B9E6FC-EBE2-4939-8132-CA33C4B434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5464" y="51013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E2B5F7-61BC-49E1-93B2-7DA9F56854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5464" y="51013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91E74D-BB8F-40D5-B747-8162BED45C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9581" y="50814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D0B089-6DAD-45FA-BE40-793B5095DB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9581" y="50814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453F90-61A4-4DE5-AD88-BB367B826F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0585" y="5083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C7A265-E1B3-4086-B711-1851AB1400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0585" y="5083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DE475E-257E-4DA9-A303-0C94D8732A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DB0901-8827-4280-93FD-4B73008365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95B697-4AE1-4432-8976-F7AE077365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2C7D04-50A7-454E-9312-EE1E1B780D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EF24D2-F2DF-40ED-8CCC-3E078C0B60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38D65B-5F63-48F8-9D3B-CEB7DACBC6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D037D2-5A66-4DFD-8743-EB66B635F1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7158" y="50689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135F03-CF97-4D8B-8FE7-D9959EB4DF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7158" y="50689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503DBB-5788-49E3-AE4D-E0F020E129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E2C3DA-5324-4333-AF2A-B981DEF29C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F6D3F6-46BE-4A4D-92DA-AF6C121465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6367A3-CB9D-4BA4-8DA5-045CF9DEF2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0F5874-2271-477C-99E2-CFD615864D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4878" y="51212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8812E2-913E-40D1-A4C1-9310CF207D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4878" y="51212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BD038E-90E9-4485-82DF-327056EF57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0585" y="5083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9EDFD6-3958-49AD-8FF9-7263D1F24C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0585" y="5083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FCD3F9-CFBB-4EC1-A85C-019C2FFA1E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7862A3-A9D7-4F56-89DC-1A5471B12B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80B2A1-CA88-4D09-9A05-C8DB2074A4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16035F-050D-4D4B-BD21-C2624DFE68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38384F-EC46-4268-A59A-7B3AFD240A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C6FA24-BB25-4C8C-82DA-2DD0D0E5C5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4E5457-7AEB-40D5-A867-F123158D8D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5464" y="51013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7611CF-5069-4B13-8AF5-E9A5F60908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5464" y="51013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BD40E1-3628-4793-86F3-C72C999C43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8F80BA-6215-41C1-B5C8-5112342B08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A77630-5F9F-4AC5-90AB-FB3A381DA7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FB5773-3E21-4751-ABD4-AF57CB4B3E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CBA4F9-1ED2-461B-A45C-7241F8652E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B240CD-F839-4C87-AE04-F8D323D759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164" y="5096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BF03C0-1C04-455A-BE05-3A9F557629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4891" y="50708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33F0B9-C5AE-490D-840D-CAE2EE1C3C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4891" y="50708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66D6B5-C98D-4C34-AC0B-152000D8DB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4891" y="50708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6A0678-FE77-4747-8684-FA65B7BBB8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4891" y="50708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BEF05C-4482-4F0F-9CD9-F554DBB31F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4891" y="50708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F16B1A-54C3-4942-A7D7-18FFCE7BA8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4891" y="50708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73B3AC-4D95-4CA3-9CB8-1F12831270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4891" y="50708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9E5B4A-F8BA-41FC-AAEE-73A9E42EB6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4891" y="50708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2B66C6-CEE1-4D4B-8A3E-E01F30C02A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621105-5B75-4B4C-A97A-DD5629D5A7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7FBF08-5491-46AA-BAF5-1E4A7404A4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B65182-8B23-4186-B336-EDD5037376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6B09B7-4FD9-4C2A-B2CA-B5569E09D5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E4CF5D-F71D-4D32-A689-E7B1522BDA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162805-AEB0-42F7-A4E9-28A95FFF05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51AA8C-9226-40A0-8043-065F95C62D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45B445-2047-4951-9DD1-A80296923A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9E46C8-6A34-4055-BEB4-C87CB0E308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299564-7D89-4559-8BE8-F5082A7A67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9226" y="4686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01738D-30ED-4D2B-9E8F-A27A789457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9226" y="4686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4561A5-622A-4BFF-99E8-8640A9459B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C86C4B-DAA8-4BF2-B484-4DD192D5A8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5DD95B-F25E-449B-AC48-ED8462DBA7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E96420-8376-4FD5-A3CB-D69FF5A22A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79955A-C9BA-4B10-B2E3-398567857A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9226" y="4686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558A84-1AF4-45BE-A7D3-4FE2EBF9E0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9226" y="4686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8F8A35-70D0-4F46-8802-68281C7417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9226" y="4686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81A6B8-9927-45CF-9821-DCBF5714EA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9226" y="4686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927790-D707-42C1-A8C0-C7E65061C5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DD4C8F-1E5F-4DDA-90BA-F07AA7AB1D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C8A2B8-0008-4C2F-B414-7244BB100A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9226" y="4686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FD6C85-63A5-4C18-A7E6-8579D83A88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9226" y="4686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89194B-B502-4EA3-99FF-2B7B1FF2C2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9226" y="4686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0B34D7-ABBB-4F7A-B493-DED06CADBD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9226" y="4686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4DA7F7-17CA-422A-97C4-78D6E9E050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9226" y="4686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BC7A13-1A6F-40F4-B23E-15EE620BC2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9226" y="4686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3E4222-0A6C-434F-9E64-95BB4229A9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9226" y="4686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13CBC6-21BB-4FDA-91FE-10D388A9E9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9226" y="4686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CDBC36-3536-47E1-85DB-74CBCEF250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CAB783-3A7F-463E-AF22-2D41148131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C464E2-9987-4BA3-A2A7-7CE1C06BBF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9226" y="4686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19BFA3-E581-453C-A865-FC371270B2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9226" y="4686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B6F94D-E93A-42AA-B872-9A2766B6A7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9226" y="4686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819A7B-B49D-456F-A4EE-AAB8E06CDD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9226" y="4686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8899E6-510B-42E6-BA43-7C1661F8AB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710B19-5F24-477C-BC51-662FD7BB23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7EF4B5-7544-498E-AFC4-D732988E6E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306D0B-5C1E-4333-AFE7-AA4D927F5B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7BCDBF-F328-4609-8C57-C3B578AD0C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9226" y="4686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A93763-3C2D-44C6-9A67-F0F08229F8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9226" y="4686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2F823E-72E5-445D-9E15-41567625DF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9226" y="4686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A02463-3D7B-430E-9CD9-1535821F7B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9226" y="4686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E81969-929D-419A-AC79-CD93EB5E86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65EA8D-2BC9-45FF-A91F-DE33093A73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469583-7822-45B9-831A-85689E5146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45E122-0C79-4DE0-98C7-E3CCCA5DBC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BF78EB-0E4C-4007-B703-C1FBC36CE9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B6F9D0-B211-48D0-9B00-5288ACB4ED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1488A2-0AAC-487D-99E5-F85B8AC6A6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30659A-CB69-40D2-817D-CAF786D2FF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CE4161-67C4-46E5-BA74-BD950D3B6C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F4BE60-C24E-497E-A913-C61FD34949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FB34E8-F78E-43AE-91A5-284BBBBE96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A6FAC9-52FE-48F6-AC01-12E1EF1BE1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61C155-87EF-4C92-BD8C-A5442364F4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867F67-C307-42F1-A1B7-06CF697896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983EA0-2329-4ED2-839A-71AB8F4793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F2BDC1-1C5D-40AF-A4EA-EC74B43ABC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6512BD-6A38-4012-89AE-5C8172AEE4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3574C0-679A-4174-9F26-7AE658D9D4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9447FD-8D24-4DCE-8387-EF3849AE50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3AB7A3-824E-4127-88AC-60CF64AE50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9CAAFB-1D45-4368-8245-6C0D5A478C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D1025E-7FA6-4773-B5EE-0A37ED32D2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B50D7D-4300-41B2-A333-D9AF6A0754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015E89-2C96-497D-8AE3-C0A5C2B9AD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5A98C5-40EF-40D7-B7E2-66242A7E1D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A4647D-AF60-400F-B98B-4BC14EE756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47353C-4835-4806-A738-D97A024DF5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D6E84F-06DD-48A7-90D1-AB31C086DF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4753A3-B5D9-4746-B84F-6659887758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AE682C-CEF2-4929-880C-141BA5ACD7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5AF561-B24A-4865-8FBD-3904EB4149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B809FD-D5EE-43A6-B370-4F6716E4CC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39548B-36C4-46FB-A439-B6C94CE256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809492-21E2-4A3D-A1DF-AB25751BBE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B327BF-E41C-4A57-A9F3-791057E9E6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9ED25B-8A72-4C06-9C73-0E6BD2DDB8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46F8AB-7649-4DEC-9C22-BF50ECDD26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4682A6-D910-4545-AD43-270879E2A0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FA6DB4-FF40-4B4E-B5C2-B5A3851E6A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91BB93-5BA7-4D0A-BC24-03C33510B7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601AE2-5017-4336-BB2C-5E6CA49141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E3580D-C7DF-4D50-9BFB-FA6FDB5822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FCD2E4-5898-4BE9-882A-43172E04AA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22F738-ABF6-4FBE-B82E-94A6BC621C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716168-8A59-42E2-9E72-661B1CDBD3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6227A9-CCAF-42C4-BFCF-E01F4C5DAB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16C620-8F60-4FEE-B86A-743D5DEB75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650119-8A6C-4490-A687-06AD5D9AEE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CF508E-C27F-456A-974F-0AE57732BB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8E5255-9874-4D86-B929-533C7BB4C2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E8630C-525C-4D37-A43C-7E6744007C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A8502A-3A63-48A0-9B64-361DC99899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42AB68-A4AC-4143-B9F4-CEA3825E0E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4AE899-5035-4784-A0F0-BE45B8F4B8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BD3166-145D-40ED-BD59-F6AAA69783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5EE668-0618-4364-90E6-653A6CBAD6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DAA274-F031-41BF-BD30-56D665A18A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FBB94A-4BA6-4F19-922A-2CDA47754E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EF8784-B89B-49BE-9CEB-5D4A8BC77F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0510F5-AED0-40AC-8B4D-FABFE6A413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B1053F-706B-493A-9BE3-67DAD2A096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6829FC-A35B-4A2D-9E90-2C799A42ED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1CA8A6-A8FC-4582-92E7-D4F383AACD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1305F5-EED3-415F-ACD7-892C797A30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822F8E-CB43-44BA-B0B4-B9E2580608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E1F878-E5FB-46ED-8EDD-BAC40F477B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4CAD92-DC4A-452C-BEF2-A5AF7C45A5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38E8A3-5440-4B89-961D-376E6F370B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25F56A-3B2F-4045-9ACC-E5E184474E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2912AC-041E-48E4-B104-45EF53A95B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73" y="53064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D69E7E-3D23-49DB-A035-FD5862B5E2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636A02-9442-458A-8F0E-60B93ED733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AA33DB-849F-4ADF-906A-7D17E89D25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4BA0F8-021A-4E0B-BEBA-9615268FF6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67E76B-3610-4320-B828-DE0409D041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E60C10-53DC-4170-8ABA-09F70B3210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7" y="53250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109E21-99AF-4994-B918-0888FF5B79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9563A1-8F7C-4985-B4B8-B7D9EB039B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9B66A3-940F-458B-91CB-C437C81697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DC1180-0CF7-434C-806A-EB3F5A3753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FE6A5B-F7FC-4DD7-89B9-55BFB8A087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DD3610-5730-463C-96AB-4BC382D3FF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A71194-B61D-46A0-BD76-B455FDCB23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306E4A-DBDF-4ED2-B401-3CCF086CC1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8F372F-DA58-473C-A805-D11FD1376B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195737-093A-4E67-9959-194EB1E686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31859A-156E-4D91-8036-9155CDF96D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2AE79E-1BF7-46D6-8A88-6784A84447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C575C2-1A9B-45A1-B310-9E63BA34AF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B1DAC6-D900-4E5B-8854-2E2004D5E0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500820-BA86-4B3A-8316-8667C6C323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6E0407-75DB-4CFB-BD9B-5A79E7362D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271DBD-4ED9-4602-9D26-18E9DFF523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02E379-F3FE-4344-9C4F-552A511FB3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895BB2-5D55-41A7-8383-BCDCA7776D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F2D9B7-4CB3-460C-AC68-9D44C3A27F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30821D-4191-4D5D-80EF-9CF1D8C6BB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823572-0C15-47C8-BBAF-E80FBA0CDE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55845C-1055-45F4-B641-D345392E20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5FD334-DDBF-402A-AA82-70284A3837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3B9B0B-2FDD-4719-9B99-99A99A70C2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19CC3E-5030-4A06-A498-0D41A64D2D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9F9D07-F985-4BEF-846E-A2332BE7FA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463AD9-1EE7-4A3B-84F3-EB95C13648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62BF18-47E2-4047-90D5-D20437BCFD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8C0E8A-F1BD-4CE1-AF77-DE0A41F937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6F627B-78BE-4E77-812C-47C4776C1B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2381AF-7C82-4DF4-A391-5518700941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45782F-D525-4A95-AD96-B353738F2E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2CEC34-FF23-4543-AFC9-CF290599F6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EF4A23-C6B5-4133-8C3A-109F374093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0101" y="4287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A2A87F-B6EA-4501-80AB-9E360198A6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0101" y="4287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8E2EF4-06B5-4E37-926F-531EF4599B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13C430-6C89-4D5F-8D2A-A8050C1393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808737-EAD8-4F46-8BCF-B33FCAC21C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ADCD6A-3C09-4574-9923-61035ABAC0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B2D7FC-E449-49F5-AB51-664C3C2D16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8FE7BF-53FF-4903-A048-64E4B1E9A5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0EBDF2-AA1A-492F-AEEB-D6741941C7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6A33DA-2A22-4844-8BE7-216AE9496F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307FE9-2E08-4199-9968-A5EFD6E3CD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327D98-AFF0-4302-AEEE-F709764B7C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8B1183-697B-4ADA-9DD7-72D9C1744F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436BB1-531D-4696-82FC-CA4022A4F7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9C2C64-E350-4311-A7E2-C9AC57FA24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773552-4A96-4BC8-82DA-EE57977894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3647A9-0535-4169-8C2C-C8696395C9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0101" y="4287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C577E9-03B7-4409-BC51-7A883DA6DE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0101" y="4287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2D7F4E-415E-4CCC-A930-52391E28FC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05DBF4-B358-4D56-AB5A-6244239785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6C7B3F-228F-42F2-92E1-00B5A0B3CD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04EF0F-6146-4E2E-8BD9-FB11AE92EC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B9CA7C-1BF6-4331-863B-21CB68703C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F8AD85-8F85-4E0E-9A0F-169512D650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59A434-F994-45A8-84F2-3AD7583B2C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45860E-EDE8-4026-B215-C87FE537F8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461DE3-C78B-4B6C-BBC8-42F61DAE8D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6329A0-CF0A-431F-87F7-42D96333BA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1BD96E-E600-44C3-92A5-DDE07E7192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BF8626-9F9D-4948-9779-69EA062D16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217081-9A07-432B-8A4C-7CBCC516F4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C1AFE1-8078-49CE-BF23-DC2C07EB19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58170B-4C19-40AA-ACA3-3CB8523AF5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2A7698-4E7A-4B1A-9347-E34C90892F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F96AF3-CF6F-4E99-B19B-EE581A107F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46304F-ECAB-40D3-A0AF-9B4D4E9DD4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C79C38-1104-4299-B7B6-09802DB791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AA3BBF-1DD7-446B-8CF4-92448FE008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86AA86-F362-4A33-A217-5D42E8E32A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4C2522-CF03-425B-90FD-B2C9FD9743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4E3214-F013-4EB7-A0C4-465FC17323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597011-37CB-4332-B952-48BF45049E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0BA358-9BAC-4E6F-B798-F0871AE0EF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5A0CDD-037A-42D2-8B74-A45EA383FB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9D99C5-9DF7-4256-A604-D666A503DF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09BAF4-5474-4F73-ABAC-CD6B86062D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385278-F95B-449D-9625-AFF42DE081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B83740-1EDD-4C45-BF4C-5AF5FE5414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811829-A63B-4263-B436-3B298C7033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8A947F-7A8D-48B9-AF92-AA672BF8BA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D97F77-7872-4C58-97CA-F0E2A4E9E0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962CF8-A52F-42C2-8EA9-1E958A3777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5CFCC0-C96C-48E4-9592-4B4116C515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8C2FB3-275F-47E4-8507-EBC1D931E0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3FF511-A20F-4033-9EC4-73AF2012F9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A8D497-5336-4BD0-A54A-4C13FFA8AC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52E7F5-E717-44C7-B7BB-B019951323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71A023-8D50-4B08-B1F0-F0D1B2D256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619DD2-9545-45C2-A3AC-9D8BF0090B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E4C15E-318D-4517-AFBC-3DAD74B9DE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32C9CA-BA99-403F-8075-71B92D67AF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E9B576-6DFD-41E6-9BDA-F16620C559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188E1D-BC4C-4C2A-8A99-F213F30C12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C1ABEC-E423-4B79-9C8D-FD8D1B8082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4834C6-7085-46DA-B21D-0BCBC1625A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AB7F78-3D53-45F7-80E2-D1AC3839B5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5C6751-00FA-4A81-A3A5-B5AD3657D0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254E4C-70EA-4AB9-A53E-00F86929C5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0BEEB0-E927-454A-ADBA-FC0EA4C403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7060" y="52759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E0FB7D-C57D-453A-B0FA-453B175BF0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7060" y="52759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5FF8EE-3936-4989-A36C-0EF2283ECF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7060" y="52759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0AC308-A289-4C31-9CD6-2E24467483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7060" y="52759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9ECA50-5799-44A7-BAF9-E1381B46D5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1A0DE9-5DA4-4934-8179-2CF5EB7AE5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1AFF23-DF93-4588-B010-83287993BE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801841-64DA-43A8-AC4E-B0C7E1E183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532222-4A46-4870-B8E8-6EC76CE359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7060" y="52759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DD3564-EDBA-4935-887C-A0E9B41AB7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7060" y="52759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F2CD21-A5D4-4B4A-9BEA-A509465C26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7060" y="52759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194252-EBB8-4000-B01C-6627E0E542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7060" y="52759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410BAF-FC7C-4BBA-8BF1-095706F705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7060" y="52759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32F53B-7352-4A2A-997A-C907CD5D47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7060" y="52759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7E32E7-9AA1-46FF-B205-736F49A9D8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DDEE13-4222-4FB7-A7CD-70C7469CD1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FB15F0-EAAB-4139-9669-B6AAD58263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A19857-0A06-4722-9F13-622E645BCF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7BBF85-6F2C-435A-BF84-A6EFD73020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543450-0BD8-4E5A-B6E6-636FEE3387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27C79E-50AD-4B4C-AB71-2252CDAE3E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421" y="61096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288985-4614-4C40-BD91-8B98D25250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421" y="61096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E65CAF-672B-44F7-BCE8-C73EC9407D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9385" y="55119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604290-583C-4A30-935A-405BD70E2C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9385" y="55119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5432E8-0174-4686-97C3-26FEB49985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1" y="52023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EF627A-CA5D-4CE7-AA31-9C4408B375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1" y="52023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E9EFAE-1CA0-4B35-B1D4-473DBD2BCC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421" y="61096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52E7DC-8714-40E3-85DC-CC7FE789A0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421" y="61096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D6BB2A-99F5-4746-8CCF-FD646F0667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6154" y="50774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459F00-163A-4838-945E-E10AF6A3D0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6154" y="50774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8DAE4C-753D-4B56-A078-AC41130771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7" y="67760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E49E4B-AAE1-468F-B6A9-21941BA4CC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7" y="67760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7D6792-B718-494B-B0E2-4FF5A147B7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2" y="69494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73B9D3-56E1-47F9-8BED-1BFFE97E4C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2" y="69494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18D229-BF43-4C8C-A2CB-E00445EFE4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4648" y="56825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C90FF8-D4F3-46CD-9076-2F02EFD0E7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4648" y="56825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19F4AB-259B-4472-A6D9-54E8F96826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9811" y="55814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71D69F-F615-4B2B-A97D-E7C1629635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9811" y="55814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729C48-12EA-4B17-9133-45EF90C759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80" y="46647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67E7AA-3BD8-49FD-A4B9-3B431E9C5E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80" y="46647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EF4FA4-61B4-42A4-9DE1-04FD1C8DA3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4" y="44920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EF2068-8D97-4B04-A747-661505B13A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4" y="44920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BF3314-C16D-45C3-A55D-BD16658292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CD2513-0892-42C4-902E-C9175D00BF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049FD0-84C3-4F7C-A99E-D44FF966C8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7061" y="52759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8B413F-E0B7-47F0-A0AE-1EACA4E249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7061" y="52759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E1A690-FFD9-4CF3-B57B-91D648E66E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2" y="64325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7C718A-F3DC-4C4E-8071-81AD7AB078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8332" y="64325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B8B3E3-4BB6-4C1E-8C14-C2B7EBC14E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4648" y="56825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8A0D9D-555E-4E62-99A8-2182EFD05E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4648" y="56825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581B86-9201-486C-B2CE-39B7AD6440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7061" y="52759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8D3BE9-7B82-4667-BAE5-812F697CF2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7061" y="52759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AF00FF-DCAF-48EA-B6FA-9A36403AA6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3D6836-616F-4C0D-B700-421023EA78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74953C-4445-4C06-BF7E-B6CBE88D7A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3EA3F6-4859-4097-8CB8-7C8EA358B3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C9D865-AD36-4CAA-8700-5057298D6B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392E67-E1D8-4933-ABF1-D6DF3A4324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5C4160-4686-43C6-A770-85105B84B0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8" y="53250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38F25E-EB38-445C-9622-E93C62A941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6748" y="53250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D26C93-46B0-4316-844D-9786F67396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E49890-B4AD-4FBF-8C6B-4D0C3783DB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49C359-F523-4AFC-AC1D-05175D0DDF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9226" y="46863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9AA245-9059-4FCE-AEA5-62E8DF5630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9226" y="46863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5C2093-D7C3-4BDF-91A3-80AA7F4468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E0B1FF-7E2A-4A52-957F-2DEC4437E1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1816C0-C3B0-4104-8C78-42EF462213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DB2BC2-19D4-44D8-B487-0DE827988B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A239F7-D158-4399-AE46-803461C0E8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E1B61A-0378-4964-84BD-0903FF344C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3CAB4E-9272-4DBE-893F-9543F62242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BF4DD6-51BD-42E3-92BC-8B61639F39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4D106E-0575-425E-A7AE-C9EDB46C71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4A6D58-4A96-4656-AC35-E4235EF60B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D85539-4D77-4F5A-9CA7-3CC2C100A9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536974-8BF9-45C6-A0BC-E7AB2716F2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964BF9-5F51-46CA-A9C8-9821C1AE0F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9" y="50226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8495C9-52E9-4EF8-BD2A-4481420D4D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9" y="50226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A607F2-1CCF-4698-8827-F8E12574C9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8" y="59607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019EC8-DC07-4C7E-AD52-4A192B7E47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8" y="59607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B5202E-2641-49E3-A663-42F0DFA3B8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4648" y="56825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E032D1-D6EF-492D-88B8-F8EC3879D4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4648" y="56825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5B5D2E-8A76-4B40-B45B-C77D725A20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662439-1E54-49EF-9429-ADBC2CA0E1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C819DD-3AB5-45C6-9D81-0F463C1838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5780" y="53599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99F778-EFCA-4C21-B33D-D13C2B7089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5780" y="53599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403B18-3EA0-424D-8B33-E48403165E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FEEE75-D128-496E-B85C-09043171B5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D698B6-A132-4E2E-80D2-DBC305868E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A64C9F-112F-4144-80A4-33F18C6621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1" y="56446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67931E-D719-441E-8CFB-0F7AA1AF27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9308" y="56076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867198-515E-4F77-8B68-3277AAE33E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9308" y="56076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0D7DF8-CEC0-41E6-80E2-876C92067E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1" y="69494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C51636-045C-446A-8510-F09FE92BB3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1" y="69494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F74CAF-182E-4C1A-938E-3E72A57DC1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648C44-0147-45FA-9651-06DD3CA7EE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A27174-19BB-480C-920A-FA323E7C6C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5089" y="53579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57F84A-9DBF-4748-B688-0262E8A184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5089" y="53579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99415F-4384-4DDB-AB17-E61CCBA887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5780" y="53599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A58FDB-80A0-4861-A796-EFD5A75075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5780" y="53599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99135A-4C86-485A-A825-CE49879327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7" y="50971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74BB40-B7BC-4DAC-84FD-149DCB09AB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7" y="50971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E63D7A-66BC-4B4E-93E7-A4F5CED952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2" y="54859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DE67A5-C752-497B-905A-0297FB433E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062" y="54859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BE41B6-8BF7-4693-9134-24CD50B1A0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0AD204-6AF7-4DCE-AAAF-80923751B0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14973F-BD3F-4369-9F68-5D8858A0A5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79B112-4E73-40F4-8EE3-B7BCB3620C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2346" y="50971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4522E4-1D9E-4FC3-B607-0144F1E0A9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D7D5E9-12B9-46B9-AA0B-909CBC45DD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7BDEC5-CCAA-4A69-B3BA-7A4A7CA306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C433DC-5645-41EA-9DA1-B54B042FE0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FB27D2-C44F-4B20-8203-148A663A0B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86BF54-F5E1-4ADB-8E1A-09EAE1497B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4265" y="67760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63B66D-5B08-4B95-BB28-A543AA98BC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1" y="52023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446698-8A1F-4838-8FEA-DF75A776FE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3651" y="52023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A86EC5-5609-4A90-8C12-CF61A83222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4418FB-088B-46C3-B40F-D4B3262F68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C9A140-9883-4333-95E7-5A7D54BEEA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60F924-FBFF-4852-B78F-9024D0E004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022D2D-A8C7-4823-BB74-374D0AC719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B816DC-DAA8-4FD9-82E3-6BD5B54657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6" y="42880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B6424A-7EB9-4740-B9F2-70DEF94227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BF7EA7-2FF1-4C7D-8F79-8AC6AF7544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E17347-F69D-4417-B948-32BA35257D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C3FB8D-B38B-4B75-8F9B-13D6939436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60877" y="5960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3D3008-9006-4648-8B6A-2374D265BA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2FB332-79B4-4A0A-ABF5-BA83C67F42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21B1FE-AC4F-450F-8ABA-5E26F84312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B75F38-7587-4173-A777-099AE96C90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890FA2-4256-4515-A77F-32B591D2EA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9CED40-126C-4D56-823D-130E3F7203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D46760-8687-4E76-8ED1-E3DAA0830B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D54872-488D-4D71-84BC-5C11C0CEA5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122" y="6674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6A17FC-C50C-48AF-84FC-8E65CBD5E1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7C40A1-4B4B-474D-AE91-726240AA5F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157ED6-5ECB-4CC7-94D5-4400D64DBA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420" y="610967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4457CA-B3A6-4A8C-ABEA-32BBC83E7F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420" y="610967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4586BF-7024-4D55-B60D-116C08B861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2BFD97-D2A5-43E0-AEDB-892457608C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8" y="5022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B0F664-9DD3-47A5-B379-E462AECAD4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3" y="44920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F7DE34-AB91-427B-B4F0-41B624BBAB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2063" y="44920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C6D1BE-26FF-495C-99BA-CFD5B921BC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09FFC2-FA42-41B5-A743-170738715C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19277" y="52421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8092B2-5CF0-405A-886D-4FD1C713A1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91669" y="60581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83D7B6-9DB9-4DEF-AFD5-CD7DB095C2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91669" y="60581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A5D108-D2F1-41BD-9DBA-2D37162D54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91669" y="60581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77CCEA-EEFB-4CE2-B4D6-5E438C3DD3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91669" y="60581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664816-6F91-4A56-87B2-D722D14486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7045" y="57020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C2510F-14DA-445E-B48C-840CFE16F5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7045" y="57020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A6DA5C-3B70-421A-B01F-0C79474A04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4646" y="56825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2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2C5309-8E6B-4831-96A9-C392F78F7B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4646" y="56825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2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AF63B3-98FE-43DF-BBF6-490C32149F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5231" y="57066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A1D20E-8452-4B45-A83B-4ADC94DB02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5231" y="57066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7FA239-180E-42D1-9878-74234D7BDE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6CB970-7A80-4A07-9945-58B0B80BFA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AE3823-4E73-4CBA-B4B8-8E04292005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577F35-23E5-4E07-A535-4CD9C8F4F7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0265B4-D411-4CC4-B226-FF0E9DA9E6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5" y="42880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1BB717-51CE-4353-BD0C-840C8CEA4B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975" y="42880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6FA204-673A-47F4-99A1-9958E6DBC0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5AFFE9-F161-4A14-98A4-BF43F6D556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6160" y="69494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EF6FBE-9290-4623-BD83-D6CCE5B620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7" y="5022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DCFC5E-8147-4328-B0C2-BEDF12AE1C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2127" y="5022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2A6AC6-F7C3-43A9-B72F-9E09E1616D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56DDB0-E3F4-4F5D-BCAF-E2B07E8D2C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6279" y="46647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6B3528-FF13-40F3-B4E4-96B32161CB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0" y="56446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748BD1-D29C-4037-B57D-3554680406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88810" y="56446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5FB2CB-C71C-4301-AF43-2D312732E1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7372" y="54815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EAC0B6-1FB3-4163-8491-4D0771CB83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7372" y="54815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B7E6CA-EF80-42B9-8927-774B6722E5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0031" y="54959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BB3FC7-8E39-4B9C-9BDC-CA18AF2C74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0031" y="54959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FC4A8B-7354-4322-9C4C-CEA5139E9E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7372" y="54815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5610B7-0910-46B3-8703-C80754D037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7372" y="54815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8B686E-E1EA-40D3-8D32-DD5DA9B97C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7372" y="54815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580ADF-335F-476B-95A0-FD65856358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7372" y="54815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66450E-490A-46A2-B3B2-7EEE1B7F65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7372" y="54815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D4CF04-2B99-41DE-910D-A89D4D8D69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7372" y="54815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AF4DF9-EA62-4EA2-AEF3-4FEA121160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7372" y="54815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1EED63-FD96-4E05-8D1D-7D0051E260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7372" y="54815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E068EC-7192-4EC5-9AB1-EDA398A066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0031" y="54959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F6DE42-96A0-44A6-8E03-D540E79D5D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0031" y="54959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C2E7DF-BF29-49BC-8931-DB27A34009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268" y="59947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7DE77C-200D-4D56-87A1-2395A3C384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268" y="59947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9D7CB2-4DEC-40F4-BC0F-21BF5372D5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268" y="59947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52E7C6-E1C8-4AB1-933B-CCFC8B33D9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268" y="59947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00BDBD-7870-4489-8A7A-023591F183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268" y="59947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6A2C75-23AA-4384-A33D-F361100924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268" y="59947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F410CB-5E4B-48D0-A73A-2D8707C44A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268" y="59947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D2DBC4-CB5B-402D-A3B1-DB12B83003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268" y="59947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E80797-B207-4631-BAC2-8E4CAD88B9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268" y="59947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EE8C07-01F1-48F6-AFF2-004719F143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268" y="59947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59EC99-8890-4BE5-B924-6DC51DD3B5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268" y="59947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2B75EF-A5B3-4105-8623-7288ABA93E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268" y="59947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ECBDA0-49CA-4226-88DA-2311FA6731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268" y="59947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3DAB68-DC6C-4E54-A810-DD86B6C8D9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268" y="59947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F1AD25-F88F-4F8B-8A97-D7E47B5CE1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0969" y="61091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190CFA-5C9D-4490-851F-F634B9AE1B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0969" y="61091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618752-7DFB-4F55-9E69-6810327780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0969" y="61091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F90B08-EF43-4414-BB57-61ACAA0E9C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0969" y="61091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5A44D9-7497-43EA-9D1E-5A40B62246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0969" y="61091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98F094-F320-4EA7-8678-3B26D9D4AA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0969" y="61091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AE7FCD-83D9-41D9-8B98-C06794E87F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0969" y="61091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EA3FAA-C9DA-4756-8EE4-8335DA2F56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0969" y="61091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70B251-7FFB-4D0D-9099-DADCEAF412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0969" y="61091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1CFD33-7786-4B88-863C-343A48A6AC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0969" y="61091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F9DE18-F62F-405C-8F7A-23B13F977C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0969" y="61091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13F641-9B28-40C5-86C8-94555B5A3F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0969" y="61091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28D120-B3D7-4FB5-BA0E-B99CCC377C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0969" y="61091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34D66E-A5EE-4320-AFBE-95B3CA3525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0969" y="61091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C53D6B-6D15-448C-8174-11357BCD11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637" y="6053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89523B-658E-4EA7-8AF4-222EB42C39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637" y="6053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BC3D6C-0A45-465F-8BF8-0D556308F8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637" y="6053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78AA00-D353-42A4-8B8F-4E4C8D6D73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637" y="6053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E1F40C-F9CF-4EE6-A1D3-FF59C6DB10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637" y="6053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5AE622-098D-4967-8AB5-2001EB84FE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637" y="6053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D0A3A7-5E1E-4A28-8675-DE39E1B3D2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637" y="6053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DC2171-564C-43C3-AE31-ED68B0CB8F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637" y="6053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0BACD5-ABDB-4EAD-A039-119558F459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637" y="6053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A6CD1C-6A99-4FD0-99C9-C5DC2995ED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637" y="6053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44F87B-B6C1-49D7-AE30-A3C50C0411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637" y="6053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A83201-381F-470A-AAC9-1091CCEE00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637" y="6053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FE03CD-001F-40AC-829B-4BBE0B3787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637" y="6053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CC01BD-2907-4D19-8F4F-D8044D4AB9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637" y="6053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EA063C-1363-4D65-9869-A0B9A6A6FC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7432" y="52771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AAAAA4-10B8-4540-BCAD-48CADBBA46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7432" y="52771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898C5B-AD29-4DEB-9671-85E86F1AB5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7432" y="52771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A27C09-2644-46CB-AFB4-72EDDD2CDC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7432" y="52771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12C0DF-9C72-4B79-8DE3-EC09E6F075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7432" y="52771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AEA21B-EA33-4EAA-B861-BEC863B070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7432" y="52771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5D56AE-4148-43DA-AD37-B696831917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7432" y="52771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F50E67-293D-4B60-A4CC-8A3F487735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7432" y="52771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17BC7A-5DB1-414E-8B9D-2BD988D663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7432" y="52771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0EC979-7888-439B-A522-50FF3E83F1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7432" y="52771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314339-C569-42DC-806F-19E8F1B497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7432" y="52771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872A2E-DCBB-405B-9A3B-8E8FDF0A83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7432" y="52771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77B265-19AE-4635-B88E-8B0E69D787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7432" y="52771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B13250-DF0D-44D8-9CC1-BA6696C313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7432" y="52771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76329C-3EBB-41F0-A402-F6FF138C4B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7674" y="50222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6523C6-C0CE-46CA-B7D6-9C9A4CC473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7674" y="50222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3A3075-648F-4DCC-A35D-3D38C3F10F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7674" y="50222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11DDD7-9E5B-4F37-B9E7-A1C66C714E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7674" y="50222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EC3943-FABE-4B11-9B27-43A902346F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7674" y="50222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BF36FF-D614-40A4-AF18-C3FE138A06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7674" y="50222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097849-CEB5-47D6-86E6-512DD5F8AE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7674" y="50222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E36DF8-453F-4865-9288-D5976A5F21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7674" y="50222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1B4CB0-B44F-4F97-B1EC-F1C3C48CF1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7674" y="50222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D8A740-BA5C-4155-B0A9-3F6FC47FFC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7674" y="50222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BB886F-B407-46DB-AB9D-2668D14C48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7674" y="50222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26D46B-860E-479E-9C3A-52BCB80FB7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7674" y="50222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323CD2-2368-4EED-8A2F-AF233D8284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7674" y="50222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7D2CD0-C2C3-42AB-8B52-0A5969A9A7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7674" y="50222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7E804B-8570-447C-91C1-0EF746581B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2981" y="50149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33E954-1474-46AD-B797-527842DD3B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2981" y="50149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838256-B4D9-4BE4-8BF1-89430CD5BF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2981" y="50149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264783-8E56-4A89-9633-6DDEFCF057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2981" y="50149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F59D38-00DC-459B-9869-33A0992B0D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2981" y="50149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4EEC34-5F58-47D9-815A-BD4271254E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2981" y="50149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6B56B8-8F87-4D22-BFB9-930402BB8F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2981" y="50149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C1C338-1CAB-4220-857E-FFAC7028C7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2981" y="50149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78DDB7-32A3-43FA-9B75-CE72FD2BB1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2981" y="50149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0DB0D4-41F6-49D2-BD19-2090AA1ED0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2981" y="50149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70907E-BCA3-499E-A6EB-5AAC978D3F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2981" y="50149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79C73F-16E9-4912-B1AA-4952B99AA8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2981" y="50149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22AFE0-2566-4A1D-BBCD-217EDD9CED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2981" y="50149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691AB4-9005-4786-B1A6-263CAFDA33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2981" y="50149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8D62B0-2106-46FD-BD77-9C4ECCDA49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7794" y="64854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5C4D7D-82B0-4BD2-A4DB-C7346D8FC2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7794" y="64854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8F7AEB-3C7B-487B-9BC9-5D4826D658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7794" y="64854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9911CE-E799-4ADC-A2FE-926ECA8125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7794" y="64854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99EA2A-C194-4D76-AA1D-3BC0E9F0A6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7794" y="64854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4A2496-C189-4836-852A-917F8DE58B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7794" y="64854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D2A365-CFC9-4F39-B8B5-892C5E4BE3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267" y="6476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6491FE-C96F-4CD0-8AA6-CF1EAADAC3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267" y="6476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2A1EAC-7E9B-4161-8EE1-76CE43881F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267" y="6476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EE447E-1F81-4FF7-BA56-9A840644EB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267" y="6476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1A208C-5A12-4E0B-9338-4A7139A97F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7794" y="64854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A1AEE8-2CF3-4D79-A791-EA34D68426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7794" y="64854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0149D6-CB37-4183-BB76-75B2D88989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267" y="6476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080D23-7156-48BD-9871-C6A54F04ED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267" y="6476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F14AE5-3528-4910-AF15-1992E603CE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7685" y="57641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6C076C-3D5C-4707-8F6E-711116D348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7685" y="57641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7C5992-7724-4556-9F2D-1D2AD2A53F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7685" y="57641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CF03F9-5132-43BC-821E-73E3E91F66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7685" y="57641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E6569C-1CBF-410A-A097-3BD9436E16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7685" y="57641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360956-672B-47E0-B8FB-10B6B9C079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7685" y="57641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876FEB-3B96-4071-9CD0-EAC7E29AB4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7685" y="57641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C0041C-0404-4F4A-B654-22D22C6B5E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7685" y="57641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7A9958-C476-454E-9D04-08A8FB4450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7685" y="57641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DC92CF-7AF0-4B4D-A37E-56A80AB460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7685" y="57641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B34812-323A-4752-ABBB-81F2218649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6859" y="57753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030423-F386-41DE-92F1-C4E148CF2D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6859" y="57753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950AC2-07F8-4A40-B6F1-6CC4DA9FDC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6859" y="57753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1E74F8-1B00-44F8-B3A9-6D95418670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6859" y="57753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5E4F99-C234-42A0-AE9D-C97EC7AF99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693" y="55549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F4A1AC-3B91-4673-AF6F-AF6EBFB3BB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693" y="55549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203FED-D72C-4BA4-9B18-232676CFB7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693" y="55549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DB694A-1A85-4402-9620-784550EFF8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693" y="55549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357787-FC46-40A6-8A0C-00D8DF8D85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693" y="55549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C830C8-1128-420D-9889-50DA18F998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693" y="55549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3A81D7-BFF7-4D10-B3B5-D5EB430E4A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693" y="55549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27127A-FD38-43C9-B145-80AC345CF3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693" y="55549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2B3C53-F76E-4754-84CF-BCFD398FC1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693" y="55549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C0A328-5C6A-4A69-B8C8-EC2291BD31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693" y="55549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32B4C6-10A1-4F14-B1BD-4BFFF5C3D9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693" y="55549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50B6EC-E379-4AA0-B541-A160B93980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693" y="55549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A8167F-2501-4436-9E23-0A8F7A18BA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693" y="55549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3B6249-120E-4F32-A67B-6EAA66C6CC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693" y="55549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AF3F53-28AD-42B5-A86F-A6EC91A9EF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8946" y="57521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243C21-2B3C-4323-9CC6-92B5618BF7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8946" y="57521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1C89B4-AFC8-45FD-9BB0-A035F1B9BB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8946" y="57521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A8CD30-CCC1-4C45-89EE-1F1F15982C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8946" y="57521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F3EA40-DD6B-4524-8DAC-B1AD0178D0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8946" y="57521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E2C997-5FDB-40A7-A686-56839DB164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8946" y="57521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1E3E7D-D4D4-498B-82C9-A081A48E66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8946" y="57521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D1A871-380B-4E18-A632-C13DF68FF9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8946" y="57521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0B22AA-48B9-4EDC-9149-38076E32A2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8946" y="57521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CA94F1-1F1F-4E1C-8B7C-D369E9CC99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8946" y="57521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548DA6-C4C4-40E1-92D1-246F499BCA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8946" y="57521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482DAE-23E7-48A4-B452-56DF161DC4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8946" y="57521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1D625B-860E-46FC-B9D8-78433879F7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8946" y="57521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AE8276-FFD8-4219-A3E2-69B0C7FEAD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8946" y="57521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C58F77-B313-4885-9BEA-4DDC7D2B0F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0826" y="49818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941F3C-FECE-4DF7-BEA9-798CBFB076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0826" y="49818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4D5D7E-E437-4C1F-8946-46B1736BDD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0826" y="49818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1837EA-5FD0-4560-9481-890DFBDAD0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0826" y="49818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457C9B-9AEE-4291-8405-F31321A421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0826" y="49818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CDF673-5290-4279-B833-F86A9F8E74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0826" y="49818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442480-32E5-42F8-855F-DB580EC521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0826" y="49818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2F296A-B0A0-4A7C-923A-4853F258EE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0826" y="49818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D75F05-2F2D-4A12-A6D2-FAFA647853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0826" y="49818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802BA6-2898-489F-91E0-24904A5056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0826" y="49818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38D8A8-05C8-401C-9A5A-F4AB69FE20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0404" y="49973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763422-2D69-49E0-85A8-2DECCD83AB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0404" y="49973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F7403D-3568-4AAF-A550-19C06F0ED5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0772" y="54115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CDDB44-0BB1-49D5-AD46-9891B587C0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0772" y="54115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FC8EBC-B9B4-429B-8DA7-4C2E7FC4FD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0772" y="54115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6DE0F6-28DA-4534-834E-89E9CFA321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0772" y="54115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A4AC46-E561-47BB-BEA7-2FD251D4EB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0772" y="54115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6D25F2-9361-4E80-BB68-21BFD5FC26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0772" y="54115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DC8163-6129-472C-92AC-647B145D7A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0772" y="54115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07724D-74CB-4978-8E92-CDEC7414C0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0772" y="54115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A98D1A-FFC5-4B44-A392-80E10F49B8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0772" y="54115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E7E1A8-BD7A-4989-8E03-0890620433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0772" y="54115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DE65A6-8B19-4A50-ABB4-842D3C3D01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0772" y="54115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E04685-F41F-44F3-94A9-0258A3F8B7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0772" y="54115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6DE533-DFD2-4C31-BEB4-E7116049D3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0772" y="54115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D5E6E5-7031-4723-8ED0-696E9E1A29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0772" y="54115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97C74D-00B3-4632-8B7A-A988EA5E5D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560" y="53633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0D5D9B-185D-41A6-A138-D7F1AEFC17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560" y="53633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790857-13D9-460A-8CF2-2D57BE3672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560" y="53633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E7349D-6625-4BA2-B917-7FF60ED427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560" y="53633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8C7A73-C42F-45E5-9292-48E7F1F85E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7567" y="53807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630EC9-0303-4B74-955B-6660B6339A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7567" y="53807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243A71-47F3-4E46-A823-FCCA3E822E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560" y="53633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F837B6-FEAD-44A2-9DEC-7D54D00BF4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560" y="53633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FE4501-2870-44EF-8E99-9BE6BBA17E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560" y="53633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D9A5F4-29A4-4471-8EEF-761F323DC3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560" y="53633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D219E7-8D7C-4211-9E94-584B69B89E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560" y="53633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172DF5-5A69-4646-A435-A9611BBCDE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560" y="53633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976E6C-87C3-4BAE-9445-FED01B698D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560" y="53633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BB39C6-417A-4BB6-8F45-5C43CCFEB8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560" y="53633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953188-15F3-4A93-88AD-EA932CA27B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7337" y="49080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BB383E-D142-4AC9-BB64-8E35ADE549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7337" y="49080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7EAC7C-5230-41A6-8BC1-DC612355F1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7337" y="49080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B01925-DA2D-4AAB-81D1-4DE1F88197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7337" y="49080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BB5474-5703-41FC-852C-776879534D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7337" y="49080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53DB2D-13CF-4744-994A-67EAAA4403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7337" y="49080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B4B7A1-12F3-423B-8A4B-5FFC49293F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7337" y="49080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C038CD-0DAA-4E17-B498-875456149D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7337" y="49080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582C9D-8D14-40BF-8C16-76D7D39168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7337" y="49080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D5B9DA-DA8F-46D9-BF3C-27187D43D1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7337" y="49080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125666-9E08-458B-8019-EED6664352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7337" y="49080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04F7E1-07DF-473D-A2EC-8DDA61052A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7337" y="49080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C9E7D1-997F-44EA-BBF8-A944F229A4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7337" y="49080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C09964-2D63-4EC5-A913-32281D5A91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7337" y="49080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51C593-9E85-419E-88D0-FC5D57A30D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9879" y="55943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F84AD8-7064-4EAA-BB68-A6044984AD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9879" y="55943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F8868C-7354-4269-99EF-5BB4D28EFC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6285" y="55837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3B10C8-2649-4338-B544-04A3FF40FD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6285" y="55837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F2B335-F0B6-4B23-9F8E-77415992F4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6285" y="55837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FC5197-AD43-4A1F-955F-AE3BBC1CD5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6285" y="55837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898C4E-4A01-4613-A7DE-864C1C3DE5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3096" y="55943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350591-18F8-42E4-8221-957940566F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3096" y="55943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E78871-BD86-4855-9B45-2A0A44287C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6285" y="55837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BB5E69-A21A-457E-A365-0A1220E699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6285" y="55837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32BC81-43F9-4F5F-8214-82612AF413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910" y="6101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85551F-5676-4D57-B125-47BCB79602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910" y="6101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D7A3B9-3E9C-417E-81E6-7986378619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910" y="6101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6F2872-0535-47BE-B912-620E3C711A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910" y="6101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048949-7979-4F82-A654-9AE273C6F0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910" y="6101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9D0929-17B0-49E6-9358-A3668F1463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910" y="6101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850EE3-C6DE-4590-B940-7DC84AE24A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910" y="6101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3198CB-C618-4FE3-9021-22523F0E51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910" y="6101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4E4F43-F4E0-40B4-A786-A04A3FB459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910" y="6101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355B90-E401-478F-A16E-FD2617D5DE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910" y="6101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4B28C1-F4D6-4E3A-BAE6-46259D6724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910" y="6101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28966A-3BFE-4D1C-B9B1-C2AC25112F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910" y="6101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084117-E163-4042-AFF5-7DE855CE86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910" y="6101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09B9A6-D0B1-47CD-9F2B-BF52E065B3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910" y="6101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FAAA6E-E3C6-4D2C-A84D-56C6251006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5260" y="64320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F44C9F-0CDD-4B3A-9A87-CF66B8F730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5260" y="64320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ADDFF7-5E0F-4D02-AB27-62A573B49B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5260" y="64320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115325-8095-4AD5-A40A-6B86FB2D7F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5260" y="64320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91844B-F24A-4B6C-A74E-13347CA9AD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5260" y="64320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6B0FE8-9437-4354-AE83-2E0972BFD9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5260" y="64320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C1738A-BF22-4B0D-885E-28DAE89F8B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5260" y="64320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77FD2E-5518-4C44-A0C7-6ED8C19F43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5260" y="64320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F12B73-2278-404F-8866-96DB5FFAF2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5260" y="64320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9C2574-D507-4BED-8826-0259A66BFE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5260" y="64320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1F5821-B7A1-4ED6-9BFF-22C3885DCF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5260" y="64320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DEAE99-D64E-4598-A52A-0D5B2B55BB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5260" y="64320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B81B0A-54AF-415C-BFCB-15B2110299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5260" y="64320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5557B5-1744-467D-B065-686E6DDC85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5260" y="64320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9BA69A-A7E3-487B-8F80-FFB75A7449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9644" y="60905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2478F3-059E-4FDE-9465-BA681DA86F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9644" y="60905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F1FEA5-87A5-403B-91E8-2C34897295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4321" y="60767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9F9339-4E81-486C-B49B-46E5AE700B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4321" y="60767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8322C5-614F-4ABF-8B22-3B50C36126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9644" y="60905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6A4CAC-CC51-40CA-B24A-AE9BEC2345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9644" y="60905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E0BBAA-8B6B-42E1-8B6B-EE8EC4CB33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9644" y="60905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5D5FAD-BB3A-4AFD-B9D5-48C5C31F8A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9644" y="60905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D5105E-F44E-4BDB-84D9-0A3FFC7B39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8948" y="60733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22B4DC-DD5F-4266-BD03-B6768DAF0B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8948" y="60733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9EED73-9658-4C90-9177-06B221D4CA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9644" y="60905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E0C7D5-4B6A-476A-990B-E44BB6EC47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9644" y="60905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A03929-63DA-4207-AC69-C8E6DF45C8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9644" y="60905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158E7A-4A0B-4E08-A3F5-49673CA3E5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9644" y="60905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5E5173-5AA4-492D-85A9-6D55DFEEB8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40" y="56327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047EF3-D502-451C-957E-A146CD9B79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40" y="56327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1CDB8D-1E88-4D28-92BB-EE8D689E0A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40" y="56327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22D8B7-F4F8-4C53-9EC2-F8620AA478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40" y="56327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ED380E-2593-4EFA-837B-08DF591BDB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40" y="56327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FD21D8-3F61-43F8-84E7-8E0C32C63E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40" y="56327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C01300-F01E-4B49-BBCC-FDB93C1FAF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40" y="56327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365AD9-2B08-4B4F-9B39-57BF4EA3C0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40" y="56327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992589-B62A-4A3A-98A7-19371030DC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40" y="56327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1DB4A4-D533-4B44-B821-D1A48815FF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40" y="56327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FE6F68-60ED-49D8-BA17-A35AF69D74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9569" y="56255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BF04F1-D069-4501-A6F6-3266990AF5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9569" y="56255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5ACACC-C124-4CF2-A579-7ECB955DE0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40" y="56327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32B531-1483-4B7C-818D-280F55353B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40" y="56327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EAC501-6CEC-483E-8434-F8EABB7200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851" y="49771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C90875-A266-41D4-9C9D-1C86FF1269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851" y="49771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75FF08-CF2E-4CBA-88B7-F8D4E568B6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851" y="49771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6CCBAE-F1ED-4C39-BA91-6254E3AC2D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851" y="49771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430E2B-5B0E-4F6B-963A-EA1BBFD782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851" y="49771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BACE5D-0FF9-41C4-BBD6-C1444B17C1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851" y="49771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70E8A3-97CE-4300-B278-1D530D71CB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851" y="49771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8F0755-DBB5-44B0-9227-60D2B00666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851" y="49771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EB5572-3B4B-4DEF-B5FD-E698A98AD2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851" y="49771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102AF8-A655-468B-99BE-2325B26DFB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851" y="49771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A27241-01C3-43E7-90B0-1BDF32F75D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851" y="49771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5B8677-8226-4025-99D1-8F4FDAA24E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851" y="49771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56DD2E-0B70-4DCB-82EA-CA8403B94C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851" y="49771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8910AC-EED3-405B-A915-87261DE234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851" y="49771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806CB7-DC03-4851-8974-DFE2BB96CA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0766" y="573732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28297E-EBD8-4D3A-AECC-4842B11805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0766" y="573732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A56F82-2129-4510-85FE-5BB884D8D0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4443" y="57485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2973E5-99FC-4F52-ADF4-AFA81854BF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4443" y="57485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3F3306-BF54-4BA0-94AA-627A0DB6B2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4443" y="57485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DB89CF-C611-4887-8265-134578B2AC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4443" y="57485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C75B92-64E5-43FE-B267-E33F02F6CE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4443" y="57485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28B90A-155F-4722-BDEB-5872BBA044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4443" y="57485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8B846A-980B-4F39-9FF1-9B61277F47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4443" y="57485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9DD256-ED87-4E33-890E-688837C15B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4443" y="57485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81A4CD-2BA2-4FA8-8157-A21115A0EB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0766" y="573732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39BCD1-32AE-4763-9A65-A8A334C392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0766" y="573732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D33ADB-920A-4F10-8878-8447AF2748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0766" y="573732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1278F1-D4AA-4AAC-A416-5B7BDB4B10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0766" y="573732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88B342-9DF0-44A1-B686-74CFE54979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8942" y="60167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82F1A1-6207-4FF6-BCDB-C0E2DE802F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8942" y="60167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AD120C-7FCA-4931-9F4D-E6986B9140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3290" y="60064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2CDCDF-86A7-4C92-BC45-B65D4BFAC3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3290" y="60064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B0F87C-747E-4EE6-8305-D0E344ABD0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3290" y="60064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B4A426-9315-4CCF-9D69-99472C3359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3290" y="60064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95B83B-89E4-4F0E-BD66-DF5F59F4C6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1364" y="59995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F7F16F-CEF3-4316-9F85-EB902A18E0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1364" y="59995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76026A-5F7E-4763-9E12-88A6F32E04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1364" y="59995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ACE12C-EFBF-4711-B3C4-1D866D2189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1364" y="59995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0D113D-AF9E-485E-9929-377C518771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1364" y="59995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EBD32E-CDFE-430F-BD06-453BCE2AE7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1364" y="59995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C5D5EA-B876-40B6-8850-F051B7DA1F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1364" y="59995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87DE76-336F-42EC-85EE-E5E7C6776B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1364" y="59995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EBA398-1F92-4CDF-B2B2-8596A0FAF3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0252" y="62734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39C2B6-2956-4A29-AE2B-AE99B7C40B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0252" y="62734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88AF68-90DD-4D2B-8848-19770EAAE1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0252" y="62734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577DA8-3211-46AB-8348-C0133693A2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0252" y="62734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39DBB8-5DB2-47DB-B7D6-548271C5EE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756" y="62870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606F1A-055E-4C93-BB7B-0EAB76A3B2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756" y="62870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8A94B8-2047-4CF3-B8F3-E859207B99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0252" y="62734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B0A251-8EA2-4473-B3A5-DA9C9A6367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0252" y="62734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FEB433-166C-469F-A36E-1A47728CA8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0252" y="62734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2357A5-8EB9-4694-859E-978B11E866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0252" y="62734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35EF45-39B1-4DF1-B19E-D223A1798C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0252" y="62734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B6B52E-B331-4907-BEDC-B946BEC609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0252" y="62734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7FABAF-1A57-4648-9E81-D4EC18094D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0252" y="62734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542463-979A-4F4F-90D3-5DB4F99628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0252" y="62734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61CE5A-148A-48DC-A516-47EC888D13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997" y="4778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60E6B7-DB52-485F-A4AA-A5EAE2B221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997" y="4778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EF5A0A-A7F3-4160-A167-01416FB08C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997" y="4778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888CC5-616A-41D6-A6FF-7A9F00F4D9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997" y="4778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8218FF-8645-43E9-AD3D-77FB750DAB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997" y="4778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1A5E68-DA82-4430-83CF-98067D4A18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997" y="4778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8A5871-6073-4549-8192-CBE1C8C8C6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997" y="4778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319984-BB91-40F2-8F6B-3C6165F129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997" y="4778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75692C-02E1-4563-9764-C477CFD825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997" y="4778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CE1952-9EC3-4CB5-9342-F02734C923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997" y="4778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6DB3B0-3EEC-4D25-BA6A-861D167664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997" y="4778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A5C199-D7DF-4D1A-B972-5737B42B12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997" y="4778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33DBAD-62E6-4050-AD0B-5AE1A64F03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696" y="64946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F2FD93-F188-47D3-8CCC-9FAC800FC7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696" y="64946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1FFC2A-8038-4D89-8A35-874924277A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696" y="64946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8DD320-D739-4D98-BD35-6D38051836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696" y="64946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C8DF41-5D91-462F-8BA4-FA93E251A8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696" y="64946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DF62E8-A8DB-4F8C-8CEB-CC1A796C18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696" y="64946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2416D4-437F-4BF2-9ABD-3143F613D7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696" y="64946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E36B27-0F58-483B-BCA4-50662C8A12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696" y="64946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302B69-A0EF-45AA-BABD-1BCFB15975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696" y="64946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07E2A3-2A7C-4E1A-9289-AAF53D2CE0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696" y="64946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93B9D7-D6B4-4E21-9C08-0878E9AD00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696" y="64946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DA42A7-4CE3-48E7-A19D-E743201DB6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696" y="64946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1C03AA-8F50-4A64-B7AA-338227A637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696" y="64946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C6606B-F724-4805-B747-35C820915C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696" y="64946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8D3A60-663D-4A7D-A956-C49799DCB0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5759" y="53005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62D87D-E957-4447-9242-4AF0A3EE3B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5759" y="53005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1E6EAC-344A-4456-AD36-B5F503137B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5759" y="53005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C01727-6110-4CAF-A4D0-83AD6F1840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5759" y="53005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265237-0264-4EF1-95C5-D89171D707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5759" y="53005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041303-42F5-474E-B02F-403AE84997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5759" y="53005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630438-5694-4795-AA37-CCB044AF01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5759" y="53005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11ACF6-23EF-4B45-8E48-6528CC048C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5759" y="53005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596039-5598-4F23-B3BB-DE96ADD4F8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5759" y="53005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02918F-7C30-4DF9-A3E4-E92F3EA5ED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5759" y="53005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C45441-21FA-4511-A79B-6520C31C78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5759" y="53005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ECB2D3-A137-46B5-AAF7-980466AE1D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5759" y="53005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353116-0456-45EC-9AD7-466CBAE612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5759" y="53005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90EF84-A3EF-4A7E-9A64-02BF4E58B1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5759" y="53005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356D54-D6A4-4F31-8AEE-FFB3DC9D95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3035" y="61700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8EB839-D6A8-4C8F-8453-FF690544C5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3035" y="61700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A113B1-73A3-44F6-8BE8-7ED8C44FE5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3035" y="61700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7B8F0C-EFD3-4769-842E-81BF355370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3035" y="61700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179CBE-EDDF-4975-A587-806360806D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3035" y="61700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3C98FE-3A06-4BE9-B1B1-F7D4BDDE32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3035" y="61700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68F846-6EB0-4534-B344-D4442B2158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1767" y="6180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A7457E-F722-4568-A26D-FA468555EE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1767" y="6180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B80019-CEB8-4E1B-8E3D-051B9B82A5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1767" y="6180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17DD65-44DC-430F-8A81-00C9A04623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1767" y="6180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ACBABF-D71A-457F-BBA5-CE7A0EB7B1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1767" y="6180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7CEDE1-55AF-4A62-B27A-B5FD8A575A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1767" y="6180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998824-4B21-45A9-AEDA-E23153E5D6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3035" y="61700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1E32CE-D604-4C71-AA0B-B5A9F63455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3035" y="61700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2C45C0-81D5-4B93-AA8D-4D197409B7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1354" y="45741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F945B8-86CE-4E5D-A085-24D0965ECC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1354" y="45741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5E65A7-903C-402D-B267-E8ED7B126B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1354" y="45741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7B592B-1A01-4DC1-98F3-6D8DB62073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1354" y="45741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C56DE1-1406-4B57-9745-934BDA4EE0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1354" y="45741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771DE3-D326-4A8C-BE62-E05FAF3C5E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1354" y="45741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EB4ECB-2B95-493C-AB59-6DA273CBE1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1354" y="45741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E25369-2BB3-4494-95FB-0D26EC9BAD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1354" y="45741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D20995-1E19-43A4-94E4-A32C5D7CE6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1354" y="45741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2C962A-A6DF-4B76-A14B-9415DE6D78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1354" y="45741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56D423-CDD5-468D-ADFE-9ABA640CB7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1354" y="45741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37C65D-84C7-458E-9363-849C5B6788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1354" y="45741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649F27-C2F5-4EEF-A8DB-4148BA83AA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1354" y="45741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4063A6-17F9-4319-BC23-70C1EF4F03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1354" y="45741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28F7BD-9877-4CCB-B983-B75126C9AE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4932" y="54401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9BF1B2-BB07-4F6C-BB0A-F15C978778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4932" y="54401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A4DED7-0F48-4F3E-AA45-C9D892AB8A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5775" y="54310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58259B-CBFE-417D-BA93-82809A83DB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5775" y="54310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660007-8105-4669-83A9-42B042232D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5775" y="54310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0E4305-6DCE-41AA-940B-4D6B60553D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5775" y="54310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DA6780-CFC7-4A63-8D49-6EAAD00763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5775" y="54310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1B7495-8F58-45F1-85E8-8AB1DF2DB9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5775" y="54310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09FEE4-8D33-4790-9C0C-6F48171CA9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5775" y="54310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69D984-A21B-49EC-B394-29D961A8C2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5775" y="54310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705537-4719-4097-BEC3-CC197EC569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5775" y="54310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44BD7E-68B7-4A09-9FE1-008D55F739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5775" y="54310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A5F5AF-8871-4682-B9BD-79F76E172D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5775" y="54310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E97733-A1BD-46C8-A14B-CD67CB3FCC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5775" y="54310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28B717-46F1-491F-9722-F784BE35F4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472" y="55971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7DD4B0-50F8-4478-A885-0F8F2311F8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472" y="55971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E18BF9-CCBE-4E24-95B0-280C4FA8F6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2187" y="55939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B53416-D745-4D6F-B167-C428455D6F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2187" y="55939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4EA982-BF76-49A0-947C-83EE087B89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2187" y="55939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DD19AF-336D-4815-A819-F61826A877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2187" y="55939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CD7093-4B32-4EB1-8887-D1736B05D9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2187" y="55939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F70639-F7D6-4A03-9350-7D1BE40766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2187" y="55939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0111CC-0095-41D2-AA88-E368505103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2187" y="55939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1D8456-CACE-440E-A032-40D66D1C60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2187" y="55939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2F4A3D-6CFB-4EF3-95D5-0B7CCA1279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8106" y="56046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431576-E190-4590-8AB0-D21F491F61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8106" y="56046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E434F6-79AB-45AD-A52C-7420B9D90D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2187" y="55939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83BCE1-B1FF-49F0-B5CC-78D354DF1D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2187" y="55939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D010A7-DB29-4A3F-B3DB-5E679CD0BC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8971" y="51869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7A6507-2D13-498F-A048-9CBFD52992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8971" y="51869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A10DD6-B99C-4424-B47E-5AB6293827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8971" y="51869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2E5DB1-3ABF-40E0-96A2-D4ACF21D20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8971" y="51869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7F8FC7-73EA-4F37-88B5-859BD9F839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8971" y="51869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A6EE04-1260-4BC8-ABB9-B0CE3E0799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8971" y="51869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6BC0C3-2CB8-406A-8007-3B41DBD73B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8971" y="51869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07FD74-AB64-4F0D-88D1-C00008D03D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8971" y="51869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DD81CE-FD10-4569-828C-69F41A5833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8971" y="51869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3D7EB5-14F5-44C2-9B11-4468C1B247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8971" y="51869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E0480F-88C6-453F-8F23-B31A065D9E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8971" y="51869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BFBED2-C481-4E6D-BCC9-80600AB0D3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8971" y="51869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35F323-1A58-4C2C-9A7F-1F6687BC06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8971" y="51869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683EB9-21EC-44EE-9878-2E4E0CF2DB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8971" y="51869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7A8213-94D8-4250-A7B4-78BA4F6B5C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1846" y="58798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DB466C-A891-4B28-B143-27A3E36709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1846" y="58798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FEC617-45A9-4651-B628-25F189C5FA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1846" y="58798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689F44-CA73-4784-A9B6-3C53E454CA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1846" y="58798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6795A2-E1BA-4268-823B-9EB488A121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1846" y="58798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04A439-238D-45DE-AAAD-984389F0D4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1846" y="58798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92C7B0-A8D1-41B0-BA85-1E33E7D0CF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1846" y="58798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BBE406-7182-4DFA-BE61-9451A14986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1846" y="58798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7DA61C-E67D-49F5-9D06-EBCAD87022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1846" y="58798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DE4E14-C5BC-4DFB-A96B-777BBB3790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1846" y="58798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1DD89E-C203-4986-8626-768E6C200D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1846" y="58798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7BF044-86B2-4BA2-AB0B-A77B2116AD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1846" y="58798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8FBFC5-60D0-4E3D-AC71-BCB6D93CAC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1846" y="58798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460D2A-C1E1-45CB-8AFF-B5EB274A09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1846" y="58798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51A5F5-6FF2-4C93-9607-4FA830EA9E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8292" y="67482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64D874-416B-434D-A04E-648C5BE93B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8292" y="67482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D9E085-91F7-4122-88C6-EB185507A0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8292" y="67482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C5737E-A8ED-4559-B88C-CCE530D29F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8292" y="67482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1EF206-C359-4E13-978D-1D97D4A634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8292" y="67482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B1FAC6-7984-4FE1-8F42-52A4CDB491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8292" y="67482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383B95-A673-4ED5-8F48-B06611E11E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8292" y="67482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CB1CB2-A5D9-4F9E-B83D-F7A8BE1CAC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8292" y="67482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9D8652-1A5B-4395-AB61-111F212A52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8292" y="67482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F7D806-364F-45C1-8E2D-90B5076ECA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8292" y="67482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84EBF3-BB11-48AA-8B16-33D391B266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8292" y="67482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F1B5F3-4F82-4338-8FAE-2E083F0521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8292" y="67482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FA57B3-CFAD-4F12-9142-C00E2DFFF8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8292" y="67482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075F44-B28C-408B-91EF-D560D9A08E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8292" y="67482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8CBE23-5399-4EC2-8692-0055E07026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7333" y="6376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C1C00C-7F59-406E-AD25-2A36F1F55D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7333" y="6376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CFEB7C-C499-4BA7-ABAC-336E3D2790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7333" y="6376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C0805F-05F8-404F-8E7E-FF835ED6E7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7333" y="6376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CC3353-AB46-4743-A7FD-04103E5A38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7333" y="6376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29E6AD-5AA2-4D05-A45F-B13A189844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7333" y="6376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FC37BF-F80B-4EB3-8DD2-9366CCAD16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7333" y="6376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EAB7F4-308D-4C71-956E-7DD9DB1F73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7333" y="6376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14CCD2-ADF0-4071-A5F5-9D2B0A48FE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7333" y="6376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CDF8DE-F6A8-4200-98C4-D1F7B9D5BC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7333" y="6376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D71928-BDCD-43DC-9FA3-B37AAD5433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7333" y="6376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FE058C-C344-4AAD-9D0B-17ED4EE4F3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7333" y="6376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AC32F5-23F2-41A5-854A-6607557800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7333" y="6376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7A3E23-818F-4DC2-8B86-3AD3CFD99F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7333" y="6376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EBC51C-674A-43EA-92C4-43183B0127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7452" y="52561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46B386-9A9C-43E2-987B-4FAF5BFC1F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7452" y="52561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DD4487-87BF-4EAA-8305-4626BD5DF5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7452" y="52561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9E808C-01C8-438D-959B-8967FC3A85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7452" y="52561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47830B-F559-40E0-9AF7-9101F81A86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7452" y="52561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A30F1F-9DAF-44AC-871C-B3978BA0DB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7452" y="52561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3BDB95-C582-4FBB-B856-13A34FB838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7452" y="52561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9B17A5-F326-40A4-9407-BBF68831B3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7452" y="52561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A5DE66-95ED-4DD2-9F31-80F6377D1C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0424" y="52464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F0E06B-4B3C-46DC-95BE-E5DC4929D7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0424" y="52464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04557D-05C3-4C35-AEDE-E90D68FC7C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0424" y="52464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C7B61B-0194-417B-99B7-E7F66716A8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0424" y="52464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4DD083-D857-47AA-83C7-82508C7FF2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0424" y="52464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89AC27-490F-4080-B7ED-A2D4D2043A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0424" y="52464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346C26-EB8A-4C5D-8BFF-5061295208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4523" y="51180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FF4DF8-470F-49FD-B688-A9E370DF93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4523" y="51180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AF4F96-EE19-4D49-944D-C985AB44A0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4523" y="51180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816BB6-CAE5-4585-A43D-C48476138B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4523" y="51180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9EC9C5-33D8-4DF4-A5AA-E5724B724B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4523" y="51180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1A1657-4C43-4372-80BF-EAADEC98A2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4523" y="51180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F19452-1603-4841-9180-F0D62C67A1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4523" y="51180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F28DB0-EF12-4F80-B1DA-518B0AAF40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4523" y="51180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812519-3E3F-4DB1-94DF-A32B72B4AB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4523" y="51180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C2C532-E549-4577-9C1F-A6D8E16C62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4523" y="51180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3FF68F-8188-43BF-8162-348B395A9D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4523" y="51180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B89817-1E33-4062-9BC4-53989C00FD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4523" y="51180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B07D16-49B1-457C-AB65-A5C05D05F2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4523" y="51180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2ED412-996B-40DF-8F05-05AB30D29C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4523" y="51180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8A910F-2358-428C-A4A3-B40FB1A58F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5235" y="47806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59A8D1-38CD-4777-AB9C-2673D6C765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5235" y="47806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9E4E17-20EB-404D-83B6-F22B7A2AE4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5235" y="47806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D04022-6FDF-4DF2-99ED-FA4FB67C17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5235" y="47806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5397D3-9178-466B-8DA0-79062A5675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5235" y="47806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75E013-5820-4E8A-9FAF-F65464B247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5235" y="47806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86A0C4-09F2-4F97-8B4D-D9988CCEC1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5235" y="47806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21989B-B12D-4E20-A2C5-1E4BE68187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5235" y="47806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EDDBFA-3D94-49CC-AA50-B824ECDC76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5235" y="47806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0C960E-6CC8-4A85-A0BC-3D2E7E66CB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5235" y="47806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CAAD23-19A4-4CCD-9A55-262A44E447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5235" y="47806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390735-D808-42DD-B7A4-98806B63F7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5235" y="47806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2BF7EE-865A-4F9E-89CF-B031FD3120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5235" y="47806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D3F35A-AB6B-471C-9975-689BA3FD30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5235" y="47806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789A61-8C90-4936-900D-045A79AF17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8463" y="51080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4CF104-A56D-4A5D-95B9-44D1648361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8463" y="51080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328EAD-19DB-4E34-B002-82B0EF6284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8463" y="51080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5FE032-64B9-452B-B2C9-A883BD88DE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8463" y="51080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FF0308-3CC8-4D9C-A42F-E80D207573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8463" y="51080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3F1F73-925C-4E6D-952C-B9FE0A0CF5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8463" y="51080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DE62FB-863D-431E-BCD3-EF8CB268E9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8463" y="51080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06C7A8-A947-4463-B5E3-CFEE45E971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8463" y="51080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8DA98E-48C4-4B8E-A94C-D1170CFE18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8463" y="51080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04C8C1-BF36-4C14-9DF4-ECE68C3A0D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8463" y="51080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430A95-50D3-476D-B042-A11E4DAB47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8463" y="51080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C50B64-BE94-4930-930B-33488AED51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8463" y="51080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BE443E-E8B5-4789-9415-1E6FE732AD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8463" y="51080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AE09E9-1C43-49EC-9FE2-A2CF3F91DE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8463" y="51080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D2FE2C-EDE9-4CB5-9CC4-4081E9D26D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7239" y="57186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F80990-3BDB-418E-A654-EABBB843AB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7239" y="57186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2B930E-F62A-4B7F-A49F-3B663582C9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7239" y="57186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663C46-0644-427A-8405-581AD7C164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7239" y="57186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55E36D-CE4F-4476-B0FB-1328B08CB9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7239" y="57186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8E9E68-A4F5-45E1-8524-CD827765E6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7239" y="57186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B42DB0-2ECB-4E1E-A831-501E4A4CEF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7239" y="57186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0CA5A3-E306-40D9-BCD6-D6FEE37BCC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7239" y="57186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ED06C1-B13E-46F2-A2B9-7853A4E0F7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7239" y="57186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BF9F83-09F3-4878-B425-6AC12B6D50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7239" y="57186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236538-EB3B-4B77-83F6-2DBC09F01C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7239" y="57186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169E5B-C57A-4006-809E-1BFC10EC38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7239" y="57186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E83224-1A68-4198-AF77-C63B5B93BA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7239" y="57186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B95275-ADFD-45B6-97BA-B6CBA330C9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7239" y="57186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DBCA6E-2B28-4713-B458-FE11FC6118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8070" y="57101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5F0C14-DD98-4F52-BE37-FB8BA84F45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8070" y="57101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1448FE-E3E4-474B-8D58-C2D4B58D7B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4773" y="57027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F2DC08-CC2E-4E65-96B5-DE68DE6D3B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4773" y="57027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AE7853-2D25-42B7-833B-05E37E36AA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8070" y="57101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F4D907-D9E1-496A-9CCC-961CBC2BE3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8070" y="57101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FEFA2E-4AA5-4314-B4D3-4D61047135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8070" y="57101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436A36-2795-4FA2-A9B8-4C3984D568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8070" y="57101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D01987-0943-45CC-B016-68F29E8AEB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8070" y="57101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D37013-86DB-4B8D-AD84-FDB7E212B0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8070" y="57101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FEE317-FB7E-48CE-9AB6-B0FB2E887B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8070" y="57101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CD9798-1535-47A9-AD30-AC40B054BC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8070" y="57101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6FE638-4033-4964-A02E-72FFADA3AE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4773" y="57027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0CCB5A-8945-4094-8259-36E390C68F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4773" y="57027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D1AB5C-4233-43D7-B2E3-2E70CB9B54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2644" y="58186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AD36DA-3055-4B1F-9C41-B08380D1AB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2644" y="58186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B74D47-4912-43A4-85D3-FD241AFEB0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2644" y="58186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02085B-A17E-40F9-9560-9EF1BE15DB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2644" y="58186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886F87-478E-4C11-AC5B-1F985538CB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2644" y="58186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3777B8-45A5-44B7-B371-D869751C72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2644" y="58186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F89767-0CAF-4DC1-B282-9D081D3C7F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2644" y="58186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2CFCA1-CC8D-47CD-B9F4-2AD9BEB69A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2644" y="58186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EA9C4C-8A9C-4125-9D35-BBA29832C0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2644" y="58186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72FFF2-9409-4034-85E6-A8E8A1C2CF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2644" y="58186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194389-91BA-4100-90F5-835AD223BB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2644" y="58186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270A3B-62E5-482B-9078-E37995C738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2644" y="58186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3E36E0-234F-4B18-8DAD-DD4DA46410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2644" y="58186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B2B605-4F7C-4306-9444-30C5EEF3BD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2644" y="58186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64363D-4F53-4CB9-9AB2-CEE5C7B8CD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8885" y="49357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724897-2626-41A9-BA0E-6BB186176A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8885" y="49357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71C16D-261D-4DD1-A055-89C1B90BB4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8885" y="49357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DE4B37-D00F-4019-B0AF-FB9BE2604E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8885" y="49357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3C0018-CAC8-4D15-BD99-DDA050342D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8885" y="49357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2EC3C7-AAFF-4BB0-B17F-7B7C6945C1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8885" y="49357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326A50-A3A9-4920-AE7A-ADDBB7B323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8885" y="49357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DDBABD-03CB-4466-A3C1-B1E06C5512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8885" y="49357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705C0F-A7FE-4A76-980D-35AA1A21D6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8885" y="49357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C3C5C7-954A-476C-ABDE-9DF671E01D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8885" y="49357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0D99B2-29F2-4239-9573-E0CAB5721A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8885" y="49357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2C6D17-4F39-4D6E-9C8A-41030934F4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8885" y="49357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E077D8-3CBC-402D-983D-0B38BB2541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8885" y="49357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6A1786-41C2-4989-B305-CDB8B79A58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8885" y="49357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CBD7F6-D0CD-4264-9CEF-10FE4C2BD2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4945" y="58778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559325-C8C5-4523-8A7A-FD6F2A5C4E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4945" y="58778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A39B56-634E-40E0-83B8-AD2EF11EDB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4945" y="58778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C81CF3-77E1-4D3F-A590-B06D892F90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4945" y="58778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660152-7AA3-4C54-B68D-4B00067F29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4945" y="58778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01221E-53BD-4FBD-B81B-C68000EF2F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4945" y="58778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3E4053-6268-4CD9-A56B-556B784360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4945" y="58778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D1B815-2FF6-45A2-AD0E-169D1B4506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4945" y="58778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B0EF88-66E8-4A85-B244-ACCAF0095E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4945" y="58778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C527F1-4805-457C-A317-3B4BFEC5F6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4945" y="58778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8F4D51-1C80-45E1-B8F1-CE7280DB37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4945" y="58778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05ED15-D8B5-4418-B797-B977D52F2E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4945" y="58778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6E6F20-F162-47E2-BD98-91D0A2B463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4945" y="58778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8D3E94-124B-478D-A221-8F2FD23AD1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4945" y="58778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36BC98-7210-4F3D-A19B-60D7ECC14F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4489" y="53773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F68502-775A-44F1-A751-405772DEA3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4489" y="53773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85D687-29FD-4646-A8BF-6E145985AB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4489" y="53773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4D9289-E125-448A-8B2C-6C831C14D4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4489" y="53773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C9F8F4-F830-4520-AD2E-1845C6CE96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4489" y="53773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3F8FD7-AE4C-47A6-ADF6-4B5C99B150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4489" y="53773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81F936-6600-4F39-98CA-5338A3291E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4489" y="53773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71A952-42C8-4822-91FF-3DBBBE11EF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4489" y="53773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F37618-E51B-47C7-9E4D-BE4594162F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4489" y="53773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BEC18C-E3C1-4841-B7D6-51440D0742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4489" y="53773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D78728-ED3D-409A-8FA0-F34B247256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4489" y="53773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F64DE4-CD84-414B-9F37-EC3A1754A7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4489" y="53773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CD9ABE-A4C5-4AD7-8573-EF80763E07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4489" y="53773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BDFECC-CD67-46A1-AA9E-E6DFC10E4F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4489" y="53773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CE7B13-FD82-4711-ADCE-795C4185FE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2848" y="53011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947DD8-C539-4CB2-94AB-6853F496A8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2848" y="53011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980BD3-2B79-4FB3-9664-FECFC5FCB2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2848" y="53011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37EA8F-14A0-41D7-ADF5-FB70694851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2848" y="53011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E2E7F1-0EAA-40F8-9C9B-14640162BB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2848" y="53011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591636-2E24-41BA-A005-F329F85E83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2848" y="53011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0729B1-9C70-4AB6-A1C9-4EEB1F7AC9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2848" y="53011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8859D5-9873-4AE1-8FC3-0C70F9D81B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2848" y="53011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C02514-02B4-4CD4-88FE-AFC3E496F3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2848" y="53011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95E26B-C981-45DD-B911-22FF653913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2848" y="53011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99B823-0E17-4BC2-80E3-2E7EE16937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2848" y="53011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E4FB4F-311F-4D24-96E6-0136488BBC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2848" y="53011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359059-12F3-48D9-877F-E93861634F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2848" y="53011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DFB467-2513-452E-AAE9-1E87775B2D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2848" y="53011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C1A60A-9E59-4DF2-AF7E-1B6D54F219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6221" y="49311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EC3772-3935-4EF7-8E89-A46D7B2C5C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6221" y="49311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EEF564-03F8-4EEE-A7D4-A4E2B21D89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6221" y="49311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0CFBEE-CC08-4F14-BB4F-6DDFFE2654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6221" y="49311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B96E11-11A6-4F26-BAC2-C64926E2BE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6221" y="49311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AF5C5E-93A5-4B59-AF7C-E0DE96B962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6221" y="49311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C38A6F-EFB0-4048-98D1-1196B71074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6221" y="49311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CD346C-12FE-4F7C-ACE8-10A9159544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6221" y="49311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588917-E708-45BE-95FD-590CA6D826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6221" y="49311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565C84-AD7A-4E4C-91B4-4A25C496D5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6221" y="49311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CA60EA-BC38-420A-A08F-7A89BE1947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6221" y="49311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A9B81D-16FC-4928-87C9-28051BC870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6221" y="49311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429F01-110E-4DCA-B475-895CDED57E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6221" y="49311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33D1AA-2044-4B1F-BF09-1C47CF8D34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6221" y="49311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DE4735-1DA3-437B-A0C9-5A7D599D85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4628" y="52133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BE27E1-EB4E-400F-BE82-FBF0AD577A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4628" y="52133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41ADC9-558F-4DAE-9B2B-262338E57B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4628" y="52133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EF29BF-E0D2-409A-9E40-4D553BEFE0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4628" y="52133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0C64A1-95DA-43E1-8575-08AFE94416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4628" y="52133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551098-76B0-43C7-8FD9-0E580BAF29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4628" y="52133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5B49F2-A12D-453A-B16B-51DCC37991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4628" y="52133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361707-6421-4B3F-9833-26881B2BA7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4628" y="52133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B10409-9523-4241-AC52-588FD2AD46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4628" y="52133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1269B7-9727-426E-9C69-4F0974A181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4628" y="52133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A9D5AF-D3F9-48DB-91BD-ECE843EAFB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4628" y="52133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AEF0A5-8973-4AA4-92D8-9E3CB00D71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4628" y="52133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3EB520-5310-4002-9B47-4C823003DB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4628" y="52133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6E6361-ACD3-4B09-B63A-7D8369FC4F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4628" y="52133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5FE2FB-F205-4583-9E3E-D6B835AC81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568" y="50876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760594-0C72-45A4-8EBD-A42BE092B3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568" y="50876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8B92B0-DF0A-43EA-B031-F2025F3118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568" y="50876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5F5538-7F1E-4F6B-AB28-D1C7F4312C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568" y="50876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BAD192-A3BE-4275-ACAC-F542F15BC6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568" y="50876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DAC74D-AB9D-49BC-9729-4A171AC5B6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568" y="50876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CFA163-7C0D-4296-AD6A-CE2ACDAF5E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568" y="50876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975817-F8A2-4C10-811E-A0D8DD74DE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568" y="50876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C8286A-E2DB-4DED-9285-8D3970616C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568" y="50876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673B3F-41EC-4BA0-A17A-6C84B5E32F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568" y="50876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21D3F3-6162-4208-A16C-771BDAD14E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568" y="50876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B99BA1-E368-47E3-B7B9-A7F3371983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568" y="50876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2ACB84-A557-477B-9263-0B7F663BAC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568" y="50876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A5F563-D0D2-4B15-8A39-CD31D5C5A7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5568" y="50876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CEE960-3CD4-4A4F-9B6E-3867161909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5697" y="6366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5EC459-8CA9-476D-980B-2B9C2EB305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5697" y="6366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B8B981-FD62-4124-B2B5-CE2DB20910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5697" y="6366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C33A6A-10EF-4AE7-8EC1-1F6CF26368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5697" y="6366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D4FA5E-51E4-4EBC-9B42-4C86502B58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5697" y="6366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DBB958-F209-4C3E-98C8-50B7954B9A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5697" y="6366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D8C1B0-4B67-4188-88F3-E71A2D343B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5697" y="6366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902F91-945A-4F9B-8C98-F6B1805624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5697" y="6366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6A4560-4297-41F0-A7E0-6E6B36FE94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5697" y="6366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E027BC-69CE-4981-9E1B-0AA7636C43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5697" y="6366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DABB39-223F-42DB-8406-EC746B7C94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5697" y="6366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ED9C45-2EA8-4A53-ACE7-BB28421724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5697" y="6366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38E20F-6E17-41EE-A64A-1289AB46A1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5697" y="6366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F83DAF-BF05-481D-AA92-873A05CED6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5697" y="6366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AF094F-57F2-40D6-BB5D-A43925406F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1423" y="46589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437510-FBAF-4E89-B8CC-FC52EB80C3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1423" y="46589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759FDB-10CC-4FBE-840C-1C1DB07D59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1423" y="46589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39F7BE-C76C-49E4-B50F-2DE8EF1070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1423" y="46589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4D0509-0587-419D-8947-74519CDA7F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1423" y="46589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9467C9-1530-4583-B053-8C89C94B6D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1423" y="46589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86F277-6878-4E28-A0D3-55FCF940A1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1423" y="46589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9F078A-1183-49D3-8FB5-81E57C5418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1423" y="46589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559D0A-7E0B-472C-BF35-1B1316EDE2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1423" y="46589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A8CB5F-B7DF-4E15-977C-0E95684E1D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1423" y="46589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8EF137-A6C7-4EE2-8280-C1B75A7396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1423" y="46589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613553-40D2-458E-933D-D97A0468DA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1423" y="46589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52E474-0123-4B5A-8A87-D64CD89B8E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1423" y="46589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8601D9-ABE8-42DC-A19C-6E32CD7435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1423" y="46589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EEE38F-9C49-44F8-AE49-375356A5D4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7073" y="50213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4550F0-F7D9-41CF-8615-C6C262DCBE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7073" y="50213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325613-D6CF-48DC-9D8D-C20DC54B0B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7481" y="50362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C7B23F-A482-4158-B03D-7F64CBE10C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7481" y="50362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6B984B-04FE-4BFF-B4D5-249C925B00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7073" y="50213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3A413E-6466-4568-B6D6-46D15A2DA4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7073" y="50213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65BB4A-1C48-4121-9381-7DB81146EF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7073" y="50213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3BFD26-5BE2-4AD5-83CC-AD437249A6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7073" y="50213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2C8790-87C6-41F6-A49D-36F6C9D9AA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7481" y="50362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C2FD86-807D-495F-A030-6DA0242DAF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7481" y="50362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9EE55C-3F78-40C2-932D-50BDF9B793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7481" y="50362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0796A3-8D77-4BFD-B819-92E07C0619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7481" y="50362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1D038A-7420-4F6C-A8D2-F18128F402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7481" y="50362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5DCE61-09A8-4497-893F-AB146A505D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7481" y="50362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60C682-4C3D-4FB1-ABAA-56E1CDECE3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2423" y="62780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99A83E-DED3-42FE-B155-410E30D6F4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2423" y="62780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F098C8-D0B8-4E54-A44C-70C912C3E1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2423" y="62780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B83527-F4E7-406F-B7AE-1E144BC7A0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2423" y="62780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CF6A04-0808-4353-9D57-D148FBD130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2423" y="62780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1F5808-24DC-444D-80EA-B86337C786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2423" y="62780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79348F-B5FA-4C93-9966-D2F4FFEEF0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2423" y="62780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9FAF14-9DAB-4FF3-A3C2-CCB89FAF97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2423" y="62780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0587FD-49FD-4E55-872B-323225927B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2423" y="62780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8B53B1-45F8-4703-B314-86576A5E6A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2423" y="62780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14E276-EC3E-46F7-A62B-A0ED2A17AD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2423" y="62780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EA3E8F-950D-4AD0-9C26-57E607781E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2423" y="62780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5CA14B-5F97-409D-9CC1-C6BD9AEA2B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2423" y="62780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244564-1308-43F9-BE89-F530DC7C01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2423" y="62780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F72FA3-2856-4680-A1CD-EB639F7EF6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603" y="54100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00CC46-8B75-48F3-B0C2-F9D5B016CA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603" y="54100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1C1FFE-E291-46B3-A686-93724306C6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603" y="54100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57DB90-A4FD-43FD-9F21-2391EA7C25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603" y="54100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A56695-7814-40F5-837E-862DACB5C5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603" y="54100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69BFDE-45E9-44DF-AE8F-26D868BC64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603" y="54100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A9B878-6CC7-4CA1-8D5C-140E6A8C94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603" y="54100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C66424-F686-4466-8C61-20FADAEB9C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603" y="54100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EA4664-A78F-405D-84C0-530E445C9C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603" y="54100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94517D-A42D-4E27-95C9-D2E56FDBD3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603" y="54100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1C4787-31F3-44D8-8423-15C140FF4C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603" y="54100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77613B-13D2-4CAD-B9BD-E69340120B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603" y="54100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996662-78C3-44F8-B131-C11D7CA25F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603" y="54100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392E5D-4B5A-4CF5-85AE-D4F1F8C1B3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603" y="54100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DCFEDC-04D4-42AE-916A-E742596F81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6193" y="56598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6A90DB-9D03-4252-AE7B-7838860243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6193" y="56598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80157A-9E1D-45D6-AFEB-9ADF6FEDA0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6193" y="56598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266487-E58E-4DE4-920A-C309A02B77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6193" y="56598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10CED1-2852-4A4E-96DE-48287E966C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6193" y="56598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6D4F25-731F-49F2-B46C-9AD781FFC7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6193" y="56598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D9CBA6-FC6E-4460-85AD-EE396FCC40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6193" y="56598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F161DD-0CF3-4908-8243-686C21881B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6193" y="56598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0DB9B7-56E7-42BB-8313-E5E6B7FF8C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8022" y="6359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C1B7F5-3F21-4575-9010-23F0762DBE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8022" y="6359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97F1E9-4864-46FD-832A-5D38498C5B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8022" y="6359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E361B3-0A7D-4E0D-B31A-69B8C1AA9F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8022" y="6359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A5DE13-2992-4261-9DB9-6880C4B0B6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8022" y="6359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0A98D9-C315-4811-B5F1-2D2F9A628E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8022" y="6359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4F58B1-0377-42AE-8EA8-47511DFF30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8022" y="6359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CEB460-2113-4A5B-8E5B-6AD7FD9A29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8022" y="6359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75FC7C-C5A3-4821-A900-7CED5526A1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8022" y="6359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035291-7A07-4EDF-96EA-CC63E4A397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8022" y="6359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4BD04A-3514-402C-B25A-764A40085F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8022" y="6359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50F832-07F1-4C3C-ACF5-A9CD9490FF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8022" y="6359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7B761A-B2F7-4A06-AB9E-2A3328B09B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819" y="51739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DDD385-CA97-4DEC-9409-CABEB68757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819" y="51739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A86F32-F7B8-41CB-B7EE-EBDE6EC759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819" y="51739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61F1A9-6118-4032-925F-B0949A16D1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819" y="51739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09839F-98A2-491B-B4E4-DDAE209330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819" y="51739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FF1163-E8FD-49B1-864C-6AAA066334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819" y="51739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350825-EB6D-4224-AF16-6B282B6600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819" y="51739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67FBC8-7533-47E9-A2D5-73467DF3A1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819" y="51739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2C823D-FBB5-444F-A56B-2F77FF1E48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819" y="51739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AA8536-22DC-4B64-8F40-F8BFDD4384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819" y="51739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83C4F7-38BC-4EEA-9CC8-AEA7241A8A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4486" y="657802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1F9299-2A88-4427-BB4D-B4FBE9ABA1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4486" y="657802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C5D9C6-C4A1-47F7-9A06-D738BD1FDF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4486" y="657802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CE5DF6-407B-49BC-BF3A-6A25016C3B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4486" y="657802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E2AE72-8623-48A9-9FCC-0614C1A48E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4486" y="657802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6AB2D8-1090-4284-A2F2-CCF099A201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4486" y="657802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3E5169-63FB-4DEC-A5D5-AF06D13292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4486" y="657802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064929-B967-4359-A24C-AB3570D4A5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4486" y="657802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5110CF-E919-4413-9858-13B348F9AB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4486" y="657802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EBA382-CE64-41DD-93DC-25F98D05D3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4486" y="657802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6DDF1C-7CB2-499E-9EEA-E8142AB211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4486" y="657802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00D22D-5C6A-4F21-A4DA-1926E54501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4486" y="657802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0AF583-4094-49C1-ADBE-A1401017BE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4486" y="657802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37EDD0-6228-4922-8608-D9CA57FE42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4486" y="657802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3C28A0-05B0-4F7D-9FF3-6E5FA2959C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2883" y="48742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A5F2D2-2B19-4BC9-82A0-15F7015087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2883" y="48742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F53E55-99BF-4043-A3C7-0C5149C515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2883" y="48742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365EEF-8E2D-4915-A49C-AB284DE611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2883" y="48742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545F70-604C-4B73-8641-4002047FB6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2883" y="48742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71D65A-BDB1-4566-92DD-55A90A2BB5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2883" y="48742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7C2786-C05A-481C-9B0F-41EDBA5E5C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2883" y="48742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6C242F-B9CB-4AC3-979F-D125834DE0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2883" y="48742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C04445-F4BD-49C9-9EA2-0888F558AC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2883" y="48742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200590-2275-4271-9322-BC581B4290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2883" y="48742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D1C21B-78C4-41E8-86CF-D156D14AAC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2883" y="48742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42B5F4-1244-430A-B4FB-E7C21A42CD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2883" y="48742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BE560C-D04F-442F-9C4B-0E10EA4EEA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2279" y="45956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7256A5-1080-4767-A4C3-1FA06486EE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2279" y="45956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E9D865-EE0A-4D90-B6C7-2E6252C54C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2279" y="45956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F6F41A-CA59-4485-9239-C7E1DCFD9A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2279" y="45956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19B1AC-3EED-404A-BFAD-01E9C92E23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2279" y="45956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47690C-EB86-4190-A550-828BD96C93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2279" y="45956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BB60A8-3257-48C1-B41E-41B1BF1784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2279" y="45956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E51DE7-3285-4DBF-BB06-311FB150EC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2279" y="45956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EFAD03-140C-415A-9F9B-384D0596B8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2279" y="45956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77A82B-3B85-4A92-940F-A6EC66E2B2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2279" y="45956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DA8BC0-31A4-478F-B62E-CAAF415D65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2279" y="45956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DC4397-39B1-4F8E-9604-868A29C281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2279" y="45956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F5E339-DAC3-4ED3-A994-3E98C28081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2279" y="45956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EB9C4D-EF5E-49B2-A142-FCE13B4460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2279" y="45956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548E78-06CE-493F-8E8F-45F5858693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6008" y="46307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AE289F-874B-4A24-8ACE-7BC30FF241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6008" y="46307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739053-102E-4AE4-BEBF-995256C757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6008" y="46307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460A6D-9BF5-48CB-8088-8502D3788D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6008" y="46307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A1CB4C-656E-4CB6-BE3D-45B9AEE0A9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6008" y="46307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621213-3B64-4E3E-BED0-495C8D570A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6008" y="46307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BF9870-3E99-409E-B685-F5F011F974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6008" y="46307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FB35BA-9186-44AE-8448-9B86F15DCA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6008" y="46307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92120D-9950-4173-83C4-FF8FA5E742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6008" y="46307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00D0BE-61D2-4A7D-91E2-44B3C4E086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6008" y="46307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3534D0-2426-4524-9F87-3333E13D71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9356" y="57925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B495E0-BFCD-4032-8DA0-132911688A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9356" y="57925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EF74F4-F63C-4C1C-987E-DB5A6F6FA8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9356" y="57925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CF681A-BB7D-46B2-9D30-97A60E6A53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9356" y="57925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821E0B-A110-4668-AAAD-7A9E585E74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1194" y="58009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E7D59D-78C8-4173-BD54-CD1D53361F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1194" y="58009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AA28E3-4CF7-41E0-A4FB-CEBF1E0EDD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9356" y="57925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E95581-30FC-4137-9FD8-5533056DA6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9356" y="57925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42C8FA-39FC-4A56-81EC-6AF5E05894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9356" y="57925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E8054D-2B50-4AD7-976E-332BD7CE6F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9356" y="57925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C1EF29-2A50-497B-B2F8-249A56DFA7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9356" y="57925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1340CC-A338-4F6E-BB09-CFCE3EC78C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9356" y="57925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70B583-81F1-4FA3-A490-F71C6B14B1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1913" y="55142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474A02-83E2-45D6-AEBB-F0BE95DE5B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1913" y="55142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3DDDCF-936F-4A0C-B681-EF551BFED8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1913" y="55142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585352-543E-45FD-B274-4664814AF4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1913" y="55142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8F23F8-6E24-4ADB-A0DD-FEDD2FB2AF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1913" y="55142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C9D2A9-3E7C-44C4-BBCD-F1465FE7D5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1913" y="55142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745DB7-AA1A-4A8C-839C-CCDD5BB505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1913" y="55142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BEAA0B-CBC6-4B84-A1AA-E4DD90A00E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1913" y="55142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C8BF7B-151C-4D26-99CB-5E984489B8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1913" y="55142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1C9BA2-95B2-4083-AD53-D76135DB52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1913" y="55142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7FCB83-A5A0-4EE1-B2E6-650B4AD7C5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9212" y="50785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048C7E-D91C-4473-B4FC-2DD0B9D6A3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9212" y="50785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9B982E-F926-4488-A4AC-72443A6377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9212" y="50785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FE63E2-81C1-4492-9924-B3114C7CD1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9212" y="50785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5A7768-D660-493A-8667-361AA8464F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9212" y="50785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A20335-6770-47AB-B559-9CED911AF8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9212" y="50785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729F17-4979-4BF0-A273-8FF65358FC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2778" y="50756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5BE09B-430E-4D26-AD72-C1A9DE7F96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2778" y="50756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DB9E00-CCA9-42B6-96A0-428F8CAF83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9212" y="50785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F17730-659D-42FC-9BF7-5DFAC1602B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9212" y="50785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A2C117-CEF3-42C3-88FC-85D6910F46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4067" y="58667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812053-11D0-48B4-8657-A9C87816F0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4067" y="58667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723D7C-7809-4DAF-A970-044CD2429D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4067" y="58667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567A10-8EFF-4895-B94B-B61B106CF2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4067" y="58667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4CBDFC-389B-4CCD-84C9-106F836712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4067" y="58667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0FC708-0FF9-4D49-AF72-AD47A1594C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4067" y="58667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66CB97-EBEE-4FD3-A48A-D0E39FA0A9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4067" y="58667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E5074E-7540-43CD-A0CD-1B10594403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4067" y="58667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1EB3E3-669D-4CBA-B007-1D973D603A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4067" y="58667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20ECCB-0958-4F14-B72A-FD3260E3AC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4067" y="58667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2F37FA-5534-4B33-9DD3-931D7B8A14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4067" y="58667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210D9F-46D2-4172-A4BC-330678AF54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4067" y="58667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C78606-831A-465A-A2BF-3795BA1FA0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215" y="61526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3C2471-FD6F-4DD1-9B28-324140D15E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215" y="61526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7EBC4B-5F1E-4029-84B7-96A7919A43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215" y="61526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399F2F-C959-46AB-9B17-301680434F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215" y="61526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4CB493-A7B2-4D84-806D-CA905E98C2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215" y="61526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4A7C13-4482-4EE1-98AD-CED046F1B7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215" y="61526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4CA7B8-B045-466B-8C41-60B7B91ED8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215" y="61526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16445F-0A13-4743-8E34-4C6F645F92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215" y="61526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3A3762-0490-4622-8FB2-7D00D52AA7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215" y="61526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D3D61D-4D3C-4416-8ABB-B1FA2C5C88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215" y="61526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F93669-A6E0-4F9E-90ED-DC6CC311B2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215" y="61526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B35EB3-E60F-46F9-B247-10F186036D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215" y="61526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7CED47-6588-4E01-9AA9-6569F4B78B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215" y="61526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F2CE79-2C9C-4629-8AB5-672D13BCEB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215" y="61526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25A082-C90F-43B4-8030-16B4DCCBE9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8240" y="46790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F7836C-9938-4DF0-A81E-2BD00D3971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8240" y="46790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D5AB06-1081-441B-9626-36B06A27CA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8240" y="46790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43196E-F45F-4226-A825-90CB14216C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8240" y="46790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BAC6E7-0DD6-41D4-88A9-BA83063A5A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8240" y="46790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F61028-1962-47F6-A194-E41A030C80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8240" y="46790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D9A05C-75DA-4D45-9B79-B7A1B6DF91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8240" y="46790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D8435C-FF45-49DC-9A68-916DC405B9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8240" y="46790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67617C-9F2B-4DED-8F65-3B297AFEB9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8240" y="46790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47B272-1111-4B1D-B1C7-5D5FF33C4B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8240" y="46790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AF401B-5182-4E63-8DE7-DB8A445BF8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8240" y="46790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BBE7AF-72B4-4CD9-AFF2-F060CAD0F3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8240" y="46790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742A0C-3685-4770-9F06-0A98272241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8240" y="46790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99E9D4-8C9F-4D8C-B594-2158107FC9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8240" y="46790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D837FD-EB20-4B5D-8DAB-29807E587A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62733" y="53060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8E5F00-13CA-47C5-9CC0-0B360270F4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62733" y="53060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D34866-41BD-4DE9-8FB1-EEBB76519E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7260" y="53148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61AA7D-D9AF-46B9-9380-C39F393CE7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7260" y="53148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767AEB-53B5-442F-A1BB-8245ACB3EE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7260" y="53148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526438-AE0F-4474-93DA-32BBA408E6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7260" y="53148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B5E913-D86C-4C17-B507-F1BDDFDF06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62733" y="53060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E2C75D-2223-4C06-ABEE-997F5943A0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62733" y="53060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D31E3A-4D65-425E-82D4-D777BFC29C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6108" y="51069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D26F41-F052-414A-A690-EDA8EBBDEF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6108" y="51069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CACE6D-8E71-4164-81D8-85021E0426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6108" y="51069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B41E56-BBC1-426D-BBA7-57F6535FD6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6108" y="51069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AA83CE-FD9F-4903-915A-80487B24EB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6108" y="51069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545E9B-97F8-45EF-9733-4BF2FEF3CD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6108" y="51069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3FC076-C7CB-4C1C-9F60-0B5478AB1E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6108" y="51069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2E1AB7-26EE-4EA7-BB9B-2EB743E043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6108" y="51069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003B41-A4BC-4FA6-A65E-40875463C6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1384" y="60049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5F3FF9-7615-4CC7-9062-120B199D36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1384" y="60049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7C2291-01C4-45B1-BE7F-FA23483ED4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1384" y="60049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3245BC-6423-4BF6-98B2-A515820C22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1384" y="60049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83C453-E8BB-4B5F-83EE-22B3E2EFBA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1384" y="60049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B3E1CD-77E0-4E2E-8D67-5626C5DC9E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1384" y="60049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F71049-8528-449D-ACE4-F621CE1618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3584" y="49463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EA3E83-DB8B-4509-8672-87B1BA7A21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3584" y="49463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497F22-0D38-4D93-B816-55E929DDC6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9908" y="49548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19FA9A-377F-49AE-B955-3503138F27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9908" y="49548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746971-3453-4F40-88A2-5F8BB9476D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3584" y="49463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EEC635-09DA-4B28-8799-CCF0523D39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3584" y="49463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1B80A0-0182-49B3-99A8-71ADCE8DAE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9908" y="49548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0C435E-DB30-4DF9-B515-EE598147FF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9908" y="49548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98398D-FE44-483C-9FE3-6FE47EF67A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3584" y="49463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2FC3B2-08A6-424E-B9E7-8A98BBB8A8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3584" y="49463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6D500D-A552-4F6A-A346-B5D2527673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3584" y="49463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3201EC-261E-473A-A9EE-C6F8BFC56C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3584" y="49463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671CF1-B44A-4D79-BAE9-782CB4426C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3584" y="49463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0E21A0-1472-45FF-A759-8AAAB167FB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3584" y="49463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DA809B-29DE-4509-8715-B947EA8DFA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378" y="54865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132D61-3FD7-40FF-B30E-6D06287D50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378" y="54865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CA7B75-0D88-4444-9E60-B7ACF65566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378" y="54865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B8B8F1-215B-4890-8D2F-F5DDB48B25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378" y="54865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547C0D-98C8-4D9A-AB08-B1CA2406C1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378" y="54865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F49EB3-70F3-4783-909B-2FB0A283D4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378" y="54865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68085B-E8E6-42AB-BD98-5BEAD7527E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378" y="54865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B79A03-10A2-47AB-AD96-D56F30C52F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378" y="54865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FBE4FE-3BAB-4FB7-AA14-9F27A71328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7455" y="48594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A40343-2B69-4FC5-9233-86B5557546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7455" y="48594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431CF4-497D-48BE-A37C-38FA588BB9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15839" y="48707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D7C87F-F3FD-4A41-AC27-E4092867FB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15839" y="48707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5A7543-4A88-4E56-A3B5-0BCD560D95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15839" y="48707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1096F5-0C4F-42FA-A820-5257F18109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15839" y="48707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702684-F7A2-40E6-ABB6-03E733A627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7455" y="48594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89A47E-CD5C-45DA-A92D-9B5ABCD1C6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7455" y="48594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98BC8F-0849-4248-AD50-E359814B0B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7455" y="48594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E7DC39-DFBF-4951-9748-8AD71A9CAA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7455" y="48594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5D2053-D9BD-4249-A8D6-47E3996B3D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7455" y="48594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ADC325-AC2A-4D72-89D8-5B1605E816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7455" y="48594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40EB41-E36B-47E1-B9AD-8B3DACFC67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3052" y="52252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7E40DD-A158-4E8F-A427-9E8F3E0CA0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3052" y="52252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0FA646-4697-4A79-B4B3-21273AFDB4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3052" y="52252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E1252C-DE1F-4A7F-B6C6-86D5F42A26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3052" y="52252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E28D06-46D1-447A-96D5-86208158DF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7553" y="59628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A6505A-5D89-4B0F-9863-1ABB2CDF4C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7553" y="59628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1B9D2D-471F-43C8-9082-561CDE15BB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7553" y="59628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D8CE45-01FD-4947-B2C1-55F10F915D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7553" y="59628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BAD0F8-E343-48BD-949C-3D89C8DDD1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7553" y="59628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6F57B0-8846-4E49-82C8-701E4D4A94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7553" y="59628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16BA0F-8D24-471A-AD0D-3ED7638315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7553" y="59628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8410E9-A2D3-44F5-9D7A-D3E4962E03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7553" y="59628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4C4DCB-B28F-4FB7-ABDC-4158AD6F37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7553" y="59628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C6B118-70E4-4607-915E-3223D95212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7553" y="59628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DBB972-F68F-4709-AE97-632C32BACF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5970" y="56906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05432E-8C5F-414A-B309-6376DB8387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5970" y="56906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E8ED64-151E-401B-8A0C-7DD7CDB2AD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5970" y="56906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FBF71B-FD6E-4EA9-9194-3255F3CA06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5970" y="56906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00FD52-C79F-4EF6-B15D-8EC9451BBC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5970" y="56906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38A507-5097-4DD4-8890-336D1D7F72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5970" y="56906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284A7B-5B40-4C15-A5EA-011504B514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4809" y="48872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886DEC-5095-497F-B69C-62ACFF4025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4809" y="48872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D4980A-8F1E-405D-9594-668AEC4AAD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4809" y="48872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D0ED0F-E16F-4140-A819-162DFA08E6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4809" y="48872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1D54AA-B0B1-45FB-8DF9-AD3E904420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4603" y="55740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A18438-D71A-499B-93C3-F707A89352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4603" y="55740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8CE208-F87E-4E6D-9270-F03867D420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4603" y="55740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3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0B4D0E-A42F-4FF9-8CA8-D130E20E8A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4603" y="55740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3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444793-3038-49B6-B67A-E3A7192BC5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4603" y="55740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FCE92A-E7A0-42B2-90F8-780D76E902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4603" y="55740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CC1C09-FBA4-489F-994C-4216CA39E0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4603" y="55740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6E6DED-EE74-4397-9CAB-7574DD2D38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4603" y="55740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932E38-8C64-49FE-B378-FABA0181A6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4603" y="55740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428DEC-31DF-46CD-B26E-ADA7BA2814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4603" y="55740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4EBE00-26DA-44CF-B9DC-3FE70FF4C4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7787" y="57216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F377DD-E591-477F-AA38-8BBF065362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7787" y="57216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AE9560-B22F-4624-9672-091E9DBE72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7787" y="57216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23A52F-979F-480A-A850-FA8652A027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7787" y="57216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C27E3F-15E0-47CF-A419-D408A66EDF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5296" y="44101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B5F344-536C-4748-AFFC-9DB6EC3A40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5296" y="44101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21450E-7F6B-409D-83E7-CD554EDC66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5296" y="44101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4F414A-1E9F-436E-AB3C-4849EFB966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5296" y="44101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D35CCF-788F-4B66-AD9D-355D1EDA76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5296" y="44101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B35FD9-FB5D-47D6-93A8-8ED126C4FB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5296" y="44101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5D4D7A-661B-4B5C-AABD-0851A6CBE6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0456" y="574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84C22E-3062-43AD-A181-E7D046D6C9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0456" y="574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892EA8-A831-4CDE-A7CD-12D78E6CC4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064" y="52134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C589AE-4674-4BAA-98F4-D534152113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6064" y="52134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CA25DA-303C-4ABD-A731-EC2EECA93D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1073" y="56662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779ACB-19E8-425A-A8DC-E3B0F00286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1073" y="56662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63B27F-336F-4443-8851-AF4213FE13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1073" y="56662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FE7A49-0F3C-4666-9AA7-0E0E59E6DA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1073" y="56662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015662-D715-4D65-B965-218C6A2AF6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066" y="47618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4A6CC5-4A8B-4DA7-8C7B-2FCA4C63AC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066" y="47618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DD45DD-93A0-4DB5-AB4C-5130A6A6C9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066" y="47618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BE1B0B-89E1-4C75-9BD3-A1B13AB3F4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066" y="47618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CABA09-F5F4-4735-9F4A-5E2957972D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0259" y="62734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5607A4-8369-4E81-9C00-1C396C3B9F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0259" y="62734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BEB406-FBB2-41C1-9648-D3B05C75FE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5766" y="53005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DC0A12-3FD9-4B81-B616-7AF4FB3EFE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5766" y="53005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0F39EF-E97A-4565-AEA6-29CAFF0390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1854" y="58798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26F94A-2EA1-46F2-899A-6DF871D740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1854" y="58798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21B970-061E-4DD4-96FE-DECEA8C84A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7438" y="52771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F865FB-5FFC-40D6-B59B-8F9063742A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7438" y="52771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515A34-7791-49D2-AF1F-D30446A9EB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3042" y="61700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333E88-4676-4D37-ADAC-EC121FA2DA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3042" y="61700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E6E8EA-DD9C-47E2-985C-568947CCB2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1774" y="61807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CF05ED-2C90-4FC9-8A9A-E902B4AD8C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1774" y="61807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4D9722-CEF1-48AC-B7EF-4225BE87E2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1361" y="45741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8403EF-1C72-4407-86FD-ADEC760DB0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1361" y="45741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447954-A63C-469B-9589-B717ADC50D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698" y="55549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AA98B8-922D-4329-8F95-C49CC47A96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698" y="55549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9B4666-DAD1-43CA-92B2-2661CAE04F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698" y="55549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FEBD9B-5106-4AC8-BDBE-4F637AB01E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698" y="55549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EB8FB7-FBA2-4F27-ADE8-1D3B815088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7344" y="49080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962549-65D7-4165-8980-DBB9A99D7B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7344" y="49080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B392E1-D193-4F51-AB14-0708311477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7344" y="49080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0AD748-1856-4CD6-8592-1A57B7DF7C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7344" y="49080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2F2F9A-A50C-4E59-B4F6-E16F301AC1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7344" y="49080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5E9A96-B571-4227-A3CD-161A8C733E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7344" y="49080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0812F7-3CB3-4A52-A2D4-E8827E8312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566" y="53633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F1E1D2-C085-4EE0-A80C-6E72BDF56E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566" y="53633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7BAD01-AE4C-4C6B-8831-9FD93F6235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1360" y="45741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115ADC-A973-4452-AE8F-181124523C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1360" y="45741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FD88FF-356C-4657-9B8B-8F25BC4CF7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7573" y="53807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ACD344-2382-4237-A7F0-18C2A5FF27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7573" y="53807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F67454-89BC-471F-A385-A01DC40A3E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7573" y="53807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2062BD-E76F-422C-A799-F8102C0993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7573" y="53807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643E4F-8B43-420E-89B0-EF6F9F5819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0409" y="49973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C8A0E7-2F50-4BD5-9315-5291FBF746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0409" y="49973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E4F566-36FC-4C75-85C9-C2A049E797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0974" y="61091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91DC01-D773-4342-9B4C-F858A89610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0974" y="61091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FD7FB6-DEF4-448A-A489-E080215EF3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8888" y="4935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1CC824-F76E-47F2-8437-90E7BE73A1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8888" y="4935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0677EE-69A5-4C5F-B057-939648805C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0830" y="49818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D36A43-7AD8-4EC1-B670-26464012B8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0830" y="49818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7CF777-27BB-48EB-B88B-091C8072BD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0830" y="49818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69E6DF-142F-4B75-BDEB-7AC3E3BFD0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0830" y="49818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17DFED-6E73-45C7-9ADD-3FB0B04208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2192" y="55939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B89570-36F9-4E75-BB29-B9909964C8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2192" y="55939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CD2D5A-674C-45A4-96FF-5F41E60EF1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701" y="64946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369E51-3B1D-47C1-978A-0880F6D45A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701" y="64946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84E6FF-7704-4763-A86C-C83762EF87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1427" y="46589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36CC00-F5F0-488D-8EC3-38D5430A5D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1427" y="46589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A4F887-1E99-4366-A0C7-E89735E34C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4527" y="51180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9E35D6-871A-43CD-8AE1-676A64C96A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4527" y="51180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B23CC1-2F00-42EC-AAAA-696C125D40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0408" y="49973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E369DE-8048-4178-938C-EBFE434EC8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0408" y="49973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6113EC-6A30-4EE6-995F-0F9BF907C7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2985" y="50149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2D6909-D308-411F-91A7-005E102971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2985" y="50149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218C32-E513-4961-8F00-877D6639FC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2985" y="50149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838B6F-32EC-47B8-9FB4-176329E870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2985" y="50149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700587-B985-4002-BD86-3739C3732A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1851" y="58798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DA96CE-2412-42FB-8213-827CD73F7C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1851" y="58798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05EDBE-36CC-4FDB-9C30-E7CA20A293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1368" y="59995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7451AC-5440-4F74-B900-53AE1F0CF9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1368" y="59995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039A24-9D4D-4283-96DC-EAC74B814F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7679" y="50222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BCCE0F-A852-4A53-8062-FFEDE69F92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7679" y="50222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39EBDF-1DB9-4684-B550-965818ED27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7679" y="50222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FE46B1-A604-4AFF-9CEE-B44BF2BE8B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7679" y="50222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CF60BF-893E-43B6-967C-820AC24FE7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2985" y="50149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69651C-4062-4CFE-93B8-33431A4976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2985" y="50149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E747AA-78E9-4987-998A-3D4EDFD843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2985" y="50149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B92322-4116-4071-8D33-34D85FC258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2985" y="50149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2D90F4-2BBC-4D38-B169-EB21E6438B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3296" y="60064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A82392-EB91-41A9-ABEC-18F74F6A93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3296" y="60064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10BA1D-97C9-4304-86F0-22147DF55F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1360" y="45741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C78395-1786-4E1A-AF67-A8D0019795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1360" y="45741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F23F79-3C32-4043-AE7B-48818E472E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0776" y="54115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353012-0239-43E5-ACE0-75D67C1E3A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0776" y="54115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740CF5-EB7E-439E-84A0-B66F536D3F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4937" y="54401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3ECEE9-42F4-4833-9763-828EEF7B7C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4937" y="54401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C9CF68-9EFE-44A1-AE09-3E8E05C5F0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0256" y="62734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E0B101-5691-4AA8-91A4-2E1F316E97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0256" y="62734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D42B84-5C22-471A-AD24-7736BFBBB5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0256" y="62734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8C0DEC-8931-427B-89B7-27E6A50C33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0256" y="62734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11183F-55B1-4130-A926-560B696DCC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4354" y="5421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AC325C-CF12-4321-BA39-A0DC39B0D6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4354" y="5421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C0F8A7-B927-4DF5-98A1-1D33C0BE2F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9370" y="55633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79E130-A8B7-413C-92AB-2297090A7D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9370" y="55633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DEE0B7-A0C4-4CA6-8F4A-9D4A6DF6BE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4354" y="54210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788493-A89D-49E9-BF46-45E4AD5F7F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4354" y="54210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E04EE5-0BB9-4550-A4B7-BDA94BA0D5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7738" y="57322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BFE711-2E8D-4915-A966-5E5380C340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7738" y="57322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2707A9-1A92-4FD4-98B5-1B979A118F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9648" y="60905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BBCC14-670A-4F96-99A0-196FD20AA3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9648" y="60905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C955C4-F8E5-43C5-A456-92922FCF7B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9524" y="60924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CA83AC-42C5-4C60-895C-49FBFB2AC1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9524" y="60924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11CF5E-7671-40F2-99BB-90C2E64422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45" y="56327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86748F-1E59-410E-9329-2A5166C65F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45" y="56327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8E3AF0-E037-47D4-AE77-F34883A1AB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5239" y="47806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4380FB-42DE-4F40-B659-5E4AB30332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5239" y="47806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E6D8E5-50D4-4241-A3D5-728479B3B0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0776" y="54115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BFDAA1-8869-4544-B6F7-752F054169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0776" y="54115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6EC95C-5120-4AAD-A464-197DA0B281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064" y="47618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69C28A-6194-4518-891B-707987138B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064" y="47618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4AE608-4B62-47B3-A507-08DB5442D2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4353" y="54210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8A1628-E8A8-4B35-A063-F56D5A642D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4353" y="54210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C77C81-4086-448C-97A9-888F8BFF3E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699" y="64946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FCFCCA-6285-4832-A037-58F6CAE612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699" y="64946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9AEF95-308D-4510-B3F6-152D79B32A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3294" y="60064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99FBF6-991F-4F1F-92EF-1886574548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3294" y="60064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9DEC54-AAD8-4E12-B1AA-BF15BBB4FA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641" y="6053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336EE0-5CB2-411A-9780-B426669573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641" y="6053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3CC232-36EA-4CD9-80F7-6FCE5600C2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641" y="6053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3CC9DB-853C-49ED-A0C2-A3667673FC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6641" y="6053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D6DCCC-BA40-474D-8D74-54FE3B10D2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1359" y="45741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B207BE-B73C-4834-9AC4-2C2FB15ABF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1359" y="45741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041334-AF4E-4041-A875-354C1B6A1B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7737" y="57322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347C96-CD1C-4B49-8450-95A58051DE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7737" y="57322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F99C34-A4A9-4BEA-85E7-79E9A3A468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9524" y="60924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533304-D53C-4FD1-8C6C-0682197130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9524" y="60924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8A4DEB-3516-410D-B4EB-A70A8FD496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9524" y="60924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882DD8-0ECE-4144-BA10-4627E7D366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9524" y="60924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B9D331-D33E-4E16-87FF-500EDA48CB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5264" y="64320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579339-64D4-4203-BDB5-146CEA862E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5264" y="64320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C52C6C-8864-427B-9DA1-2C3F150FCA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5238" y="47806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DCB7AB-B04B-49C6-9250-C477D85BC9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5238" y="47806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81C9BB-E34F-4591-AA82-B8019A7D35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0776" y="54115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F99B0F-B717-4526-B2D4-BAF34A84E0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0776" y="54115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2B8518-D5A1-44C4-A45E-C214B34346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914" y="61011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ED2BFC-F86B-4664-A88F-8DB0D89BA6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914" y="61011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EB32ED-5804-4505-8D76-CD094081EF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4937" y="54402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50216D-B7EB-4E47-A7D5-BC7F95E8EF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4937" y="54402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A38EE8-850A-43B4-BBA9-F12C07941F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44" y="56327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135998-F876-494B-8144-CD89762CBC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44" y="56327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5903EA-792E-49CF-B387-CBEBF63FF5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1770" y="61807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CAC2CE-9763-4626-B5CE-DC94AA02B7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1770" y="61807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789220-B1A1-4616-A686-E1BB3032A1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3039" y="61700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E65289-AAA7-439D-9324-8C2A484440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3039" y="61700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223566-D7C5-4852-9BE1-3C97745EDD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2191" y="55939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EDB8C1-015D-43C1-9B94-0EA57507A4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2191" y="55939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212988-9941-4C36-AC59-5427C8F732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2191" y="55939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D23E48-03AB-4309-9202-0E38701D48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2191" y="55939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8725EF-2D0E-4952-80E5-B763D8684A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3039" y="61700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D9DDB5-B29A-40EC-87BD-332035AD76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3039" y="61700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B7AA9F-2536-4609-8F66-1898B9995C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1849" y="5879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D9C9BC-74B5-4C7E-A086-E1538FB683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1849" y="5879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BF4810-9840-46E6-9D99-D018FAF89E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1769" y="61807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E1B5EA-76F0-4BC8-A21A-7715A2D6F6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1769" y="61807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255EA8-0A95-4387-8A5E-CE552D776D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4629" y="52133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2C809E-D922-4552-8111-9AC6EEAA0B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4629" y="52133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32B46C-1739-44CA-91B1-95CEAFB7F0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8071" y="57101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FEA852-0BF6-4961-8EA0-53BE0FEDB3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8071" y="57101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0FDD04-799F-4B3B-B6E7-4234E0F3ED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8071" y="57101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FC848D-8CED-4DBD-BF2D-4ACE11ACD2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8071" y="57101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0A30C6-C333-4D68-B31A-49D106E3BD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1000" y="4778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3A4716-4154-4D06-852F-0D815D3ACF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1000" y="4778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4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A02B70-6214-44B8-B523-0449BC25FE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174" y="5852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F670FD-FFA9-4ED0-BEBF-21D5C6607F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174" y="5852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91FA7F-114A-436F-BF90-C667B3950E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174" y="5852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5F501B-30B4-4B1D-8FA4-36EF9F8242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174" y="5852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4D3F82-D643-4200-95B3-CA1B79E8A8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9950" y="58744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D308EE-2303-469B-93E1-930C169E8A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9950" y="58744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144649-95F8-479A-83D3-396710AF06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6875" y="58400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A956E8-B84D-4022-83A2-E662F3525F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6875" y="58400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150CD9-8AB3-469C-9FB6-B62585DBFC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6875" y="58400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4F119E-DA87-4BEB-A395-67BD77F8A6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6875" y="58400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9BFEAA-FB17-4521-AB1B-467B7A19A9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6875" y="58400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C17112-5DB8-4126-92EE-8300B9AE90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6875" y="58400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242A25-D17F-4692-8A2B-257D624D6D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2065" y="58605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3030A7-5794-4057-9193-6F92B040F2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2065" y="58605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B636AE-4C95-4C19-AA72-F516B9EAF1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9950" y="58744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ED5EB8-B9EF-452B-8FD7-E70B4D78A5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9950" y="58744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9F9259-562D-412D-9D56-BE210F08AE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3094" y="58207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987E3B-801F-4663-A743-18137B08ED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3094" y="58207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F670AC-6379-4497-9C76-C7A5971604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057" y="58299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11BFA0-4A9F-47AA-92B5-06CCD474B6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057" y="58299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264D6A-91DD-476A-9090-4741F2CE78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948" y="58289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C93E22-0071-4A80-B024-69421B83F8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0948" y="58289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92C23E-41AF-4EA5-955F-6868E5FAD6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2065" y="58605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6FC0C5-74EF-4BFB-A5D2-927F611F12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2065" y="58605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F8DFCE-5D9A-49C3-915C-BF8DF890B3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174" y="58523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1DC29E-5549-4ED0-B8DF-29E64E024D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174" y="58523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E7113D-9E9B-4762-ABCF-BF84FA3153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174" y="58523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AB44EF-0C92-4C5E-87ED-325F32F6CD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174" y="58523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E129D4-8677-4CA5-AC18-59B3D52EA3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174" y="58523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CC0941-3C7F-4D0A-9A10-A0BF3133E4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174" y="58523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22BB3C-BB5E-47BF-B231-7C87EEDB4D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174" y="58523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12F43E-3BCB-4D0A-B53B-EFE9D61086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174" y="58523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6401BD-D2FD-439D-9FF7-EEA693C512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1456" y="58302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1FE2A7-2E1E-4C0A-BDBE-89D1D9FCEF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1456" y="58302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371AFF-9534-4261-BCDB-ADDAA93603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1456" y="58302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08F6B9-DF4A-4D59-958B-DB90E630BA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1456" y="58302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7533BE-41DC-46EF-9DB4-2F20E80FBD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174" y="58523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CFE443-B49D-46C0-BC95-FC20292B6B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174" y="58523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E7B4E8-D6BC-4408-92A2-D9A2B83BA1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5334" y="5848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88D7EF-7009-4688-9207-BFC7F330FB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35334" y="5848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BAEE8F-8D21-414A-8292-114052DA0C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174" y="58523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584852-6AA4-44B4-8C79-7218E886A3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174" y="58523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EF7DE3-F377-4D71-B2F0-7223A78866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174" y="58523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EC23C3-50DA-4D9C-B2CF-911FD8C091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174" y="58523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E5D435-A815-4B8D-8D57-FCCD123133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1456" y="58302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53D1CC-178C-4C11-9BF1-1EAEF52F2B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1456" y="58302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0181A8-E77D-4437-864E-F397DF673D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339" y="58161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3BD031-75D7-4696-936F-7F255BE1AB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5339" y="58161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05B0E0-3E05-4F3B-8CB7-C16F359D50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1278" y="58649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3F055D-AE9F-4DAB-B6CA-E56B749EBD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1278" y="58649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32C8A7-A91C-4BEA-8F0A-52BDEC5007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8901" y="58764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3AA91F-129C-48DB-A2C2-FD69F78590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8901" y="58764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317297-797E-4C29-A012-0D1EDCC403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8901" y="58764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1601BD-FA31-4C69-BFEA-C9465C1C09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8901" y="58764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2AAE92-A473-426E-BF56-3B19C11C36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67723" y="58459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9FABF5-5F5B-4921-BDE0-711FAE1789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67723" y="58459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375A50-4882-49D7-8697-ABBBA93EED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67723" y="58459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745E9D-9572-4111-B40A-B642FA2036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67723" y="58459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C81488-7472-43FC-91BC-5151FEA399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1278" y="58649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EDE6DD-FA8E-426A-AD69-9D425EDDF3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1278" y="58649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AF5F16-583A-4DB0-BB1C-CEC097AFA0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5518" y="62143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60D90C-5B43-4CF5-8A84-8A1F996D7C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5518" y="62143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F401C0-B6D7-47B8-93CC-0B01120772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5518" y="62143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A97BF9-ED65-4F83-9A30-D3372CF686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5518" y="62143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B9888A-59EC-4928-AE17-B24E4D5E4C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5518" y="62143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591301-A85D-49D9-A477-7426D0915F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5518" y="62143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E48FE2-43F2-4CA6-B986-F4F27D5AFE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5518" y="62143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468D6F-9CCA-4E4B-9FE6-C4536963FB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5518" y="62143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BF1D98-2704-4C7E-8F0A-C8DD268AEF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1235" y="62597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4CF894-38E1-458A-BCF5-84612356B2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1235" y="62597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BDACD6-8F5B-4DAF-BF37-EC5DDE3EAB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1235" y="62597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1206E0-81D7-46A8-A7EF-8E78ACB53C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1235" y="62597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102943-B180-4C36-9759-4C2326685E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6805" y="62358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63C4D5-CBBB-43EC-BC20-218819B097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6805" y="62358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C3589D-EA9B-4BF3-B1E3-642DA7C603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6805" y="62358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40E4BB-078F-4A4F-A68D-C699B7FF61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6805" y="62358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AEEDA2-2CA3-48A6-B353-0686E6B0D5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1235" y="62597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0D0C13-6838-4A2B-A3DC-FD35060313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1235" y="62597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BCBB7D-E0D1-45FF-8A05-D4D044E5DD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9865" y="62678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B33B69-D382-40E2-B34B-FAC7CD09CB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9865" y="62678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1477BE-763A-4246-9322-8EE5B0C7DD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6805" y="62358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012BF0-DE7D-4D44-9BAC-5217B1A9E8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6805" y="62358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F17105-3B30-4807-B224-FEA0B09A0F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8342" y="62519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AD0D2D-5D83-4951-87D9-6EB1B48605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8342" y="62519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F86CB5-FB48-4763-B5D0-0B303CEE90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5519" y="62143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B9B829-44E0-4410-98E9-39E976EB9E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5519" y="62143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F07430-3788-46B9-B8AE-D9F060DDC4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0982" y="62365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A8C12C-348A-4FCA-85DB-6B6C6E6D7C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0982" y="62365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5ABF68-DC5A-4880-81DA-E336152E7F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0982" y="62365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902746-F687-457F-A4B4-2B23B6B192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0982" y="62365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EB5889-23D9-407C-BF4E-9D14A131CD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0982" y="62365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2168D7-824D-4AEF-8AF1-EB36502706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0982" y="62365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1FD972-777C-40B0-B24B-58B5FC0217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5519" y="62143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C64833-D1C8-43E8-8B9B-2571217403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5519" y="62143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7C196B-972E-4625-B926-6CF74E9309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0982" y="62365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AE5F70-E729-4626-AB63-A19E3172A5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0982" y="62365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E03F9A-BDB9-45D6-BB28-1840916783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0982" y="62365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F063E8-C756-4C8F-AD30-AFA0BF2076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0982" y="62365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D60A9A-0860-4DE0-9315-28E857B1EA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0982" y="62365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4884D7-C187-4C66-984B-A6FD26478D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0982" y="62365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A04315-053D-4694-A383-0C48869B4F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0982" y="62365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3AC250-1ABF-4C56-BA6F-C55F189D20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0982" y="62365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52151A-9C0D-450E-AB06-46EE409428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8398" y="62166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F88F30-C8D1-45DB-BF70-E558703986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8398" y="62166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82B66F-0E1C-4481-86B6-14BE853878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6660" y="62524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446F81-BE03-4E85-B6A1-54FA11DBAE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6660" y="62524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51EFB4-FEE8-4EA1-B150-C9E97E9BEA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2020" y="62388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02E43D-14BD-4199-A4A5-AA3B3107A1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2020" y="62388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262D73-8872-4656-84ED-98F24FBFBE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7177" y="62697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34E58D-4CB5-4581-9C34-FA33303114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7177" y="62697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8E0726-00F0-4EEC-A866-8192AF3A41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6660" y="62524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AC81DB-86EA-4D3F-A60F-569BFF3AFD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6660" y="62524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909FE7-0A34-4E72-88A3-87BF4EDC45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2020" y="62388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BFBD7C-1C86-4D95-9710-F8B4A06664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2020" y="62388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733F8F-F7CC-4BA6-BC83-1CA6E5BAE2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2100" y="62195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2A2416-0871-4C78-952E-DA7679A053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2100" y="62195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7474C0-5B57-4563-8D4B-080723234F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2100" y="62195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55DB03-BE21-42FE-BE6C-F6040BDEFB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2100" y="62195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201276-801C-431F-AACC-2E6165D60E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2100" y="62195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233E8E-EEFC-4218-87CD-EF59716423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2100" y="62195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80974F-A0DC-4255-837E-D67FD759BF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547" y="52334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310BCC-8982-4642-89CE-8E497BAA5B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547" y="52334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C4B18D-44E4-4D44-BAB5-13E8AD69D9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547" y="52334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93214E-5C02-4B02-9195-3B0F8FADB0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547" y="52334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3B9899-DAA2-4D2E-ABAE-60970A96BA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547" y="52334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11A525-EFAC-431D-985C-130F9B565C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547" y="52334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CEA7D3-CF5A-4851-B22B-AC46865580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547" y="52334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FEA8A1-3E48-49FA-ACD0-356E791BFA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547" y="52334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E15614-EB88-4BB1-8D4B-2232E478B6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0FC4B2-0A1E-4858-919A-30A0C34FB1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D741D9-DAA1-4CCB-BCC2-8AA1E472AF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547" y="52334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9CBFB7-5D72-46AE-A8DC-962AFE471F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547" y="52334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F4F250-EAC6-4E5A-9BF9-1892F81CF8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547" y="52334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DD5D2F-B47A-4427-BF78-38882774D5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547" y="52334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43824B-A753-42D8-86EA-9D304CB2A7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547" y="52334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4C89F8-97E1-47CE-8753-828FF75A76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547" y="52334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91AD2B-4A6F-4E68-A5E1-5CD83D05E0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547" y="52334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7F9284-636A-4152-B34F-3E79D48709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547" y="52334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13BD92-519E-4954-A859-676CC08402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F471BB-90CE-4B41-8E92-CD952D3C7F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0ACBC9-D56A-4029-980B-2ED7F71D20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B7682D-FB26-43B6-B24C-7327CDE2CD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4C329A-5DC4-4950-ADBD-56BE386B0D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B22029-7DE0-4177-B70E-5CA8DD858F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038B49-F518-4CB3-B80A-FD0C4564EE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BA37D6-98B4-4F24-9743-759B985689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39D804-3E03-4F82-A75A-5EA7DDC5D3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547" y="52334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5083B1-A508-4BCC-8276-79276E288D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547" y="52334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CBC340-0720-4CFB-AE6A-4633A66201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547" y="52334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327562-7988-4AD7-9895-14538FCE5C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547" y="52334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B7BB05-C748-4BB5-8E0B-BECF918DA4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64554D-CBD1-46D5-9038-A277C47A05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036DE2-B1B7-45C5-8853-0DC3915006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547" y="52334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8F0348-6D90-48F5-851B-5B7D4D49A5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547" y="52334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CBD816-1BEE-499C-BE4B-F2F866752B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547" y="52334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F69B21-6692-4D83-A62E-44DD38EBCA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547" y="52334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E2C47A-8E78-4F51-A86E-DF6F306F00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8A81EB-8C0E-4B68-8BDF-0D2D24AA32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C48899-41F7-4A58-9A81-1916B8069A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9F63AB-3DD5-4267-BD33-0643A2974A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8D2E9F-5F19-4059-A3C7-A09884FB67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96A026-AD05-4B6B-A9E4-45ECD53D63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B5BDC1-D294-4469-8768-BE7D8A1FE0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B00CB2-5D34-4DBC-8CCA-5D41F2ACD3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51D88C-2528-483E-BD3B-EF9E7DB1E7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33F45E-2636-4F67-A07A-1099AA586D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91080F-BC7A-46C6-84FF-D5E0098DB6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0567DC-D8C7-4738-AF2F-EB98074888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ABD2E0-98C8-481F-8E07-B5B9D2AA90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213E89-3311-43EC-9790-E1BE21D4B7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1402CC-8F62-4724-A880-F235A542B7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0C5F86-B9E7-475E-A2DD-1020273485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BE34FC-D4DB-4796-8BD6-1D81BA6081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743314-3527-435C-8AC8-BAB6B8AD11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CA02E2-C49A-41C7-9E8E-1EC68BDE3B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B199BC-3EC1-4805-968B-F473BB3C2D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879A86-43DD-4D14-A1A6-1D23122CF5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9AFF25-55DA-4BE8-B334-526CDCAD98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67EA2B-3D4A-4F6E-B526-2044054838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305B56-1D8A-47F2-93C7-8439CE87A5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5743" y="5226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92EA4C-4042-42FF-9EDC-3E14BDC996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4461" y="52571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44ED01-AE53-4D1B-BCF3-1948515FC7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4461" y="52571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9EBE9A-2233-4883-8D34-15D0460B3F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28C649-FC4D-490A-B3FB-493DC49187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F49CF6-1F25-4E3D-9414-7D48D6AA75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1ECA77-B3E2-437B-B996-FAB6148BFA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B97857-EE2E-445D-89C8-4F0D303D77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40DCE9-7EF4-403D-9246-70BFF1A9E3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AB63D4-ADC9-40AC-86D3-D89F0B7946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91684C-E440-4476-A3ED-748CBE587E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A916B9-C2D8-4AE8-BDC7-34938AF69E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4461" y="52571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0158F2-A97D-4DC7-864C-F4A349F810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4461" y="52571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D9E42F-E72A-4F08-BF2E-DD46728A03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3BDA29-5578-4120-9359-D174B365D0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E05BB2-06CA-41A4-B83A-B4BC179644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4461" y="52571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3C92E9-A0AA-42B1-95AD-B7C595BF26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4461" y="52571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508D68-C361-49BE-A0A5-3F5D04C74A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F736E9-5B46-414A-8A6B-31075EB57A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E9E83A-ED80-470D-81ED-59FEAAEB88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378308-DECC-4521-83A0-7C084E10C3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5B04B6-1CBD-4002-A58F-152B6AC5FD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38DA82-F663-4A4A-8FED-FD6230E705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3B150E-51F4-465E-9C92-8675F837D8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4461" y="52571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EC6D99-E7F9-4C83-BDFB-211981A885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4461" y="52571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2F862C-3222-45B3-9881-2CC45974C1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E013B4-06BE-4304-B894-177BAF0006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94D877-BDD5-4F35-B080-23A1968C8B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87FC5A-24A8-4F7B-A841-1CDE5D8820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A8997F-8EED-4089-A2FD-492A8438BD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EC787A-AAB1-4303-AF6F-2A8BA8DE03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E06FF1-E9A0-46E8-A32C-458E030A69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D93E80-7809-464A-AE1C-5B484D6A20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A94348-3E85-4234-80BE-98BD2681B7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7DE9DA-906B-4EDC-AAAC-28A73662B2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D6921D-44D1-4157-9B02-D8D6F3C900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D722F7-8AFC-4408-B870-F2D8483513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445D5F-BB50-4F3F-86E5-4140BBECCD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DFE186-1BF6-418F-8ACD-94C2B41458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AE2CFB-E646-4590-B114-4B47E0C497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118AE4-0B91-4E7A-B5C5-55CF860EEA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705492-CC72-4AA7-BBE2-EE34B4A03E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E41F23-C2CA-4A5F-9D81-D04FE07A07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B1E9F7-AEF7-4D50-AD1A-097850A871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2F4038-1736-4DD3-890C-5EC4662C6C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2DC5BD-63D8-488C-B2E0-E5DD65D1FB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3091D2-E97F-4C2A-88F8-937E2BDC92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696232-48E2-499E-9A77-5645BE3F1B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AAFB25-0013-4750-89BF-ABCE7D93DF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C39FEC-0895-415A-AEBE-E6719E0153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FD558C-2EF9-4D94-9BA1-44AA9585E7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A3B839-C0C7-4336-BCC6-0AD194C8C1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E17566-061A-4FA2-839C-D0ECBFA106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8C62BE-1685-4FDC-A6A4-ECEEFB97BE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1E81E4-97C8-4584-8051-085656A234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3143B9-F218-42AD-B452-EF27321BF3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328FFE-D4D0-4C93-B320-88C3067D47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0078FE-C073-48F2-AC76-58B31769E7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C69EFF-C0F3-4D7B-930E-57A74D4D77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AA0911-6668-4FAA-8D3A-3D70DAF7FA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388BB9-6E60-4F67-82D5-65344F3109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7573" y="5241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CBDE07-5A2D-4EB9-9872-488D1F2EC7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F55771-83C3-45C7-BF50-9EE2DE39C0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DC7CD5-573A-4910-91A5-9F98F7ED6A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F71FFD-0CE3-4513-A47F-1D6141AAA0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B97655-DF1F-4C92-94DC-AB2C1EB7A1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ABB63D-B0CA-4A4D-8CB4-5929C64E9F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7004E4-BF4F-477C-B82C-3CFC22AE74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B71D8D-FA8F-4AAF-B2EA-237C881967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45487D-2DEE-492C-971D-240C7E28A4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3A7018-D863-4D0F-B178-C155D1C42D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1E6D09-38EE-4CFF-BB09-7B5B072F82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77BD8A-E207-4FCA-88E8-1F14A990EC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C32396-3DC2-444F-A407-F9CEB3470C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CC41FE-C190-46AD-BDDB-FB2C2A5F08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82F7E1-B4FA-4351-9398-99FB6AEA20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7A1A9E-978F-4775-9E61-50899C1646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4D614E-9CF3-4B4A-872D-6644954F86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E8EF95-F4FA-4F6D-B302-9745DBB43B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73AE36-D126-48A4-B011-14CE262DED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B993CE-44AC-466A-8A3D-16C4A97D73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00DA36-CC02-4BF0-A28E-040E632D46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3C2610-7B64-41BF-822F-AC230F5FAC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39DA5E-8D60-4555-9408-4547DF03A2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7B874C-3577-428C-8CEB-87E40A5040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EE1F99-2F33-403D-849F-A271270FC8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D6858D-DD0F-4B32-AF74-F78AE265D2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21E4E9-C969-4FBF-9CC4-D0946D203F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A440DE-E3F5-47CE-ADC9-A6EA8B201C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44EFDE-4E4D-46C8-A5BC-BD8ABD2C61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6B162C-275D-4577-96E3-98CBE85221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4B10F4-E258-473D-BA66-F309817206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A7CEDD-CADB-42A6-8DCD-0AEAD274D1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4134AE-5AA2-4859-8F36-76DAB3265A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E4DC6C-5881-4AF9-B842-ED9D30D5B7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0DC006-8F13-4F3F-ACDF-695B850C9A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05295C-7710-42DB-8335-C6098D7A37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303934-0B10-433D-992B-BD04216527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631DC8-3908-40B3-B824-613605A20F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60CF94-8346-4422-8BA7-46CC518D5B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EBBED2-BFD6-449F-BD7B-5FAD16B0A5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B9A00E-6AF9-4774-B766-05C6D8CB4D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570EE0-B0D6-4E6F-A195-BC3CAE8B76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1D978F-8A2A-4488-B4F1-58AB8302DA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21BC95-A6D4-4A02-B9EA-AEBC60E8EA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020CB9-E791-49B1-9144-3291537823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9B77A1-6F0B-4B66-8C69-3F778FCE39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63E497-6D72-406D-AFD1-178E51F41D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B60BF2-BF72-4077-BCC4-5049FF0182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6D52AE-F312-49EB-816A-09369A58D4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831600-5A46-46F9-8878-52E7194506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634DB8-47DA-4170-942E-03B27B89CB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9D2FC9-DA0E-4983-B4AD-D605E081CF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20A47D-623A-4E16-9BDB-6A165E1B69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6D55B9-815F-49DD-A624-E128A70751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E48B98-5A33-4045-8427-7773516F06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19C877-C871-4C18-8E4A-F6125A6854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AB4322-A4C8-4F07-9AEA-8A12E4732C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7B58FD-9700-43A9-90D1-A6D21B56E1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A36A7C-ECA6-4D37-B36C-A86A524C25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4CEF7F-C0C3-4927-A94C-3D1631CD41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207BE3-3C82-4315-A40E-A9146201F0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BF0E5F-BFCA-457A-AFAB-A66D38CCBD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8EC611-0FAC-4A8E-8EDB-885AF11740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46E6F2-1F01-4259-8BA0-B5E4DB2FC0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A6D0A1-E592-4676-B8F5-3E37E5179C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FEA41A-46AA-4870-8088-8ABE333977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05B3AD-6EBC-4CCF-99D0-5EBE9B6A50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1ABD42-F7E9-4A8B-8B5D-32D910FDFB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55AA85-E87F-4E7E-84BD-4398488B6A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E51AD2-EA30-4A04-B5E7-A2F21A1568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49C449-2173-4894-AC32-DD41F6BEA9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327A37-C34F-44F7-862B-909B494329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C49D83-2439-4DB3-A7DD-21D0F5F152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E8193C-9D92-4124-A9AF-4B59959867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8A460D-41FC-4BBB-99B7-E68CD612B1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164938-15B6-4A9E-8D2D-CF26E65AB3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03498E-BDA1-470F-84C8-C287A93017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3590D7-2C53-4249-86B8-8D9B85A7A0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E9918C-FD1F-4AB4-955A-7568919D8C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B83F0B-FC19-4272-A15F-B1AD4C71E3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0E21E7-28A3-4BF0-AF9C-0E328104A7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550789-1DDC-4922-B166-3CF80964AF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9E0DB7-F4CC-4C6C-BF57-5EE44883C0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0CED2B-4F14-4523-A6BC-42621628D1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A1D4CB-EC04-40B4-A1F2-7F146A96E3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65EE3E-6AB2-474D-ADFC-23CE61DE79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B674DB-91F1-4FEF-BCDC-45B6710155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0B5FFF-4CF2-40E9-AAAC-1A6B8D97ED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DC216B-7E41-46CC-8EF5-6843BB51FE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0BC87F-B12B-4254-904D-508983318C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5C5FA5-A0E1-428B-8809-0012AAF89B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E98522-B25F-4F53-BF94-DD3DE87ACE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C16403-456B-4E43-9B23-B730B44F07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A25005-688D-480A-8ADB-789B91039D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28BC9A-B4A6-4D9E-BF0B-F308978B88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5F79E4-8626-45F4-8919-875D04E4FD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6EB404-0030-4740-9A90-DAD649A62A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2BD539-69FD-43A3-BF6F-A40EDD2D20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5E223E-B16A-464A-8574-55C32F36D1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3BE45B-7535-4F76-B85E-A21EF630C0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EC8CAF-FB18-4A07-9103-6CD594F018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6D3F26-88FE-4C27-826D-B535082F9F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CBBCE8-D379-447A-8DF2-D470E3888D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7723D8-BD59-4327-BF7E-023FC0A49C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D3742F-5A50-4B00-96AE-5F57941BF4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66DD3C-27C7-4CA9-BDA0-0E4C136696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AC24BF-577C-47E6-9C76-0931502EFF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E3739B-5F9A-4DE6-8436-19A7CF0FA4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2A1CAE-794D-49FD-93AF-2FE322A275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D19627-E161-4A48-8C44-9797020DBD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B64D79-A60E-4BB1-9436-CF559CDEBE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617B27-7EC6-4766-A0F1-514A6CEE33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CB6360-25CB-4993-AA75-8A5CC0AE55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03CD84-BE30-42C0-8141-3501A89750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46DD21-D909-4925-A7AC-AA22523A49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285BB5-47A1-4F5E-8B6B-E4C2B90889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DE787E-6524-4866-AB31-A743885191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7AA018-5CBE-4276-A61A-C4155E1435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4FC3A5-A279-4D66-B3B1-212AD2E8A1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C4FC14-7E55-4060-A30B-1A2AF04380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8323" y="4547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28BDE8-C510-4731-8F00-E7C3629B78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363" y="51703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EB320D-176A-4F93-BCF6-86A121113A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363" y="51703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946A0C-7537-42AE-BF61-F174F2597C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363" y="51703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B9AE68-EBE7-4755-A9CD-E60076BA15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363" y="51703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6B3A0D-E78E-4DB0-94F9-33BB38AE44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F651B3-4735-4ECE-8500-04E7469EEE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F9BBDE-DE0F-4706-8C39-C77A24B822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657D93-CEF2-4479-9CE5-55DDFECF14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6FDBC4-FBEA-45E2-A569-F332E2B069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D3D4CD-CDB1-41F7-8C82-0BA0E054F6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79D443-8808-4CA5-9A13-CC091A6329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CB65FB-6C10-430B-ACC7-F91C2870AF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59AA48-8219-4F65-A852-550F5E0EA4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ACAC20-40D3-4831-90BF-575AE9F85E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F62396-D3D4-442B-B3AE-483F4F895F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489CDB-A041-4DE3-B72F-2E3D32F3D4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B6CD78-127E-460C-8755-FAE84E1459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A095A4-5E6C-4F78-8541-A03097445A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C3785A-ECDE-4421-A843-699B4809D3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A6890E-13CE-4D0A-B045-7987B75341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7D8A42-A0D5-4032-9226-1F87B8EE7A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95F722-0D5D-4BDA-B665-0D82C53EB1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8EA3AC-6748-4F5A-9956-802DF1104F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39D6A7-6BED-4627-B24B-AD24CEABD7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CCB46F-D716-49E6-B839-2C6E708A0C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363" y="51703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D3F8BE-871B-4F59-BC05-13F82636E4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363" y="51703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93C505-2F23-48FA-971A-9C6AF9339A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363" y="51703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F8FFE5-A7F2-4406-9E04-BC171163B9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363" y="51703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B058D7-B9E0-4BDB-8609-5A4991B910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363" y="51703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3A4BD2-F82D-4E0B-AE2F-9D3D9AF653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363" y="51703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4242F2-A333-4314-889C-9CD9634F53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363" y="51703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A4D8C6-E764-4A4F-9E00-918F5B464F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363" y="51703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231933-7EFA-4D67-80E0-639F477875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2E87C9-AF89-46CE-A35D-287896180C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A0A477-A4EA-4D4C-BA0A-B6246890A1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67DDFD-ADE6-42B4-86AF-8798CDA09C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655EEA-2FA6-49CA-9B3A-B1D3C80ABD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87E8D1-FBBA-4CEA-84DA-71D741168C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B304FD-626C-4AB3-8097-D5860CF939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746DAA-F83A-46A6-8D51-C9486F8D35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0E5F29-160E-458D-ADFB-4964AE23C4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217AB4-7C73-47E3-915A-10AC42B37E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BB0442-66B6-421E-B7A5-BFF1C7840A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363" y="51703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C5E9F0-0C4E-4469-94C7-2FFBD3E743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363" y="51703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B0263E-2CE5-48AA-BF55-AD50579FC7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8EF31A-ACD5-416B-9630-830E109C0E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C48774-E36C-4231-809C-CBBB1DD711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0A6E58-60C1-4737-80F8-D2BD723B38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BE64AF-FC07-4F10-80D9-63B0B656D2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363" y="51703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A5C2A8-073B-4EF5-9BE5-00FEBEF5E3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363" y="51703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57D863-D8AD-4E50-BA73-D8AE63F589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363" y="51703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9B2C5F-490A-495B-ACD6-ACA7AAFE87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363" y="51703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F41AFC-0581-4F3A-B0F5-18FE7B5D39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3A53E0-4368-4900-9FC1-0F1AA1DA9B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657" y="5142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B3EE80-5F48-472C-AEB8-063FA074C1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363" y="51703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38572B-205C-44C7-8FA7-1A7B884C5F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363" y="51703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45A6AF-F089-4A8A-8B37-25517DDA0C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363" y="51703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AFA230-108B-47B8-8ACF-0D296C0214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363" y="51703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4EF660-DFE0-4513-BE28-926EECE92B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363" y="51703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09FD39-99E0-4918-AA92-7A3C8AD905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363" y="51703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795CA0-1E5B-4A19-9C88-C5F6540E01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BCF9AC-8633-4C62-969E-A40AF9AF0F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E4F379-A27C-490A-8C75-5491B26993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8954" y="6464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E24FBD-BFC9-4399-A7F1-D61B20257E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8954" y="6464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C4E3EF-83C0-457E-BC28-43A12260BD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8954" y="6464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B753DC-1803-4AA4-9A72-D7674E642F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8954" y="6464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9F5A41-C698-4384-8F31-7CD87C9EFF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8954" y="6464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B6B70A-3289-4339-B540-8CB180D65E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8954" y="6464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DD8061-290C-4D67-932A-69D6F3C3BE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8954" y="6464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A2BBFC-4A7C-456E-9AA0-C5F234141F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8954" y="6464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35A135-2D77-4FF0-BE3C-3E9060099B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46884A-4BBF-4CD3-8D78-199FA6490D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A7B805-E063-4389-BAC6-7B929D159F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81A222-C409-4207-9B31-A05043A8E3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04CC9C-F0A8-4A3B-8D89-827DA74AB6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499B0A-1D34-4A1E-B56E-AF30B28164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0563EC-6F54-47A0-9542-22B40A5E3C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C15B6F-11F6-4183-AC1D-B6E59CF8F7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9A6D6C-518D-4AA6-96F6-1881D0B6F7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18F450-43BD-42C9-93D2-33BF709F13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F767EA-0FB4-4582-818B-65BAB66871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7F8514-414C-4CE0-B797-1F369CAC4E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42A4E4-4008-45BB-8418-884FD62B9C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B39B76-A468-4768-9B3B-43E706BDE4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4FFC49-FA94-4700-952D-6680AEC1D1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EE8846-318E-48F1-868A-16C5B01DF5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BECE68-56E8-4C8A-A2B3-D99B52B747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B75BEF-35B3-4B9C-8F69-49C2D1D20A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CF1997-9DDF-415B-B4F1-8746DA0A4B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86B095-70A6-48B7-8778-A76D0F9966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6E33C9-648D-4BB7-A373-1F7A334120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E50A99-48D5-4784-B5A5-52716882B8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1A2F15-2177-4E49-97C0-FB1760B149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8954" y="6464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F7B9B8-6BD8-4385-9C2D-9C498ADA4B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8954" y="6464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3875ED-F9D3-4AB8-8488-2AE252F700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8295B3-EF09-4DE6-B661-7BAC815358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1E7A0C-EC55-468D-8E53-CD7FE3AB08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8954" y="6464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29A6F2-2F59-4130-BEB5-7460912954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8954" y="6464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72D1F2-7131-4FF0-9EE0-3CA7C75500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12B6DB-9617-4A85-8A9E-CF03950871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32D536-1CE4-4DC3-9562-143A75E1D7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265F34-9481-4643-9544-56663D9B72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5219F2-D838-4318-9DF8-9A07DA5426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1280B4-A631-47C8-98E6-EC72892FC2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F5AA6E-F460-4CE2-9683-1B5E5E1299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D41CFF-8D21-4906-B2A0-35CF9D030E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67CB3E-F8CC-4597-B658-C7CE4A922A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635A92-F5DD-415E-82D7-F26ECE0294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6B38FE-E790-447C-948A-DC20F2789B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10B6D3-8EE8-452A-9872-A7F466569C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7C917D-42AF-495F-973E-DA4BF217B9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EE207E-9B92-46F6-AC01-CE8149062D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9C92D6-5BC7-46B1-8B06-F5E631E98B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7D8EB1-03FD-4137-B3B8-EEED006E68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4FD197-4BB0-47F3-B874-9E1B2B3DE6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94DDDA-19F9-4949-A793-04758E17C2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CDB03A-50BF-4B2A-B74A-07E80E64B7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C88DDE-82CD-49FF-87D3-4F63207B4C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2" y="6449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6ACD58-C6AF-4F65-B7AD-81213A53A8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8954" y="6464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F58AD9-7D9E-435B-A56D-C0B63E5A2F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8954" y="6464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59D13E-7902-4255-BC53-49ECA9F6D8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8055" y="59674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C69D85-718B-4869-9CE8-4E47676723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8055" y="59674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C4A817-3E7D-43B3-ACD9-278C8656FF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1516" y="60006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F2DD76-189E-4CDF-A137-279314BAFE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1516" y="60006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1DDACB-2CB6-4421-9153-A2D8C9ED4F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1594" y="60135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74DF42-B6F0-41D5-92D3-7C019C196D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1594" y="60135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D6C4C0-5FC7-4423-9AE3-9AABDCDAC5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263" y="60206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D60F13-D663-43C5-92E2-7EE44CA82C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263" y="60206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5DAC69-4723-4F7D-9ACB-AADD5C4E53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1516" y="60006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454E07-6C25-4C07-904A-AB27717B80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1516" y="60006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84B735-479C-47B2-99FB-46B08C6739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1000" y="60307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2E9F59-9B0E-437E-A392-81DC931DDF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1000" y="60307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4E4895-144E-4C74-8EC2-514A19C9A6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263" y="60206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C849D7-3B42-40D8-A841-F90E7F813C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263" y="60206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8D1FAF-76AC-4BF5-B56D-D45B4ABB31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9520" y="59707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A8DE35-61FB-4817-BDE5-B781FB2278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9520" y="59707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D280BE-4021-4B89-8FDB-07EB358C41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6224" y="59892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AB4E68-0475-422A-B5BF-A9A65D7DBA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6224" y="59892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966D4E-A91A-426B-80AE-EB87ADE51C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8265" y="59989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963D23-FF66-41D3-9179-702AF167BB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8265" y="59989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03C402-2158-44F3-BE6F-91F8D76B89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8020" y="60015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BA71CF-1A78-43BC-9986-A630A4538F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8020" y="60015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98AF1B-7EB8-4329-B3CD-306CDAB54F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4995" y="59818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88C6B2-945B-49ED-84E7-F642194963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4995" y="59818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8CB5F2-2A3F-4DA2-9C44-CF6A08353B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8265" y="59989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34ED9E-0667-4B13-BEBA-7D64E0A167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8265" y="59989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9AC15B-656D-4751-B492-703030F866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9946" y="59798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5C98F2-42B0-4EA6-92F5-59175800A4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9946" y="59798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B67078-A9DA-4E92-8E79-0ED5A00781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4995" y="59818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B26351-D9FB-47D9-A0E7-8B975D1EFD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4995" y="59818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8C9D85-3772-445D-B098-506D1C202C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0767" y="60268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15C824-C11C-4B33-A038-F70EEF303E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0767" y="60268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9545FF-C150-4F91-BBAD-C96933BAE4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6224" y="59892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0C7761-95FC-4FA4-9736-019C2E9A2F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6224" y="59892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562965-C799-4254-89E4-E95BD08ADA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4812" y="59836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C0BD66-3A8D-405A-9C21-563A07FAE6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4812" y="59836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53A90E-528D-48C1-9ECF-CE0063B964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4995" y="59818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995E3A-E11B-4C3E-987E-BC3D7470A8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4995" y="59818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61BBD9-4944-436B-B409-3D81EF8974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8020" y="60015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BE0696-B57A-442C-B134-1BE750E050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8020" y="60015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24AF9C-729B-458D-8A16-9D608A544D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6224" y="59892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FA7392-E385-4A69-8B99-15FAF5569C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6224" y="59892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B9EBCD-E7C7-4C4C-9353-AE578B69E9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0767" y="60268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D0C8EA-3356-49B1-B42A-F390CD754B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0767" y="60268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0AF27B-EB8E-438E-829F-05A5688DAC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5048" y="60123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FC54E5-13DC-4B85-95F1-28967CBA52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5048" y="60123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9EFFC5-3E88-4772-9713-338DF8A2A3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8161" y="59998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B74FF6-833A-4E84-A9D3-4DFD6DD57C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8161" y="59998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56C732-55E2-48F2-B699-85638E5B65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4811" y="59836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7634CE-1055-4306-9E9D-4F5B8EFA63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4811" y="59836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13C6A1-088B-4BAD-83AB-384695B59B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0767" y="60268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6EF267-FC44-4EF5-BB46-5D78131025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0767" y="60268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8751A0-019E-4A6F-86B6-7AE1562A07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8160" y="59998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B8CA86-2EE4-4A75-99C1-4E9B0C1DFB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8160" y="59998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445FC8-C87C-463F-B702-DAC7A5F590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4448" y="60057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6FDB85-F991-4793-B70E-091114438B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4448" y="60057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4F182D-BA53-4292-B733-377C31845E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8561" y="60157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511AA8-481A-44B8-BE77-961BF18099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8561" y="60157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869B82-FF24-45C7-AD58-19E1AE6083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8561" y="60157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ED6B37-B7EB-436F-8854-AE13BEDD78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8561" y="60157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3106C1-C558-4660-A94D-1ABD32B6D9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59C4DE-EE4F-4A38-90BB-767D53F6D0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60045E-88B4-4182-8C35-537BE06C76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62B6F2-9625-4939-A4ED-9AF683F999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A9F07C-3D6F-459D-99B4-7B82E34D1C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0868" y="55542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E00A32-E8E3-47A2-B41C-61AD435116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0868" y="55542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1D1B80-B665-4174-9790-F9952B6098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0868" y="55542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CBCAE4-C360-47A3-9486-6629E07E38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0868" y="55542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19FCA2-F5B0-48D6-8100-6DCB02F02D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414504-5592-41CB-91D0-8CC628B764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93AED8-4814-4809-AA65-FD8B278534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0868" y="55542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554C76-B48B-4296-96D0-7D341FE2BD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0868" y="55542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4068C8-B6C1-4A26-9300-C5C314D438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20D86F-C905-41B9-B384-CB618B09E6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A9F867-F39E-4EDD-A1C0-782501699E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645B1E-FA48-490B-993B-DC6FA3CF00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C112AE-37DE-49DC-A21E-C7EE143824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982C13-6A85-41B5-9C95-2A611AB84D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E081C9-1831-4BC1-9307-6B3FAA1598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BF2AB9-F01A-485B-AA6F-9A307F9FC9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D313D7-42F8-46E6-9529-54A6BD32DA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B96509-DA41-4A12-B3CB-303341E062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9A3BE4-2F92-4E59-8B06-884EA99B14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E7C182-9633-42F8-B515-9D3E454E41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A0979A-E170-4C7F-945A-E892783044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F2F9CF-149A-466F-9908-3F6CC1B2F8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7C5A8C-A108-4A42-B4D6-B08AFA2A66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C37B8D-CD41-447A-8233-6ED536A428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0FED4F-AAA7-40AB-B259-62D292392B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0868" y="55542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543875-65E3-4437-B5CF-3ADCB164D6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0868" y="55542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56B85A-5D1F-4554-94AB-DBDE8F606B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11623D-6CA3-422C-B42D-4E85FB6BF1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ADCBFD-ACF6-432D-B5C1-1EEF7D683A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71D88F-5FC0-48D7-899E-F9DB38E082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4CF7EF-ED71-476D-9D70-FAA5DE497F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0868" y="55542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11C77E-F6D8-4F97-B20C-CF95A1A1AE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0868" y="55542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5EE3BC-580B-45AD-80C3-5B3824B701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636C3A-6A1A-45A0-BAE9-A50AF6BD31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069318-132E-43ED-9520-25173301D9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071842-411A-4BDC-BBB2-E970ED8F18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9036F4-D255-41EB-B3E2-EF5C1FC1B0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EFE633-24B4-4586-BE2E-8524F6F4C6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716D81-84C2-4617-A9F0-D96A862F9D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25D502-557E-4B4D-B3B0-F039DD36B1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BCF96A-DC23-40C1-B2C9-9C38958BB9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D69F40-C617-473E-869D-A87D9B7247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97477C-C694-467C-869E-4FCED4F092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7472AF-C5B7-44D3-A118-F8130294F3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D1160E-95E6-429C-9A75-9D99959476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D59B0C-39DC-4482-B236-CFE11AF4F9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621D9F-3047-425F-9205-62F9C83BC1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0868" y="55542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686FE7-4928-4001-A3E4-17BCF79E8D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0868" y="55542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C8299E-10CA-4734-90BE-9B9D7E3B6F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0868" y="55542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EBA0A0-4AC2-49C6-AECF-86C2AC0CCE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0868" y="55542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A4A102-6AED-498E-BB29-CF69B9DE07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827C62-91CE-44CC-B6B4-FC5BD8E79C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324FA5-3826-42B0-B57A-987D93CE64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348F4A-33BF-4541-8C1C-5347300F12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E36220-D9D3-4DA4-9771-FB4622B101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E6316B-09C5-4A12-9FCF-8F0624675E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1" y="55669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59B2EF-2615-4F2A-95AD-A00CD690B8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6A0942-60DE-4537-B226-ED24F7EE0E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EE62AD-DFCF-4374-9A0A-B7F6E90BBE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33FB5F-A716-4528-A35F-D05215FE66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2E2C4B-69F8-4944-B98B-80841C1E31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1D5026-CDAD-4926-AD76-792BACB543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C9F77A-21CD-4705-B86C-9FAFAFC151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C18016-F279-429F-9D42-5CC415C264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6F185A-25C5-482B-9A1B-D319C3ED12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DEADB3-449C-4B4C-8E6B-BE9AB99C3F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95EA53-69AD-41B6-B813-62FB271D18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A33370-E773-4E26-B063-A756769F24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32B458-E6CC-4606-A92F-973EA44CD8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F3FBC8-CF71-4D78-8682-C34CD9B590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56D2B6-EC79-4E84-A229-3792F1FE3F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405704-269D-4244-8AB6-0DE65A464A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661F94-16CD-434E-B2DE-66CB3EE2A5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5CCEDB-9BC5-4310-B732-3B1E650ACD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007951-DFF5-4C10-AB8D-CCA42D0CAA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49E5D9-EDFB-4C96-855D-BBEB6EFCA1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2FA536-1426-4C58-BC3F-5FEB0925CC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0A82E4-199E-419E-8534-4F4390CC1F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AB3416-F89C-4F7F-9006-E6F0B99B42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37ED6C-1A39-43B5-9576-14527D9F68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16560F-EA1D-4268-B8AF-659178F18D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37FED8-9A24-4C30-BB3C-A9A16D237E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D6C41D-E8B8-4896-BD88-853EBA1A35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F15565-0768-43B6-9195-D6D7087FE9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D47BCE-C700-4097-ABA7-8E810CF71A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E58F0B-1B74-4FD1-BE1E-8C543553A0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301587-4BD1-472F-BE6A-69FC20F749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0F88E1-3794-4783-A74F-4559ABF761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177917-8876-4FC3-A0E2-D2FAA14963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D8386A-2958-46D1-A855-63B9A3407B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A0CEB9-7CE9-46E2-BD2E-EB571B5AB7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D78B7A-9907-40D3-A434-F25DD4DD7A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DB063B-1231-4686-A44E-12C7F416EA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566FEA-D330-4731-8996-C3042FB16C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CA1CD7-84BA-42E3-918B-EFFDE29F0C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323BE0-A826-4FD6-86BD-31DB6AAFE2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9D50D3-A872-4840-905F-643470981B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665281-B92F-46D4-84D4-D93072E501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98EA98-1BD3-4530-A935-1B786A0485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E1A149-924A-40B3-995B-3C43ACF5C7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AA9701-7AFF-4D10-95C8-B021977BEF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FA7EAD-BE55-4FA2-9426-40541E070D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F66521-C519-42E6-8D4C-837859BD10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8F6A70-3864-4EBA-811A-9F9FE0704B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76D703-C8DA-44CF-975B-46549BDD0F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F34E8F-E58D-4226-8C35-4C984C8DE1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95DD77-B593-4E81-8AE1-068C03D025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635DEE-A834-4F22-80D8-3FA721FF6F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E225CD-ED5F-473E-A562-1AA4B9496A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D888FE-C9B1-4521-8248-9D108000E9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46AC5F-3E17-4348-9B24-5D317952AE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5742ED-644A-4313-98ED-E65E32A874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CFF984-B2A0-4431-917B-2617EBD26C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125E05-56C2-40DE-A006-1E9FCC5FC7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694046-80B0-4ECC-9DC7-496CCF1739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633954-929D-42DC-B767-91CEE55D37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4" y="5024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6A68C3-CA8C-49F4-9ABB-AAE19CA6CB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569FFE-0E79-4608-878D-2E2B93E591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D4886E-5A92-4CE7-A7F2-34DC170BE8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433F7B-90CD-4562-A585-E3540E49B6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A95405-4E96-4AE9-AF71-08FB8E76D1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446A2A-74EC-4996-B334-8D327EA7D4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787606-9987-470E-B8C4-9E7E994B7F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A35DC6-FD00-4368-83A3-A683B16FF2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735AFA-EFF9-412E-8FAA-9C8AD753FD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D921CB-4B01-4AA0-9581-9552A7A6D1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C78384-5CCE-4BE3-845C-098D38EB5B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B286FD-874C-4E4B-913E-DDE721FC0E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773490-E743-4CDD-A60D-7D274E6F82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62B78E-5D22-478B-AF4E-813C9F66E8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BCD591-F517-4346-8C95-907F1F1AF4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C70BA7-5CDC-4F3A-B896-1EEA91E4DB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74125C-6393-497F-A826-6CA5069044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24B985-3D8A-4766-902C-86FB11676D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F64A9C-8147-4273-9A8F-AF5637062F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26ED0C-D94E-4186-BE28-3BD4538A08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F5609D-517E-4D28-9BA7-EF213A11CD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E4765D-CAC3-419B-97EF-96A6D33E2E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F55BBE-50AD-4F42-B782-335107C689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9703F4-266B-4DC7-8BE9-F09DFAB5AF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9E3C76-43CB-4C54-8483-D9E09BFE01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E40AC5-3B8B-4D64-BAAC-B4FC471B49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A9C032-4F66-4F0D-96B8-BE031665E0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5A5BE6-50C7-4EC6-ADA5-410BE9F906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45FD2E-0A82-41CC-AD06-5362F354F2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AC8727-2A7E-49AE-ADDF-062E21B76D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2BB95F-FD7F-4654-97A3-F31F7DBD9D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F83C6B-864F-4519-9B13-3286E8488E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2FD00B-31A4-465C-9513-006046CBFB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456CFE-2DFC-431F-905C-6CA26AE460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EC3148-21EF-4C29-9B98-FE4573EB1C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CF705D-9B59-4240-92F7-4E5D2065D9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8D74A8-8BA5-4E51-B559-04599E114D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1DECD6-4110-4C4F-BAEE-627B48E08A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D7E2D5-7513-4F94-B3C4-A5A30648E5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FC1C80-F4AE-48D9-8E1A-8A0951EC3A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FC2063-2B3E-4319-81CB-7928695B84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3E13F0-A1F1-4E83-8BF2-7114F4FC9B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002415-8C23-4260-BB9F-43444934EC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48E0D9-9938-4B93-A3A5-B80609D85D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7929F1-CE57-4C31-8190-6D5042FC13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B37F91-8CA1-4A9E-9945-3EB33CAEB3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565B5D-46C9-42EF-A96D-20DDBD39F4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ACEBA2-7D00-4CC0-A15C-4E07632B2B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51A8B8-B5B7-4D12-809E-CA69E1F011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C83681-FEAE-4436-8EE5-953DF703AD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9408F2-3347-4FE7-97BB-F767F53A82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81092E-2B75-4428-9D73-C64976B100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602861-74A4-44CC-8778-9BD8D192C3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BE10E4-35CA-4BB3-93BA-EC3DA70289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198C91-D10F-40EE-AD66-61F335E972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4FC5E8-5A59-484C-B470-57CBCDAADB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71EFD2-82B4-4484-88D8-0AED3B733D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D95B7D-6BA3-47C4-92E3-9F4B3282B9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CD9CCC-CAB6-4632-AA21-139252158D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14FB74-A284-4D1A-B782-F72B752977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1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6FDEE9-4A4B-49DD-9BCD-C220298770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8092" y="64450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CC0969-C36A-4127-BE1E-A3657430BA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8092" y="64450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DCE4D9-F43C-4F64-B01F-716D50E466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8092" y="64450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CDB0B3-482F-43D3-BADB-BAD14F11B4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8092" y="64450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5FA4A0-0A53-4383-8BD6-7D0F86282D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8092" y="64450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27BF84-3932-4A54-A54C-BBFCC30B66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8092" y="64450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F1506C-6CE8-4F0A-AFE3-7F50EF9D97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8092" y="64450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9FFA01-2946-42F7-BAD7-B6364F6BE7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8092" y="64450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280D4B-0B4B-4A07-8492-5212D7FAFE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8092" y="64450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29465A-D6A9-4F9B-BCAA-412EB9AD3B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8092" y="64450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7DC1D1-4576-4DA7-9941-6ECCDB50E4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8092" y="64450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EE71EF-95FC-4CEB-BD9C-F283BD6055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8092" y="64450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F4423D-0DD2-465E-B563-169A2AE956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6252" y="64668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737393-876F-4ED2-A664-EF9C4DDAC5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6252" y="64668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3EC18A-1A03-4041-98DC-A78A5AF70C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6252" y="64668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2F588F-3A8D-4306-A37A-6C632132C1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6252" y="64668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8714F0-2F2E-43EE-AB0D-270A4674F3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6252" y="64668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3B794E-B7A3-4C1D-A61B-BD2E22E507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6252" y="64668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E2A041-714C-45F7-9F08-F23DDD5A32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8764" y="64905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A527DD-5624-4CBC-BE99-191415500F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8764" y="64905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009175-9F1D-4CAD-AA66-0A78C768E6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204" y="64734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D268DE-6D98-4244-B34E-082637C497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204" y="64734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AC0880-55DA-46DB-9E53-359623A7DC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204" y="64734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E784C0-BCC5-4C20-AB12-37F9B32128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204" y="64734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4A0A13-A000-4E41-81B9-E62264986E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204" y="64734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B9EDF7-9637-4A0D-A353-7493969C7D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204" y="64734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AB9478-46B5-40C5-896C-B911FB3BB0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204" y="64734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3FCE5C-AA9F-444B-BAFA-4317C3F41E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204" y="64734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0849A2-6AEF-4AE8-8863-5104C50CC5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204" y="64734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9227B5-3FD6-47E0-9093-D42A3E503E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204" y="64734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004916-2883-44F5-88E7-3B0083D701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755" y="64540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80B2DD-FBA0-4EAE-ACD5-D21C8CD290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755" y="64540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7CB88A-8029-4192-AF18-2CE09ADD91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8090" y="64450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4E6F5C-0180-42A3-A00A-DC232D3FFD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8090" y="64450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150199-4588-45A1-9668-68C6CC2B5E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8090" y="64450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77BDE6-EB3A-4CE1-BB95-44EA72884D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8090" y="64450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323F7E-ABC6-4EE4-A693-C195BF914D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6251" y="64668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AFC78B-98EE-4351-8284-E6A6935791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6251" y="64668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A11760-0367-4034-9523-7E53EA30AA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6251" y="64668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38489C-A0D9-4303-9026-A8D3FDC044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6251" y="64668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8F2205-4C19-4CD8-8160-31174907F8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6251" y="64668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5EA210-500B-42E8-958C-EB7C647520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6251" y="64668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15780E-38A6-449A-B50B-7EC7F5FAF0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204" y="64734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1761AD-5534-45FE-BFC7-FCC4801333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204" y="64734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AB0D72-E16E-4401-9AD2-EDF1605F4B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204" y="64734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F901E6-A1E8-4C3E-9B52-F9E5F27681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204" y="64734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CC4487-04E1-4E2A-94BA-B26F9CC2DB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6251" y="64668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124D39-8F0A-4000-AD96-41C3BD0749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6251" y="64668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D22AF8-7D8D-4140-959C-FD90608DAC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6251" y="64668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DD0CA6-8C37-48CB-9C7A-CBBF080A6A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6251" y="64668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8C7BAB-72A8-40E6-B6F4-B3FD602468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6251" y="64668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AC36BC-13ED-425B-807C-2C91211795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6251" y="64668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85370B-7362-4B06-9C7F-A877BCCC1C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204" y="64734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128394-3FDB-4274-BB83-E1BF4DCF9A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204" y="64734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4573AC-F8D5-478F-BEB0-145DA106FC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8090" y="64450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8737EB-AA05-4452-8B95-915E06D7C4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8090" y="64450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9F3AF3-62B1-4C83-A38F-0E9BE34FBF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8090" y="64450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F8ECFB-23C9-478C-B20B-D78698EB00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8090" y="64450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2D9277-92B1-43F3-B05B-3790FF5BCC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8090" y="64450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C73369-5C1D-419A-AD16-8032F4171A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8090" y="64450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0BA7CB-6C6F-4A9C-A120-18327698DC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5304" y="56443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869A1C-D748-4FAB-94CB-177DD7DAE2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5304" y="56443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1AA410-52A7-40FD-8A6C-9DE180870D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711" y="566382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C9794C-1886-42A8-A3EE-1039BE55A1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711" y="566382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FB94ED-08C5-4829-8CDE-D854D10D03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711" y="566382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BEB1E9-254D-4638-96DA-C1BAC9ED8F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711" y="566382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9716A4-872B-494E-BEE9-94C8156B2A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711" y="566382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20E079-59AB-4E25-B74E-9D163369E0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711" y="566382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5EE1C3-DF33-43C7-89F0-3F4254D4E1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711" y="566382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088ED7-7445-464F-A4C9-6D477C86A0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711" y="566382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F6A31E-550A-4E7D-89E5-5C6CBE75F7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5304" y="56443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5ED2A0-AA01-44AF-9B7C-4FACA58CA8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5304" y="56443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7554C7-FA8D-4115-A2DA-3EDE6FFBD7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5304" y="56443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0E942F-5B7E-4F59-9B23-266FD7882B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5304" y="56443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ECBEC4-822C-4C92-95F9-B26E10C19B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6940" y="56506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B4A07F-9ED4-4F43-9B9A-3DDCD18CF9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6940" y="56506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BA0A8D-95AE-4A99-9598-9123FFA025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2124" y="56227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07D0A8-2404-486D-A40E-3E62E76430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2124" y="56227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A393ED-240B-4140-8CB9-FE8E8E9EAE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5304" y="56443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189543-DC3D-4FA8-93F0-BDDD176665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5304" y="56443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693A41-7561-4B00-A265-FA1DFC43CC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5304" y="56443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ACDE3B-6343-4109-A299-295B5FE8BA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5304" y="56443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366293-6ADE-4D1A-9A69-88AFEC54C8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5304" y="56443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65B2AC-E673-4C06-B864-05598B351D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5304" y="56443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84B4C4-A587-46C7-8D8A-474C965580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711" y="566382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754A23-FD0A-4076-96C9-30DFCD5F1B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711" y="566382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08B93F-630A-446C-832D-ECB5E2BACA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1299" y="56704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CE7BEC-3736-44A6-80C6-11BFE05167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1299" y="56704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D00F75-A7AE-4255-8DCB-368E026479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6940" y="56506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C35E5F-1476-442D-B38C-CB2D78BD34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6940" y="56506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76B19C-2E12-48D1-8070-6F303B3288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5304" y="56443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26EEA7-5D72-4051-B32E-C9600316C2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5304" y="56443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7CBA82-1742-4ADF-A3B3-69C960D736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5304" y="56443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DB42D0-7292-47B2-B87F-10DF73F260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5304" y="56443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51ED0E-C4EA-4512-BB01-5613F407AA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5304" y="56443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982F38-73CE-46F2-9C22-B6EDDCC81F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5304" y="56443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C17D53-79BF-4E22-A2B0-D4755A5623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6940" y="56506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83BA02-3944-4D04-9A66-DF620B31C1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6940" y="56506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28F279-37C3-4122-9226-DA624F5DDA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487" y="562892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4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CE5575-C8F5-4E95-8497-283990E8D6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487" y="562892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4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CD3F7B-8F6A-4E6D-959D-ECFA368502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487" y="562892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DC1EE9-6327-455F-A89A-F2A343F28F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4487" y="562892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1FB17B-6FB3-4BB3-ABD3-184D072355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6777" y="56703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173ABB-8756-43C4-9011-CF589FC421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6777" y="56703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1F835B-7A93-4AE8-9D10-7FBDBB26C2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6777" y="56703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21CD53-AB43-4E9D-ACDE-E3911AFF49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6777" y="56703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FF1A2A-0587-4BBF-89E7-6FCBAAE880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6777" y="56703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7643D3-E419-4B50-AC09-9A9D9C60A6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6777" y="56703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DCACF9-84E3-4A73-90F9-A1C6522FA8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6777" y="56703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068D27-DC7E-4B88-A0AD-BCDB7DB730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6777" y="56703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53CDD5-5568-44B0-AAE9-534F6588A9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6777" y="56703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DD671A-C126-4F9B-BB75-5168AC5A20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6777" y="56703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233C9C-61C5-4EF7-9C05-8C1307AEC8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6777" y="56703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F65FE5-7FE3-4BDD-B2A3-0E2B998E45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6777" y="56703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3987B3-E428-4CCC-A291-CD37A0D249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1188" y="56405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407440-716B-46D0-8BD0-8A8879F29B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11188" y="56405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FE0865-990F-40F3-92E6-24BE02300D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6777" y="56703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9BDD0C-F3FB-4965-B1F5-30C665DAAD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6777" y="56703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267E54-C14A-4AA3-B25E-F4BDA5ED41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6940" y="56506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67E159-A580-4784-8C79-B707C06E00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6940" y="56506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EB5ED1-AB24-4A8D-970B-1D5D83892C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1363" y="58321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E1B8A5-DB2C-4CAC-A7A6-A2056F23C1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1363" y="58321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6B7FA4-DB1B-4A0F-8D7B-05476D40B5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1363" y="58321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044AF4-80A5-4E3C-A79F-21E263B54B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1363" y="58321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1DED31-0465-4337-B808-F53BEBB2E3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2865" y="58600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9AAC52-F77E-4EE4-BEAC-96824697E7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2865" y="58600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10F601-33E7-481E-9F09-637916058B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3321" y="58500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9C2CAD-B06B-4D61-A015-61C789D90F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3321" y="58500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287245-D52D-4611-A002-AD409FDE05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1363" y="58321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58527E-3E74-40B7-AE87-A362C0FDDD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1363" y="58321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5AB49D-B06B-48BE-845E-00E0A2F723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0557" y="58242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AEF43D-85AF-41C5-900C-A160C51740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0557" y="58242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F0652F-1665-4257-AC92-F350396DCF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5428" y="58257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E62F59-CC80-40E8-B07C-6D27A54A06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5428" y="58257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C15D92-9F21-4BD6-91B6-E602135ADE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3171" y="58098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6CF4B0-882F-4226-B9CB-30358AECD6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3171" y="58098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2A0D94-8DCC-4B89-B82A-148765E423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7822" y="58477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792027-BBB3-44BA-B2CA-83A6A00D0A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7822" y="58477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387B3E-6438-413F-AAD8-9C87B33664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0894" y="58285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106AAD-D2DC-4FFA-9FEA-E0D0AF8C00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0894" y="58285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A8D300-240C-4B4C-B534-AA0F4E45F8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9059" y="58059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0E8E38-8645-4C8E-A7BC-AE8DD512A3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9059" y="58059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4B949A-DC4D-41D6-817E-D404A06A44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3919" y="5814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6415A9-B4C8-4FB5-BD02-F9341EB35F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3919" y="5814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DBE809-276A-4BAC-8891-3A9668DAC1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9059" y="58059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EB9EF0-AE11-4801-ACAB-D7F4F7797B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9059" y="58059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D41CEE-6159-4D5B-A9E2-F4F0388A90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1227" y="57970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DACE21-13AF-48DF-A840-E3B741031C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1227" y="57970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020638-C885-4F18-9DF1-605672EF47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2598" y="579898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88BECE-5261-45F9-AE5B-2F9DE6BFD0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2598" y="579898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2997C2-4685-48C8-92C3-0C2EFD2C50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4993" y="58433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1682C6-D058-40A0-B998-2094DEFE06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4993" y="58433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5AAB4E-2871-4CB1-A02D-BCBBFEFAAB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0439" y="58279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B3C8DA-B295-4E8F-A4B2-8F046A6BE2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0439" y="58279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E70B7B-CFDD-4CC8-A562-C670E57BF5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1112" y="58131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E0454E-8DEE-4C3B-B360-15D7E7D513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1112" y="58131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DB4C9B-7771-450B-9484-18D610DE0D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5694" y="58550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207A4E-EC36-4E5B-BB00-05C7285646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5694" y="58550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E89079-BB55-4172-8AC5-6731154CB9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6913" y="58515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EDBD8B-6388-4E57-B79C-A44764B86F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6913" y="58515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820EAA-9ABE-41A9-806B-BBB508E4AF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5520" y="58161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607AF6-4221-4C74-BE2F-8BC3530185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5520" y="58161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850B8D-0FBC-4A62-A4BD-EC48CDD094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3494" y="58618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891AF9-FCF6-40AF-A961-FE498A8368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3494" y="58618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9364EC-AFF8-44F3-B29D-DF8F1496A6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7184" y="58024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2CCB42-61AD-4368-824A-3B22E008AF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7184" y="58024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7152C9-E975-4DF3-A0E1-B7654D3256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7107" y="57910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5DA7D0-9C4B-4C44-AC23-4E442E9F5B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7107" y="57910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33FA03-BA36-4505-920A-778439925A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4873" y="5838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F0B2F3-3AB3-4A7E-87A4-9EF94AD791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4873" y="5838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E6D928-DD64-4F21-8F14-A3FBE79450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398" y="58126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BAA6E7-6106-4E92-B8EE-CD9E724051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398" y="58126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B0A24B-DC44-4F5F-A29B-2339A958AA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2154" y="5824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EB1505-3E40-4785-93CD-E5E186B04C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2154" y="5824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6EA945-D98C-4F5F-8EBD-76AE0BEACF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5086" y="58387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F82332-2939-473F-973C-F980C20A61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5086" y="58387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6B4C3E-2C6C-4A25-9605-70A20382B5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2E4029-9F33-463D-8311-245F4B03CE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99CE44-3B13-4919-8094-869730944E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0B2D07-6136-4B97-BCBB-E6AFD92608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FA2412-2474-4E66-8BFC-9248243396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F64A7A-F64B-4C12-95B5-32DBDB5AF5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CFB789-ED15-466B-907C-67EC6B3C0D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13EC94-550C-4E92-83FD-58D02A3D42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BFBAA2-07D6-4C87-BBB7-482918AB25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9B0998-6F7E-4F0D-A2C3-AA53F0D390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A8BEE5-3295-42D5-9645-76C5DA9F68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8D6537-3F93-461F-86F7-CB58E93480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9E01FA-C7F7-4FBC-861B-BA1A6708CB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E4DA96-5025-45A8-ACF1-E2FD8D7227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F6BAC6-1AA1-44CA-B73C-18C5F036C1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4894C5-E35A-4309-8FC0-31FC03BFFB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CC55BE-B749-40CA-B399-C8E6104902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3C2FBB-08DC-4E96-AB5F-603CC9CF85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AB643E-BCA2-4DDD-9A47-B544B8ECFD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B4F726-B74B-4FA0-B5BC-F875D2045E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C64CE1-8677-4F6E-88A7-36A0E3F42B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5C4169-FCD0-469A-AF71-169961C27C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08FDA5-FF44-4D5D-8156-ACA2C4E4AD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83E6B4-61D5-45E2-9645-FFFE396423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B5ADF6-F82B-4091-86F0-089ECEBE90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B4DC2D-AF37-485C-BE0E-B17BF17B3B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6376C3-7DE0-4F29-AA84-D9A41B7270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3BD4AA-00D2-407E-BB6A-EBBBD52BAB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A9A421-3B13-4238-A026-51BFE6CFDD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5ADC7B-5853-40C1-8916-64300D8AE0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36428D-3B8C-4976-BF74-0253C0B540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7946DC-73EB-4B9C-AB21-960743F40C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F41942-623A-4CDB-A113-7265099821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AFAF38-7340-41B0-AB0B-4C1F1728E0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9C3848-E168-413B-B9F9-4D4EC97CB6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396439-0AC5-40A9-84E6-1743CB64ED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425A1C-7760-4925-866A-308C35B527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F95211-BB92-401B-95D5-FF61D61FFF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69D4F8-A5C0-41FA-9598-6F6636365C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BF42C3-C24B-42E1-8027-308E16D832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68FA2F-5691-4CBB-A1F5-81B7FECAF0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5F7FA2-F199-4A97-91C5-01A9F3AFA5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472B6F-8166-4B95-992D-1E390D420A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7B4D8A-FC49-4634-B4E7-5BD825CDCC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B90809-6908-442F-B857-7EA35F0A54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B5CA38-2D68-4434-A936-15F1C3D4FF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5B66EE-FC73-4D4F-94C0-A60D4F6940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CBE904-770C-4A46-963D-BF91C71CCE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377BE3-6117-48DC-877E-ECB31F0341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FA7FD0-56B4-4593-8E7B-84B95E4BDE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4F2D24-7981-4F3C-863C-3E0A509AB2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DFF4FF-EF49-4E6E-8BBC-1CF421B410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7506F4-07F6-4AD2-AEE5-3F9E0CC60B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D40668-6487-476E-B609-50CC27B48C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7B6BF8-085C-4029-8E9D-2513132A11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43D576-8865-4138-9DF9-1EAF9BEE0E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DC5AB8-DB81-4D64-97B8-F3D41A7779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789B15-F4C0-42F3-921C-931AB0DDED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3DD7AA-A380-4B3C-A2B8-3C70CBE9D4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5894B6-BBD4-448F-8057-D5223C0F8A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1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3B70A0-9A1B-4A03-AC4D-8979771D1A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01AB4C-0097-488D-A540-147B3E9D74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74033C-A6EA-47D3-930A-B481C74270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03F668-D369-4BC1-94FD-CC28CD8E56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6E614B-C15E-4348-8A52-F9D4A1058C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911BE2-D8C6-4F25-BAAD-034985FE1E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1BA620-820B-423E-A7FC-238B9B0D8B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DFF3B0-E663-45D1-A6EA-BD4044B16C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BD2F0D-6E06-420A-B902-45477CDC39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9685" y="51945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F6F3A1-BB96-4956-B9F6-0F14A4CE6A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9685" y="51945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51A533-AA0B-4AEE-BD67-E1C2705395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3CF72A-19DD-45BD-A629-2B3DA8FBE6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97056D-9348-4A89-9DC0-CCE1758758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50CFA7-3E23-4A92-A1DD-A0EC6B10D9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AA663C-29E6-4A4E-893B-0C543012B9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BDCFCD-FEFF-46C0-908F-B28C6C818F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303005-3CF4-434A-93FF-F98D9944E0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9147" y="5176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9976AA-4A67-427D-849F-3760E763B5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9147" y="5176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CE338E-0371-44B0-A35A-DE6AA6C2E1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9147" y="5176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9E9865-32EE-495B-B210-BF3FB35F79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9147" y="5176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76F89C-541F-4DD0-9D03-5679FFC181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C5DBD8-9748-4F46-92D3-CF6206CD02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AEF40C-2DEE-4266-B589-71BBB88023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2463" y="51576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01C79F-4386-4383-ABC8-E9C23A44F0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2463" y="51576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6640E9-7EA7-4FBE-857F-6861DFC642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2463" y="51576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4F8876-0106-4D94-A749-CEFC4DEB08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2463" y="51576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AD83D7-A85F-4493-8CCB-04ACAEF2F2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7120" y="5202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113B85-F825-4F69-BC51-2612FDF81C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7120" y="5202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F1D416-4D4E-495B-B31F-5A16FB31B6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7120" y="5202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A2B374-BB04-42C7-8EC6-039ADB15FA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7120" y="5202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86E864-DE8A-4998-8A65-47DA786E2B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7120" y="5202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DABF9B-1DD6-4397-B7B0-B46AE20F6A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7120" y="5202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1BEFE1-9770-4505-B7C3-D7E7406F50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7120" y="5202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BF6444-0B2D-4004-8A99-39D773C5D3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7120" y="5202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21FF5A-94BD-4E88-A479-08B95F57A8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7120" y="5202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3EA3C5-4C3E-44AE-9CD2-9D3AEAB6FD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7120" y="5202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779B54-5926-4A75-8FD4-017A64173D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7120" y="5202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2B37BC-0CE7-4623-A4D7-A1374F356C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7120" y="5202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9352A4-5CE2-4D11-90E2-6409DADA82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9147" y="5176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45AF69-2B3F-4123-86CA-AB87CE9AF1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9147" y="5176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1A102A-D9E4-4FA0-954A-BC58BAD01F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9147" y="5176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F329EB-D313-4AD8-A967-D5596BC998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39147" y="5176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18DB4C-BF24-46AD-993B-858E835B94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9330" y="520646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863728-BB6F-42D5-9886-48F681B438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9330" y="520646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74BA57-14F7-4AD3-AF79-C656743B68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9330" y="520646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E6DFD2-6AAF-4696-9EB1-BB7C4362F8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9330" y="520646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AE64EC-5587-46BD-B1B8-A9327C6263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E793BB-58AD-473E-99BF-724A5575D6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C77548-46C4-4102-BAA5-90F1BE25AC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46C171-9C09-4E32-9FA6-F157813527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1E7928-A477-4310-AE71-A124941EDA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08B701-EF11-4D86-A2AB-9FB6B37086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D1F22E-F8FF-4214-94CC-E5DAC5BA82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613CD0-EDEB-4347-A83D-0E93258BAC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8516C8-EBCC-4EE7-93C9-284AD8BDFB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4A571E-1837-44E3-BF95-340F50AF88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A90506-989A-44C5-9D64-177BE815E9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9939A2-F0E6-48F5-A36C-C6842F783D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6E8310-81C8-4416-9581-846B98F451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F0C01D-28EF-472C-AE55-1E2D5B679B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8590" y="51806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3F740A-96FF-4DFB-BE5A-ED9DC88949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F99821-38E8-44E4-9BDC-AB8B78AD68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9D1AD9-2912-4DE6-8D98-2646CBC7A3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E37F7B-45F5-4368-A5CB-E5869BC4CF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33AB6D-0572-4C8F-B2AA-DAB2529C68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EDA9ED-8D69-4FB4-B711-A0A10F385F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C14D30-7625-4B48-B8CF-D8D0CB226C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6BD2AF-2FB4-44F6-8DF3-6BC298519A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F0C641-2B8B-40DC-891A-8AB4A12C4F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37C60C-5996-4ACB-A32C-3F3272E31D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ECD3D7-443F-4C01-85AC-0465A5054E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6558D0-7250-424A-9B86-F5D0770117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8D68D3-DE3F-4274-B393-F99C2D554D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71E11C-0A2F-468B-81CE-8567A69457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F0E3CF-A203-4A87-A8AA-9C768E1758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9EE730-6A27-41B3-860C-75B28CF095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33AE83-5648-4633-A96F-F8E5B01AEE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2EC24D-0F6A-4094-8AB8-CB7E37177F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19C8C4-A18B-43E7-A9B8-BB7F688731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64990B-4568-445A-8122-6AE3373B52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3E50E9-762D-46FB-900A-2DA5C0E9A4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457431-2CBC-4EDD-85D4-3BB3F1D9BE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941C50-F64D-4514-B0A6-39D7AC0E60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A9B0D3-BDFA-40C8-942D-9533246430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6EB829-8E19-4888-B854-C378AE80C5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FC72BD-1540-4A5D-9091-FEDFA8F30C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1CDBD5-5C95-4D62-BB47-4A09F1791A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01CA93-A989-4CFD-9ECE-71E0EFE3FB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9FF7F8-C620-49C7-802B-84080480A2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862B96-93C0-4752-AA9F-A44A330BFB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7AF50A-CDFC-41FC-A876-0669AE2F3B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8877FF-20CE-4B60-A279-80A0F7A1DD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5D2560-0E7F-4167-9F43-6F59E58A15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E6FDDF-F597-4E2A-8F84-BFFDE3FA01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E2238A-A7C6-40CD-B8AF-D757941D42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D38F8E-976F-4C4C-B6F7-9931BB8A74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C234F9-9B2F-4219-AA16-CADB1BC358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CF7DB2-B84B-40ED-A226-2A08895BAA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E01D14-0C2F-4512-A4EE-0CB4C1EA6E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08F373-0E23-441A-B970-EDB66C4913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760D7A-6AFD-4583-8F93-DC593C3D0C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6BD8E2-F7AF-4711-AA5C-6AEC9910FC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280602-4170-4CF6-A589-CFC487FE49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1A76A3-3191-4742-A2E0-8EBE731809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CE225D-4D55-4957-8D01-B0BF2258B7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C1C882-915C-4AB5-A7F5-84B5E68FE1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71AACF-8374-42D1-AAD6-151D30819F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88F445-324B-4572-80FD-6A40A3DFA6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A2CAA9-596F-455C-A575-7F6769EDCA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4D2DFF-3D34-4C72-AB6A-DD21C695AB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A2A5EA-47EB-4005-80CA-EE05972D63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26F197-1020-4B42-8701-F6A7C4CCBD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1275E0-BAD2-4CED-B7B5-80B2866BE8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FAB8D0-9C79-4D84-A4CB-523B3F3A21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A4553F-61A2-4F83-8E12-F20A3C849B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03ECEA-5791-4572-B634-12C16478CA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94AEFF-057C-4A96-879E-CB0F4D8CF7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CB5735-2492-468F-BDDB-EA92B1D5E2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F1C4A4-B9E1-41B2-802E-B5E7AD997C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25B45D-D94E-4341-97A6-27778242AA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2" y="6833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86DDB6-0953-45E5-9EB2-9EAD3E6520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8EA0B1-D4DD-4F4B-B7F8-7D6C5D717A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154DE0-D2E1-4983-ADF7-AF6C3AC963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A27489-EBF2-4B53-A91D-729982A9ED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D25570-63D4-473D-A146-FF4F1CBD79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A44060-DAD4-4E7D-8393-56F796FFD8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98D3E2-9C57-4466-8E3B-84BF0837A3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80C9D7-D8AF-4FE6-AB84-A2907468B2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494000-40A8-4F0C-B9AC-DE7BD72473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CA9182-6ECA-450B-9B8D-95BFE136E7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6A9931-EB94-4D85-B3B0-0266919E14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DB3E1E-8C67-4DE0-B475-E0FB91F80E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FDAAB7-FC81-4B14-AEAF-57B4C229EA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9326A3-FA37-4924-AC7F-B92E66530F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BA46B9-7674-4F50-9EAF-A7FBED03AC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F74026-9B04-41E1-973C-2C54B61D0D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68405C-953F-4B2F-B12E-3B69270742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C9DBF3-E282-443D-A657-ADD3934908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4F7E96-4BDB-430D-8BC4-25BEE03877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7EAE18-005C-4553-946D-D6E3A32639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6FB70E-D8D9-45EC-B5A8-66EE8788C8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E0B511-9519-4336-AFBB-834517235A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78AC96-7F0C-42EF-8BF0-BE2F29E2BD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6271B4-994B-4C3D-B05E-9BBFC57C2B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DC290C-2042-4867-A943-1929B1890F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47" y="53453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4ACC82-3E68-4944-B66F-DE41F02114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47" y="53453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EAC667-DD3C-48EE-8381-63B2D52AE9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D8912D-6431-4DAE-9066-2A79E43E3B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88C0C1-E511-4285-91C1-F3F756F15A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F55C7B-A500-4BF3-9299-22331B475F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3122A9-E257-49C9-BFF0-556F3CA04E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9B8F35-1E49-4C51-8B95-8AEB431314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88E9A3-04CD-441A-A185-5DA5449AFF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47" y="53453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D2DB24-63CF-40DC-AB9A-4AECC64F81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47" y="53453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081B43-BDB7-4CDF-86A0-F6E77DF22A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0A856D-12EE-4E51-88D0-A0A4068CE0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F617D7-190D-46F0-B481-D5BE0E58E9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15E6BE-2D68-4183-B607-57A3BF88BC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A329A2-3ACC-4948-BC9C-8C660E476A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1E0667-C67A-44CA-8D76-E2479A4E09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79DA8A-7D5B-4CCF-9F3E-B0F9F7AC49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442C3F-DB54-4DF3-A818-23EDC0C1A5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CCE644-FA91-41EF-8BE1-63BFACFD66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6E2614-8272-4578-9CCF-E3AFFBAF86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B55C9D-B269-47C9-884C-296F85E041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EDD9BC-1D32-4005-9301-713E1196D5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3521B8-7174-494E-A216-79BCE738A0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47" y="53453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C2A32C-A7DC-40B6-B7EF-29EED477C0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47" y="53453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209849-23FE-4891-90B2-BAC807728F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850487-0424-4C08-851D-C67B3E07E2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6C2B39-64F0-4385-B147-337C0D6824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47" y="53453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60255F-1B14-4060-A741-6FDEC9F251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47" y="53453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9C8ACE-2117-4E00-9DD0-5E9DAC3BB5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3E56BD-1776-4854-B123-2208C85CBC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1FF6BD-5FFC-498A-BB1A-34EA102407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46D741-9E25-4C39-A630-30AE4F01BC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A8090B-2CCD-4E1A-939F-33D003460C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FAE326-D2C4-4450-A3E2-2FEAB0EAC8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CFE957-D55C-448D-BDC3-20C8DEBBA5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BB136F-39FE-49D3-8398-9D1EE7A436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993" y="53669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0B316E-C5B4-4592-B6C1-A674E73CD8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1752E8-2C42-47D3-84C2-C33F9349E4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C00956-E262-4ED6-8031-CAFAB4B06D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AD3886-9456-4C8F-B2FD-6534E44290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483B83-73E0-4304-8418-08F4A1E80D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356622-04E3-4659-88A9-CA4286F661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A2E877-74FB-4693-997A-CD1DF6F0DF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ACA9EF-872C-4C86-B8C9-984B9D7DC1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8DEF42-B976-4484-8B31-B196381887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66945B-6331-4891-B52C-C7FE5F9DDC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9C9674-3E2B-43A7-9ABE-911FBF36D9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11DF68-81CD-4600-97E4-35F0F30EBB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A9C964-5222-4FF1-9B10-A0A54DC966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0DA4FD-E281-4557-9008-5833F43E03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DC26D9-70DC-488E-AE29-5075EF2A0D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2D8E20-4C06-45D9-8BCF-E4D45FB3B6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B219B1-977D-4581-B7F0-57DA8BE511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044889-B78F-46DD-9A8E-F2A09A12E2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2BF91E-9D24-45B4-9860-38C6A8EDA9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77741E-8920-4E11-921E-305C815D06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11B412-4196-4AC5-A54A-CEA3D44DB8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263B25-B802-486F-B40C-F8469E56B7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A552C0-0A16-4F1B-9A9A-43C2B5CBD2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A64AA8-97E6-4B2B-B54C-F32C702817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74D3D7-1630-4A7E-B7A5-F0211C1D64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8A70C5-07B4-4EE6-BAE8-CDDA94C3B0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AD63A8-7001-4D28-9CE0-51D1FC8B8A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A96238-CF26-4019-B845-A9E6234B47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1BE78C-E8F2-4E00-A5EF-5A81091F55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130A8D-D07E-44C7-A327-11CABD1345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4668B4-4DA6-4271-B050-7443C8063A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A09BAB-7541-47F2-B1E3-AF508F1486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090C5C-EF82-4650-9125-6D0F03A3DF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64DD37-AF1D-43C1-8150-E2FF6ABC73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34952E-C6C0-4BC6-9F98-D726AF250C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0BB9A3-3AA9-4E2D-9174-01BB989262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C5CDB2-7E0C-40F1-BEA4-B3EB7D6262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5815F7-E535-4F7E-8A54-248BCD67A7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8C68F8-D472-4BA5-BD92-FC2E859C9C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9A2A87-EC4A-4C4C-8CD1-768851CEE0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38BA21-8410-490C-8B93-EBA424FACE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5A3F56-BD8C-43F9-9E56-18056E6AA8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4A8430-DF75-462A-B6E2-28F3F00FBB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ACF710-4FB0-47B8-8C88-4C11C31B2B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8ABE4B-66C0-4566-8C75-D047375EAD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BF5607-84B2-46EC-9390-08A1D5B92D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9BCE5B-DD18-4B27-8616-DB71FF9FEE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677BC5-36A9-4301-86BF-1F9683664C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3BFEB3-16C0-423B-9C5F-9E31D7ABF1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89FD84-C59D-403A-87CE-55D7C886A7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A64FED-7017-4081-B7D2-7DEF1A6E05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D80D2D-7D72-4828-8141-05B4C46B3F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32DC4B-F225-48CF-BDDD-CCC53772A5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C476FA-B307-4783-B9E8-A1AFC60492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967783-EBC6-4BFF-8995-5D2980B585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9C5737-EECF-4BCF-BA25-083F03DB31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4B1E66-0164-47AD-A0A9-53E5DFD84E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344B6D-0880-41D5-9AAE-B054CD42FE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E15AC4-F673-413F-8B36-3BEE44317A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634E58-CBA1-4756-829F-ADAB8D202A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3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3EE456-262C-493C-988A-53CEFC7959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BE5A36-C3D3-4243-9DE1-D41AC16BEC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C6F045-DCB3-44B3-8398-77530B6839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742" y="53532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FEFB1E-F53D-4643-A03C-CBCADD4AED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742" y="53532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389297-2589-4708-B275-0F98ADBB3B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BDCBA0-F20A-47C1-B3A1-DDB57EAFD3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FA55F4-A7D3-4D96-B74F-6A925D7AE1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064C65-0B25-49AC-B41E-461FB82539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1E5552-31B5-4795-AFA1-5B95093BAB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F11BB6-CC79-4C94-AAAD-EEAA9C05DF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784C19-BA6D-41DF-A57C-D1FD3416ED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7B4556-8810-4249-A6EB-E9EAB06C01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523C90-3141-4EF8-B470-4E1491F19A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F4A917-9B72-40C2-BCF3-D273B67C0C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2AF129-C1ED-43DB-90DE-5005135184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762357-41CD-4858-A30C-5548385DCC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1452D6-4B85-4EDE-85B6-3E0F89AF20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A7BAB1-F269-4A57-A5AA-4AFACC483F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BF3228-2D76-49CE-AB74-C2A6320D92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4FAAF2-469B-448E-882E-1AD491CEBB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F5305A-F72E-43DB-9EE5-3B2AAF20BA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3585E1-D3B5-4355-8922-F5CFA2796F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D27FD9-09CE-4AEC-B860-330E9F5DB9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A93D86-001A-48D7-94B2-FFA09B6347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47B2F1-7888-4E15-B227-80B6BBD683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27C542-B9F2-4933-9F0A-C69E8F1072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2C11DF-5D42-4784-BE0E-142399A839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742" y="53532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CD02BB-7E8E-4BE0-B116-F23623E9C2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742" y="53532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BC4135-700D-4AB4-95CF-F7AE3D3AB4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742" y="53532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2B64DC-48CE-4938-902C-CEDE28E79E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742" y="53532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55204E-6BCC-48CB-A3AB-2E1B538AA7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6B74FE-F926-4F78-A09F-C200348006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C34CBB-D749-4884-A211-6766B75954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742" y="53532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CD97BC-4DB1-4CF1-A50F-1A575C1055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742" y="53532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7CBE02-C4C5-49ED-87C2-D22543F538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968F08-9DEC-4741-9038-1C7FE53A2C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951223-18EB-4BFE-A1CA-B355A365D5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1ACC52-8296-4477-AE7C-025E323F74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738C2F-9A39-490C-A37A-BDC76473BC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FDEEE0-4298-4967-A1B3-7B8C3B070A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2F599C-33B1-4EB0-AF16-2194A6CB19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079466-3D00-4B76-8581-59F7DAE831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181B8B-1459-4951-9E12-8CF0902EE0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314567-808D-414D-937C-FB760D717E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5857E7-A3DD-4AB7-990A-ADB4602B35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4516" y="53444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F630CB-D919-4AF4-A6C0-DEAFE7825A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4516" y="53444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BB775D-160D-474B-AAF9-11AAC4472B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D87049-A9F9-422A-958E-8C51193DDE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00BDCC-98B8-4052-ACBD-6B1049E912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65F566-8611-4878-846B-1DA1FCBB60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B27F4E-C4C9-4EF1-B6D2-63906B24D6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742" y="53532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3C40BA-A26F-4DA6-A276-70BA58CC7B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742" y="53532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31C02D-AE0F-4D4C-8B3E-C21A3CA575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742" y="53532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D7DDD4-2C72-4CA6-B704-D23FC7062A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1742" y="53532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AAFA55-EDB4-4D95-B7F7-B09A7DA946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51E6F0-3259-4A9B-A722-9BB3DECE4E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99B73F-BF8E-4BB2-AF17-7C77B5CF6F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68A441-F584-4F44-ABAA-0B953013B8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B9F175-E814-45A2-8104-BC7C6B6565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024C78-5C6D-4AFC-91DA-F8BCD4BA16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72F7C1-E321-4A7F-8974-68653F92C2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3D8FA1-1295-4CCE-B187-3952F1C5D5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3BA908-9A0C-406B-BACC-410840CED6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A395FD-483C-4D21-94C6-8162E85071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FE9915-685A-4E1C-B225-9D919A573A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9EB919-237E-44AD-964C-07F927BB44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E744E8-97E2-4A90-878D-DCCA403722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6D8FBC-0B86-4EE2-8686-EF12FE90DC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FEFC7A-84B1-4A33-89F2-83F7AF30C0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D9425A-E8FC-40BE-B165-1C6B3ACD4B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66B631-9091-449E-9431-E038A333C6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FA4F90-F98D-463F-8AD4-45D06225CD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1DE1CC-424F-469B-84B5-809DA072FE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5D8C33-9D82-40AA-B033-C1D16109D7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16E057-B005-444C-88E5-201D893F78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E54D88-A2A3-446D-957F-FE70A459BF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FF4173-1AC7-4481-A7B1-E51539626B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F1C752-04FC-45E0-BC47-3A413AB1A6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39A73C-2DD4-4301-A67E-DFD0EED4DE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DBF4F2-C368-42C7-B3F0-9220C3E7B0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978863-BF86-4CA1-86AE-781234C2FE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07C518-AAB0-450D-9F83-41F9EB0F0A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63CF42-BB82-4D61-8F29-8ECF912946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9C4303-74DD-4A96-8EBB-5A0BBACF4E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35B386-F0E9-4297-91F6-55AEB55C13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ECF325-814A-479A-927B-2F88D7D1C6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3EF9A6-061A-4FFC-A100-5A9F2C0F25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56D19B-D7B0-4C49-BCE2-B402454005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B30852-2719-474F-90BA-296379FB58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DAC6FB-0CA3-42AE-9F4E-2CBEA68145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482041-AD6F-4B07-B56D-EFC9FD02E7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6F2A65-D6FA-4F1B-A0DB-E19AB2EABF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69F25C-6621-4362-A15C-7EFB12975E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7F8FD5-6E2B-460B-9A4C-72E4FAD697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1FE371-6F5A-47C9-A5AF-0E01A370C4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6ABA11-D8CB-4C16-AF2A-994C4C802A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EA6CF0-9412-45C3-955F-BC77709A93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58E9BB-C286-4571-9343-20F9E44237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0D542C-295A-4B46-9A3D-FE4B71AD42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40E7FB-99D0-40DD-92A6-E13436DA39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BF86C9-2CB2-45A9-802A-672622B1BC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04872C-50FA-44FF-912E-06E9CA8BB2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0CD64A-1FB1-44E8-B90B-06B368AC16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1DA84D-2C95-4CE4-A41C-F3211D989D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3AE205-302D-4603-A150-6758AFCA3A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0FF276-1FF6-4798-81F9-6B05D85962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02CF15-1C59-4CF6-BB2A-B776EDB091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7AE53E-BFA1-4207-B453-CF6926AAA9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5271E4-8901-4899-A050-AE0A4BD261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2FAED7-3F56-47ED-97A8-7458ABF8BC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A728DB-7CFD-4890-9FEB-6F8583443C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ECF41B-CECF-43F5-B3B2-2B58E116F1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D82A66-3AF3-4202-BDCD-9F746D87DD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ECC7C4-E1DD-4B35-99F9-C039948CDC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477975-ABAC-4E23-8E42-16454ABE33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7D2831-4635-4E19-A09C-E717598DF6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9E553D-CF84-4EE9-83C5-8A8206E9CF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32B05D-08CB-4CD1-B8AA-ED9698E50F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6FBA3F-3BAE-4491-932F-A9D623B5A5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A3EF99-4FF1-4AC2-8B75-017A6029DA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569203-BE9E-4FF3-B703-732FF160C5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45FEBA-71C4-4542-B547-64FF649262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C57EE7-2097-41F8-938D-A34A135EAA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6A2AC8-3777-4F45-8F2B-7042EB4CDC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F0D983-C224-47EB-8DAD-4EE817C769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5859D1-312D-4F5D-8FD6-5352727114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B8A5E1-109C-443D-95B3-10DB3FE985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89CA54-03E7-4E76-8A3D-CD01F5D520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3E8D15-B142-4716-A45D-9EF1A41B20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1C90C7-F255-470D-85E0-F336FA8266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1C509D-DE5E-4471-BB82-05665CD8AE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F8CB64-33A5-405E-BBF4-A3CF6A1ACA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5590BB-21CA-4F34-8E91-3A020B320B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636" y="63917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628FDE-2D8E-4CE5-8CA9-65BB15F0D3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636" y="63917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0929D8-8C74-4CDE-AE82-CF87BE69B8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636" y="63917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BFD4E3-1D36-4173-9DFE-0EFD3DC6BE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636" y="63917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C2298C-E9D9-47E0-99A6-72BBFE0BCF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636" y="63917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D4B5A3-21BD-425E-A648-C3F9C5B76E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636" y="63917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070C4F-258D-4032-B780-A1F635C7B6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1C291E-65D2-411D-8D83-46DC83B7B7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1A4FAA-5E9F-4B88-AF7B-EC6E6F9A41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636" y="63917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BF7542-8164-485F-AB3D-19103B5904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636" y="63917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651699-3EBF-452D-80C8-A455BE4851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9D04D6-723A-48F9-8177-72FBEC02EE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7AF2BD-5B79-48AB-A8F4-8633582DB7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6AD046-A752-429D-94A2-2DAD488B96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353955-55C2-47F1-856A-FD3AB2D637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636" y="63917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7B5591-0A61-41D7-BC9F-0AD482F448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636" y="63917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3EEF65-0CEB-4E42-820C-AC3F6A557B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D7D88C-270A-4FDB-ABC2-01E266B6A2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0C3E80-2F51-467D-91EC-0D3B6815E2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0E697B-84F7-4880-8C29-D3327461A2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C70B87-E4CC-4EEA-A59F-8692918CD6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A47F94-0CBD-4B2F-9829-378CAA942F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7D17ED-2A73-42FD-9838-2A67E5E460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636" y="63917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83804B-ED6C-4204-98F7-B3E874148C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636" y="63917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B46C63-46CD-4786-A453-E2EBA64436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F2743E-2C32-474A-9BFB-1F3360AFC8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AF3E60-D2D8-4D31-8670-C98B77D692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636" y="63917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C0A66F-C911-476F-9137-87FCF6AFD8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636" y="63917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DD8539-A782-427F-8E64-397F245848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636" y="63917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B2B12B-5F1C-4215-AA10-3EDF0ED447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636" y="63917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DFE1BA-A699-4308-A946-DCF7212099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AF44DB-CC58-4D6C-9D3B-FD543655AE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220170-B41F-4EAF-AF07-37175E6B12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636" y="63917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D3F741-A6C3-4CAB-98E6-8665404280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636" y="63917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FC056B-3108-44A7-AD4E-551E6CDBFD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636" y="63917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BF6F71-6CAE-42F0-8074-A878412AFA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636" y="63917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FB0FA1-EBE4-4160-8027-0C199BC84B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636" y="63917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6C5AA1-46B1-4590-B748-F5FDF19D59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636" y="63917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467D56-1F6C-4344-8330-CA3EDC72B1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636" y="63917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744F35-32EF-40B6-B8DE-384365EB70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636" y="63917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151B48-BF89-4D13-9F37-AF1B39A2A6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0B5740-FCBB-4CC2-8782-C31506F7FB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8B7435-9926-445D-8F3B-69AB919E9A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9BD3D9-A573-4603-A86D-193FE20683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D17B1C-DEDF-4763-AE2B-CDABAB8D4A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D849F8-DB7A-406F-8646-6B9B7EB21F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7D8C1B-7C29-4DD1-BDF9-96FC29DD6F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5140C7-5AF2-4FF4-A160-63D744F00E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FE9134-9494-484E-9CC7-729125C5D0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68A0DF-0F49-4C71-A659-FF3FDD23AB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C04EC6-CB24-4AAB-B915-C23C792718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B619DA-3840-4D7D-B9FD-4F73269FC5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485D02-95A2-4BDE-953B-576F5F1A58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93A74E-93F9-4DD2-B315-6E5F8D3B8F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1D09A3-5BF0-4E88-AC0A-9C97B7373C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A6413A-6D26-4BF4-9128-00E258F6C8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DE6588-9CF3-4401-8A45-7775F0E3E5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DD3B6A-8BA6-4DF8-8323-5D4C490E85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4F73B9-C064-4A37-A19B-51C0662357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C752AB-505E-4FC3-8C82-86BFACD750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BE1074-4AC9-400B-97DE-5BFF44E078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EF9C6D-226F-40C6-A8F2-5A6ECCBAB4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B2366C-A4BC-453D-B6E2-F313F65072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503589-B05E-4D53-917A-2C2625B557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485916-C427-4BEF-8225-E88D3E0B3B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D74AB5-C691-4793-9934-8604D63CE3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5597D6-38E4-4C57-879C-F77AF91533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BD4B77-8BFF-4140-B355-E1126BD129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5C7DE3-60A8-4EB1-BABE-694F25A7F2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D48C74-F775-41AD-B593-B23F9D83C4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F2A250-2189-4843-B8C6-C62C5B4345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627A7F-7C1B-49E9-9DCB-EE704470D2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6E3C45-522D-4FE1-92D2-38549E15CE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A142D4-494E-4EF8-86C3-A74A1481D2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C12641-8DD5-4A3A-8036-585D7E900A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E84997-DFDE-4849-990B-3257AD0EDF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CC0CE5-D125-4430-8099-5E0670416F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55A028-6D60-4D64-88AF-578A6B0F05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548CBB-A954-4A1E-AC65-D24DCAA891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EDFE3D-827B-4BE4-8355-0C1B1478CD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7E167B-DFD6-4648-A333-7697D821F3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F207DA-A739-4026-AC1B-D9833072A8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17FB06-2A54-4BF8-86EC-F4DD8B38F1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895D7C-2D5D-4A56-91EE-C74F7A8E53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BE519A-0E83-4132-B953-77F7222179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08D046-A144-4A29-8A38-BE518C956B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6A2F47-919F-4AA7-8BD7-251EF4A933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385BC5-614E-4FE3-B569-8CEB0B059B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724B65-2307-4F17-AACD-C903380C73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E0DEF6-2D27-43C9-8ACE-4756DB781D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4802AC-1577-4C27-983A-7EB35D1857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BD347C-C63A-40BE-9E85-534AA33886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C61E09-A39E-4649-80B7-C7D6631654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153C65-B4FE-4D88-8CD5-08D1E969A4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D3F32F-479C-426B-A435-9971CBD213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09346C-AFEE-474E-8246-52A8C7FB26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6A6B42-EBAC-436A-9D13-28114A7601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003EAB-C7D0-4C1F-9DF0-DC3E99B2F2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B5EE9C-3813-4E3A-9420-C5C8CEC653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B06BFB-777F-4742-92DD-D7140F172A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08865C-9F87-42C3-94DB-F912F4FBCA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E9F2E0-C2C6-4745-B7AE-3E9B6976DE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6F9498-F176-4AA8-BD1A-E8E767B4BD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011CA3-CC8D-4620-A023-811BB8BE8E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53777F-F37E-4DD3-BEBD-B89ABEB9B8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FD6B32-ABB6-45D6-9103-A3F0129C6C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D7DDDA-F14F-47AB-A2F3-85B59924EE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257355-B96F-4A5B-873B-C56DD20FE0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7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E3CE60-82FA-4363-B739-82BB1B522B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2A4BB7-345E-4846-A750-317EC848D2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4C0CB3-48C1-4ADF-A99F-02A0FB3DC4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5918F6-D037-4FC0-8B43-B09130FD20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F6C4C0-8189-42A7-A220-9E7682BB55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8630F9-3656-40E1-BB14-C89D0E3C13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4319D7-EDBA-4E19-8C48-5350C7407A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A205BB-CF18-4ACC-A757-BD73BE9410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34B3F6-B584-4A2E-B145-5931883D22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303" y="66436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40279E-BF54-4143-8F1D-AA43684401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303" y="66436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548A82-005A-4C62-B28F-149EBF2C1D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24353F-8FFE-4FB5-BA28-DEAE1DED24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92E7A0-0D76-4170-909D-AE7A390C72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303" y="66436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9A7BC5-281D-4B2C-B638-1097163631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303" y="66436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D80BB3-A2B5-45BA-A0D1-66177CA722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303" y="66436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076289-AEB0-4B5B-A5DC-85AC9192E8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303" y="66436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65BAA3-6CFA-437F-9A70-0DA70B866D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303" y="66436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1B6A11-80E1-48CA-BA47-2CEBC0B9AF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303" y="66436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CB25C0-0854-4DD0-8B12-10B1C4BDF5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59F680-FEEA-4F44-8094-E1E0BF7154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96C64D-7052-4B85-A139-541C82DD7C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0B154F-B0BC-453E-8B98-11CD3AB844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3A739F-67D7-4D6D-90CE-77316A6623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49D480-37F9-4E1A-B548-729AD39263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81B6E6-28E6-4303-873D-54BA72A75C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214A3B-58E1-43F1-9CE7-86582E2498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310BFA-AB97-4310-9975-78E97DDA92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11BB00-82E1-4E54-ABD4-43882EE9D0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7FC5B2-88BA-472F-91F9-548FDB07FE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C37255-96DF-4AF4-AB07-E57C7064A5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0FF6C6-0223-4935-9140-BD8DE6F6FA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85597C-2A49-4B2A-903A-D8A73B9EC8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CD8DDC-3FBA-4773-B704-5D19AB2244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50BE18-C12A-4024-8826-6A68F22EB5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7A3F82-D133-4E66-A09B-04D80FEEC7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CEAF28-F210-4E8B-ACAD-BD0DE888B4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E27D7F-3DB2-40FD-86AF-FF8554D503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303" y="66436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E6D3AA-7812-468B-8FEC-A5DCB044AD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303" y="66436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32B83B-0A02-4153-A76C-F58E24F8BE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303" y="66436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79491F-97C3-4684-8A89-4A3B04CF19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303" y="66436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669DA9-C608-4E7A-9BFC-D07EFBA1FF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98F48C-D6A8-4F9D-8EF3-CF70E74C68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2B54C2-0ED1-438E-8805-2E2F32B44F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535449-5BE4-451A-89C0-A6B16A3EEA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0A7ACA-823D-4875-A364-D9EB381252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B4D347-4286-43C8-A417-DE4A97C767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2E0994-B3B5-4AE8-95C8-07F578A701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1579F0-241C-4644-BF07-526DAEF161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CC7C2B-E75C-4237-8014-A348E07AB4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27F59C-8387-4815-931E-1416F41EFB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6425DB-7C7F-44B1-A52A-41376AE557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2936F6-0C1A-45C3-9492-6F675A2EC0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662A5E-1A8E-40E5-8344-3420B54179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303" y="66436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B5ED3B-DA2E-42A4-B6AE-41E38A4BAD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303" y="66436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F0F5C1-66F7-41B1-91DA-49CF945E5F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E16D9E-BD48-4DB1-8582-7E08B93EAF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1C4732-2896-42FC-AF97-2ECA724FE4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2C735F-C7B8-4931-B66B-49C7932978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3" y="6664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061EF7-85B9-4FCD-BD18-1A46FEDF43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303" y="66436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1A1174-867D-4C23-B34D-D93EDC4FBC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303" y="66436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90664D-B002-416B-8121-203DAB0E38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0" y="6172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972B56-FC1A-4639-A2D8-4AFF29B88D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0" y="6172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4B9922-DE30-4DE1-BA57-7B1BFCF2EC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5528" y="61672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F81A75-0293-4596-9856-8172A3C0BD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5528" y="61672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85B4F4-6086-484B-8F58-E4105FBF32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467" y="61924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CC9D9B-7A25-4AE3-9CFF-3EBB50B3B8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467" y="61924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013255-A5B0-47C7-88B9-AED1247886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467" y="61924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13107C-D181-4D5D-8CFA-4F5BD6B876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467" y="61924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B87B0B-B574-49D4-A2E2-88DFCA5EEA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F5FA8B-3689-4668-B11A-02AE4551A4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FA0599-ED0C-4B16-8893-ECF422EAFA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467" y="61924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745AD6-F6D7-40C1-B861-757EB147D2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467" y="61924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FEDC39-6FAA-4CB0-ABA6-73ADD199F7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ADC9A7-A7BC-4477-BED1-DB227C81AE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1D659E-8EDD-4B05-949F-2C5C2CB22E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5529" y="61672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26A458-526C-4A54-80A0-776EBC0666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5529" y="61672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652216-0D42-42EA-B4BD-D6BC7662C9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468" y="61924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D46EFF-F08C-4768-9205-A7E110C853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468" y="61924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EAEB64-6E38-48AE-85FB-23A5F5F645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7767" y="61915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EA11FC-53F6-499F-8116-EE804CA363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7767" y="61915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F9F37E-01AD-4770-AF1B-1A46D761FD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7767" y="61915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EDB3E7-4E5D-42A8-93D1-DCF8DC535A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7767" y="61915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7A800B-02F4-411A-BB20-695E278491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6023" y="62053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4DD0CE-9F79-40A2-822A-5C8D7394B8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6023" y="62053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A31920-55A6-45D6-97A7-7EBA97D03D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7767" y="61915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94866E-DDE0-495D-B05E-98D2C2085D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7767" y="61915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D24331-11A6-4F64-8996-CF69D25EF1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5529" y="61672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58D13F-F7E8-42E5-9A1B-C736C7DD24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5529" y="61672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3CC48D-CF40-4F3C-946A-2EF73DFA13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28B128-F04D-4093-A72E-E7E459A6E2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7457E4-DECA-487A-AD5A-C58F2CE24E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5B748C-F3A7-4386-A07B-705C505EB1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6D8C35-A2E2-479E-9692-DFD8EDB1C9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85AC27-F821-44A6-85AC-05CFFEA04C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5107D7-7E15-45C6-AC06-4F9C2736C8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835FAA-09CA-4023-AEF8-76E4918BBB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ABA85F-7EB3-400A-890D-9A86FCF374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5CDF6E-F7D1-4B23-9FC6-EA1C834C42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2DCF96-1E69-4BC6-82C9-CED1796778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F9B596-5531-43D9-B262-859653DFA3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21A06B-5FE6-448A-B3D1-BB3891317B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DBEBAD-7345-4C78-B5AC-259FB35A16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34F240-5811-4BB3-AF77-ADAFF50AB0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0A8BD4-31E3-4786-B2AC-A95921C8B2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F50DFA-A302-42DF-B530-2B4B7E8468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F12B6D-96DD-408D-B2D4-9662E5531C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6BCA41-4535-41A4-9565-C5A7BF6DC7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F4D50D-BE65-4B1A-877B-E99E091A20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F8C210-8559-467C-9CE1-6F7E922EA2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38DDD2-AEDB-489F-A335-DA9F24DC18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ABEDF3-CC1F-4158-BCB9-85CE9EEFCA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5B877F-32AA-44A2-9420-7703322CFE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409B02-1CD6-4350-B489-52F8D6C30C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2FDE6C-96B2-4113-9D38-D9BE4BF214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E27FB5-5C0A-4296-9D6A-77D887430D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6023" y="62053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CFCA73-0A2F-460A-B328-0EBAB3FD44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6023" y="62053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970208-766B-414D-9D87-C2AD925A53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B1193F-4974-409D-AD74-001A8233EA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47292E-EC2A-403A-9D5D-5FB545DA59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1AD1B8-5FC1-428B-98FE-E8E912ACEA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1" y="6172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E8BA2A-AAD8-44E1-8D39-18C500675C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6F9CBD-DD40-400A-8DD7-5889474A1B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5822DF-C3FF-4F00-8BB3-9C3B2DB25F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4CEE6D-8D55-4042-97C6-BC7C6AADFB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BA147C-BEA9-45D4-B55B-F63D24A0F8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5AFB72-6A3B-4BAD-BD7D-B6CA9CA986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F8CDFD-5DD9-4F1E-8D40-7D505160F5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F0537F-996E-413E-B0B0-F26266D958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6596C0-2EA2-4668-817B-4BF8009070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215949-1D32-4CD2-AE32-69619538D7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95BD6E-7E71-4726-9F6C-4971E18ECC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9A8BD3-4BB5-48A1-A510-CE3B15AB51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EEE686-D95E-4BEB-8CF7-A1D3E67A72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D9A3E7-88AD-4BE7-8AD4-7DA6DCF2A9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81F210-61AB-479A-A4D7-C645BF0A2B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694496-9733-4C15-BB69-2DDBA09FCC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96AD9A-BE2F-4C82-9441-2156EA2981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91E084-C386-4F40-8873-E727955FD0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487504-98C2-424F-915B-C288E3C609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9ABB75-2452-48C2-9FFD-517829894F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04E8C8-C8A3-4B3D-B4A1-FBA22C4590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23B18E-642D-4F72-9B06-86BB765489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0ED5A2-65B6-4885-830B-84580D67CF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4A8324-4AD0-4420-B067-9E8BD76B94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C0A3A7-AF57-47E0-B31A-E17EB58355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3231C8-E335-41FC-91A0-EB67D0F74A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DED539-478A-4523-83FC-592A5768E4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0A1244-ABEB-46E5-8AE3-CA4BF3B1F9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55D096-4B35-4E8B-97FF-48A007856C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225BA9-7D50-4FDE-8B4F-8305516F54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4BA3C4-A074-4441-ACC7-99C1F56F56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1ABB97-107A-40F8-9EFD-F599EFE5B2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6DD1C0-C1D8-4F9C-85A8-8EC6B5635C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2B5A26-34CB-475C-97EE-E7D7F2854D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E65858-03CC-49DD-B83F-3E1BA93CD6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AE27EF-AF3C-44DD-9ECF-4A8EC84192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5199AA-2940-4536-AAD1-0D713DCCED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9C43C4-5F4A-420B-93F9-F64AF7DA07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9D5D0A-4002-4E94-B871-787C005051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EAE6BC-CE42-4164-9CC2-1F069AD903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6BCA13-67B0-4B88-A81A-F908771541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9745" y="66757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163F05-409B-4AC2-A533-3B6A3342C1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9745" y="66757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008393-9EAB-43C8-80B3-F0C1C09D63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9745" y="66757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6DA8C2-FF27-4D54-AE12-3145813D8B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9745" y="66757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7D7843-5EBC-4952-8234-EB8893FFE2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9745" y="66757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042FA5-B6EC-4CDC-8054-081A1989F2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9745" y="66757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B62027-400C-4378-891B-26B15705D4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9745" y="66757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931E52-F01B-4FB7-9C8A-F23318341B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9745" y="66757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76ED4C-7F59-4C14-A2FB-7675EEDE6D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9745" y="66757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E11BD4-2FEF-4641-A734-582A466AFF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9745" y="66757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DFF646-C341-4B3F-A51F-B44B586B16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9745" y="66757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F97B5D-800D-468F-85F8-85D31A1337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9745" y="66757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11DDA1-0F8E-4E7A-9E15-6EC506EE97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9745" y="66757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4EB016-7B87-4174-914B-86411ABA44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9745" y="66757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523FD4-AE08-42FD-BFCD-4BA9CAE629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48B0A6-A34E-4C0F-B2B4-1AF70EBD28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C3024C-D6CB-4687-AD2E-4937DE3080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9745" y="66757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93222E-CD3D-483C-8043-BDCA716EE3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9745" y="66757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3C4667-DEC1-4F1D-B4C6-7C15D59813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03BBC5-68FE-4F72-8100-FD9A76BCE7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4BB759-053B-4840-80CA-BB9E18C89A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2" y="4851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60CEA9-D4FA-4425-8F66-F378B31C6C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2" y="4851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30CEE1-5F11-4853-AE70-1795851F40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1" y="47159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B5FC88-26B6-4419-8FA6-A851FD6AF1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1" y="47159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38EDF8-6DE0-4AD6-AFF1-6811200B29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1" y="47159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C2C101-27C3-4EAC-BAC7-A2C7500C1C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1" y="47159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40792F-E0A3-47C4-BF9A-34DBB5B3D2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2" y="61724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F2578F-02C9-44CA-95BA-834E1F72BF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9412" y="61724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885DDB-577D-4116-9C3C-3C4A38C939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3" y="462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2D7FF5-A4DF-4B98-AAA4-B72BABEFC0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3" y="462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78536C-E8F5-4FB9-9EE9-79970499C6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8094" y="64450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87D3B3-BBF6-40D4-A231-1545780044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8094" y="64450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801005-D17A-4BAA-8EAF-7264D2ABE5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4" y="6127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9627D1-3FEE-4AAD-9D6E-E5B1918151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4" y="6127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ABB5F2-120A-4274-BAA9-7EF3A08F9C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8" y="6758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7EDAEE-8AD4-4E0A-83CB-16B3319CB7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8" y="6758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A40BCB-4DDC-4830-96DE-C9E8105C7C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6023" y="62053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A6E9C5-DF04-42A6-83C4-1D362F5BBA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6023" y="62053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CB7C09-DD27-4AD7-9CBE-7991178064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4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92EF59-A4A6-45EF-A6E1-C86D28D145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4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0E7D96-2749-45F6-A4EF-BE1D5C8ED1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8" y="67583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AAF5F2-273E-4039-98EE-750D2EB4BB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8" y="67583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99408E-79D4-4C1D-BBD5-08A1FEFC1C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23D63A-3A08-4BA7-BEF3-23C91EB07B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0" y="47159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6C099A-D8DA-4EF2-865F-EEC8C8839B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8" y="67583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F58E0E-7C88-410F-B09D-2B26CB6827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8" y="67583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E039CE-C140-4698-9B33-67604D541E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6284C4-7177-4FFF-8308-A4F06CDA42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EADA6D-9D29-4C73-BA81-C74775675F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3" y="55669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270340-DD3B-4BFD-9B5F-B3234CBDFE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3" y="55669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2B4FD9-A89E-4268-B2F6-56C37CC0F8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3" y="55669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0B16C5-E2AA-457F-8E4D-DC915EF40B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9623" y="55669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D1EF59-7D89-4620-A7FF-66312A89A0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6023" y="62053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D64AA3-CBEF-44D0-A1E5-428F72CB30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6023" y="62053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08443D-6B01-4AE3-8A64-0FABFFF64D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73CB3C-8DF0-4B21-9D24-129D3E54CE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0" y="67011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75CFF4-D5D9-4BE1-8DE2-4C1C94B511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305" y="66436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35CC58-82C1-43AC-961D-E9FAC8E583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305" y="66436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996E50-24E6-4F3C-B510-B13E953C31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8" y="67583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EB8C2D-4364-444E-8318-FE4F502773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8" y="67583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C047EF-954B-4208-B9CA-3CE94A257D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79B6B2-6885-4DDA-A06A-A2D87735E2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F9B744-5879-4256-823B-B04B74C75D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363" y="51703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D772A0-3A31-4ED0-B0A6-380D1F7677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4363" y="51703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B3B2A6-BE8E-46BA-81F4-8171FDA070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3CBBCB-1317-44D8-8ADD-B575F4BFE7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A03E10-1E9E-4F93-A653-3F6B1ED60A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8" y="67583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C8792A-D2F8-4E1E-B2B9-4962EBDEB4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8" y="67583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CBD128-6ED5-4726-A24A-7771E76FB8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8" y="67583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EE37B3-5899-4C70-BA87-62CFDF434C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8" y="67583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DA75A5-9115-42C5-9F8F-725031FA87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4F6897-BBAC-407C-B7A0-98CBD9EE23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38F419-BEA7-4F7A-9259-38E5271CED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6023" y="62053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AB89AB-5A50-42AC-951F-9DC4996F77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6023" y="62053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DF6EAE-1099-4317-8E43-E38D537873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8" y="67583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BE088C-4499-4872-BC18-A60CF89DE3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8" y="67583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795F24-C223-4EA5-9CEE-1CFFDA90F1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8" y="67583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E8C855-6C91-4CA4-A193-9938ED1A48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518" y="67583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E85A98-9554-4A7C-8A83-A9A244D974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C11FC0-626D-4C8B-AC1B-B7CC442958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1" y="48514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C18571-CD0D-4B65-AA48-01AD3767F0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A751C5-224F-4BEE-B81D-CB8B084A9E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3" y="6422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D3485F-899E-41BF-B44F-FCDCFE834B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3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568218-7FD1-4669-8D6B-B55F9160D4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3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27971E-F99F-4A79-AA7B-BB91073AD4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6022" y="62053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420FD4-8628-4BBC-BD9D-9704AE061F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6022" y="62053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8D0853-3B05-4E83-ADBF-CFA795F31E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0E9EF6-B840-4925-9706-D724417977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7" y="5322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DBC4F2-3099-48DA-AA44-6C405B782E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6022" y="62053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FDCF4A-98A1-4A0B-A28B-D21F941C5D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6022" y="62053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D88F70-9770-40FD-8A24-0CA0E451F1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8092" y="64450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7C7AD0-D66E-4F07-B34B-F6C27CBBB0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8092" y="64450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38C6D8-7767-4083-8F58-D8DE83460E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199" y="47159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5FC074-1C21-4CA0-918F-A9629D7EB1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199" y="47159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C06EB3-1A77-47E7-8945-A088F6FC89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6022" y="62053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40C54E-4232-4A4E-AEBF-47625C613D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6022" y="62053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4686A6-BB3F-41BA-B9A2-19902E29DF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5088" y="58387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16D858-2119-45C6-B6A7-1F6D28AF84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5088" y="58387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B80433-4EFF-47D4-AC37-49C050AD12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3" y="68331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B842AD-121D-4655-88CB-F8E2472905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3" y="68331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D95B7E-006A-4D87-A3A8-C701ACA681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3" y="68331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C7720E-7363-45CD-8824-EE9161784C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3" y="68331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0DD912-0FB2-4BD1-A33F-C9C1473F0D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6254" y="64668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115855-89B5-46BB-9FF7-290BFD6C4F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6254" y="64668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8A49A1-5946-498E-AFC8-369B69DD31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8" y="5322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9606EC-544E-44EE-A566-0608D81E5D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8" y="5322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74AC6B-0914-4AF0-8786-D9A3C07DFE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2101" y="62195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271097-04B6-4011-A577-DA2E147403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2101" y="62195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6CDA77-775F-4E21-A3D8-D3D9F79EC8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6660" y="62524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08B359-BA72-4B85-AB4B-6F4E5E2D4B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6660" y="62524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DF472B-9D77-41CD-8EF0-446C5D0836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2" y="48514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20C9B8-8088-4B31-A260-1E15029D3F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1092" y="48514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665A7C-AFF6-44A4-BCF7-67D18095BF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3" y="462076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89DA46-E548-44E1-BE1D-ED4CA47656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3" y="462076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ED7574-F4E5-4F60-BC12-0454A37DD3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4" y="68331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9E0204-504B-4550-ABC6-DEE0A722D8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3954" y="68331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BF34D1-2426-406D-A178-8FB148E197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4" y="66647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6B0A11-7A65-4978-9805-8157613E11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4" y="66647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CC2786-7CAB-4B85-B420-CC522ABAC6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4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1296A5-13F2-4363-A9CC-99371B282D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4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665740-2DE2-49CE-B7A3-B5287309C5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1" y="67011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CC5BB3-5C92-44C1-9A09-BB40DB896B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521" y="67011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CEE335-9FFF-48D7-8683-4FC12F6EEE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1" y="47159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F23636-D57E-424B-82B3-FBEE9605E3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1201" y="47159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861F45-97B0-49CE-BB2E-3ED3C38EC6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4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FDF0B5-040A-429F-99AC-D53606DAB9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4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55F6AD-24F3-47F1-9F27-D57587ABC5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3" y="64493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D60867-4473-49C3-A686-F4F7B70AB1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603" y="64493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B6F786-60A1-43C2-BA78-1DD7B65A0F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267" y="58387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C36111-4A45-4181-A100-CD7637A798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267" y="58387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2CE66A-976E-4EE3-A8C4-FB7D4D5E84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9" y="5322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67A1C1-3277-4B8E-A56F-4BEDA92348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9" y="5322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12A55E-80C9-4971-9FA2-1C83B58F0D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9" y="5322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479458-2524-479C-853D-B3C262070A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79" y="5322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9356E7-B15A-4C73-B098-2C15D53411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4" y="64225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0E12A8-72BE-4832-8C2D-2E65DD2700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4" y="64225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48E446-B190-40AF-960E-38AA931B41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7" y="50248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CB3C83-C14C-4E47-9B77-FB5CD77A03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7" y="50248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6FFC46-6322-43E8-88BD-2E65E6F3EE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6024" y="62053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30F67B-2028-4F0C-AB3A-BB07A34710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6024" y="62053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4BDF42-240A-4044-B6C8-6A14DFA491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4" y="5780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8A03D4-17A0-4D7E-B7E2-F31A04E400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83274" y="5780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2014B7-CAF9-4231-B529-AE1DE7219A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4" y="462076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F208FB-7515-4922-BC23-33CF33E9AC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334" y="462076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520B72-0624-401C-B54E-B6D1D55449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1364" y="58196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2176D5-B5B0-4BD3-BDB9-0EAF5E7F12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1364" y="58196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A2715C-D85E-4CD5-B362-BE6FF94173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6025" y="62053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DF74CC-7E83-4D42-A31A-7321B23600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6025" y="62053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30A510-B136-4CA1-91C1-22FB58C631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6124" y="53328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D47E17-601F-47E5-9EA6-F62BCD8EA0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96124" y="53328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25AEC0-2371-4AA4-A0CB-9CD27168E7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306" y="66436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E2143C-AA0A-41BE-9629-AB6EFC1234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8306" y="66436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980180-B385-44A1-8D99-15EA360FA2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5" y="64225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7A7E60-1CE7-437F-8766-4B96097701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6405" y="64225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14D395-0714-4EC2-B9D0-13717A40BF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6" y="66647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A6F80E-6A72-4B46-B7C8-14A24B5030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6" y="66647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9E4B39-7857-447F-A5E0-1641601019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80" y="5322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2A2386-AAFA-4834-8646-CCC020F246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29280" y="5322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84C7CB-5EA6-4671-A0F1-34E926AAE2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5" y="61278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FCAE5C-7D6F-4446-BA86-5673AC6CCC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23245" y="61278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B1BCCB-2124-4219-AF2E-E3DAE0DDDE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0872" y="55542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883CC9-FBD9-4D54-B544-C517ADAD59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0872" y="55542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B95C87-097A-4163-B122-241816A8B2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0872" y="55542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7F866A-5FF9-4312-92EA-20498CA687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30872" y="55542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7DBF0A-1DEF-4111-8BA7-2A60183BA7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6025" y="62053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4559AA-513E-4F4E-8B33-48AF2E2C8A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66025" y="62053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66605C-BCB9-42D4-BB95-ED3337ACE8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6" y="66647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9E31C5-D1C3-4213-A4FE-31D3C7DDD7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2736" y="66647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2F8AEB-3866-4472-8CE0-67FE6AB127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8054" y="53128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04F1AB-6F06-4B25-91E8-17121B7AB5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8054" y="53128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A49626-20FA-41FE-882B-067F6E2217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8054" y="53128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70C110-56A3-4AB1-96DF-4F9B12B5F0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8054" y="53128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48CF30-EF6C-4141-9A0C-2080F9B51C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8054" y="53128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73D6DD-125F-4281-8F9E-53FCB5986C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8054" y="53128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4465A8-A5C9-40B3-9F77-8CC9665494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8054" y="53128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6DA59C-2870-4E89-9F8F-93E54FB412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8054" y="53128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2086C3-38B8-47C1-A216-50B9DD85EE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8054" y="53128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52411B-DF99-4037-A044-25AB6179CA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8054" y="53128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E3E238-3B5C-4ABE-842E-3E90BE53D6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4541" y="53505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149994-914B-4877-8656-7222262636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4541" y="53505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28BCF0-06B8-4E30-A670-35A0A96000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4541" y="53505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ACBD5B-1BB4-463D-928E-B253D63CA1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4541" y="53505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13F06F-D7FA-47E8-9BB7-D80367E59B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4541" y="53505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0070B0-197F-4FC0-9FFC-6530738BD3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4541" y="53505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41B9AC-67DC-418B-A42F-590DFFF0A8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4541" y="53505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8DB9F4-E757-48A3-A360-7E95AC7A36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4541" y="53505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293F78-1A09-4505-85CF-E69B47D442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4541" y="53505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BF2793-369C-40CC-B116-AC0865AF1E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4541" y="53505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EEC01E-C362-4357-9163-12B2706918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8817" y="48447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62AB75-4422-42D1-A6B6-E123D4489D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8817" y="48447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DC6261-9578-4321-93AF-6285369B46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8817" y="48447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0FA414-9B68-4F38-8A44-819D7929A1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8817" y="48447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6F076E-C454-4247-BC28-748E4CD870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8817" y="48447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76E304-B6B6-4DF3-8E66-8C19C3FE46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8817" y="48447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9012F3-7DE5-44A2-A1E9-0C4371DC15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8817" y="48447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A9A56B-8115-431E-9ED0-BCCC8C7EF5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8817" y="48447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DE3D6A-F3FB-4574-8CB3-56E6B7D205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8817" y="48447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996EB8-3586-418D-A9D2-D75925C9CA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8817" y="48447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D8AFC4-C3D2-43EE-B3B1-A3A496F9D7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8461" y="57620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A85733-40DD-4D1C-9CD6-CB7BFDD563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8461" y="57620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31B3E9-C4A1-4261-AC66-B6432E2581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8461" y="57620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60CB59-86FD-46C1-BEF8-2A78227E4F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8461" y="57620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2E35DF-E225-49F3-9938-664565AAC5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8461" y="57620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4A1E1A-0EA8-48A7-B626-73F5E06627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8461" y="57620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CBDF13-60DA-4C4C-8592-31E168110D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8461" y="57620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CA65DA-425D-4E81-9D9D-365B5DC875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8461" y="57620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9FD053-5A4D-462E-8D00-96F4CC7D0D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8461" y="57620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4DD5E7-107E-42E8-A313-0B15D101C4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8461" y="57620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89AC73-E4D2-4235-A0D4-627F21BA90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8461" y="57620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1C1ACD-9290-46C3-BBCA-1A48F9428B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8461" y="57620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E9AFF3-DDB6-4B7D-9C57-2D9B7CE370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8461" y="57620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B3E9AC-C98C-4686-8EFE-0795500763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8461" y="57620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0244FF-1013-46FE-9288-0D928B8034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1412" y="61584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46C13E-CFB2-44BD-A088-8652533E12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1412" y="61584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069766-6CFE-47DC-80AF-4338D1EAE6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1412" y="61584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A01C8C-5A9A-4019-818F-07168EFAF8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1412" y="61584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591B63-1DB6-427B-8E02-6B1F10E4AA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1412" y="61584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F66C6A-5E87-44FA-9D84-BFDBED6A4D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1412" y="61584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5779A9-44F0-4762-AA15-2EF065686F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1412" y="61584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AA87BF-79E1-4784-91BE-2DDFEB8697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1412" y="61584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67EDF1-6078-47FD-A4E1-8B726A03D7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1412" y="61584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0EAD33-ACB0-43B4-9BD3-774E654E1C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1412" y="61584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C57386-1484-432E-B9BF-823429572D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1412" y="61584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5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0BA67B-A807-4FD6-9198-F2D2AD6E8F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1412" y="61584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5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68F18F-35FD-47EB-9E78-1FD33018F3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8314" y="58081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06662C-2F22-40B7-852E-43069017F5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8314" y="58081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2D8A24-99AB-4C2D-ADFE-FFDAA9AE88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5471" y="58230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935032-4D64-4338-A09B-9F555066EB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5471" y="58230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2B5190-6D1B-4BEE-A747-6F62030B70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8314" y="58081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10F605-F6A7-46A1-B360-AB28BBC8B9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8314" y="58081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928FCC-47C0-41F9-9DBD-CED09CE78A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7356" y="58210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736EB2-FE6A-491C-B293-67B74A6F08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7356" y="58210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3AF011-DDAE-4400-ACDD-7C8C2AC743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5692" y="58152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CC051C-5EBC-4D96-A16D-3B41925801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5692" y="58152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D31C44-D938-44E2-A22C-BC68D75FB6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3001" y="58104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B4FEB2-8FF2-4BFD-8587-E00A92EC39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3001" y="58104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23C28C-E2BE-4596-A2F0-DC28E99FDB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8314" y="58081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19CFA3-90E1-4409-82C0-7256170AD4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8314" y="58081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1452BA-97D8-4B76-8E55-9B2511E3B3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0383" y="54321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9C26AF-222B-46F1-BBED-D079E6F22E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0383" y="54321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875063-A59B-4BE3-B443-AF235E5B3D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0383" y="54321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2F668C-DB3F-4AD2-AFF2-64B2586ED4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0383" y="54321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8CAD19-D1D8-4DBB-8471-39D220725E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0383" y="54321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927A2F-0F44-4BCB-BADA-2A6A9291CA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0383" y="54321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8410A9-954D-4B32-9392-AF7AFDD3E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0383" y="54321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8A6D74-0046-4E99-8085-5AF192A00A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0383" y="54321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B128A3-ABC7-4B92-B0C9-57A1CC396E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0383" y="54321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EE8B9D-8262-4B9C-BCD7-4552AD679A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0383" y="54321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470E1D-6190-4419-BFA5-7BBB46F25F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0915" y="47851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FCBAC6-6AC1-4641-BBC7-D98D592D95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0915" y="47851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32EAC6-DFF1-4272-8D9E-26C575D206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0915" y="47851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777770-F8AA-4CF6-8FA6-6A228871F0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0915" y="47851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FBE3FF-4059-4ACC-B585-DD15EC077B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0915" y="47851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12A030-D38C-472E-A435-BEF84C98D3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0915" y="47851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909506-73D1-495B-93F8-97CF4F2A25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0915" y="47851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CEA78A-ACEA-41F9-AB29-6E07F82509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0915" y="47851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AF1BFD-D8A8-4C5E-B664-BEC1A5C810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0915" y="47851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529EA6-E15E-4F4B-950C-4C871C7CF9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0915" y="47851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5BEC13-9FA2-4314-BF65-7B386C3554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0915" y="47851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BBF013-2231-42ED-894B-E452EB3A36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0915" y="47851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DB1F39-CFDD-4907-A552-2C2ECBCB81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0915" y="47851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A1D8E2-06C3-4BD2-9028-FD34A57FE4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0915" y="47851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1ABC7C-6BA5-4A86-835A-1814B52B20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8112" y="59309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632FE7-1050-43EB-9899-6C9B9DC016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8112" y="59309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0A65CE-9589-479C-808E-2339EC5199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8112" y="59309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C5A8B6-E988-44D3-B4EE-9DF69A4DE9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8112" y="59309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CF94DC-9A97-48E7-8372-D69AF71E09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8112" y="59309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587E02-651B-4C42-BA5C-4EF4E27705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8112" y="59309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DC7D29-8D25-4F16-ABDC-1131A0BACC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8112" y="59309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C22B86-23F3-4525-ACCB-BCC38627A9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8112" y="59309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026A9B-C729-471F-979F-1492959F28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8112" y="59309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B6F2C5-91BA-442C-AA71-EEF450C568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8112" y="59309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10E1EC-FB22-4FF4-B950-F455D85163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8112" y="59309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895B5A-9468-481B-81AF-DA58318392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8112" y="59309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A11F87-F08E-4751-9301-537BF6D079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8112" y="59309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D0DF3C-2C1F-4E02-B1F4-7410AB105B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8112" y="59309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AC235C-4AEE-405D-B9E2-AFC9C25CDD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4712" y="59442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69573D-EB72-4B87-8F12-1F7FBDA902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4712" y="59442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C5A85E-F321-40EC-A67E-8E895C8DFB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4712" y="59442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E9C874-18BE-4D25-8FEA-8DF3A51DBF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4712" y="59442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C78DFF-9A23-4624-AA30-D171986119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4712" y="59442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C75B47-1913-4099-8ADD-675A8D0878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4712" y="59442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B20641-8360-4AD6-915B-F06C10B2C3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4712" y="59442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36376B-4F4D-40B1-BF95-14DDB75A14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4712" y="59442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746C46-E342-4A04-8422-1FBF02AEE9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4712" y="59442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46A401-5F5B-42D8-8DED-13A10F784F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4712" y="59442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68A005-9689-4110-92F9-5E774804F3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4712" y="59442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8E03FC-6AB8-4DE7-857B-940FC62384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4712" y="59442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4F8D23-8EF9-45E7-80CF-32D7A6A44E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4712" y="59442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4BE404-A589-43DE-A84B-D847560402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4712" y="59442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189848-5B1F-4B61-A0DC-1DD5456649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0272" y="5745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285279-C260-4004-959E-ABFA4FD19C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0272" y="5745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FC94C9-B92A-4EE7-B1F3-73F0420AB6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0272" y="5745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379134-3D89-4788-9779-A987766F43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0272" y="5745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97F655-D301-4482-9E0B-3C3EB3CFED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0272" y="5745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84ACCD-31E7-4AE6-90FA-83C21598E6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0272" y="5745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E81419-2B2B-43C6-997A-1959D274E3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0272" y="5745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EF4915-C7D5-4C2A-8154-53F0277309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0272" y="5745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CEE999-F6E4-49A1-A535-59FF04CEB0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0272" y="5745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9D1657-9596-4653-86DB-EA4C840EF7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0272" y="5745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A2D071-0819-4DAA-A916-3627D729AD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0272" y="5745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E1F5C1-5625-461A-9D69-1821ED433D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0272" y="5745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8B061B-F3A2-4E5B-847C-EEE6D49705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0272" y="57459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329D3D-4EB6-40C6-B600-F7B1E3D1E2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0272" y="57459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B4B7DE-D1D4-418A-A4DF-6252C6BB32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5791" y="59294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889740-3739-4961-865E-CC1B725953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5791" y="59294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6DC4F3-8D0A-4C9D-A520-D579571BAF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5791" y="59294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8785EC-196F-4AF3-AEEB-02C93AC55A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5791" y="59294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68C6B1-F8BC-4BA8-9521-90CBDBDA3A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5791" y="59294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11CC45-DDAF-47A6-9C07-CF61EA81A7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5791" y="59294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45B86F-B592-4DC0-887D-A0F3360E58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5791" y="59294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BFB683-2742-4BC6-9E89-6FFEA116E2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5791" y="59294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C5050F-5BF7-4C15-8D50-4C960F29F8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5791" y="59294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F95EC7-9E22-4028-ACF6-F9B3D21850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5791" y="59294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15B752-D069-4511-A83F-AC71430D6A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5791" y="59294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977837-AF5A-4925-B873-859E8FBB95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5791" y="59294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C672F6-EAE8-4DF0-9F12-F0476F9840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5791" y="59294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88529D-2AF2-43DD-A8A2-90A5428037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5791" y="59294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C55D3F-0541-45E0-A8E1-F7D67D12F1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8133" y="63475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478928-4E24-40E8-8B1D-EC8A850EBE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8133" y="63475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61626F-9053-4B26-A4E2-99AA6A3A1E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8133" y="63475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850C5F-9363-47E5-8D65-1A079B1BAE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8133" y="63475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7856D5-E8CE-4DF2-BF6A-CA0ED4971B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8133" y="63475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FE4535-35F0-4A55-A7DB-F63158A8DA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8133" y="63475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548C1B-FEEC-4F76-9DF5-C94B411945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8133" y="63475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4EF9B9-C5BD-493E-9892-DEFE7319DC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8133" y="63475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41B11D-57CA-44DC-8386-FF52A5FD27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8133" y="63475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324BA0-1BE3-4E6F-9003-EAC41FB586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8133" y="63475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052696-C50E-4E86-90E3-EAE6490B0A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8133" y="63475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6C8762-41AB-453D-A177-4FC0A277FE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8133" y="63475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A46C10-3F1C-4FB4-A0BF-135E5CB479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8133" y="63475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45FE33-B9C9-4B08-92E2-2C679A6A65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8133" y="63475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4FB510-3ABC-4709-9B39-A7577E108D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0926" y="59120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FF74B7-A068-4EA7-8BD1-467AF65750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0926" y="59120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A36D3C-5354-42B3-BDA3-E2D317A767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0926" y="59120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E392F7-5E31-4F3E-977A-EDD5A53218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0926" y="59120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17894A-7D5E-4452-ABD6-7AA9DA2E4F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0926" y="59120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01D108-18CE-4221-8781-E36BA14850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0926" y="59120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EB338B-B950-4D4C-B3BD-E8CC74E3B5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0926" y="59120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95EF8E-B706-4B61-87B5-E9FBC03E1F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0926" y="59120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13F5FA-73E2-40ED-85FE-777928071F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0926" y="59120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1F9394-7DBF-4C0B-96FD-CE82638314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0926" y="59120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A16A26-E1FF-4293-9671-C89E6A1DEC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0926" y="59120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B2511B-C4EA-4801-9B05-F6F2245BEA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0926" y="59120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E9865E-F28D-4474-B723-ADAE851B30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0926" y="59120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D6A1D4-E124-4ABC-9D54-65A5CC0D96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0926" y="59120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1F77D8-8F00-4A22-846B-F839ED5C74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0632" y="62604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6F4129-FCBA-4B69-9D35-E69C4E9410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0632" y="62604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C70C9F-F59B-4090-9BF7-401A0CAB1E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5310" y="62548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74AD12-EA48-435D-9403-ACA23BEBCA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5310" y="62548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C000BC-3786-412F-863C-C0FADA1943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0632" y="62604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38E41F-AC3A-47E3-B399-FD6FF0A7AB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0632" y="62604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F2EA3D-35C9-4BD7-893D-A6B1F21240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5310" y="62548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1A48C0-88AD-48B7-8F8D-4E334E45E8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5310" y="62548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E57F51-4319-4127-9A09-56D8A85698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5310" y="62548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A78D91-5A7A-46D5-A98F-217236A2A6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5310" y="62548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E5AA39-DD6A-4A02-9B2A-D3C05F1CEA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5310" y="62548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3E4B5B-BCF4-4F59-AB62-4D9ADF15CB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5310" y="62548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4B4D35-E8C5-4BA1-AB10-054B677445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5310" y="62548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3E3D98-1959-4E9D-8746-99141FEC76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5310" y="62548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464BCA-17DC-4B9D-9954-F6A99FE662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788" y="51192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088759-4E01-40EB-A5D2-79BDB69725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788" y="51192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011104-1294-4204-B355-219F537D46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788" y="51192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12FA57-5662-4147-9412-1A745028C0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788" y="51192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9682F7-437A-427B-8204-FFBEABEA25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788" y="51192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388876-17D7-4D0F-AD61-F209A67369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788" y="51192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830CCD-4AB6-4EBC-9F11-1FD7CDC9D3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788" y="51192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51961D-8755-42FA-9C95-977C0F0AF1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788" y="51192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039EEC-32BB-435D-AFC2-6A811266D4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788" y="51192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259267-58AC-4262-A22E-2C13FA218B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788" y="51192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660749-15C9-4FB2-8FE8-DFD487305C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788" y="51192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A1190D-4A8D-4961-BEEB-E7C074C2FE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788" y="51192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944F12-267A-462B-AF2B-9B9E54DC68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788" y="51192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256D6F-21BC-4C14-9A93-98D4A331D0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788" y="51192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073606-3BC6-4CC7-95A4-1343956586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4597" y="54917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AE0DFC-8206-4009-88BD-AFACF1FBD3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4597" y="54917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C19F57-BC6E-4DF3-8219-9585F26CD9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0843" y="54794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605086-D428-4C7A-8E90-5EBACF6860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0843" y="54794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C25288-40A0-4AE1-8C5E-053A1B017A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0843" y="54794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2FFB93-4E2E-4850-9230-648FC9C07C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0843" y="54794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CFE7E1-4205-4885-9A6D-FF1C1B8513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0843" y="54794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F28E46-DE17-4F2E-8222-3DD5720F8A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0843" y="54794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AAB34A-6494-4C9A-8C72-8C2991E0BD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0843" y="54794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6085DE-1970-4782-BC5E-00C8039822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0843" y="54794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6FB0AE-E472-4122-980E-69EE983C92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0843" y="54794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BFF11A-CD2E-44CC-895A-D58ACE5309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0843" y="54794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BCDE8F-B70A-41CE-AED2-77921705F9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9582" y="51345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81B22E-F776-46E3-BE2B-337BC2C8AD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9582" y="51345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7BF1BD-8211-4E94-AEC4-6151EF32EA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9582" y="51345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9DE3F3-DFAB-48EE-895C-4C4343742A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9582" y="51345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4D4136-7F01-44A3-A0C8-16ACE3F041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9582" y="51345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BC6C5B-A861-464B-920A-207608F634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9582" y="51345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ACC5DF-16F4-45E5-B893-6505ABE199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9582" y="51345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930B8C-4D96-42D3-BB9D-195D63A832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9582" y="51345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85FDA0-640B-42E4-9F1B-2DD742DF0E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9582" y="51345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08064A-C327-40D1-B987-35720C80E0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9582" y="51345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C93A27-FD70-4BC8-8AFD-D096DE0F57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9582" y="51345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B1D727-85B3-4244-92D1-CBE9D8CA0B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9582" y="51345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5D48CF-D36F-4DF4-BBDF-827BBABCBF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9582" y="51345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171D9D-3570-44A4-A9A2-4239D7DDFB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9582" y="51345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C5E44A-F21C-4DE8-92AE-F4BAB5ADA7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4089" y="53580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1C12C6-5C51-4397-AD82-2BA2924022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4089" y="53580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9BF257-9E2B-467C-B57A-1245145C54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4089" y="53580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D1A9DD-F843-4AFD-A497-40FD7ADE36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4089" y="53580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6B3C22-DD59-4FF4-A440-687B16261F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4089" y="53580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514C56-5127-4C7D-8555-A4B9BF7762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4089" y="53580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5C3978-5A58-4162-83BB-DBBE827BB9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0561" y="53464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0705D3-F06F-4073-81C4-9B574CD3F8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0561" y="53464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281A46-3927-4993-8020-A2A059C7B5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0561" y="53464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DB1BB5-A242-4489-A854-45FAFB25F0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0561" y="53464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4D19D3-6CA0-4889-AB05-7E39E65117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6288" y="62364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0A304F-830D-4BAC-8116-3F8DF09428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6288" y="62364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F518FC-8F3A-4CE5-9DC6-5AF42CF399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6288" y="62364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3D2BD2-F969-473F-B7C9-7A9110C4C6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6288" y="62364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25CC73-A62D-4677-A928-B7E172B2F2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6288" y="62364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C08DFD-91CB-4D64-929C-C2786D58B2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6288" y="62364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BAA29B-32F3-4D57-ABEA-6C5B2C7805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6288" y="62364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92DA24-532C-4FD6-94EB-D8A94A48B7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6288" y="62364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FA2E8E-5C84-47EC-9E84-38A12D11D5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0413" y="62223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84A0F9-9FB0-4598-830E-3814D5A36D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0413" y="62223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1894FA-6F87-4EE4-B981-495E97FB17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0413" y="62223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F52AF0-700D-4AD2-8C64-141C983DC7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0413" y="62223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DD99B9-F1BE-4931-873B-0161336ADC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6288" y="62364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DAB9A8-0103-4FBC-BFAF-167843B817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6288" y="62364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D77AD9-371E-4A5E-A3C2-0741F2628D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5804" y="52893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8405CE-3D76-4B39-9834-3148BAACCF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5804" y="52893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B923C9-74FE-491B-8EED-AEFE38880D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5804" y="52893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F1A74C-E349-4B83-9F51-B5F572CA8A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5804" y="52893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F227D4-ACD8-4A0C-A669-8DA36341D3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5804" y="52893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7CACA5-55A4-4216-ACBE-49938FFB26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5804" y="52893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751856-6772-4552-BA5D-ACF58E1644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5804" y="52893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4E4FC1-9DE3-49F5-ABF8-2595929CBE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5804" y="52893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BD59C7-7A2C-4E9F-A0A3-65A576264D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5804" y="52893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6D9B4F-37FD-48F8-BD1E-9C5D209FE7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5804" y="52893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33C2FA-1E0F-488A-8DE4-4D43B96034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5804" y="52893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56B9BE-3C82-4DE9-8B2D-D23E7B490E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5804" y="52893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790004-2A20-410E-8C7B-0C9F8B19B0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371" y="60856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8EEC2C-D514-4A6E-A262-2881ED94F5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371" y="60856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899468-8CCA-4DCD-AE88-8D0A0EB896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371" y="60856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6923AD-421E-4742-8B47-9B62E91ACA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371" y="60856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75CAA3-65D9-4E82-8F67-119FF9CD7A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371" y="60856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38E5CA-D84C-4261-9E8F-7F573618E7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371" y="60856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FD4B47-3ADD-4C55-ACE6-2F1758ED4D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0336" y="60945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B91B56-096C-414C-B4C1-6ECE9D0579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0336" y="60945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2467A5-F099-4F2F-9CF2-4B40E1EBFA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371" y="60856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1B0E1A-C414-4AA5-B175-C8A416F12C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371" y="60856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DA5F66-68D5-4525-B5AB-D87035A5DC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371" y="60856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E9A4A7-B228-41AF-9DFF-D16A4C0CC8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371" y="60856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054876-F053-40EE-8614-79D279D922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371" y="60856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CB5E77-AC0D-4AE1-BC78-0A939F2EF3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6371" y="60856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A4AF2C-E449-43B8-AE0C-C044D0A51A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9310" y="57240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65D4D2-AB95-49CE-90DB-868B4C08D2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9310" y="57240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CCF76B-8678-4CD9-97EC-F120188682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9310" y="57240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09E9F1-F23C-4B4F-95BD-ED0E149097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9310" y="57240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F66BE8-C07C-417F-97C7-79C10D6F96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9310" y="57240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54FE48-B1B9-48F7-A736-30B8DE9BE7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9310" y="57240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3E66FF-8BC9-4BDF-A574-91CC17FF88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9310" y="57240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6FEC35-3084-480D-B9C4-BF7BEC10BD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9310" y="57240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815107-4370-45EB-B880-F0CC577D39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9310" y="57240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D2BE17-3E5F-4FFD-8C77-6A5E3D98FD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9310" y="57240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F76113-5C0A-4ACD-8BEF-9BDB8DAB10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9310" y="57240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8EEA0A-431D-4D2E-B3E6-4FA8358455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9310" y="57240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571976-2B3C-4A0D-8057-4B854E9163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9310" y="57240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FF51FA-7FD3-4080-84EA-4025C41D9F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9310" y="57240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5CB388-549A-4B6C-81D9-4A8D931820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601" y="4753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6EAD68-5100-4C80-B8B5-0FBC8284D5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601" y="4753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8CF818-FF35-4E84-8064-CC24AD543F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601" y="4753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267BCF-01FF-4834-9270-0FACBD45F6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601" y="4753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8E0B73-6EDD-4940-B5A5-851939BE7C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601" y="4753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5047C2-6C3B-4915-92C4-B29CCB5691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601" y="4753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BA1705-5DD3-4684-9727-98EA1946BC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601" y="4753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5B9FBC-F0E8-4FC1-9101-B564EFF614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601" y="4753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5953FE-587B-423D-A84C-7D1B4814F2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601" y="4753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555E07-F665-4231-AA69-A1D620DD24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601" y="4753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4470DC-83EB-4A32-82F9-FFDDC08782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601" y="4753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79FAD3-1653-4059-B0CE-746B3BF227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6601" y="4753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EC0CF6-074A-416C-8DE6-2BFF7206D3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0764" y="65843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101AA5-106C-45B6-8460-4BBAA5F328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0764" y="65843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B48810-1826-459D-A0DB-7CB121EA3E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0764" y="65843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184C4A-D316-4EBE-9999-09ADEF85A6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0764" y="65843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6A3F6F-754A-4526-8244-7FBFDF3EBA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0764" y="65843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157EDC-0C29-4809-96EF-126C89FB66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0764" y="65843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3E403D-5BEE-42B9-B35D-53C386E865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0764" y="65843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4BC20F-5895-4818-A432-FAEF6510BC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0764" y="65843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8F465E-F0D3-4F47-93F3-950D573C13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0764" y="65843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D5B0E5-30AD-4943-AFCA-25F3A44DC0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0764" y="65843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CEDF8A-3C4A-4242-8E17-8019937884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0764" y="65843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02FA14-8FFD-4333-8D83-D10AB6CCC6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0764" y="65843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FC425B-7F9D-44DF-9FBE-9081538CFC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0764" y="65843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93536F-0004-4D32-A06C-D2440FFBCB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0764" y="65843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EA3B9E-124C-41C0-AC54-EACE08BBA0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2293" y="54989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990453-4236-4365-BF87-0B7E194AE1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2293" y="54989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DC2A2E-C858-4338-A5A0-E84C93D649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2293" y="54989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F87897-44C3-4067-B133-2DBF59B80C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2293" y="54989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95A580-A5C0-483C-9D39-4901389799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2293" y="54989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92FC4A-EC2E-4923-B8D7-70867346A4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2293" y="54989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7306F7-EFAC-4E5D-B443-0B51AFF427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2293" y="54989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907D2C-A0A8-4AD4-8E05-8EDE0668EA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2293" y="54989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E71B0D-60BB-4322-84B1-D126E2738C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2293" y="54989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4FD427-A9F8-460E-B26C-82809210DF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2293" y="54989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A5F0AB-D07A-48D2-8994-9B909BC273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2293" y="54989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27705D-AEA7-48F4-B581-CA99264F0F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2293" y="54989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2E4532-B0F2-4538-8021-7D2FD07A9D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2293" y="54989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9CC8A8-3767-4D4B-A8BE-87A3E26749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2293" y="54989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7D35FA-AE80-4D63-B1DB-EAE68CA288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5186" y="48638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99D674-2973-4003-8AEE-947C2F10D1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5186" y="48638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789D90-55A3-4CA0-B0A5-4C868702FE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5186" y="48638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619B51-33E6-43D3-B3E3-6664221E88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5186" y="48638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55CE1C-52C8-4A51-A7ED-94F4C21AD9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0903" y="48712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1011F7-0B4E-45F8-B0EC-5EB76FE190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0903" y="48712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638E16-BB38-4013-A295-A30C568D61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0903" y="48712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AA3489-C261-49FA-AA31-E91479F1A2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0903" y="48712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FE6DD3-16AB-4AC3-B9DA-5CDA68544B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0903" y="48712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83CA40-9C11-4CB1-A00F-6BB3680DBB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0903" y="48712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BF82DD-BC0B-45F6-A2F7-B172B3DEAF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5186" y="48638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DA1B95-D80C-4509-9089-EAFDAE13B7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5186" y="48638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AB9E2B-A5EB-4D2D-B4B3-49C64D970F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0903" y="48712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D2BD74-774C-47DC-AE24-3453244A2B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0903" y="48712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8473B9-6DFE-4C0E-8CCC-B404A45429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098" y="51049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20110D-BCFD-4A0F-8477-06454F0925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098" y="51049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D75C02-810B-43EE-8062-56D514317F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098" y="51049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CFB376-BE83-4120-A513-D2BF052AF3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098" y="51049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531FEB-9063-448E-B919-B5BA2395E5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098" y="51049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64021C-BA0E-4A01-8E24-DA63A05593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098" y="51049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499D18-B027-4BB2-8C78-B2637B5C48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098" y="51049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37B0FA-CBB0-4B60-A468-E7E24FC5AF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098" y="51049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9D8ECB-5C71-48FC-A96F-C1798BA43F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098" y="51049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835657-399D-4FC3-883A-0A9C8B38E6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098" y="51049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21360F-3EF5-4DD0-BAC1-73642F16D8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098" y="51049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130D99-EB99-4C41-B089-5140594D61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098" y="51049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E261BE-9442-49DF-8B27-ADE076B9D5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098" y="51049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B14D0F-2534-4F67-BB43-EE158B2E65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098" y="51049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477CC9-0B3B-417E-B7AC-282A0C7067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6233" y="47410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EB3659-3C56-4996-A719-1A78190784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6233" y="47410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88E5EE-F4F0-4583-867A-7323F3AEFF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6233" y="47410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AE2F8D-B9C4-471C-90B3-BC5B70A05B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6233" y="47410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5FDEBE-2ABC-4C0C-9AE0-21712064A3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6233" y="47410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6DB23F-8C41-4396-BAC3-37CF36B9EC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6233" y="47410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50A751-78B9-44B8-9742-14AAD5BA58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6233" y="47410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C505EC-BD71-45C0-9096-B1EA2C1DF7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6233" y="47410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734CB3-2EC9-4749-9CB7-3FEEFC38ED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6233" y="47410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A91690-9E56-4857-85A9-8B705D78DD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6233" y="47410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F97BFE-759D-4D75-82B6-70E6F3D202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6233" y="47410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83AF10-CD67-46C3-9EB4-AB964914D3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6233" y="47410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CB8722-730F-40DB-9B1D-88E0543E18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6233" y="47410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CB50CC-6518-47E3-AB05-05AFA284EA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6233" y="47410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2E676A-EE79-488D-84E5-9514577221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131" y="54252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A19808-7DEA-4C81-8C6F-0B5A65B432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131" y="54252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5C1655-1866-4BC0-926F-BA0D7CCC79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3643" y="54240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8BEE85-2D0C-48C8-8B4F-0A683F64DF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3643" y="54240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8A6E87-0D04-42A7-97C8-CC74F716AE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131" y="54252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E47BEB-46B0-472A-98EE-0B2A9F2E75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131" y="54252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7D1EE8-1A73-4C0C-BDE5-0204A8434A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131" y="54252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5CE6B2-3ADD-4324-8876-4F7CE2E7F5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131" y="54252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DA6C40-7278-4B6B-9095-F9A44F284F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131" y="54252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50E901-C5EB-46B9-99D0-1DF64EBA41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131" y="54252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F1140D-0D16-4CEF-A565-F63F19883F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131" y="54252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72A9CD-CFF6-4793-B1B7-CF6AC9BA92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131" y="54252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B5D406-62B5-4A9D-8928-D325375AAC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131" y="54252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5250F9-FCE4-423E-979F-87387C9C08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131" y="54252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9D327F-14A9-4E40-A346-37789490B6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8078" y="58466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869D15-7861-4347-A240-2CC6630E0D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8078" y="58466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F2206B-553D-4AAC-AD8E-B2C4EED6B1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8078" y="58466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1D7940-CE7A-4F37-A8E1-9BA8201EB5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8078" y="58466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E14107-A6CD-4CBB-98A3-C38B44B7C2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8078" y="58466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819191-4766-455B-94DF-97FFAF71DA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8078" y="58466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5A985A-3C94-47A5-BF76-B67A306C48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8078" y="58466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8FA79A-A672-4613-BBE1-6EF28445D2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8078" y="58466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341953-0900-4C74-A819-6334BDB516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8078" y="58466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679F6A-723F-4449-A2FC-109E387B28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8078" y="58466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47A989-B18A-4DD4-98D3-097AA3BF28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8078" y="58466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024F1D-D12C-4714-A3C9-5252643EF3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8078" y="58466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5393A6-64F7-4393-B43C-427787D383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8078" y="58466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5CD280-56FB-4648-9F99-EFE16065FC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8078" y="58466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59DAAA-9213-44F1-8ADE-02ED6A0268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618" y="54540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DC50AD-6432-42F7-A6DF-CC5B09907D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618" y="54540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50CD88-5ACD-461D-9B7E-25AA69C337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618" y="54540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332253-73DF-4DFB-8C45-4DD4ADF080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618" y="54540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851BE5-751D-4396-AB18-317D2D7A31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618" y="54540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A2564A-EBFD-44F8-A231-145E041707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618" y="54540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12E382-C104-4DF0-8A70-556AFA297D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618" y="54540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D3BFD3-EFDB-4895-93A7-196863ADCA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618" y="54540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ACF372-226B-42F3-B58C-EAD1A2080F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618" y="54540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BBD0AB-EE7F-4D88-8183-0B10768F16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618" y="54540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9C8EAE-BD1B-48D1-96C7-FBFB4F47E2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618" y="54540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F6AA43-E4EB-49BA-884F-48673C7A46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618" y="54540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68294C-202F-49A8-A419-8E9BCA5D78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618" y="54540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A409E3-14FA-4A2E-BACD-6D68FDCB33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3618" y="54540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740ACC-35A9-4414-BA04-2FC3F6B31D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8627" y="62023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95BF9E-CAA5-4C1F-B5E5-73B18D3E4E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8627" y="62023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33C378-9D63-404C-ADD2-60BAD3F8EE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8627" y="62023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A03ECD-AD4A-4894-B55D-24E650D330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8627" y="62023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E02259-163A-47AF-8930-6B7AB86B16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8627" y="62023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9347E5-1047-4A14-8A77-BA8C9B2D7E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8627" y="62023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6CA257-148A-4348-B4DC-A827018222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8627" y="62023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F324D6-B762-4479-9CB0-3C88FC05B8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8627" y="62023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C930EF-854F-414D-896D-F0E2764321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8627" y="62023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85E761-9A2B-4D9C-9BBE-3E4A281224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8627" y="62023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1FD639-5045-4760-8B8B-1A6F3A5C94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8627" y="62023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510DBC-C516-4F38-A546-C905C3499C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8627" y="62023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E9271D-8B58-4554-BB58-E6CA5335E8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8627" y="62023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E294CF-851B-4A0C-B64B-419B976C0D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8627" y="62023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01F5DE-1410-4ADE-9A96-3B25DD9C3D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1239" y="5504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3DD081-AF1E-430E-A332-C2C5D255A5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1239" y="5504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A6AC8C-FDF3-4202-B3FF-1CD94C6B87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1239" y="5504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09545B-1366-4223-8CF1-BA756A41B7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1239" y="5504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755274-2328-422A-A43B-C20CE41762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1239" y="5504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CF3444-CCD4-4FBE-8AF3-B1079632DF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1239" y="5504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C4C792-5AE8-4E61-8A8B-6128DD442B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1239" y="5504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FF0184-1962-4305-88DB-0DB4347672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1239" y="5504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169715-16C6-4EC3-9EEB-5A82A064CD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1239" y="5504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B6EDCE-EC2D-48C5-B311-72C05BB4E0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1239" y="5504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BE22EC-D984-4F90-8753-1280993AF8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1239" y="5504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9BE2B0-2FA8-4418-9CCC-E67FB061FA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1239" y="5504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6B64E5-6C0C-404F-BB33-544A9BD8CA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4485" y="44485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62FD96-B3F5-4554-AF4E-F1B82D117B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4485" y="44485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265DB6-6681-4D08-B308-012A8ADF55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4485" y="44485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0E9170-A549-4BD9-8912-10AA6E9AEB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4485" y="44485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616126-4F6B-427D-8474-8264E30457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5799" y="44419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27C229-F43C-439B-AAC5-66016C07C5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5799" y="44419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407780-914B-4E41-804D-51D38F1B9A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5799" y="44419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CFC1C5-2E11-4E1B-B26E-6DA03879EC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5799" y="44419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1EB659-B89F-429A-A7A0-3F0A93A202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4485" y="44485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487596-95C8-48D5-AFD6-2891D983D7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4485" y="44485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621FA7-4697-49DD-B808-10B610FE28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3771" y="46861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E24BD1-71B9-411D-A583-96D8DA192A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3771" y="46861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4D8C07-B02E-4FAF-A1CC-8E2B1CCD22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3771" y="46861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1C309F-6E69-4227-97E4-D6B6BA4F17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3771" y="46861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4974FD-92E0-452A-BFB7-71C827735D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3771" y="46861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23C3DD-7F53-4134-88CE-E19F5B3FCD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3771" y="46861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825451-5F5B-46FB-ACCF-6BC3FAE69D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3771" y="46861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2FE84D-B1AB-4E85-ABD0-D3EB9B0F26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3771" y="46861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90CF0C-9C63-4255-AF62-1A08FFD92D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3771" y="46861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913AE0-A6B6-454F-8051-07A6E57C4C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3771" y="46861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FDEE4C-C557-469C-B3C0-C918B0A8B8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3771" y="46861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AB61C8-A05F-4126-A3E5-FDEA0DD837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3771" y="46861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5E7AC0-509D-4FD6-A4F3-48F4898244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0042" y="49053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4413B1-A249-426F-900E-E7C97911AF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0042" y="49053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634777-D1F0-42F8-8D3A-3EADE29941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0042" y="49053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192E6A-A67E-4DE6-B24E-13100E2EE3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0042" y="49053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B551C5-3A9A-4EFA-900A-DF6B48BD18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0042" y="49053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76FB57-661C-4859-9BC1-0C81203A20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0042" y="49053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D92372-CB70-4309-933C-9A33D58C09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0042" y="49053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E54768-F10A-449F-B3A5-6D706BF9A0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0042" y="49053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3B696F-68A9-486D-A941-ED773F37FB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0042" y="49053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9403D0-A364-4344-90E8-39490C720D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0042" y="49053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E666A0-28A2-48F7-8871-D595C5CCA3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5632" y="53121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FD2B04-1DB9-48CC-B0B5-E4106B1555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5632" y="53121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EAF5D4-911A-4F43-BB10-568D33D365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411" y="53013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A6649B-0F69-47C1-9821-41B8028BFE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411" y="53013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390AE0-CCE7-4D36-BA12-C0336AD67F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411" y="53013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1E7D22-E2C4-48B0-AFF2-5F2145F55E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411" y="53013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C0AAC2-7D66-489C-878F-37B84BEC8E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411" y="53013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4370B9-A251-49E0-9A9A-3FB9A975BC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411" y="53013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DF5737-3064-456C-8212-2BAFC83FD2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411" y="53013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7D6FB4-E0E6-4758-AAD1-D3465A454D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411" y="53013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83C17D-FF56-404D-8340-37CE6AC5B4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411" y="53013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44AB8B-E5BA-47CD-A0AE-42A6AF2E61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411" y="53013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DBE55E-60B6-4D23-9D7A-7537995535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411" y="53013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C80F94-5068-443D-B1E9-39F10C6C52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7411" y="53013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0CD756-B7AA-4D13-B509-CF4392D209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9526" y="61169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63E24E-967E-4842-BABA-B2E8CB9F80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9526" y="61169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42FF7C-F2C0-46B2-9CD3-338AA60B0A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8744" y="6110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31C0FF-F3BA-4829-9599-18297C4903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8744" y="6110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2A2C65-5E1D-4346-BDFB-20A7597A47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9526" y="61169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1768EC-2483-4218-92B8-74FD18F907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9526" y="61169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8EA787-6377-44B3-BB55-BA78116EA3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8744" y="6110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696AD3-D592-4FD8-B8D4-6BF472647E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8744" y="6110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503ED8-34F2-49CF-800E-7E650BA853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3627" y="5576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E9AF19-8B9D-4C8D-83C1-FABFE0EB12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3627" y="5576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34A9F3-E50B-44A2-A536-BAB83EB38F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3627" y="5576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C0AF8D-8042-423B-9643-4139A8D24E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3627" y="5576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CAB1AC-9BD9-465B-A11E-77080CC3B5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3627" y="5576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A7BC7C-B145-4891-A5AF-B35B56B396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3627" y="5576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0821C1-A975-489F-91CE-18ED93EB3F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8169" y="54227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FDFCB3-0085-4383-909E-BAC19811CC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8169" y="54227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F5F43B-BD0F-4829-BB16-F654B9A12E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0970" y="54298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33AF25-9D15-483E-BD09-9C09362467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0970" y="54298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3180B6-9B41-44F4-9D87-9867584324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8169" y="54227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8F808B-79EA-4FDC-923F-CA7B343C88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8169" y="54227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CFDD93-84A0-496B-853E-F9CB89FBDE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8169" y="54227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F12D36-81BD-4DA1-9CD5-E56B326944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8169" y="54227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D321C8-F5D4-4068-B701-209F6D309B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8169" y="54227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76D2F1-5FAA-403E-A393-EDF376775A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8169" y="54227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7FFE9D-4FAC-4A6B-9E64-5C919A622F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8188" y="54362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10CBE7-1D25-46D2-918D-9B6214BFA6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58188" y="54362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03948A-3CA6-44E1-B3B4-416B712076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8691" y="56340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62BAD2-BE63-4E6B-AC92-D21981EE84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8691" y="56340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36B487-1A72-45F4-8E15-9D6ACEC182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8691" y="56340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603118-EE2A-4B0E-AB78-93E94AEA5C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8691" y="56340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FE48ED-E44B-4940-A0C5-A0E389C790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8691" y="56340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C1081E-D64F-41E6-8766-A36E8CAC1C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8691" y="56340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DD424C-B0FD-4ADB-84C5-09CCCC59CD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6912" y="48704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F5C80A-489D-463A-B7A4-830E48C31C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6912" y="48704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027953-E7C9-4116-AFA5-3CA03A80E5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1885" y="54515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B87AC9-0573-4F29-936D-E6FCB14F62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1885" y="54515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A14EAB-8680-4DA2-9DF6-BBBCFE6EBB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1885" y="54515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AA344F-20FD-4600-B9FD-5FAF67DDAD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1885" y="54515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124B42-1F2F-4A6A-9FE6-EFF2D1E758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083" y="54609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772179-F78C-4C17-ADBA-ED74CB5DCE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083" y="54609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2023DE-0A6A-4CF9-A08C-F331FA1B28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1885" y="54515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8D55B6-2DD6-49FB-9C15-CF2D842F5C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1885" y="54515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7C0C6D-E72A-4A7B-8571-FE3CE09D82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0907" y="52753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139816-6815-45C9-B865-2BC6E46731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0907" y="52753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383301-75AC-443A-8913-A2A5EB70E1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0907" y="52753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882B60-3EB1-47F5-BA2A-6754627D8B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0907" y="52753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8651FC-AFF3-4B2C-8613-4F90AE46EA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0907" y="52753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F07825-85D4-4C4D-99DD-61BB7637E3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0907" y="52753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C4D3EA-0E4E-4979-A228-D6849F443E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0907" y="52753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98263D-09DA-457A-BB06-44314D6619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0907" y="52753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35AE3F-210C-42A0-A172-83F2DFD083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0907" y="52753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BD77B2-6D83-4785-BFEC-9515C2695D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0907" y="52753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06B38E-02B3-423D-B3CC-296B4008E4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4666" y="52109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D51ACA-D668-4921-A558-C4C6B44F28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4666" y="52109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EDCBCC-F07C-4A66-80FF-8CAB14475E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4666" y="52109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34AB70-63A6-4068-AAD0-CF8B491C50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4666" y="52109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D51BAA-347F-4D25-94C6-A4DE02D59F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4666" y="52109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9071DD-80AA-4C5F-980E-E0CB3F052A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4666" y="52109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F8FFAE-68B8-43C1-9466-12B4C6014F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513" y="5448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8B0A3D-929C-4BAA-915A-5B6502F779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513" y="5448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DB1672-C490-4DFA-B720-DADCA1F0DA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513" y="5448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7C8CA0-4ED3-4CB0-B0F2-58FC58F0F6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513" y="5448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2D1EA7-0EF4-4B21-BC36-0E184317EB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513" y="54485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ADCE8B-8C2D-428E-A932-27136BBA93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8513" y="54485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0AD92B-BE71-49A7-9E99-25EB8D8AB0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7109" y="56904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BD2798-6FCD-4119-9DF1-23FF939760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7109" y="56904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5C2DC9-ABBA-4251-946E-0332383190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7109" y="56904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C7FB82-5AE4-4EF4-B983-C93FF7D8E9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7109" y="56904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D9DA85-7061-45B5-B107-AED0F804F4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7109" y="56904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3AF2A1-84FE-41D8-8E6D-4FCAD9E27B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7109" y="56904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63F6AF-BB79-42B0-AEB8-2C3CD8E61F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9219" y="55953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A6B627-DBE1-489F-9B1C-8D608BC8AE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9219" y="55953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5F8364-C49C-40AB-9E93-77C6348BD4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9219" y="55953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BCDEE7-62A0-4C05-AEAF-EAA558D9EB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9219" y="55953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0A3112-1DCB-41F0-82F5-8C2DD846CC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9219" y="55953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249B15-03C4-4886-91B0-C6CBF75E1B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9219" y="55953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ACDF2E-031F-4B48-B068-C8A9F62400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8249" y="57592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4A3F63-B67E-407E-89B6-64F34FEE22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8249" y="57592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06EEEA-704E-4BF1-A73F-97D86A7E88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8734" y="50322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A273FA-618F-4CD3-BAAC-85AD123857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8734" y="50322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929EF2-A18C-42BE-9A44-E0E696FC2C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8734" y="50322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85C138-784D-41B4-A55B-F2A5D84112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8734" y="50322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1A7709-8B0F-4FD4-BD7F-BF0943BA79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8734" y="50322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B20067-8CBB-4FA0-ABB2-46B0BB474C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8734" y="50322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123BF2-70CE-499F-9B10-2C5140E365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07729" y="57273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682A80-890C-40C4-A286-784ADD8DE8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07729" y="57273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8333F5-F0E2-4DA7-8813-056AC8DC55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2532" y="66334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079345-2319-4920-8072-07C88CA5F3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2532" y="66334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66B996-8335-4107-B925-967B846669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2532" y="66334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D805DE-4AC9-4D50-B3CE-3DF5F8AE27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2532" y="66334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810382-A760-4A2A-9D7E-12998FB650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8797" y="55348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00F14B-EDC7-4AA4-B560-45C9AEF1B7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8797" y="55348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1554AE-A1F0-4817-8D00-9EB8F7E6DA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8692" y="65070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259CEB-6E45-421A-A2BD-E920927D6D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8692" y="65070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33960D-4E5E-4A30-9E20-D3C443DDD8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8692" y="65070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FDFC91-A59E-4471-881B-6A497D082D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8692" y="65070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17DE16-5835-4A71-B635-3CB7440302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052" y="59985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88CB49-06E7-439B-B1F2-8646BDDCE2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052" y="59985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7B708E-5581-4962-9B54-4F5D43CCC4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052" y="59985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69E171-CB05-48A6-930B-2289F7328E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052" y="59985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C95387-4839-47F4-83CA-6CD16B3EA9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052" y="59985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2C63B0-050F-411A-A01C-7D3D2E6AB3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052" y="59985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224A7A-8E91-4254-97FC-9ADFA95DB0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052" y="59985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CF4874-D213-4F7B-B76E-42FBDB3D73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052" y="59985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15CB6E-A090-4879-8778-EAFBB02BA9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052" y="59985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BC611A-053B-4F39-90C0-E3C02F4BCE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052" y="59985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9CD87C-19A1-4693-9C34-F39A916597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052" y="59985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5D11E8-20CA-4E08-B3E3-45945E70AC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052" y="59985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F0A201-CADC-4043-963F-2AE37F584F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052" y="59985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CB3ADA-7A0C-4FC1-9C5B-CA568079AA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0052" y="59985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0DFF1E-1892-4033-BAB7-2B1893361A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5004" y="49963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EE5232-24E8-4D3D-9FFE-5F3588DDF7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5004" y="49963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61AE47-F259-47AA-8365-E2FE9FAAA1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5004" y="49963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6FA685-2D15-4D15-8DFD-006AA290D5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5004" y="49963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E3E544-0C61-468B-A477-29BEE47AF7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5004" y="49963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054810-768E-4EB9-AF11-5D8E03BE42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5004" y="49963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CF49D5-DD8F-4456-AA1F-EEBD57F8F7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5004" y="49963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62E7E2-EEFB-49AC-B609-7674C91675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5004" y="49963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8CE074-2494-44B5-A1EE-AD21D68064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1776" y="50007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D26176-9FA3-4E27-B5E4-FC77D58C1B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1776" y="50007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0D397A-5B09-4550-BC70-B5851DB67E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5004" y="49963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2CCE47-D679-44C1-8416-535227B9B5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5004" y="49963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AFA084-5E17-43B9-A43F-3B664DAEC3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1776" y="50007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4D5FF1-B736-42FC-9C34-6C85991F9D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1776" y="50007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909AE4-8A12-4EF7-AFF1-B680DA440A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0007" y="50203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C317BB-56BF-4024-9B45-A6CD083FD6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0007" y="50203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7FF022-FA89-4C69-BAA8-361751A118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0007" y="50203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D4A084-4D16-4E1D-8D9F-13BBEAA4CF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0007" y="50203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87D6C2-4613-40BC-95AA-5BFE5B3F9F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0007" y="50203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886457-8FA3-494D-861E-DD355D5715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0007" y="50203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54E1F4-1D86-48C8-A9F6-0B7D82EB04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0007" y="50203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220D2F-83A3-4CF1-9E5E-3AE8752E7F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0007" y="50203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EF3326-0DDC-463C-AC49-0579561419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538" y="49323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D1AAA3-B7FC-4EDA-B237-D0304EBEC9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538" y="49323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49066F-BBE0-4D1E-B88C-0B4694ED0E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538" y="49323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BEB921-AC85-4E78-BE16-6CA6827DB4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538" y="49323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6EB66B-815A-4E79-939B-7120C6D397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538" y="49323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2D4936-47B9-4B3D-A8F1-B38696CCBC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538" y="49323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627212-BFEA-4FD7-BB57-3FF74BB51C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538" y="49323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A2B5B1-9F8F-4E98-9072-D5419B2882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538" y="49323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056757-A4BC-490B-B614-30FBD6E055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538" y="49323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31A231-BB88-4807-80D5-EE0903B128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538" y="49323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ADDE1F-E1B7-4D66-AB64-EAD843DFC8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538" y="49323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3CC490-5B96-4228-848E-0DCEA23E3C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538" y="49323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870334-A31A-4027-B154-DDE0FCE31C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538" y="49323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AC63AE-4F90-4DD9-AFA0-ECE952E33B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538" y="49323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25796F-5D1C-4E3F-88BC-D8021ED861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191" y="49182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9BE7B0-344B-4261-8CF1-324E27834C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191" y="49182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C6D9B4-365A-46DE-A3FE-08ED8E99D7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191" y="49182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77EFC8-B2A2-438E-AC51-ED95C040C9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191" y="49182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EAFE54-2E25-4B9F-AF8F-957D17EE44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191" y="49182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B9176C-4F88-4562-B015-9B4DF3F3D3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191" y="49182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733D47-4997-49FF-8A83-05556639F7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191" y="49182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F57075-8E3A-4D01-B94D-91E52E775E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191" y="49182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20DA87-FC12-45F5-A8B2-CC4C13B726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6495" y="49031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6C2C3B-581C-43A1-BFA1-281C84EB19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6495" y="49031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D8F009-EE3E-49B4-8553-21889055D7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6495" y="49031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20EABE-4973-4056-BC96-B3AC320020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6495" y="49031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9AEF5D-FB9C-4829-B5A8-C5DBF882DD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191" y="49182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A7E391-A2AE-46C9-BF81-04F0DE3F86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191" y="49182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D150B6-3CF2-4E58-9C05-6B3853543F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5044" y="64075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8985A2-0C51-4B0F-BD6D-2076FD9A82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5044" y="64075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4602BD-CCF3-4089-B989-83A1B55631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5044" y="64075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9DDEAB-9F7B-47FF-B69C-22A0278143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5044" y="64075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5B66D5-6410-484E-A7B5-383450C6BA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5044" y="64075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C8486A-A77A-4E21-8061-492729132C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5044" y="64075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B01C48-229D-4071-8FE9-DE46AABC33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5044" y="64075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A427FB-16B9-4A62-A658-368F5845E9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5044" y="64075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A7B9C8-996E-4C9B-B3EE-40CE77D37A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5044" y="64075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C6E682-AF18-4290-A7D0-A615454FAE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5044" y="64075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C82E58-4DAC-4B1D-872C-35A753925F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5044" y="64075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C280C2-CB93-4B90-AB94-505C7A09D1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5044" y="64075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4EDFD8-6C41-42F7-A0EC-6A20219C31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5044" y="64075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5CCDAB-E6DC-44EF-9BF5-98E61E4C70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5044" y="64075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1D306B-1974-4223-A0F1-E93C00B5D8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5159" y="60039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B12ECF-FDFD-4355-A597-5E91EC609A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5159" y="60039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2D726A-3673-4828-A559-1FDFBBB917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5159" y="60039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7F1125-6442-4CA5-A5DE-249F6C220D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5159" y="60039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AEB0FE-54A1-4714-8781-DCD243A5B2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5159" y="60039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5D7CC7-BB46-4760-9998-4357BD42FC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5159" y="60039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398DAE-2A83-4C83-9C2F-0321B16362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5159" y="60039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A1EC77-A732-41A8-8CB2-C162D4DA89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5159" y="60039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681A23-43D4-4D61-B396-30FB1ACD4E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5159" y="60039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145E11-BBC3-4357-99BD-8BAA179E34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5159" y="60039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633B9C-5A06-46C3-A987-6E533F9396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5159" y="60039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A42588-EBD3-4922-8097-542F42E265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5159" y="60039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9D651F-2652-42E2-8CBB-6CA35A5C9F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5159" y="60039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3FC88E-639C-4605-83B7-638C55982E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5159" y="60039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60CD66-B4D9-47E7-B4A1-892AFDDF92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1707" y="6212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D58923-CAB4-4669-986D-6F98CF6A1B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1707" y="6212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07AEF4-2952-41D4-8FCC-4A671E0D08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1707" y="6212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9E5FF5-67A2-448B-8BA9-43341AB363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1707" y="6212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135BA2-8C36-4058-8CF2-5EE14B190A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1707" y="6212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7AB401-6CB7-4FB5-B1C7-CD01694233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1707" y="6212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05B656-0BE3-4A1C-BF09-84B23F8938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1707" y="6212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005959-0E3D-4686-99A3-DBF87B4E10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1707" y="6212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7A4A55-FF33-4CA9-9771-80731ADCFF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1707" y="6212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156754-2BD0-46B8-8F0D-48BFDB8393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1707" y="6212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5950C1-83F6-4D53-B2C5-DD474BEA73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1707" y="6212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A6A739-5C0D-4E4B-9FD3-B679058795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1707" y="6212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F4DC3E-9BCC-4E44-BF11-D703374C03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1707" y="62126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76DE5B-C458-46EA-8149-D6DE30F4CB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1707" y="62126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973EDF-FCA9-49A8-8A0C-E071CD074F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4531" y="55106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930F6A-5582-431C-A870-890D38B0DC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4531" y="55106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65F8B5-2D4B-4A10-BF5C-C5F978AB62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4531" y="55106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68DE6D-4A29-4CD8-AE76-CC1BD470F1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4531" y="55106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2084D9-D794-417B-8B83-ECC37C31C4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4531" y="55106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071E0D-49CE-4896-B20F-355C919C7A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4531" y="55106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1C9B84-95D4-41EB-89ED-66C8DE3280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4531" y="55106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23A6C3-F892-4D8D-9998-B68A05C8EE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4531" y="55106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BDE4CB-1536-4E08-A005-4D13C0E3D0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4531" y="55106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5B8241-0A20-4672-A97A-D57018F74A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4531" y="55106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C321A9-9376-44D9-86FB-D63497F96C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4531" y="55106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C518AA-A894-4874-86D4-3A74D4014E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4531" y="55106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0C6F8B-2044-4DC8-A1FF-FB8C8EEFA2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4531" y="55106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D0186D-CA1A-424D-8925-A7CAC35EF0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4531" y="55106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FB28F7-904B-46FF-913E-A6AC06AAD1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189" y="5450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D22916-52C0-40A1-8BF3-61F31DD7F1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189" y="5450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91E763-B4B8-4E39-8E1D-6A453C2DA6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753" y="54336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591792-6970-4ADD-A3A9-700BF5CA4C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753" y="54336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EF9FFA-E180-4542-B5B8-116A518CF4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7384" y="54426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C41379-2D1A-4818-AD49-BC6046D4A3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7384" y="54426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70A3EA-81DC-429A-9C89-4F07424C66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753" y="54336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EE35E4-A342-4B28-9594-2F2411FDBF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753" y="54336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D337F3-9A3C-4AE7-9649-AB2E6D7AF3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753" y="54336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263271-EE98-4B3E-A7A4-FEF87E0336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753" y="54336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11B839-0449-464D-A051-35CD6B8D10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189" y="5450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A63F44-30A7-4894-B93D-D024130014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189" y="5450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48B9FB-A623-4356-A442-B36A0B89CD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753" y="54336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E4D658-E376-4DFB-A032-6082E16177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753" y="54336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207880-0566-4B85-BDBB-708F2EFFAC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2412" y="55312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37EEF6-0822-4784-B0C9-2B830428BD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2412" y="55312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507B2D-A0BB-4CAC-B847-4CAB70CDB6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2412" y="55312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9B01DA-39C0-4FE1-82B3-20911EAEDF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2412" y="55312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949BF1-A75C-4880-B82D-08A6CF6C23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2412" y="55312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CDC576-FC22-4108-86C3-4B56F6E713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2412" y="55312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B7AE49-7362-44F0-BE71-3D98CE9ADF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2412" y="55312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C82449-B423-4151-A15D-6D6076D5BE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2412" y="55312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A9EB9F-D490-4AB8-80F1-38D8735F73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2412" y="55312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80F439-6B69-4FDF-8526-A6D1D7F7D5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2412" y="55312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9994DB-C959-4586-98B2-48F53CF03B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2412" y="55312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3620F5-DF4E-4787-BFB1-38DD85F946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2412" y="55312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4A5513-A887-4846-A246-7DB220ACDD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2412" y="55312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0061F8-106C-4DC6-A17B-B23FEA0D7C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22412" y="55312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89E36A-0123-4B83-A2F8-0688DD245A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7" y="50248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CECAF3-68AF-4682-B3C4-0CD01817C0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7" y="50248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D3721B-F33A-41D5-9C60-461746C2DA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7" y="50248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11DE35-A9C5-4E11-95F6-3BCD31C2D6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7" y="50248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4EF687-BB77-491E-AEF3-335E4FF978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7" y="50248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95E5E3-2FB9-46DF-9417-E33823C5F7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7" y="50248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9CE573-0010-431A-9821-A44CDAD0D9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7" y="50248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037166-5E8B-4E3C-A05E-2B2364A4CB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7" y="50248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C0412B-1565-4F59-9280-70ABB8C1D4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7" y="50248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6FB7D6-A2C2-481E-9DB3-221C8BCFBC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7" y="50248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FB4BDA-4DA7-404C-A57E-BB4D3C786A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7" y="50248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E374A5-0CDB-4915-B456-37EA0B044D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7" y="50248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7FCBE1-54AA-4A79-8942-CAC12AF125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7" y="50248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748024-E804-40B3-9228-DD5E5994CA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96797" y="50248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99B8C2-4B0A-4C32-B6B4-44071C062C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729" y="4649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68977D-F699-41BF-87DB-EF93805C3F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729" y="4649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D57B27-7DA9-4D46-AD3B-C654DAE92D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729" y="4649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5F1350-FBAA-4F39-B35A-19DEBAFCDC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729" y="4649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B5B613-0553-4B47-803C-1EC64A3054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729" y="4649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4CBF25-33B9-4DB6-8876-821559A998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729" y="4649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4EC308-FB1A-4AE4-B333-634954FB51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729" y="4649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B42920-A425-477C-B333-9A542B5C8A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729" y="4649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842114-C4ED-4A57-8F1B-A17D603A95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729" y="4649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0AF435-D3EC-4DC7-BF65-23A757C519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729" y="4649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B5C409-FCF9-41ED-AD1F-7620C29052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729" y="4649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E1098A-0E4A-4E4D-9B09-BDA4B9DA81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729" y="4649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182A98-F6D9-473E-99A7-C82F9B362D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729" y="4649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5685F7-56D9-4D8F-B1F8-69B464DB32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729" y="4649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1548FB-BBFC-475A-9A40-A595098FCC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933" y="64305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6F4CFD-68DE-4211-9F38-8837A9FEBA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933" y="64305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92B53E-3AEB-4EF1-B4FC-0DFF3BA15A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933" y="64305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9F0454-FB71-4FC5-BF1E-16894F39A3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933" y="64305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7C6754-20B5-4FA9-A12B-FB8DDA6FE0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933" y="64305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46922E-4F30-460F-ABB7-56ECAD912D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933" y="64305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343C21-FDE9-496D-AB86-128777FE2C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933" y="64305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660B2D-D026-4C70-A5A3-82D6471851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933" y="64305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AEB829-921C-4301-91CA-622FF01FEC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933" y="64305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A90480-B58F-4148-AA8A-32E3CB9794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933" y="64305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D908C6-97A8-4AAA-8B37-EF1F9391E1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8140" y="64476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98217D-DF1D-437D-B795-BFC6089893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8140" y="64476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792999-574E-4A95-98AC-4673D763E1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933" y="64305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3A3A1E-59C9-4B9B-8373-E408BE69F3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933" y="64305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E84BE5-207A-47BC-8276-AC72E1042B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9945" y="4994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16EC3C-53C3-42B1-B770-586677D0C7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9945" y="4994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5A51FF-5B00-48ED-9201-3CE8115BD3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9945" y="4994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C7B4F8-839A-444D-B44D-EC3690D174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9945" y="4994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D9EF60-EFCF-4C19-BF34-E08A3A2025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9945" y="4994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91E7AD-84C5-431E-ACB7-DD9E3E97B3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9945" y="4994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6463A3-A605-49E1-A4B7-47424420FC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9945" y="4994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A8EEBE-3843-466B-B578-12C9C5DB86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9945" y="4994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E2EDB9-8186-447D-94DD-2EB25B7FB9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9945" y="4994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ACC908-57FE-43F1-A727-EA8270DEEE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9945" y="4994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F5A908-EC3A-4132-A875-E230FE9BF8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9945" y="4994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8F371D-CFF0-42CD-ABAE-EDBF2A9DF6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9945" y="4994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558AE6-9902-4231-98DC-F013633DC7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9945" y="4994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ED9C20-45AC-4CED-A0B7-0154460760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9945" y="4994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FAF441-259D-4052-8064-FEAF4282F0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53002" y="58403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56191F-C4D4-4D95-9D7A-68086028A5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53002" y="58403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8E35AE-B589-4278-B01D-5640E41E3D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53002" y="58403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B9EE03-9307-481B-AE3E-C6728D9803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53002" y="58403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128499-D95D-4D90-8B15-A0D7589F77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53002" y="58403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CA9582-DE57-4139-959B-9926FD23CC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53002" y="58403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543154-E001-43F8-A717-277E971D3B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53002" y="58403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5F321F-C2AC-4D90-93C9-DB6C90C1D2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53002" y="58403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CC51A3-15CF-4524-82DA-3EAFBD8559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53002" y="58403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F360A8-9EBA-4A44-A54D-6D0FD9CB73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53002" y="58403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EA7AE2-AC61-4272-9919-E874E5BCEC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53002" y="58403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D966CE-5832-4227-96ED-9CE45D0946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53002" y="58403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8EC65B-4636-4B78-B8BC-18B297D3DF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53002" y="58403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E056E8-3836-484E-BCDB-6D98343F51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53002" y="58403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A44EBF-66AB-4E1F-A48F-C5EC19C9BD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3859" y="4794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E3105F-8960-4654-B48D-609CA568EF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3859" y="4794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8F8814-1672-40A6-8B70-C4991BDE82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3859" y="4794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4167BA-1BC5-4A70-946E-61628B0A7D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3859" y="4794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60A6AF-2E9A-4354-9A8E-7CDA37967F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3859" y="4794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C6EA81-B78A-4649-A9DA-F2B7391167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3859" y="4794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CE228E-D70D-44A1-9C60-A98741FAC0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3859" y="4794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E55A68-6BBE-4A4D-8BF2-13650F9FE0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3859" y="4794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449F50-9D51-4A93-B0C1-9B18B11BBA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3859" y="4794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9CAAE3-9A74-4845-85E3-540D0016F8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3859" y="4794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F6C02B-EBFB-4118-B78B-A7756E3037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3859" y="4794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A9F299-B154-4AAC-89E3-C64F12D5C4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3859" y="4794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2B0EBA-CE3C-455E-91C0-1193E5A5F4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3859" y="4794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C88BB8-D001-4393-9A3C-34FFF2FD63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3859" y="4794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72E3B8-53DD-4730-A9B6-67EB00D646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7358" y="60314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18305F-15AE-4710-82B4-1C84BBE048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7358" y="60314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6535CE-249C-4C02-A335-DDEB42A442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7358" y="60314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B138D3-4F49-4F1D-A00F-BC91FB2A7D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7358" y="60314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C4C7ED-5CBB-4B71-A55F-A94D028584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7358" y="60314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62759D-9BE9-4CC4-AC23-79E1F1790A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7358" y="60314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094177-F463-41DA-BEB8-9D6DF870CF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7358" y="60314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9AE060-6E4D-453A-9FAF-60AC3B155A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7358" y="60314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6C1538-801F-4F3C-B160-FB9969F71E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7358" y="60314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A78EBA-3CBF-4467-AC84-2E8BF2CC92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7358" y="60314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0FD6FE-B794-4C3D-9C77-C95AC5E137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7358" y="60314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E12614-256D-44E4-ABFA-D0F0387095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7358" y="60314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EA1D9F-7F1A-4ECD-B808-B9F257182C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7358" y="60314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829D30-DABA-4F78-BD06-9D25FB9242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07358" y="60314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F35DFF-485C-4945-A877-4E45837AAC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0178" y="65108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3628C7-31D1-4EBC-BAD7-121C98FCBC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0178" y="65108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D6E73F-DFEA-46DA-8A3C-2A1F7F2DAD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0178" y="65108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018013-2754-4B1D-A6B4-CFAD58FDB4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0178" y="65108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A1D4BC-FD7A-43D8-9EC0-C119544C7B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0178" y="65108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BA1737-89CB-4B51-963B-DDD36CC793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0178" y="65108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225189-B1B9-4A19-9F7B-106651519D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0178" y="65108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1CB005-1F4C-4F6A-8A4D-84A0793021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0178" y="65108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A3C138-6D01-4DFC-8099-B56C3DE694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0178" y="65108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5463E9-5FE9-4FBE-B084-1D91CBEF13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0178" y="65108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F56BFA-DB3E-4ED3-87AB-1B1287BD51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0178" y="65108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721FD2-FA0C-49BA-A67F-A581B6C253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0178" y="65108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267CE4-BCD4-4696-A988-B013293F57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8302" y="65156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ABA4B0-74B2-41BD-98EF-49E769EC01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8302" y="65156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B44095-42B0-48D8-A0B0-42D26F6572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528" y="5171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F2563A-3093-4252-9A74-72CF09CD7F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528" y="5171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A50002-6B8D-4F91-9BFD-9FD9C80346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993" y="51874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2B0B21-29A2-4340-A65D-C9D9693939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993" y="51874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334B6A-B1BA-498E-8B86-D1646A50F3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993" y="51874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79FDF2-CE45-4A16-984B-0460888A61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993" y="51874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82B136-A9F2-4FB0-892A-738C413BA0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64886" y="51901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288F47-EFDA-4B42-9120-E261F4E64A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64886" y="51901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037B6A-1C72-4380-8CFB-59B01668B0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993" y="51874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C9DA17-83A6-4CDB-A912-353D9E7A7A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993" y="51874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C04A68-22CE-44F9-B90E-9EE935A2A9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528" y="5171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97A47A-7BE5-46FB-BDB1-517BB66E58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528" y="5171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1C2320-0897-44BF-BEEC-AF64BB4BF2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528" y="5171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8FE9F0-D7A1-450E-9AD2-21637A3200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7528" y="5171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F33869-F5E3-4DD4-899D-2C1E0B77DE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682" y="6194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A388FD-E1B3-462E-AAD1-E5079AF628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682" y="6194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2DC1FD-AFB9-4DC8-9A2B-A955932754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682" y="6194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424000-7DE0-45F0-BD4C-172F5E2218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682" y="6194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1AE413-5B0A-47D0-A8D8-5F0E1798CE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682" y="6194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16C89C-F202-48EE-AA90-9C80B3A8AF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682" y="6194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595F5D-6A84-43B8-B114-8F1CA69CB3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682" y="6194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2E9447-ADDE-4864-9234-5D007873C8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682" y="6194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CD52FC-A968-4398-8173-D56E32AA0E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682" y="6194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6D17D4-4962-43CA-A663-B47FA32B09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682" y="6194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78471F-5DE7-47F7-B31E-5B6576E368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682" y="6194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2CDE32-E61E-4C4B-835A-488148A642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682" y="6194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A8778F-F42C-4194-AC17-A79FD28001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682" y="6194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65507D-DA68-466B-BD98-B2585DC341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682" y="6194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CD4A75-A208-4351-BB5D-C17D4076F8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899" y="63280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4779CB-4B80-4502-8DB6-A146A8152F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899" y="63280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989DDD-62B7-4608-A347-F93181550E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899" y="63280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C5339F-FD1C-4DC6-8ECF-BA5781FBD9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899" y="63280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91C7F0-7B00-468A-8E16-6D138CB014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899" y="63280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75851F-58BB-4629-BF82-09C689C42D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899" y="63280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4F4241-1F94-4F2B-A2BC-FDE195357A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899" y="63280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464F96-DF7F-4ECE-9B57-71A537230B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899" y="63280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420002-A1A9-4F1A-A5E5-091CBB7ACD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899" y="63280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2744B9-C7DD-4C0D-B9FA-0F5635CDB0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899" y="63280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369204-F4F8-4CE3-AE04-5473105CFF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899" y="63280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BCAAA8-BFE8-4D59-8FD8-6FD75A1F8E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899" y="63280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148023-389A-46BF-AB76-9F4D379766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899" y="63280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8AB3C7-F8EC-42F9-A9AC-7E4333349D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899" y="63280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F1FCFA-77F4-4665-9B20-469E86DC41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3138" y="62653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BE7F68-1ADB-4801-84A2-5A4A3BCF14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3138" y="62653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F3CAD0-026C-44C9-8F2B-CEFBD2EC98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3138" y="62653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87661A-D419-45AF-B47E-9579BC912D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3138" y="62653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367264-4EDF-410B-B682-15CB8D312C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5193" y="62804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52D4B4-7E64-4CC7-B9A7-7B3731A354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5193" y="62804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973AB9-5DE8-40C3-931B-963371E589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5193" y="62804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500DC9-2C7F-4848-82AF-E221F9E9C1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5193" y="62804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722724-5D1F-4AC4-A2E5-EDEE3CD0EB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3138" y="62653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EE89A0-1997-4573-BCBA-5FB11DF32C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3138" y="62653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5FA22C-F4D8-4DB9-96F6-EC48FCA6F9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3138" y="62653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DD4CD8-2640-4644-B16A-9D8C5B932F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3138" y="62653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922A7B-6369-4DB1-BA90-7EA7C29125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3138" y="62653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DDF9CA-9F34-48D4-AAED-0B506B251A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3138" y="62653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4A98A7-ACC1-4B24-AC2E-1B04567A0F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1511" y="59287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AB78B4-7AF2-4BA9-8553-470B313960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1511" y="59287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8B56A1-6D9C-4368-B434-21D15BEF8D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1511" y="59287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271561-AA06-40AE-8EB5-2653382631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1511" y="59287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F035F4-9BA3-462C-A434-80DA421C94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1511" y="59287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748AB9-C80A-464E-904D-39566D0BB7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1511" y="59287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8800C9-7518-49AC-87AF-6F118692B6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1511" y="59287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66AE7D-9660-4DA0-BC44-9718402FA8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1511" y="59287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CAD06D-902B-4E9A-AA79-77886E4359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1511" y="59287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E42C69-58B5-4087-B98E-01E06D1C6C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1511" y="59287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555728-E005-483A-85CC-FEB44A7BAF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1511" y="59287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9065C0-9792-44C0-BA61-D384EAA5AD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1511" y="59287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53B598-B011-4A52-BE85-D530EA35F3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1511" y="59287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9FD536-7897-45EE-B078-30E46E21C0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1511" y="59287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A818F4-FE63-45EC-BB45-8204033994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7953" y="47931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A633B6-877B-467F-9053-53003D3E4F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7953" y="47931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C3F729-A6CF-4908-9D54-EF5533E6A0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7953" y="47931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01234D-993A-456D-AC5C-7C3591B1E4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7953" y="47931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36A36C-92DE-4782-A8F5-E50BDA9A55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7953" y="47931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2D8141-C4A9-4403-9191-7624624CFA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7953" y="47931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2D5880-6727-4ED9-93F5-A59ADB54B0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7953" y="47931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267AC8-A8FA-4E4E-834C-DBA84D7A47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7953" y="47931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F5008D-4651-4832-949B-56E6B0A491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7953" y="47931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6542AE-E651-4423-8030-D7F8AAD39D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7953" y="47931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79412A-D693-493F-BD7C-1AAA989FFD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7953" y="47931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3BA546-DCDA-4E79-A143-B87F4AFB44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7953" y="47931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57CA1F-F9BD-4B85-8B63-DEA01F9B64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2285" y="64113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5DE3F8-ADA9-44D9-9130-DF13108453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2285" y="64113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871F14-43A0-4E18-A695-88BAF69750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2285" y="64113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C9369A-4ED6-4897-9F8A-A4BA842789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2285" y="64113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618CC5-5885-4FAD-8538-BE991DACEF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2285" y="64113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D2CA73-4B75-4092-B3AF-B9B95850CF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2285" y="64113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251900-E702-450E-96AC-3C38FE0F90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2285" y="64113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B87F52-E677-4E96-88F5-EE063AF465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2285" y="64113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229BD7-4FD0-4CB1-9B51-9ACE62112B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2285" y="64113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785BDA-9C38-4453-9F16-C403FD100F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2285" y="64113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31F11C-FADE-4637-B7C1-3A11797CF3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2285" y="64113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4D5D29-76AD-4EFE-8EF0-CB1A53582E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2285" y="64113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3F9801-78BD-474C-97EF-89DA2B4812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2285" y="64113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6B48F6-33DC-4FB1-A27E-9866AA2B5E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2285" y="64113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B542CC-1FBC-487B-80C6-C5B8841D97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5486" y="52787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08D6C0-A886-4B1B-B7C3-2AE6040774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5486" y="52787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8294E3-C76E-4EAE-8421-84875D0790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6901" y="52767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C9BD58-7BEE-49DD-A42B-4E0C656F0B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6901" y="52767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FC3A9E-F186-48A9-8B6A-B82AF45AF7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5486" y="52787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4ECF56-75E2-49D1-B7C6-D13A98DC0D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5486" y="52787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933D8F-B0AC-4D01-B358-B13ED512D6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5486" y="52787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DFF99A-F4EE-446C-B079-BD3C6E9B4B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5486" y="52787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2DE875-4A1F-430C-99E1-5F9E04AE13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5486" y="52787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F36A6C-2572-471B-BF0C-6C00AD925E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5486" y="52787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014A98-F6CC-4B68-9A58-9F7A9EEBF0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6901" y="52767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F3ADDA-9C68-4EB4-8951-012CF04A7F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6901" y="52767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88D2D3-F9BF-4814-8CE4-A82AB28F51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6901" y="52767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CA5DD5-33E1-4EB7-AF20-F18C1D180F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6901" y="52767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2A66AE-D36E-4913-85A2-79419D3AD9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3713" y="61030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76F477-A3E7-46BA-ABCC-8263D5824E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3713" y="61030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6B4161-201C-44C1-B7E4-375B3CA566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3713" y="61030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FDEFE5-277E-410C-9D80-3BEAE2DE3E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3713" y="61030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4F3BCA-35A9-4F3F-8556-FF86075E6F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6621" y="61137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747DE7-C1FB-42D6-8CF5-18007D8DF3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6621" y="61137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8C112B-E5ED-4DD5-B797-62AEB1ED0A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6621" y="61137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D1F6C8-C646-497E-801C-BDFDCA7A68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6621" y="61137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958199-703A-49B2-BF01-E5C41F9B7E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6621" y="61137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EA6FFD-7FF5-4083-9A39-CF56F9D7D4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6621" y="61137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965BA0-4F6C-432C-A73A-2FB9C58ACE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0525" y="60986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8D58CF-222C-4692-B25A-3E5CD8C604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0525" y="60986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1B7BBC-DFF5-40D3-B8EE-0E0DE6B1D9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9081" y="54453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8C5E3D-5406-432D-8FE1-E81D1B54DA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9081" y="54453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BC5BEB-207C-4842-86B3-9377D5188A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9081" y="54453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EDF7D2-F0D9-4B72-B238-B787DBEEE1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9081" y="54453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0275EC-93E7-430D-B6EA-70F0208003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9081" y="54453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001DC1-334B-4D6C-BE23-43E14AA42D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9081" y="54453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77CB6C-4443-49DF-B718-ECF7E3B951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9081" y="54453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D200A7-E2EB-44FC-8257-FA889014FF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9081" y="54453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CBB2B8-1CCB-4D93-84C5-9C8EE69B0B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9081" y="54453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E894ED-E9A8-440F-A5C5-EE80B3B2EF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9081" y="54453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402862-EE37-41FA-888F-9D0B472D1B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9081" y="54453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681282-4EC6-4A7E-AE36-676D8677DA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9081" y="54453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1F2012-581C-44A2-B5D3-EE13489CC2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9081" y="54453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34080B-583A-4764-A8A6-88449A96EE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9081" y="54453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23BB5E-A153-4F65-BC0D-07CF3F111D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0174" y="59347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7A77F1-54C6-4792-975F-9FF7DD3117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0174" y="59347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A3549D-CA25-4C1B-8FD6-D9211FE173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202" y="59344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10E43E-FDEE-449C-9EB3-00039867E0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202" y="59344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D68811-CE0C-4815-8A7B-99D267269C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0174" y="59347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22C934-57B8-42E1-AE9B-3F88E91701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0174" y="59347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49D981-41B7-4520-9627-16D17EBAED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0174" y="59347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4C8213-791D-4A63-B6C9-FEBF464B52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0174" y="59347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9B627E-C4A7-460F-9144-3532FBA738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0174" y="59347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0E50DA-AAFD-47FE-AB6F-5E45E8711B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0174" y="59347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430829-10D8-45C3-8B27-E27E44A9D3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0174" y="59347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485733-DF65-4695-9B39-C2247AB602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0174" y="59347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B24A6E-84ED-4C1A-8E5A-90A42E7EA6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0174" y="59347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FE9633-D243-4734-8629-A336C72682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0174" y="59347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9A9E85-6EAF-4DAD-870D-5B65B20B88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71" y="53613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47328A-4489-4F30-A404-46C94C3E7D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71" y="53613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6F1D96-8B93-4235-A79C-6EB575A772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71" y="53613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B97ED6-4430-4160-A1D2-AF0BF29468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71" y="53613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2E12BB-7451-4517-8C7A-F56A82973C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400" y="53715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202AAD-BC14-4B7A-B903-7C36FAD0AE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400" y="53715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8BE312-F2F8-4842-82AC-9CC4F1E8B4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400" y="53715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BAB70F-D497-4B0D-BB27-4C0C2BA473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400" y="53715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5FE0E8-061A-4B48-9785-588B1CE832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400" y="53715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966C58-8D8E-494E-BD7C-7B3410DF81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400" y="53715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C77220-508E-4DEF-AD15-DB10E2A62F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71" y="53613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D044A0-7CA1-4A29-B9CC-0B3E59322B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71" y="53613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7F0B56-C5CD-4FBD-8CB5-8CC4E9D767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71" y="53613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E9A77E-51CB-44BF-B492-6F3580A6CE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71" y="53613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173CF5-9BC0-45DB-9787-B47B3FDCB7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6324" y="49550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DA3DDC-B06A-43F4-A939-F95A89B9FB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6324" y="49550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8EA67D-984D-45E4-BDF5-A685AE772D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6324" y="49550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F75BB5-7592-48B0-94B6-81C4A4A4DB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6324" y="49550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C2C424-C2B1-431D-8119-D5A3ABF5D6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6324" y="49550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76F1C7-7494-4CA0-B463-41B6D6188F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6324" y="49550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713BD5-EE58-4473-82DA-734332A1A2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6324" y="49550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046FB6-1883-484A-8088-A958E35B8B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6324" y="49550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DC152B-919B-4E94-9BBD-97ED2FDDAA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6324" y="49550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7B7B0F-BCE3-4D53-9F01-073C199D7B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6324" y="49550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890FD0-FBAA-4A9C-A558-228FB0446F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6324" y="49550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DE4020-5DC3-43E3-ABC2-034F4031F6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6324" y="49550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60F868-813E-478C-9839-61E9789DDC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2974" y="61499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33C1DB-1E2F-4594-91A9-C58ADC2AEF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2974" y="61499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C805FB-5C95-437F-A731-BB7D77B5B1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2974" y="61499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E85B97-C51A-4ED2-9043-A6034E0480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2974" y="61499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5D533D-E9CC-4057-A044-1BF489DF6D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2974" y="61499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C95BA6-38A6-458D-AE80-EEE1EFC2CF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2974" y="61499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FB3592-02D5-45D4-893E-BDB3F33AF2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2974" y="61499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76DC5D-F4CE-494B-BD00-0079D00B63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2974" y="61499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3A367A-0681-4A38-AA32-CF34FC38D8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2974" y="61499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C26975-092D-483A-B70C-9BCE2DFB7F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2974" y="61499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218DC5-B005-4418-A118-37A61079AC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2974" y="61499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25388D-731F-4CC5-8530-13CBD8D80C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2974" y="61499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BB45D6-D04A-40C2-BB2D-4DB0C26334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2974" y="61499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BF73E8-FF94-4BE4-90E5-7E94577021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2974" y="61499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A0E1DD-572F-47E3-A3F7-9DFA889DCD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8170" y="5413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1F2BD8-DBC1-46A2-8FB1-313EAA2C20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8170" y="5413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A8F7AC-6B35-464D-9B49-C23BE64E6F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8170" y="5413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9F2D3B-50F3-4122-AF58-B908D2DA91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8170" y="5413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296C95-07A9-4617-8A42-758302147B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8170" y="5413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9CE39D-810A-498A-BA36-6A2880B936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8170" y="5413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7A1B5C-5ACA-4FE6-B9A4-726F223AFC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8170" y="5413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FCC242-7C50-46A0-AF63-DA1F9E0E7F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8170" y="5413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802CA2-7281-4E6B-A1EE-5C2B8375C5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8170" y="5413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C2DA0A-E285-4951-9E9A-58F80727D7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8170" y="5413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7688F9-F521-4557-96E6-6DA94AEDA4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8170" y="5413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EFF7E2-FDBC-4E4D-B366-BACA7ED9C9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8170" y="5413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951158-3E49-4726-A9C1-02004DA4BB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8170" y="5413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97B94C-635C-4884-BFEE-49C411F778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8170" y="5413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E4DA76-CFD4-4EE2-A5F6-E1836843B2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0034" y="62672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E48ED5-0E2D-4563-A6A1-F40EE2CAEF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0034" y="62672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FD0741-81FF-4B2B-A4E6-1D4553F317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0034" y="62672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6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230343-E92B-4615-B225-E4E4A933B3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0034" y="62672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6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D1E5B8-97A4-4450-B286-EA60BF046D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0034" y="62672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1DBB54-48B7-4972-9316-24CB0DF276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0034" y="62672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7879CF-A4E8-4930-B1BE-641D3E10D3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0034" y="62672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D6E230-4C19-4BAA-A163-C9EEFE85EB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0034" y="62672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DAA13D-058E-467B-B3BF-8BF64F9EAC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0034" y="62672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1FD858-C422-4E86-BCE7-44EB2454F5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0034" y="62672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FD0829-16A2-445A-94D9-E9229DA802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0034" y="62672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4FAEF0-B571-4396-ACF1-CCCFFE13AC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0034" y="62672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8292D9-E422-4ED5-A0D0-CF4C0F536F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0034" y="62672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CC163F-8054-4023-A88F-636FDB5958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0034" y="62672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837279-5A47-4AC7-AF7D-52CAF6FBE0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3138" y="62653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49C963-7D09-41D0-84A1-447C8078A0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3138" y="62653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6C4074-52AF-421D-986E-2199E7767B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3861" y="4794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DF07F9-B015-4C78-AC71-FF28304618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3861" y="4794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9E60E6-901B-4C5D-91FD-D373BB5510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2285" y="64113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3E08A5-03D5-493E-A16C-239170E02E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2285" y="64113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D875B7-7F00-4181-A2D4-A1C8400B7A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6901" y="52767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362115-7E6A-4A2D-8689-3C93497252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6901" y="52767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0AAF63-0E2C-4237-85E6-6B138FFA0C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1709" y="62126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74E169-9B41-42C8-B8C9-E727E42C47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1709" y="62126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ECECB9-8DBA-4092-A4BF-764D1B6CCC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1709" y="62126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A9B5A6-50D7-48A3-A23B-26C6CAD53B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1709" y="62126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EEA9DD-26CC-4471-B4CA-24420DA338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6324" y="49550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5C7CFA-354B-4BCF-AF1A-CCEBF0DED1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6324" y="49550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E57DFB-9589-495B-8963-8899078BF8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191" y="5450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84ADC3-CCED-458C-8517-995D018C45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191" y="5450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9342E4-125D-4D77-8A57-8C966109A0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1511" y="59287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38EA3A-BCF8-4701-B333-9026AB8C89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1511" y="59287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9D5F8B-D0FA-48B8-8D85-80D316E5F7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756" y="5433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824336-E25C-468A-88FF-BE8801D13E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756" y="5433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4D4B33-7E51-4DC7-AC2D-F3F25F6E6C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936" y="64305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41E9C1-EB4A-4648-A145-05BB8012E1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936" y="64305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41D76A-D0F9-4E7F-B2EF-5AF533BCC5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2975" y="61499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AE28F4-154F-4764-BF10-F82BA53A7D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2975" y="61499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812727-FE92-4714-AC82-626C83BB08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3713" y="61030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4423EC-FAAB-4F83-BA81-52338ECAF6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3713" y="61030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E3343C-29D9-434A-8090-6AC937B993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3713" y="61030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62A868-9A4D-4139-BC4F-A15D33F4F5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3713" y="61030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016FB3-3556-45C3-84D6-038061F13E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1709" y="62126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F3F45F-8F60-4CF3-B110-D46C4EC0D6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1709" y="62126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318BEA-C15A-460D-87D1-B4A5D60882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732" y="4649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EA005F-6E57-44C2-B83B-3EE814A1B7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732" y="4649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DAE88A-D9B9-49AD-9C0F-D2715F7F9C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9082" y="54453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8FCCE1-FBC5-48AA-9170-A8B5B5F6FC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9082" y="54453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6ABEE0-4EFA-434E-B589-0BDEC95CC3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3862" y="4794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810A5F-8BB8-438D-8709-5967CD3E61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3862" y="4794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4FA5E7-B546-4C96-B928-D698F302E5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3862" y="4794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35AED9-05EC-4B8B-8EAB-5567815654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3862" y="4794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FF2022-C0ED-4CAA-A30E-E037268FB2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2976" y="61499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BB6A0D-5AB7-4B8D-ADF2-96296887F9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2976" y="61499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48AA74-77B5-4A75-AB72-5797CE5CDB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0180" y="65108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B54704-E63D-4F88-BB99-DE663633F7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0180" y="65108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F92D08-0524-4326-B98A-4FD5A3B493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203" y="59344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E0C89F-0619-4F91-8FEF-7D4DF85F2B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203" y="59344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1AC665-F57C-451E-9B06-7A2585DC5C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203" y="59344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008962-7754-4151-A6CA-F60D87CBFB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1203" y="59344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63D53A-0032-4D46-9A26-65BC06C0C8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9948" y="4994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C2E58B-F005-4FAD-B66A-73F26F5A6B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9948" y="4994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E0CF89-680D-4CEB-9E08-11A805DD24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683" y="6194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B150D4-8D20-49E4-B9A9-CBB3A83305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683" y="6194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CD649B-363B-4F9A-A548-C0499906A6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9082" y="54453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E3750D-EA6C-407A-B9CA-0A7500D520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9082" y="54453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34C6D3-F827-4240-9CA8-9DA8563CB6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6324" y="49550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05B8C0-5E68-47E6-B323-8BBB19B18D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6324" y="49550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8FF417-809A-4E1E-B2E8-4A8D6C5C84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936" y="64305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01B2A1-6A06-4F38-B095-A6C9E8011F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936" y="64305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D28177-FD6F-4F3B-9D47-2C68EF3E03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8171" y="5413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6DF2B0-59AB-4D8C-AC24-CB0F30EA48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8171" y="5413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255BC1-D5D6-488B-8A49-1F39CFFFCC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6901" y="52767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C63895-40A8-4198-9CB2-7782223DB3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6901" y="52767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8EB07B-249E-46C8-931E-33DB6E973B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5162" y="60039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D2A031-488C-4554-86CE-D46E12A24E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5162" y="60039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5A41D2-D18D-4E28-A878-42F15F1C13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5162" y="60039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F36AC1-5C11-441A-B097-2C8C170DFE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5162" y="60039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200822-14FA-4AEB-8E11-21C2828619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6324" y="49550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DF51BD-07EB-45A9-AD01-FD5BA3EA39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6324" y="49550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30B56A-E49A-4B92-ABEC-309552C84F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3862" y="4794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0922C7-1B86-4865-8D75-3E08FB0B59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3862" y="4794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4C6359-F5DD-4E52-9807-D489F27EC4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4534" y="55106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DADCC3-979C-4D64-B149-13901108F6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4534" y="55106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4095D5-F75B-40FB-B43D-6E3466976D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9948" y="4994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96EEC3-5DCB-46B4-BD0A-BF33772B2C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9948" y="4994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14361B-45A2-4FDA-A362-E1BE77F07C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4534" y="55106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6A6CC2-3A4B-4C86-9E7A-CD93010929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4534" y="55106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6E2504-ECBD-4F95-9E2D-EC737F67E5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3862" y="4794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A6C691-9B2F-4CB5-840C-AC46D7FDC3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3862" y="4794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5BBECE-D2BD-4889-8A96-7E5804A42F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9082" y="54453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7FDED0-1CEE-47D1-892E-85667957CB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9082" y="54453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5057C8-7CFA-4DA0-B789-69D6D714D9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9082" y="54453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3258DE-8CC3-4E1A-BE3E-F551B63459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9082" y="54453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A8522E-B478-412D-8BB2-586F839A8F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0034" y="62672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BF1322-3B4C-4791-B1C5-8F1549DD44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0034" y="62672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75A7AD-4B47-45CC-999F-0A27417624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3139" y="62653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7F8243-4CBF-4185-9C92-CB474801C1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3139" y="62653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100DF8-7F00-4C33-9E97-1C215ACE34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772" y="60314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8BF22F-60AB-4035-849E-33D4706418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772" y="60314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4C64B6-F3C2-4115-86DB-762A035344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772" y="60314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A40507-9652-4314-9B52-644FCA3E05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772" y="60314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5A45B7-0DDE-4423-AD77-320214E096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0034" y="62672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6A7CC1-66C2-4569-9D23-4CA9E7B246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0034" y="62672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A138C2-8ADE-4ADD-A9FB-D04F674D53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4720" y="50098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CD82DC-B67C-4DAC-834E-56F48DC0A8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4720" y="50098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FA9BAC-6769-4317-A43F-03F8D53BDE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4720" y="50098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570CD7-2980-46CD-93B1-C454156B0B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4720" y="50098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E5C5AF-7F1C-46CE-B02D-4E6C40296C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4720" y="50098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0B670C-79CB-4CD1-8D61-876BD8026D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4720" y="50098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3086EB-6216-4502-8981-43AF42E49C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9082" y="54453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5F7146-AF79-4695-8A94-6ED31DAEF6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89082" y="54453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7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27C80B-3454-423D-9694-C6614879F0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436" y="56401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3CBC3C-5E57-407C-A72F-5239A8E80D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436" y="56401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7D0987-F7F2-4F85-AF4E-3DBD1E7140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0894" y="56490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54BEDF-5872-4F93-8A14-109B9098B2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0894" y="56490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7C85B4-95C1-44B2-A362-4A2D3F1F02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617" y="56554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3B65E9-817A-413D-9CAE-74D5DACAAA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617" y="56554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E8E213-4A4E-4ED6-A7B7-9B75F7CA80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0894" y="56490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11DF1F-F4D9-4677-A41E-5A371D77CB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0894" y="56490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6CCA3C-048A-4A6F-BB08-B47E970965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0894" y="56490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9BEC18-86CA-45C6-9F03-8B37E2D27F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0894" y="56490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F660C7-71A3-4570-9619-DE20BF1711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0894" y="56490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DF3420-941F-4F99-A2AF-4CB3B6738E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0894" y="56490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1A8C04-6797-4C98-80E4-105F923482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0894" y="56490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85E12D-363F-4EF0-B8F5-194562AEBC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0894" y="56490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AC51DA-99C7-40B1-A380-5BC93972A7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617" y="56554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419544-B847-4AF6-AF26-C0DDA2A7FE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617" y="56554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59EF67-B8F6-403D-B993-588ECB7D4F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E0D7BA-6C4B-4F49-B4F7-E374CCEB36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63DC94-B839-43BD-A20E-5958938163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617" y="56554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042ABC-D012-4EFB-9576-5F4C5EE1BD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617" y="56554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4F5666-9F17-47E1-814B-3D0444CB1D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617" y="56554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1E2D24-A239-4E35-A30F-450B06DFEE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617" y="56554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46E4C8-A6BD-47D6-AB3E-6A5C97FEFA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617" y="56554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F7A96B-E92B-4643-8752-5A4A301466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617" y="56554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9F7C30-E7E0-4C46-813E-7D9B8D86A8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1DFEA9-E48C-4B08-B171-2521F49B5F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99D93E-0781-497C-A6B5-AAB19CB8FE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72D553-152B-45B7-8C0D-4C67D68A71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8D0F3A-D816-46D3-9E54-4764BC17B3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EA02C8-D0EC-46F1-BABC-75DC113261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02ADA3-F5A5-4ED1-BBB0-59518835D7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4F2393-CCBD-4213-9109-E7744A2AAA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BA65F4-43A7-4BDE-A65E-3E58B51C5E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F55D71-D279-4191-A446-94152FC1D2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5CA6BD-2A76-4150-B129-55E198DCF2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0FA7C0-5BD4-47DF-8FD0-113BDC846E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103DAB-81A5-4033-9416-D593AE5972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478E46-648A-4234-AB29-82C680CE9B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11A53B-6AA0-4394-8851-A33A929CD4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923632-8B17-4864-BFA7-2FFA13B304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31125F-07B5-4BCE-9F7E-C34A85DD62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74C243-392D-4125-9105-322C9919C0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5C88C2-FE3B-4DEC-B7EE-4B8DA38EA6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B76B5D-41EE-4E1B-9DC3-88F3A6A587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DD5760-AAE7-447B-9645-8E9F1B8CAE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436" y="56401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56FDEC-C356-405D-8F88-CA956F5068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436" y="56401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4314C3-88B4-4C62-AD35-F2ADF17CB2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1ED9E3-44BB-497B-8A70-4668AA5A62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85C66D-7526-482F-988E-D047DCB77B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833F90-EB32-4305-8862-F0EBBE84E0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C5F1A6-8F04-4BE6-80E6-25E1B81F51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262A7B-268A-4CDA-B426-7E7E27A1C7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EC42A7-E320-4F56-A662-766779D323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9F71E3-81B5-4541-A193-11EB6325EA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93E58E-8881-48D7-B387-06F217D82D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032349-B471-46D1-AC94-E69432251F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70361" y="5628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87F66F-0AE2-4F13-A4A3-628AC17DCF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0441" y="56273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D62F85-E1BE-4454-967C-83A13E79E8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0441" y="56273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D22F1E-170F-4198-B810-F8E83E8579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647" y="56199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276A39-C0B5-4CB1-9400-A5B8169D39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647" y="56199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353F20-212F-4B59-9C95-1259056AC5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2842" y="65264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A87C95-48D5-465C-83DB-C43AA213CB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2842" y="65264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9D682A-911B-4531-B546-4E66A9637A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4902" y="6511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1A1DD3-097B-45AB-8567-A5C38529F8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4902" y="6511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379FB2-97BF-4FD1-BA74-AACA6467DA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8280" y="65265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A6C920-7AB3-4B86-8E38-C6B6228438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8280" y="65265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484770-AE26-4078-ADBC-648EDA9E23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4902" y="65115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E79080-23F6-4276-91B4-647A7EE13C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4902" y="65115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DE48B8-57DA-4695-8182-C7F4A76FD0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0172" y="65416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9DDCAC-AEDC-4461-A5C4-3180C608DA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0172" y="65416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8AFDD0-9F24-4804-86A2-4B18991FD6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7420" y="652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7F668F-6F89-47C2-B961-BDC8C1D7A4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7420" y="652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78AC37-1ED3-47D9-B664-0FF13A23EA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9566" y="6546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5F9F57-EF63-4465-B921-1759D9768E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9566" y="6546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1EEE39-694C-4BD1-8495-30FE903D51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7420" y="652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49B9EF-8F08-479E-A534-E6AB886B33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7420" y="652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1957BC-F511-4285-9520-C35C1998B8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9566" y="6546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AE8749-4259-40FC-9828-61F7EE3BE0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9566" y="6546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72FCF2-FA80-41A6-83AC-F60F2A8425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2370" y="653006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4E7A19-DA02-4A89-8B32-4AF638F6D2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2370" y="653006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FD312B-3D26-4C1A-9AE3-BC99F69BCD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2370" y="653006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36144B-B438-41F1-B5AC-AC33F12D4E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2370" y="653006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1F9595-FA0C-4928-903A-A3EDD8EBAD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2370" y="653006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AB9FC0-1F3B-40B3-82A6-54BDBCBBFA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2370" y="653006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1FA6DE-8E19-4287-90CE-B496056E38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7420" y="652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FD4993-BA64-4ACD-8277-B29B349D7B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7420" y="652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6B161F-86C3-4C8B-818D-0AFFC2648C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9566" y="6546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A2F9FB-3BF7-4580-8A65-12DFD0D9F0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9566" y="6546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FFF248-D761-4D95-B259-FD93098A19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4739" y="65130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3F1A0E-FE46-4E87-BFA4-6DDE623E1B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4739" y="65130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6ECAF6-CC97-4D47-B9C5-0279C5B8E8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9566" y="6546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49CCBD-EA7E-4339-A5E4-F2DCDC405D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9566" y="6546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26481E-D3F9-44FE-BD20-377B9336D0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9566" y="6546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3E2610-6998-4E80-8D44-F91DE34363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9566" y="6546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A554AC-0074-438F-B9FD-FD23734251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9566" y="6546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564E3E-CABE-4BE3-B6A1-DD5FC92518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9566" y="6546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44926F-C15C-4E39-821D-B7510F6DDA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9566" y="6546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02CC2F-4699-4449-9340-282DF80D79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9566" y="6546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9C6F2D-356B-4FB2-B813-5FF17B7E23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9566" y="6546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810725-BF73-443C-A5D0-A4E7B49DFB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9566" y="6546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3C91FE-36DE-4401-84F5-8BFB808983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7420" y="652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7B2ED5-7110-4606-BDA1-E2C59DFB70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7420" y="652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3F6A1B-0B92-41DC-B43A-B6FD08F892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1265" y="65530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5DC9FE-0DC1-400D-A284-0EEA910A88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1265" y="65530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4884CC-ED66-4B96-A83C-4A7AE514E2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1265" y="65530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EC9351-12A4-4D9D-B4F9-3C0D4560E8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1265" y="65530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36DFDE-C6BB-49D3-AF03-20A9A1F7ED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9566" y="654616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198612-A817-4F1B-BC80-498F49E56E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9566" y="654616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CF564F-0549-4F5D-AD45-0813651B0E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9566" y="654616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F6FF82-6FC4-4BB0-BC24-C9CE792E24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9566" y="654616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8EB1B3-569B-40E5-8C65-1B924A80DF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1265" y="65530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51ABC9-1009-420C-B86F-DED2E8BBFB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1265" y="65530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F3C317-5BEA-40AE-8906-50D198CD55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1265" y="65530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EBAB80-F08B-4DB3-B639-C22A9E796B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1265" y="65530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A2011B-7075-4D84-B984-663825932D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1265" y="65530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039C57-87E9-4918-9C46-DBFD9F1567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1265" y="65530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DF3759-2A75-492D-8AAD-F1E739AF90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1265" y="65530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5FA36B-07E1-4D82-80D6-467D3DEF7D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1265" y="65530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79536E-6D15-4BA2-87B5-071245FB55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1265" y="65530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5E079F-738A-4B62-8BCA-92DE0F34DC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1265" y="65530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F11F80-3732-40D0-ABE6-554905D9E2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342" y="57832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E0FF4E-C769-46B5-85A6-B253B8E0EA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342" y="57832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1FFF1F-52F0-442D-9F3B-D8B6B2DF92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342" y="57832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58963E-C90E-4463-B4FC-E2BD851AC3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342" y="57832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2E731A-058A-4DB6-AA93-4B4CCD3B50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342" y="57832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B3EAE6-5374-4DE0-ADEA-CA6497D3A6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342" y="57832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AF6376-B3A6-4DC2-8360-F6EEEF294E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342" y="57832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3E53B6-3152-41CE-94CF-A7FA73387E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342" y="57832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7F6702-647C-4A8A-97EA-816557605C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342" y="57832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06329A-5A52-455F-8AA6-B07B68A907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342" y="57832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3E7FBB-EFEF-4759-A614-E4EBCC7790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4555" y="57815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202900-A7C6-4DDD-A345-C4640B158E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4555" y="57815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859CBE-4B22-498D-9FCF-84CEB7C9CD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90746" y="57694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8DA387-A2D2-464A-929C-AB55EAEF6D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90746" y="57694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62BA8E-9BBF-4501-B4B3-A707CBDD0C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90746" y="57694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B4866F-5A68-4F57-9C32-258AE7D9E6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90746" y="57694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8C36D6-8B93-4782-B53E-D1CDEE5FEB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342" y="57832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3A7040-B81C-4735-8DF4-0478A50CDD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342" y="57832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C214C0-9F7A-4A32-8842-9B268873E1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90746" y="57694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8AE831-6F28-496E-9374-B0412DBC73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90746" y="57694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BB7D5F-752F-4DCD-AA46-BAA916A98C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342" y="57832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5E572E-3924-43C7-9827-E45E12CA3F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342" y="57832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E0905C-A2A5-4DFD-9496-6D6BBD2128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6693" y="57602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44825D-ABB2-47E3-8260-CC74789013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6693" y="57602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3C830D-092F-407A-A644-9FC2C88CEA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6693" y="57602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5921CA-B0EC-4E96-B580-C5C6F5906C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6693" y="57602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6CF392-1901-4FD2-BD4B-F00F8563FA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107" y="5808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5ECEDD-6E88-4790-9C04-43DCD785BD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107" y="5808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17AB3E-D6C2-474C-9BAA-8C27B2658F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8461" y="57960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01FED9-D113-485A-B2F5-3F88737726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8461" y="57960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20E4AB-7069-4F2D-A47F-A364636AAB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8461" y="57960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353658-0165-4239-BE85-C257BA25A5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8461" y="57960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7D37C4-E359-4075-930B-E6535BEF95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9492" y="57820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F14C66-B553-422D-BBF7-4C2FF517F2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9492" y="57820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86A6AD-1BDD-4898-A53C-7C84E6FB3C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343" y="57832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A1C33C-BF14-497E-A9D2-F48E73D260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343" y="57832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C84F66-04F1-44E0-8346-9BF2553BA2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343" y="57832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813660-ADAD-4DCC-BFB7-EF4C1CC168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343" y="57832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BF9748-C354-4D85-A63A-D88A84B9D5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108" y="5808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0681D5-254F-4C00-9252-D266D3CC2C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108" y="5808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EDC773-60F9-4EE3-B75F-6320160AEC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108" y="5808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763976-00D7-4FE4-8633-B6A743115A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108" y="5808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9BCA3D-FC58-45B9-A20D-14F0649594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9492" y="57820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16F1BB-BF4C-46FC-A043-CF5B007E0F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9492" y="57820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77B7F9-4FB2-4A14-9F64-9B06345C62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108" y="5808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E2D970-1609-4E59-BF7C-21DB2D2C72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108" y="5808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D4E29D-E409-4315-9611-1A0850E5F6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8462" y="57960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8F5F57-1680-4873-BE3F-90160E29F9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8462" y="57960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DA4EF1-3D68-4E90-A24C-30C534725C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8462" y="57960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65FE0B-A9A0-4F7C-AD65-721FA884AC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8462" y="57960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E4590D-FAE7-4800-BDE2-5CFB23BEB7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344" y="57832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8E1DB4-E2C6-412F-A0DD-4AF0B87FA4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344" y="57832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497420-1402-4250-804E-5BDBB68739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6459" y="58007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301A54-4514-4CB0-9F31-6A8ECD686B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6459" y="58007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29F2F7-594F-411C-8F84-2E39D5CC22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109" y="5808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883512-AC46-44D1-AEF7-5591B013EB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109" y="5808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831034-3CE5-4E63-8EE7-1E6E3294BD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109" y="5808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C5BCE9-EB94-4F5F-8FE8-67FD4EE376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3109" y="5808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FECB66-5873-449A-BF07-ED78FDB27B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5470" y="48040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F812CD-C35A-44DE-B83B-EA0E11A07F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5470" y="48040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65C525-A2A7-44F0-9177-1FF6D785AD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7812" y="48186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B64ABA-145B-4539-841F-A4E365119E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7812" y="48186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91BAFB-CB85-4096-8E1C-CFA817E818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2393" y="48140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42370D-B542-4F8B-9273-8BD7234989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2393" y="48140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598266-3B17-4EDB-958F-325BB6F4E7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2393" y="48140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FA4D37-CA18-4059-BA64-2FA28465A3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2393" y="48140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199D35-397E-4C33-BA0E-582FA9C3F6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4782" y="47984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8D18E9-7396-45F1-A1C2-396F85A9EC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4782" y="47984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FCEB1F-5281-4529-9F36-8D29A531E7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1432" y="48074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D87FFF-C85E-43A3-9FFB-923EB25C55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1432" y="48074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9D3A84-D67E-4A28-A6A0-9DCBD66FFF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4782" y="47984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783DFA-83D8-45A3-AD00-833001BA02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4782" y="47984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0F1304-D0AE-41EB-B278-B20046EFB1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445" y="48236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C0359E-7142-4263-8BA3-8864BFEE0A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445" y="48236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54A156-23D2-4169-B7E8-D99E029C93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445" y="48236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9857D5-384C-4D0E-9DD2-CD1CE85A96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445" y="48236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755D39-37F5-4125-823D-925842EFD2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445" y="48236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5FA41A-45F0-4475-8456-B3A5F8E424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445" y="48236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60B52B-526F-4CD2-8DFC-B3F1A20849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778" y="4802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933496-C3C0-4808-B40A-AB144109D8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778" y="4802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3D48ED-1931-4810-91CB-0596F05C44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1432" y="48074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02E307-0380-42FA-89E8-501088A84B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1432" y="48074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CB0DFF-8A49-467B-B9BA-1C04F36052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2393" y="48140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660397-DF14-4448-B7D5-4436F8A932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2393" y="48140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FF2ED3-D7E0-4473-BBFB-6E1DF01845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2393" y="48140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851336-8696-4805-8143-E913F51A13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2393" y="48140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B58FA6-AEB7-474D-8324-25E6AC1DA9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4959" y="47720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BD4A86-D7FA-4BC3-BDE9-18F8085F41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4959" y="47720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2BE19D-9A41-4073-AB20-0709FB9E10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2393" y="48140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1EB3DB-E453-4FCF-85ED-B8916F8C7B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2393" y="48140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2ACFA7-B33C-4E74-BEC8-693CB31AA5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159" y="47862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57B879-F2DD-42D4-A042-97A80FD4C1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159" y="47862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D02938-D32A-4E85-89F5-0122D4BAE2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9854" y="47911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CD859F-A24C-4019-973E-EA68EAA989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9854" y="47911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5BCE66-E894-4F23-A11A-1F41384AD4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9854" y="47911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2083D0-26D7-4E82-9823-5A3ACDFE15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9854" y="47911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74E638-CA37-4B2B-B884-F2011064DE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5036" y="47866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29C2E9-262C-46B2-962C-4517258132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5036" y="47866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8DE68C-244A-4D5F-91BC-612D87D278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5036" y="47866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9BF3D0-6B2F-4933-915B-13B7C8FEAE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5036" y="47866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04009E-8B78-481C-88BD-4302E7F70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9854" y="47911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7E94B7-3A7D-4031-A6BC-82C2D1821E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9854" y="47911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FCA15F-BF66-41FC-9BCF-C06197DFC9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5036" y="47866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F58C8E-EE35-4447-8A6F-9EB3BD27C1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5036" y="47866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88B556-0511-4975-9BC9-4548C02A1E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9854" y="47911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5E7D0C-FF69-4774-8A49-05EEC30030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9854" y="47911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8D4CDA-3B6E-4DD3-BB1E-BBC3707548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9854" y="47911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5A380C-04EB-439A-979B-F4CF1D80BA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9854" y="47911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4D9647-366F-491E-8B09-CCC53F0CA1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5036" y="47866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FBCB40-ECD8-4447-97AE-D7A21EBCFF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5036" y="47866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DE922A-CA1A-4BAE-8A84-92F2A0D4CF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6850" y="4769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39FA2E-36BE-48B5-A7AD-DB5F691787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6850" y="4769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9277EF-EAC5-4419-A9DC-4E8217A491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5036" y="47866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517DBF-03A5-4FF4-B3EF-FDB2C3FD7C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5036" y="47866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0341BB-4B02-4D9F-A68F-FAC58CCFE1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63BAED-2C65-4EEE-A95E-6281534C40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9D3CED-8512-48EA-A234-F3E4BBCF3E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22F381-9A44-4384-93C6-A7F036D91C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70A66D-8ED0-45D0-AEC3-F869A184C5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8EABB2-3D39-428F-BF61-F15059B44A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DC835B-66FB-4AFE-A93C-A0CE7D8444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06F5C8-F402-41D1-9866-2EBF54C8D0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F637BA-E016-4331-8DE3-38B789DC7B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F1C822-0503-4896-BF54-EAC23AADD1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BB98D6-B44B-4868-BB0F-167EAB44EE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D125A1-9CC9-4DC2-8AA1-98F36628E0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C59D06-6D75-4113-811B-94AECC56D0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52320A-0ACF-4A9B-A4A7-D6E7F4DC15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DDACC2-C015-445B-9423-11808FF1DE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547CB0-83A9-4EDA-9825-EC1FD43C06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23DC3F-650B-48D0-8587-09506D7AFC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C61BC6-A348-45C7-8CF0-9E8D69438C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126404-75AC-471E-8C90-F907291380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327115-6216-406E-BBF9-7D1D225414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20C741-7BD1-49CD-89F3-9E9DC94F84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DE9CFD-39C3-4831-970B-F9559AD133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20613E-7068-4F59-8AD8-D50739AAD1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DB74F0-1DD2-413B-9BCC-2CE6E8C78C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15A4AF-FA31-4608-AB89-D24186D3B7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119946-B6C8-4AB1-842D-D0A311EB4D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769E55-D843-4804-9211-5BAA579909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F4503B-1257-4244-A88E-AA5FAFAFA5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35F8FA-41E1-496E-8F8F-44AFE92DA9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1DC3AB-7ACB-4D85-8082-A712B1C714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4628B7-60BB-46AC-95F0-7D22B66ECC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1224" y="51277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43A666-75E8-4BB5-B988-678B622359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1224" y="51277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3A210D-4B5A-4F76-A400-5836A8F1AC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F76FBC-4023-4C16-90F3-BA34662333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9598FC-4896-4A88-8DB0-90D9DD488E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78FE3A-B1B0-4C48-8799-1513D3EA41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972816-C92D-4249-AD3D-0289CEFB48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FF1839-5A5D-40E0-9B6A-29250FFCD0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81771F-CFCC-4A79-B893-8B263AF972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851252-1A3D-4DA7-84B2-22AF57BF32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7EA78B-8C03-4985-9A13-30AB7B27C0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2E4CEF-781B-44A2-AC1B-4C5285BDA7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44A415-9EB5-4196-89CE-FA289F1F68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8CB68F-D6B8-422C-8804-8E4C1EEF36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45D50E-008D-492D-94CD-3ABBB98EA3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A08325-5165-4803-84D4-041DAB3E34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3416B2-98B1-407B-B7B8-9AA9C11E31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7B5041-2E23-4AE3-A524-AD401F64C5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47977F-937F-4E92-B892-BE4DACDA13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1224" y="51277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73731B-D12A-4C28-8209-3234E6DE18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1224" y="51277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B5A264-C5FD-4081-B42C-F05A64A6C9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1088" y="51193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FDBEB4-50D5-403D-AF1F-3C4B2EF093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1088" y="51193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5ED2A6-03E5-4131-A4FC-A3C776F3DA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1088" y="51193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2020AA-9E23-45FB-A3EA-2E75F9304C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1088" y="51193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2ABFCB-58D4-435E-8430-C0A8AAF1B6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1088" y="51193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FD3FF0-F167-488C-932B-4CE159960B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1088" y="51193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2BE3F4-BE93-46BE-8269-800D78D33C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7D5003-1D72-4250-A0F0-99AD3AD76B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E4FCAA-F2A5-4204-873D-71FB9E7397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77ED4F-B879-4D5F-BBE7-F44CF71848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4492" y="5100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510B5F-5F39-44AD-BC7A-AAA94D93A0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8CCBC6-9DDE-4073-AD6E-B6DB4A0D22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435020-69C6-435D-91AD-BA8065E8A1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ED5FAF-072B-4CC9-A49D-CE86D2E8BD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582939-7BC3-4B36-A894-05D0AD7234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C3014B-0D88-4B5F-9945-AA9497DDB1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525494-39A5-4782-BD86-D00EA5028B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44FB68-4E21-4255-BA4E-B472C56E79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84F1E7-7D73-45A9-A658-9CC41CA879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6BED13-DCFF-4A56-BBF5-087BE64CEE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1222E5-2F55-4193-B627-C716FB53E6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1931" y="44997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D33B8E-A39E-4C02-8BB5-3FE23B813C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1931" y="44997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82F049-EF38-4F50-9F2F-960873F81D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1931" y="44997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922488-6088-4E99-AC06-3371C88F7C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1931" y="44997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6B53E9-A2F5-4524-AD64-8ADD03FB55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D8B0EF-CE80-460B-9D6C-8EB8D9B1A6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B9D362-6577-4DAC-989A-D9341B7954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54707E-E73B-4C4D-88E9-C700E224BC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727C56-240A-4808-81C4-5A3FE961E0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1931" y="44997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2B5570-762B-434B-87CE-C05374A22A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1931" y="44997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409A25-9A94-4279-93F0-34364C8313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1931" y="44997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D63641-37B9-4A6B-8949-439E518D44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1931" y="44997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0A3C86-8957-49CB-BFD7-7D62224587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1931" y="44997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C1CB2E-89F2-4C2C-9EA7-A8AF3664BD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1931" y="44997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FEF85D-B690-45A6-BBFB-5B7A2D90C9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F6F3CB-3096-4C30-933F-AA290F6F35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1F2049-71D2-439D-934F-81A1D5D539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8F165A-0220-42A4-B99C-27503D368E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83F41A-F0BF-4B47-ABFF-1C7CA41612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499F46-3877-453E-BA94-2176809846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95DC33-6D6B-41F8-844F-6F54348B8A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518972-F496-4AD5-BA04-80E65D14D1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CF32AA-71C0-4E74-951F-0A0B1403E8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635670-9619-4394-839F-BD2AE4EAD9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53425E-CA95-4E2B-A7C2-764B62C659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C08662-9766-4574-B4EE-74621E4208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B82614-EB16-4E6D-B180-8B8E49919E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5F863A-1B63-4A53-B94F-10587DBDF3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9E493E-E47D-4BE7-9906-EFFECC4DB3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F82FBC-2E2C-40B1-ABB9-975BC4D2FF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96A4EF-FF19-4754-8D09-258DF5A732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3EB3B1-F034-45A8-8B9A-73401D93D8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3A9F44-D57F-4ED3-8C39-D171A7B0EF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FA62EA-366E-45D9-B0C1-08B68FA5B7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D1E4D9-73C0-4229-901D-CBBC8C9C63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BB4168-D8D5-4022-A0C3-4B10B48882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CE75EA-7BBA-4CB2-9FEB-4587E325B8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1931" y="44997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4F09FB-3F6A-49C8-85D7-044D00891D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1931" y="44997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232CA4-7D94-4BFD-A62D-000A8DDC9B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1931" y="44997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CB5DF5-FFD4-403D-9223-94B133078B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1931" y="44997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307089-75A8-43F4-BD5D-527FC33E0E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1931" y="44997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D66518-D557-475A-BE2A-2F9A8B00A1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1931" y="44997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512992-DA01-481C-A2BF-9C21A44CEC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1931" y="44997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BA6EDB-6F20-42F5-8C74-F9A5D33411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1931" y="44997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A8DE89-7333-44CA-995D-4D4B68D6A2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1931" y="44997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793F8F-91CA-4397-82AC-E8EE7D68A6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1931" y="44997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6E6717-DFBE-48D2-BB23-10011B7F95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B2271C-6BB7-4976-A262-574D4B924D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0585A9-8E3B-4BAD-9F61-FA454D8FA2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57862D-8476-407E-BFF9-A9FF3B7A2F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1" y="44724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A3AB9E-DF34-4078-B85B-7EE67A556B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9C34BB-E58F-46C6-981C-6EC7353A52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BC5485-61CB-4418-92B7-C1FEC1C642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07F6CE-B26D-49C1-ABC3-07877A0FA8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D15229-A2F8-430D-B978-48553CF8A5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B1120C-783F-458F-B80A-4B868107CD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8FC397-645A-46B3-9CAF-F6339FB13B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B12C8F-D548-42A1-90BC-7D1CC90CEF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7E4836-61B5-4AFB-B080-27F2D9D4AB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72CE06-1871-49D6-9655-11CCEF63E9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7767AC-932E-4EC3-AEC3-3126998E82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B30E0F-78C7-4450-96F5-A92DBAD5DD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2D268A-EC76-4055-86D2-9A85269264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A3F9EE-D811-40D1-8740-EB40E94FCA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936CCA-9789-431F-BA6A-7208FD6712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6695C8-B291-4CCA-AB8C-B8DD2F8E50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F2FE36-D0B5-4719-A714-CD5E481F16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89BFE8-1E7F-48DE-8417-AD418107DD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5DB768-CB04-4B40-83C2-A0CFFA2358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F8030B-3AF9-4BE6-B6C4-F88668902F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39BF69-3E8F-41BE-A4E6-0C4AA3CC63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217EB5-30ED-4B3C-8E72-0EC5DA3C3B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7E0751-B673-47A1-9738-55BCC198E5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5AC5F8-B9D5-44BC-A889-9F241C3004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89C181-9390-496C-A9DB-1FFF9CEB97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84EFD5-0742-4B54-9938-F8F8D67982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78A3C4-C5B9-4C4D-A45C-92E6C85803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1DCB67-9960-40DA-AB4E-CEFD57E260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96E5A3-1EA7-49F3-BE63-35D90ACF8D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C51050-69CF-4799-BDA9-893E6686C3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B6BD20-4F34-4B2B-9A81-6A1D6778DB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55FEA4-6AB8-4466-8665-EAD3C43C28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CCE588-9F99-499B-B4E8-F09556EC9F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9D25AC-0F9F-4DFB-9191-7FA3A67C25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C36145-61E7-4EFA-B4DA-2A4D443CDF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5B02C4-BFA2-4441-AFB6-760834D493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38FC71-0BDE-47C4-84A8-ECFEA49451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6331BF-E43C-4CBA-BB0C-8A561CBEF0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B3EACA-9B67-4A7D-8819-BF024DCE13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80061C-6F2D-47E6-AB14-052151A8D5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BF40B4-C971-4BDF-8685-787DB41383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740CC6-90E4-42D2-95AA-47FBC49246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67AFA6-77A1-45B3-BB10-38060A59E5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EB51A9-FB1B-4B58-B624-E99EA943A8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58EF66-7DE3-4806-B28E-51A0488B19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0ED71F-7236-4F10-8733-101E10D4ED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4F05AE-22B8-484D-97D9-DD60F10A43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504D9F-B81B-4D73-93D9-D90AFC0177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0521B7-478D-46CC-961B-3839221797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5DD03A-B84A-485B-9A20-92AC39893D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D74A33-8BDF-4CBD-8931-06E1148513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575229-7834-48F2-A935-3F2D8106C6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865F51-7C5A-4204-85B7-B11BC203FB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BA35DD-A140-4E65-8484-2824E731C5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261FF9-595F-46E4-B79A-66CE1AB589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5D9948-74A3-4F17-AB64-6A2900CB67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22F83C-7B28-4D2B-881B-C8A39E5993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97CCFD-A6D9-4F8F-A916-7336B01A89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71ED67-7A83-4C1A-9559-02AB8B1C2F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4BAA45-78BB-438A-9DD6-81D263158A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9901" y="546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C51527-BE36-47D7-93B8-897C405E2A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58" y="55058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5BD141-3923-4687-85FC-AEC9840C5A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58" y="55058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929F9D-0482-4DA3-9FAC-34D9DB4A6B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58" y="55058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13E647-08C7-4862-BB15-EF1F6D3E46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58" y="55058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3C1B16-AC20-4E99-ACFD-8A80640E32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6" y="54808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B06932-5131-4E2A-A034-0A05598F30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6" y="54808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E32C55-4DF4-4B4B-A900-124B0BD767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6" y="54808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C124C9-869E-4665-88E2-67317367ED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6" y="54808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AEA1FB-00EE-4581-A970-E0F5CEC31D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6" y="54808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0A06BB-DFD1-4D8E-97C2-0461A3F8A8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6" y="54808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B01172-3700-4952-8BFB-0BB830846B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6" y="54808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FDD3E9-FF04-458A-BB2A-42C285AA18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6" y="54808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3BC808-C177-422E-ABAF-D743D2C100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6" y="54808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EBAFE8-591F-4428-954C-B05A26EEEF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6" y="54808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A9C3A4-36E3-4071-BAF2-70076D2600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6" y="54808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9111D0-E4BD-4C20-9981-EFA8423536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6" y="54808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59158F-6B2A-45A3-81DF-A2CF71FED9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6" y="54808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177819-FC1E-4B5F-8FB9-EE014DACEB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6" y="54808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85E99B-11AF-4B00-BF26-D35547C276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0926" y="55164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FE6208-19F6-44EA-97C4-02C44C18D3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0926" y="55164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C124D9-B3C1-42AE-9FA5-9ED276D1ED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59" y="55058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4DE9C1-7744-4EBC-BE9D-5C84FF45E9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59" y="55058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787D7F-B487-4EC7-B203-F7BE38B991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59" y="55058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91BC76-7F7E-4262-B552-BFE941040F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59" y="55058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DCFDB4-F489-4172-A052-5AD0F8F8CF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59" y="55058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3202F9-7167-4368-804B-7544D0C5DB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59" y="55058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022D48-3A01-4331-8451-064C70F0DE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59" y="55058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C80DBA-132B-48A2-8551-42D6E6FB57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59" y="55058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A3AD3C-AC59-4358-BA57-8178D2B123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59" y="55058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D597B5-C368-4583-8240-FC2824D541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59" y="55058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2CD345-FBC9-4A65-A89C-57C0E8FF89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59" y="55058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E2EDBB-67B3-4FC7-9348-B19C0621D4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59" y="55058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EF61F9-74FA-4F58-8BFB-C9C9C962E8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59" y="55058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286B38-096B-4B3E-9C22-C12347ECDA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59" y="55058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F8B64E-18C5-4AFD-8DA0-DDB4CC6F38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59" y="55058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809CC5-41D2-4269-A453-14B93B92EA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59" y="55058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DF7ECC-9447-4CB6-A405-16EE857E0C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59" y="55058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93F6CE-0D75-4168-831B-40C736846D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59" y="55058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21A519-1DBE-45A4-AE7D-934CBA0882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59" y="55058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52F96B-F08A-436D-9FE1-07DABA1862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59" y="55058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E75ED2-9B29-40C7-BB69-8833C2BC58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9641" y="55003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29E87D-7B26-4CF0-BA75-A6C156D3A5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9641" y="55003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15955A-4AF5-4808-B915-A61E3EB7E9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9641" y="55003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23F7F0-59DF-447A-8F4C-3375A6BFE6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9641" y="55003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FD8EE5-69F3-4D6F-9883-0D67B99C04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7" y="54808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4E5829-CD4F-4971-A6E5-A868E7FB75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7" y="54808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FFA248-E069-4D59-A301-42E1D4F8B0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7" y="54808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6614B3-5349-4BB9-BEFA-31AE915F4C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7" y="54808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527EEB-46C9-4221-A447-CD07DBABC2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59" y="55058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C9EA9C-E387-43B1-8FF2-D68EBC5C3C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59" y="55058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6A5E9B-47D8-4CEB-B62C-292FCCA3B1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7" y="54808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253EDD-8348-4BFC-B71B-1F2A3A1021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7" y="54808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D44628-8713-4EE4-88CE-982FDF0FB7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7" y="54808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EACDED-4E11-4968-81C9-115EB83838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7" y="54808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E34052-4288-4A89-85CE-1A8DF0A8C6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7" y="54808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7495F0-F49D-41E9-812A-448EF3777B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7" y="54808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ADA8B3-5774-48FD-98BE-AD5B95423F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7" y="54808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892138-79CF-4EB4-8658-4CE627D788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7" y="54808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31534E-D5C8-48FF-A19A-3ED6D35A8F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7" y="54808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C33090-C167-49F3-97B5-62F9233789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397" y="54808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232908-7181-410A-9A69-B5D79E04B5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4634" y="5342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6D2DD6-E552-473A-A400-8DE5A0C2C7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4634" y="5342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126FEA-FBAC-4A8F-87C2-2F2167614E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91691" y="53665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02E612-84C8-4979-A3A4-BA3EA26B63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91691" y="53665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1F3C58-B54E-48C9-91AF-E11DC7BC54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8299" y="53341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C8AB2A-5A25-4E71-B1D6-45568C1BB3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8299" y="53341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1B20F4-07FB-47A1-82D8-A88FB2FECE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6977" y="53249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26D8D5-3611-4AF9-AC1C-93DBBE16D6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6977" y="53249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B53876-175F-44E9-BF0B-15D648A2EC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2754" y="53510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B41677-140A-4094-AA64-511D72525F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2754" y="53510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9C8FB2-E5BF-4F5B-AF1C-3C9EB027C3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6795" y="53274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BE15A5-8534-454C-970C-A351B24E19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6795" y="53274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2D1859-2ACF-4A63-8CEA-CF10E8EA88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8130" y="5343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3D54C5-74E8-45C7-934E-64BE87779D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8130" y="5343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D6C03C-C8A5-45CD-A4ED-34CE10C743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2754" y="53510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C9E3C4-F281-48E5-9827-BACEDE7C81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2754" y="53510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B91B4D-0F58-47D3-93E1-EABAAA2130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8130" y="5343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E0828D-3F10-48E7-A004-FAC96AA587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8130" y="5343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2A8152-A913-4D4D-9DF0-06DFEC5F1C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2687" y="53364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00C437-4937-429C-979E-32729DD839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2687" y="53364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ACA17C-8BCD-4317-A7E1-FC41ECED6B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1219" y="5306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883328-6C62-43BE-A58C-76000A5B9E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1219" y="5306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BDDE38-37F6-41BD-B9F6-9750D22044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2687" y="53364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55EE01-99CD-442A-ADEF-301DDA1026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2687" y="53364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DF5F89-4F72-4C34-9444-B9B5CC0B97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0705" y="53587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BFBFFE-4635-4034-AB84-697A1CC49C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0705" y="53587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528C26-CDDF-4DE7-9DBF-A846D161BB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0705" y="53587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637A52-AB7A-46CE-8A2B-41E12C11B7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0705" y="53587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5EB2F8-5A4D-4A87-B7FE-631EA46198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2687" y="53364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19040B-EFE8-4784-A078-E214F07077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2687" y="53364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AE0C5F-6458-4F36-9E17-B6476CA2BC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2755" y="53510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FE6407-231F-4927-A50F-58D8B28A3D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2755" y="53510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A8D2F5-4540-46A0-9D01-25463680C5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2687" y="53364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03E173-ABA1-48D1-9205-9B009AA608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2687" y="53364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F02ABC-903B-49D8-B60A-9CB397E288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2687" y="53364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CDBB16-06CD-437A-A0D3-8AFD70BE74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2687" y="53364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C174C8-D3D3-4B61-885A-48A3D654A6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8130" y="5343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84E873-2B0D-4548-966E-3FC3C403B7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8130" y="5343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53BE1D-0EDF-4345-AD0F-91AA19E783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2687" y="53364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B8FE80-8D02-48E0-B1F7-75D6B9E135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2687" y="53364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CD02B5-511E-48A1-A763-BDDEA1636B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2687" y="53364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C94A1F-330D-4DA3-B679-9C20531D0D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2687" y="53364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02FA66-86B5-46E1-881C-26F2BDD786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0705" y="53587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DF855D-C678-4438-B2FC-26B437802D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0705" y="53587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6F7FFF-8821-4C15-9010-73D59C04F0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0705" y="53587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355B60-5EB8-4795-A030-4A8585F606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0705" y="53587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00CA90-2F0D-495C-86FD-BF0FC5E5B9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9850" y="53205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FCB861-390C-4F00-9AA7-663A564836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9850" y="53205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6E6A29-657D-48C9-A906-FDB9EEBF3C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9850" y="53205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D5366B-20B9-4C4F-B21D-C66C98859E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19850" y="53205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3AE570-2C80-4B98-9E97-1C906F187A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9653" y="53164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B0E792-5978-497E-96E2-79099F4F37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9653" y="53164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537A76-A833-4D4E-8457-9B17C9055D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9653" y="53164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505C86-6AE9-4ECB-9ED5-7AA8973F2F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9653" y="53164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25116A-B431-4F14-8D4B-9F0F0675B1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9653" y="53164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F76F8C-4108-4ED8-9C11-E7D360FDB8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9653" y="53164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4D0431-4012-46AD-AF74-9171765ABD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9653" y="53164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6133F9-6E9E-401E-94F8-B49493BD41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9653" y="53164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B82B28-EC4E-42C8-A43B-0D8B8AB1DD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9653" y="53164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072208-5747-4CC6-92ED-44A0BF752D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9653" y="53164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71E889-AC3A-49A6-87A8-8D81FCBBF6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1664DD-0215-4526-AEE7-0545D35360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E13BD3-A406-4378-81AD-CA28A1595E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2398D1-8690-4735-996F-4540BBB682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2793DC-46E2-4C50-A5E9-1AFBC5723B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8999" y="6750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6B41E7-F5FE-454F-9F52-E1E90BF9E9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8999" y="6750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235573-2DE1-4F74-A9A7-A8D3169B3E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49E2A0-EEF0-46DD-AD20-1E5F2EFEB8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AC4A46-F403-4E92-AD44-9AD6ACA7FA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899266-91D3-41B3-8662-34892817AE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5DC98F-ADD5-409E-91E1-B4B9E5859F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E8283D-C6B6-4B68-A25D-4C3DEE27B5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4A0AC0-AF40-4A04-84B0-296D5AD471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3A8D8D-2653-4D28-B2B4-C83C52783C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B72B54-A514-4E95-B354-7502BA2839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52EE26-DE0B-41BB-8DB0-560EBF334B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45556B-AFCD-4519-9792-FC20CCAA21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4F1033-8D11-42F2-9318-0CF33791E2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8CF913-9668-4167-920E-99D1BE9E57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9F06EA-A932-4B62-832D-6903F4EDFD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21107F-1E82-49B5-9B7E-4B8A2136E0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31C122-7292-49AC-A780-6C839F1511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7BA40B-BFDB-47F3-B29E-F689B14ED7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F69E4D-5C7A-4690-9A61-208E0CA089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90A3BF-EBF1-4CFD-AAC6-865C451EA5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557DFF-AF7F-415A-9204-EC054CA461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42B101-B160-46D6-8392-488F749E7B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953F4B-5346-46DB-84E0-3BD8019313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599BE2-A2BB-4D50-A5F9-5C09280211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B1BC42-5D5E-4EDC-BE33-6B6904961A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E0620D-64D4-4522-974E-C7341EBD42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D0C16E-F00A-428B-A55B-D8D731C975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584D03-88FE-4665-975F-7A05B25463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2AD28B-C6EB-4F3C-9C59-36D8BDA670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A270D7-6A47-4C1A-A202-82D29A9EC1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6C29AB-8564-4FC7-A0B7-9B9A2AF04E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958892-BA9F-4E22-9D9E-8F39B449C7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FE0E13-CC19-4DDE-ADDC-1714814C8C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242998-B0F8-4DDD-952F-794AD567EB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5D5928-A5A3-4E97-A756-28FD71AA25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738D99-18D8-4102-9031-0CE8B33E87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728758-5844-4074-A5D5-9BE8732A9D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7AA7BB-B4C3-4FED-AB6C-35F3AC911D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7CF95A-5BC5-43C4-A226-80C34D2143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7A8558-ADAD-4560-9A04-4BF8BAF6AD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863BDB-83ED-40BC-A049-A4840477B9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5645BD-ABCC-4999-BEB3-89ED5F339E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ACA9EC-F7D8-4438-92C5-A36222B712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251C87-8B66-4062-8ED7-0DFB825E79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2A0E6B-BE2B-4622-85F7-E5EA6E383D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93F8BE-053F-4773-B4BF-00A09C4F2F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E4577E-0CB2-4C4A-B243-575F6CA9FC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4E2192-18E7-469B-BBA0-4F7CBF7E50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8E4568-1F27-407F-8EB3-4E127DD4AB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5AE9CD-DEBC-457E-8ECB-1F67B56DC7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A9B4A8-7B53-4E21-A3D4-2F96E37EBD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525436-4A1C-4678-9725-3781202DA0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BBE5E1-5010-4551-8D58-EA767F62FC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566CFC-486D-411E-8C1A-A416DA299A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1C1E3F-4959-4605-90AB-19778C6674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2" y="6777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593C3E-6189-47BD-96DE-4ECE45712F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FD5D2D-F251-4C48-8017-DC88D59C29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D9483D-0420-412F-8D03-E4F273FF6B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B52C59-F52E-4991-BB91-41E96BBEB6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D56ACB-0474-43CB-9F81-9BA8F65D27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1A5AA7-B1E1-4DF2-885B-A8E297333D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B2B16D-29FC-4004-BC79-BBEC7AF429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8A4AB2-391C-42AC-B8B1-A295C9FF72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5325C9-21DF-41E7-9FCB-8307BBB0B6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EDC581-3C23-426D-82DA-75768C2A16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2250CD-CBEB-4CE2-8C7B-054F72BC5B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9227" y="53674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40B956-4F24-4E81-B155-67ADA95DF7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9227" y="53674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188915-C162-4053-B360-E0462ABA76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BA47F2-FFBE-4A30-8792-30E02D3E7C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9DE164-227B-466C-8BCE-1603832138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8105A0-25D1-4AFE-B06E-A94B015E72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63CEE5-4670-495C-ADC0-08F8821EA7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CEDE70-B0EB-41CB-9827-A1496E9EDC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21A2C2-0CE9-4239-A961-D839BC7D1D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4841FA-3E7A-466A-BF4D-1A29E598FB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96866A-C359-4A9B-A7BB-847CD2065E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022B17-6353-4AD4-815B-281D4BE885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09E6C1-3344-4D8C-8D16-C897C667E8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21ADF1-AE18-48CF-8CE6-59984FE3DF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E12679-2485-42F0-821D-69EC525F00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4A2DF7-78DF-462A-BFB5-1B635A7CE8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0096A9-3AE1-4713-B614-DC657491C2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9C6997-F952-439D-A6C1-054055FF35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467AB9-87CA-4041-8941-7D4093A2A6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3EC093-07A6-4891-AF82-B6655068EF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1E0ED3-457C-4AA5-805A-640C8DD8BE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2008" y="53519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4A102D-F44B-4D52-B992-03D6630150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2008" y="53519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6BC454-20D2-474B-98A6-712B15EA98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2008" y="53519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DDD2F6-3560-45C8-80C1-14AC3B0081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2008" y="53519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6CE411-EA3B-46D3-92E6-D701FEBB5A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2008" y="53519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BB9896-E6AA-4B95-ACE1-6C675328F4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2008" y="53519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35371F-BEEF-4057-B736-08331D8260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2008" y="53519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1628C9-47AA-4379-9B7A-5A31E852D8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2008" y="53519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BE781C-D019-4841-9FDC-9F7940F2D7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191F49-94F6-43D1-A7ED-B877C09370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D92BD4-B8BF-46D0-B353-5FDFB32345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4EA287-F5E8-4D73-B897-750644F127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D6E244-8FCE-4CD9-8E4F-809266723D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EBD09F-6A49-4C56-91B0-B148CCFBCC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2250FD-C1E4-48E1-B783-7E596C1B06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934752-9E06-4352-B82C-CBC0B9FBFB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E9AC5D-5CB0-43D5-B0AD-CA1E3B0068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0A0FB1-C7F2-47BD-93FC-80306B0BDD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607920-2058-4A65-AD87-6B20384D38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7834BB-269E-4E6C-A93A-A11C4D11A6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E02269-DC15-4D84-AFD2-28183A87FB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3A23E2-BA56-4E66-B68A-1E2286CE15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031070-0D82-4BA2-864A-71983260B2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732F51-BDD6-4C93-84E9-39467B9D91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10594" y="533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785FA8-44CA-4500-AC1B-7F34056018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2008" y="53519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030083-3DFC-423E-97E1-BFD3950EBE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2008" y="53519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17C472-7412-42B7-A214-1270B2F591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2008" y="53519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CC10EF-4B0F-4CFA-9272-7BE1BA3478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2008" y="53519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60D237-4CA0-4C13-BDA5-A73E29AE68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2008" y="53519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95E5D1-3ABB-44AF-9142-BD2CB69426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2008" y="53519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720065-2260-4A0F-9AD7-5E32B41588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917" y="60295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19C240-D26F-410F-B807-FC3BCC2723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917" y="60295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6A0DD1-4F0C-4059-A4D0-35DA7A2CF3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1334" y="59881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5706A7-10B1-451B-9771-CE7B9C4CB9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1334" y="59881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B2A020-C789-404E-991B-4F841239EA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7619" y="60048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B8EF22-76FB-4DF1-9F76-206A9D2186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7619" y="60048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2E11F9-1C4B-48E9-A551-6F2A1278CD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917" y="60295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A59010-B479-46DE-B788-FCBDCBA040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917" y="60295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8162B0-4CC9-437B-8097-F396440C43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917" y="60295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4AD717-FE81-4383-8112-539CC962D5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917" y="60295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0CF4E2-8C11-4738-BDF1-3499862CE6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917" y="60295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F7FBE7-76C9-4B58-AAF3-1FEFFB0750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917" y="60295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3BDA44-20FD-42B9-8663-403DFBB862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917" y="60295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C29D46-B8BE-4A77-AF50-1B048F8A44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917" y="60295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22168D-F4DB-48C3-9DC7-7FE13A2D89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917" y="60295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259C0F-0705-4EB4-BEB8-5B6AB19B0D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917" y="60295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1F5E78-BB7E-4E62-A4C9-99A957E253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1334" y="59881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C31C35-E37E-4874-84DB-756A17DB95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1334" y="59881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D4E124-8FA4-4AF8-AB72-A4E925E5D9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1334" y="59881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ED9C53-2BB6-4D08-A872-BDFDDA02CC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1334" y="59881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7ADC75-1039-45BA-BC9F-D44185F6D8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1334" y="59881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640DEF-B3AE-4FDF-B3DF-D6BC54AFFA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1334" y="59881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0A26AE-60FC-46E2-913E-BA5926F7A8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642" y="60208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804A30-35B2-439A-B4FE-1EFAA6C955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642" y="60208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0E303E-74EA-4F3E-A9CD-5A5AD84A1C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642" y="60208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0C8430-A39B-463F-B920-568FC02743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642" y="60208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A3DA6B-72B7-4EAE-88A7-5DA13F8695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642" y="60208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AF62BB-3029-475C-8EDB-42C6945610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642" y="60208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552459-D941-4BE3-BD34-F2811EEAAE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642" y="60208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C4B1F8-D7CA-48F1-B97E-5CC31B8572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642" y="60208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F1FF12-0309-4470-89D3-39A2F493C9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7619" y="60048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70FE65-71FF-481D-846C-F16D0F5C5B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7619" y="60048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0E664F-B568-4AAA-B7F9-FFE9E4D2A1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586" y="60022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678AD9-475B-428F-A6B9-19410A1DA0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586" y="60022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22B1A5-6EBA-4F1C-BFCD-3FD4D0677F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586" y="60022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F67521-1796-4FF2-A53C-132958B2E3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586" y="60022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968482-3AD8-4591-842B-E238663C52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586" y="60022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BC7B92-30F2-4E91-8B49-26BD791135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586" y="60022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99079B-0342-4820-AE21-FF155AC9F7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586" y="60022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9D29E2-D73F-4554-82AC-310627D2A2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586" y="60022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BF400C-E222-413B-ACC3-F78B602FCB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586" y="60022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0AFB2D-014A-4A60-AB70-6FEB4C3316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586" y="60022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08B84F-1E95-4D90-B7F8-2AECE9DA86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586" y="60022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FC0FFA-800C-4561-9342-46E42610E9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586" y="60022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429FEC-6268-432E-9B11-0C2B8FCC18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586" y="60022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D627A1-BACA-45E4-B5F0-2D7164E00A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586" y="60022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C3AD84-E1EC-420F-85EA-D7351BE9DF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7603" y="60152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1D3CEC-7C69-4230-BE39-03263E3D84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7603" y="60152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FB4101-A0E4-4FC1-BCAD-24044973C0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7603" y="60152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64976D-09E9-497B-934B-53C5FD6716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7603" y="60152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F3E359-8ADE-4369-9DEA-1DEE341BCD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586" y="60022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4FC357-E827-46A1-BB75-6E62362D3A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586" y="60022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D5AA3B-4089-4967-8D48-A02C3C4235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586" y="60022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61CF1E-57D2-4212-B0DD-2809C0D848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586" y="60022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C8EB76-7583-4820-9D70-A7574171C1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586" y="60022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73A1B6-FE2A-4FBE-B859-5537C8F90A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586" y="60022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072080-D243-4459-962C-E8BFD670DD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7603" y="60152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C1DD69-DFED-4FC3-9C1D-E6619C8D53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7603" y="60152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0B419B-3A25-4717-A06F-7EA5FD2A45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586" y="60022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DF814B-6CDE-4EBE-BDD9-F58F306EA9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586" y="60022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4DC84C-AD63-4153-88E9-A0D961CABE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814732-5777-410A-A2B4-AB00727F29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9D00AF-4EFA-4EFC-83B6-AF110B01EC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2DF1F1-2474-44A5-A2D6-423802C75A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017BBA-8CD2-4AE1-A2FC-B2483F6D74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CE02DF-CC9F-4A4F-9356-4B08F14392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EF0DA4-D695-4848-B8C2-6B0EE90A46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FFD31A-53DC-498E-8561-0F7E30E8F0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4419A8-7CBC-4860-94E6-703B220B69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27E239-D429-487D-9F1F-AA01BAB7B7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892DFD-D451-42C9-8CAB-57BD3BFAAB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BA8D11-3F7B-4E62-834A-C885132656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66CB7A-5B1F-4B23-8236-4F91AD2F7B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06B4E2-A202-4929-9EFE-0F4E90D68F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F7EBB9-0E6D-4562-9C6D-923E77A59E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31350F-A6C7-4561-A68A-325494EA94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115973-0232-42B7-8A94-807BDEAB78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C6EC48-7B95-4467-AEFD-E58FC3D409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3F0BB8-4CAE-4C9D-A353-5342F98FCD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2DF16B-27E8-4595-B0FD-DFD6FDD90F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CEA94F-7B78-41A1-BD00-1BEB3ABB57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78F254-B219-4D08-A452-C7AC268A69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52D7A2-AF03-4122-89EF-65B60B927D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85FB63-A5ED-4502-916A-9F1DC2C1A5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CF15B5-A068-4486-9C02-C1127D9445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F7C840-05CC-4F43-8E45-B535ACE238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ABBD0B-D669-419A-8C81-949350418A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258D3D-CE83-438C-9D75-DECB523B07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885277-C5F6-4CAD-8748-23276A51CF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2533C9-16D3-47DF-ACFC-36B477005E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3DF08F-E8E8-497F-A599-DA3AEF8DA9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075532-B9CC-4DAF-9538-A511925D81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E6BF20-15E9-42EA-BD56-A1F1A1FBD1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8409" y="54094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98815C-4FFB-461D-90D7-1782BCDB08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8409" y="54094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5CA079-0D70-4ECD-8307-2554A58FF1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8409" y="54094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3EC27E-7BBA-4D9A-BF72-BA8C1B650D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8409" y="54094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E5F470-2C9B-4CC9-B068-D0B3B6EDC0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2EBDE0-4385-445B-8E88-B412C0B313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4B4101-E059-40ED-A6D8-EACA4D24E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8409" y="54094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4CB677-AAAB-4654-B95B-91AC72C72E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8409" y="54094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01389B-C7EF-41E7-903A-F197F91F41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05C75D-D0B6-452C-B543-24156BB5AA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D2F502-3C8B-4A77-A6CA-E1144C92F9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0BAC23-D012-4C3E-8C71-4AF16981AB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BFEEDF-A7A5-4958-A1C6-5FB7082DEB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13305F-AE54-4FE7-AAF1-5826187D27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FC53ED-B328-47B5-8ADE-5594F23FEA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8409" y="54094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9809D8-CEB7-45C6-B8C7-E5B91A5A45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48409" y="54094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4A0BD1-39CE-4A2C-AD1C-FED41503AD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642C9E-EA09-4B0C-9E87-B1AB12C2B6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49DDEC-643D-4D04-BFBD-86D9057CCA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4B5C23-C87E-4651-A8FC-3BD830317C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2FF3CE-6E1E-4406-B02A-0ADA974EF0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9448A6-A7CA-4008-8656-3ECD955D35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195BF3-C7EE-487E-8488-C9D7116A8A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B46C1B-B071-4B63-8611-D5B96C2758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27BBEA-293E-4BBD-8B7B-FFE81F9335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B7253E-090C-4234-B61B-4B0AF05EF0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BBD1AA-F0F7-4A6D-992F-AB7E783582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067D61-FDB4-4024-B989-DA28045655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7172" y="5403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1FA9F3-6D3E-4E43-8EF0-DBDC6B6162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1805" y="6144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D8633E-3266-468E-97D3-D029994F9F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1805" y="6144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984EE9-7D0B-4E6C-868E-53127867CF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1805" y="6144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271CA4-7921-482A-B440-DF2E56D347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1805" y="6144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FEC513-23CA-4473-A9AC-3CCAE6958A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1805" y="6144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3961A2-9230-4248-AA90-FD21280E9A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1805" y="6144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5FAB56-547C-458F-9762-878375C4AE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3049" y="61647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16182F-8D1F-4379-A07B-864D75DF77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3049" y="61647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9190DE-2E28-492F-A0A3-F12DA88B92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1805" y="6144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43627C-52E4-444B-A6BF-D003925F90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1805" y="6144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6B3D66-CAAF-4376-92A2-2D90BF7EEE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1805" y="6144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DA2ABF-21F0-4F7E-8FB8-D351A3F150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1805" y="6144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BFAF3B-24B1-4E98-9091-40778A1AF7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1805" y="6144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0652FF-0905-43BF-A942-2507DBD97B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1805" y="6144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29601C-2557-4048-A4F2-3806E48381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1805" y="6144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90BDD4-F81D-44A3-A503-8AB9F8A124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1805" y="6144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17F94A-0CA5-4CC6-BE81-726E7B6315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1805" y="6144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D272EF-6BF3-48EF-9A85-4A0BFAB0B8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1805" y="6144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21E498-43F1-4414-926C-53415C4478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1805" y="6144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58F913-BBCE-4AFE-A37F-1D38DF538B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1805" y="6144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6B4EFC-E862-4DA1-B550-5FCE0C6A4C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3044" y="61723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301054-F363-4B32-9A5B-A36DB371C2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3044" y="61723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3F87B3-A019-46AE-8DA9-24E48A542D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3044" y="61723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DDD62B-458D-4BCF-B31E-D85BA315A1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3044" y="61723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459485-BC6E-42EA-BC60-BD65719239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3044" y="61723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4ED328-9D14-47F0-A5EE-CDD3991EBF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3044" y="61723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CB75DD-FB3D-434D-BD47-4255CF9AD9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4454" y="61529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168642-041E-44EF-B481-4AF5A0C379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4454" y="61529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CF48BB-E9F8-4B95-B196-48B9385A7A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3044" y="61723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4DFFC9-09E9-4EF5-AE46-C98C8C74AE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3044" y="61723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D69226-B775-4C21-AD52-264048EC7A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3044" y="61723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FE77D4-2D30-4B17-BBFD-DC7002FE12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3044" y="61723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D2A2A5-EED6-456B-BCE2-B1BA199D62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3044" y="61723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3A039B-CDEA-4C4A-8E02-CC50DB0C04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3044" y="61723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8EE11C-7359-46CC-B179-361613AE4C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3049" y="61647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13ACC1-D61E-4A82-B0E1-B64CF8D74A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3049" y="61647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02E7D2-F175-42B0-8FD9-380F80CE75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1805" y="6144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3D700B-58C1-4166-84DB-1FCCF3946C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1805" y="6144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C3155C-F000-48CD-ABCC-1C541B96C7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3049" y="61647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0A5F80-D3F5-4CC5-BE7B-F8DB78F876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3049" y="61647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717DCA-12E8-4E31-ACF0-DE7ADB506C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3049" y="61647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1F9628-F56E-459B-B43A-AA735AE16A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3049" y="61647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50F157-62A9-4226-A639-E5E582E0D9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3049" y="61647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86E621-432E-4841-8B58-869F3F963C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3049" y="61647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A5809F-6C0C-4D98-AD14-7D042EA52E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3049" y="61647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CCC765-B5C2-4D43-B915-060FB6F67E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3049" y="61647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75F387-BEAA-443D-A9DA-9EF7B31C2C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3044" y="61723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470831-A0E0-48A8-8CE3-41205E8C67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3044" y="61723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2F09A1-9BE0-4675-988C-C96245324B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3044" y="61723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F1B7C9-EB87-466A-9F50-E966EE0522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3044" y="61723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F7ABD0-8023-4B98-A69D-7A565CE922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3049" y="61647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8484D0-941B-4A4F-BCD3-CC2DCC3308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3049" y="61647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F023CE-639E-4076-B097-527E349DD7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3044" y="61723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D1444C-310E-4C2F-BC9B-107532C967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3044" y="61723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4D001F-B188-46BD-BD3A-E17FED7B2A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4454" y="61529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79BF56-45A3-4F4E-8D8D-855F08A42C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4454" y="61529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D4170A-2225-4A9D-B100-37DD8272BA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3049" y="61647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51E4EE-6AF9-44E8-A602-A7CB1D7523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3049" y="61647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FBB02B-B4CA-4DD6-B970-DC98771E4F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3049" y="61647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D2BBBA-0DA9-4054-91F3-299C65BA85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3049" y="61647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1019FB-A133-4716-BC1B-BF77CB8985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8ED0C9-5749-4E72-86BB-A99C43FEC8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EB3994-636E-4614-87EC-F1AD125ED8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82AC49-9978-400F-A89C-44F08A83F9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82E2E6-ED5D-4460-8C35-FED05174D9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C94334-C089-440E-AAA3-826E7B00A5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B8C99B-EB59-423B-9921-57F2B48292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498CDD-C0A8-462E-83BE-1388F2C376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129698-EA3E-4BF9-92B7-E153E3B8D2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B83AFE-E342-4231-9FA5-27E569C33C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2428C3-06B7-4AF8-9F3F-843AE4FBE7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C52B40-4E40-441D-A2A2-4E26E85997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BEE97A-F65B-4555-9FD2-704CAFDA52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08626F-931A-4EBF-B70E-F903EEED2C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46301F-1AFF-4950-A1D7-F2100B976B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43A57F-D1A0-4CDF-92B1-87FF96E8E2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F86581-10CC-4DCC-8ADB-476BF6715B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F368E2-012C-45D1-9806-3EC5278EE8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25DA02-F390-41F5-B04C-FFB735AD8F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B3014B-522C-4022-91AD-28AA583D55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F227DC-7E80-4290-814F-56A3BCF067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4E3B95-416A-4E0C-8C81-7647785700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EEB9B5-079E-4464-B988-4BA651BBB1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9E96AA-E49E-471C-88B7-1B1B897A23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82ACC8-92FC-4090-8E46-915727142A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1F835D-6188-420F-8913-19E5CECA8F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CA443C-E088-4732-B222-19DD38EC57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1514D6-11BC-411D-BCC4-FC91DBCBCA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D455B2-41AF-4A13-B6FA-11D6D32A3E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0009EA-8049-40B5-BAA6-42C893D26B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01FC45-C019-427D-8D1E-ABEC2F658A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49E03B-FD0D-496D-B5EE-4BEB356066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A037F6-CDE9-4107-B633-75E4FD7C7F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83E4A2-A821-4385-AD29-288BC71A1C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360218-1F1B-4FCF-AD89-86A663E272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009A8F-FD3F-481C-A501-EF6C57E452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48C898-F43C-4A72-9CEB-7E0EC0BD7A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246C30-AC0B-4A3F-897C-C4445F0DBF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D9ABF6-5567-4C56-B508-048948C4CF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448716-4C89-4BEE-AD7D-6FA858AAFE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51989A-8C3B-4E5C-8871-7708DFB17B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9AFB44-E3A0-4D1C-8E58-3A5C34659F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427CAF-05F4-4D4A-AAAC-A89414EAF9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2C86AC-4249-44D5-9E2E-727712D3F1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7BBF86-60A2-4991-B439-E1E741DD8B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812C6E-DFEE-4DEE-8D8C-7314DC7203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79265E-8181-43A8-B9DF-F5B70D199A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336892-3620-461B-AD5D-381C828018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E993A8-EEDE-4211-8A46-72A08DB4CA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B8A7F2-B0F8-4840-BB4F-29B206F4E9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C7A4AD-E9B3-4920-BE75-66943A3C35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840C63-B968-466E-8DA5-CE3BEF4856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C62DFC-2A93-4B81-BD71-5D863FBEB8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A800FA-4CF1-449F-A6F3-BB1CEC56A6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43F8CA-E6AE-4BB8-99B5-ED562FDB73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CDFF42-0C2C-492E-937E-5021A7FD53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29B23A-CB97-4860-8227-70EDC7E19F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7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848055-2F86-4E1D-930A-7389E5FF5C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7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7C3D77-B315-4F31-8E04-0BD2BAA3DC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478C0B-E7AB-4E90-80A9-9BF7F3B050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19" y="44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2A4502-CF7D-495E-8426-0367415319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DDFCBC-E2C1-4CDA-A779-E0799086FF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3B3EF4-C9D5-4FF1-81B9-4F019D1445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114589-32DF-4887-BAE1-30F38EA7DF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9D2C5A-E5F5-4276-9D5D-2D3163E7B1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B03A6D-DE97-487A-B46F-DBA33E4153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8CEDEC-E325-4AEE-8C57-CA94F85B7D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69FF2A-DA77-4454-8527-E5B226E16C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A24A52-3E24-4429-9D6C-2115E79C1C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62298B-453A-4E17-8782-8100D7129B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437939-18C3-4429-8BAF-DA61EA95D4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260DBB-9D97-4917-B1FF-02A3B44DB6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C28F6F-AED0-42E6-9207-E3AA6BF000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44E60F-027D-4E53-96AF-1CFCD0B370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81F4BA-BC26-490E-8F04-A22E7C62FC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E39F6B-439E-4186-A88E-189BACDA9F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3F6558-A11E-41CB-8149-0CFC2FE33E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1A09B1-B8C7-4B7E-8FDD-ECD67A5093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F22A3F-2432-46D2-AD08-0D025EE00C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24F58A-143A-497B-A836-A63602AF50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C7AC4A-01C0-4C34-8B0E-E9F9C3AE65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DA2CD9-C798-40C7-9B7F-A7FBC57326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75E3B8-3599-4FAA-A105-4CC188ACA5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6C6B7D-65B0-427B-A9E7-FB2A13CF7D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9DAF45-0137-4443-A823-6E15EB7161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53D53C-59D2-4E9B-8917-DF20E25C4B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908D29-89F9-4EF9-ADDC-5F1929C290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44C3BB-21EC-49E7-BE9B-D472256A05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BB73F5-E781-42F5-9139-2076143F9C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D4E160-79A5-43E5-B344-9839AC1AC4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C578CD-AD15-42C9-88B5-38213CF8CC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708907-62C0-4811-891F-BF1A751CFC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507B04-1656-4445-9884-BD99844738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D6DF99-1228-45DD-A308-96F4A473BD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E4DA58-4478-47C2-9D2C-E56A186079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9BE653-C869-4E79-A91E-DCFA047F5C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6CC2D7-D105-4B54-8788-EBEF388BA0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130FCD-A641-4C1F-B222-297FBCBC1D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95C747-4368-485A-8378-F6200151F7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E0B374-246C-4DC2-A7AC-AD45B0EEFB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1EA85F-F0FF-4E0E-9D37-F44799AD0F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02370C-263C-410F-BD9B-82E85CB90C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78332F-6D91-4D69-B81A-621007423F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895E59-F6AC-4658-80A9-15719CE0CE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64F654-AD72-4F59-BCF0-B74D25C4AE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142DF4-0A14-4CF7-B2DD-11833AFF09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414B4E-8CBB-4782-8DE0-D7FC0F37C4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4E204E-5D53-4129-AEDE-64793724E6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433961-4EA8-4124-869A-155374983C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7E5FF8-B957-4D7F-AFBE-41AB494C3D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9465C7-75DB-41D7-9884-7A709BBCD7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98E1ED-BB65-45C2-83EE-D2F3FD256F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75E114-08A3-4584-A9C3-21CFBD0CEE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BD38AC-0A1B-4198-A56D-1710CEF049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1D31FA-D20D-4C62-BACF-F9108E1CAD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A830DB-A591-4F2B-9985-7527CD4BEA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9C5EEF-3A6B-4FE8-A272-AFDFB20CC0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25747D-572D-4FAB-85B6-D747AF1309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7E8F5B-8A72-4C84-95A0-D3387B8F83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F61265-5E27-4E3E-B4F2-CEA800E375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6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974A3D-90F4-4E1E-A5C5-6F80003063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523E06-81F8-48FB-ACE9-08A925F749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B3C35D-C894-463F-9D07-007581DF03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F4CD73-D199-40CB-B674-EE02752D33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9E7996-9663-4ED5-BC00-27971EEE38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CA2CC9-ECEB-47D2-9A56-C8465E79DF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8664F8-4F4D-4EC7-87BE-B7F04EB0A5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551115-9876-43B5-959D-C2C4D98C05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688D96-A539-4D72-BEFB-F52ACC7896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1249" y="50193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35CC87-5CAF-44CF-9311-64FD1C360C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1249" y="50193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4DE9E1-A520-4C76-B995-501EE3FAC3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1249" y="50193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11815F-065B-4D60-9144-F2AD43965D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1249" y="50193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63DE0A-F0B5-4F36-A8BA-50FB9EABC4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843896-20E4-453E-A1F9-C82CA971CA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A2FE4D-B41B-4E42-9881-8B184DDA14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9A6D2F-FF14-4EB4-AC6B-D1236AA2A8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1D9D45-8078-4A1D-9D30-E077659774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E5391B-5F8A-4120-A0A2-F171CA2CF4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CFF5D4-21E2-4A3A-A10C-3FCBF66312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2B15B8-20BF-4BCA-87FD-04F4BDF313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8A22C8-582A-42EC-976D-CC3B9A10BB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1249" y="50193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843920-3CCB-44A3-8C37-0C920B09BA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1249" y="50193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AB565F-C08F-4403-AEBF-F35BE40892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6E4DF1-DA36-42D3-932E-D73E1036F9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14264B-4956-4BC7-A4E5-FB94ED8B1D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855173-E749-4A39-A327-E411F6B2DD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187CEC-6AF5-448C-BFB2-F2C56743BC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A1069D-F368-4F80-B60C-C832C779D6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9FF529-2539-451F-B838-4B34BB1511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EB9912-E7F7-4872-8E15-D12D48332C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A69C48-E74D-42F1-B28B-9FB91A8C55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8F7F1F-CCF9-43DE-A898-9091A0C2DB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8A675A-0E87-4C9C-B0E6-9F1B9AE975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BE85B7-A70C-4EA7-9F8F-A1799CEBAB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B25B66-E80E-4CA8-913C-1221B14C17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03D206-EE66-4D6C-BEE8-5E83EF0B21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166A90-692A-477F-9495-921AABDB2D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2CC2D8-B80B-4ADB-B435-F2EED1028C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E906DA-EB95-4933-96D3-B363E4BA3D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1B7322-7E4A-4B1C-BBDC-F437551012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DFF921-F356-41DA-8052-7E245C307E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E4BC18-61E5-4AB5-B2D5-17F3055652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6ADF7B-C970-41EF-B395-A9D73179F1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C9E802-9B14-4F6E-A0F9-04EC9D36AA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E1E7F0-0C2E-4DF3-A185-756170B34B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9F5333-A824-4218-952E-987BC8701D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3B9E19-D188-46C6-966E-BAA4850AAD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313F67-6AA5-4C9C-8F76-B414E7ED67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2CD49E-B249-4CBA-B8E5-7451CBF3B5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EC80AF-B905-4189-9AD6-54299BB345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27A70E-EC85-43D5-A46B-FA9C1ADA57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02D20E-2F75-4C85-913A-61E58554BC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0632FE-C444-4EA1-9D22-D05080E951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1E4EFA-9CF8-43E8-8528-EC133A3730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E01038-7548-42D0-8127-25BA7A2D7F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0670" y="49946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9CB84F-0DCF-4323-8621-C29BCEC92F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0670" y="49946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BA6804-72ED-4B48-9183-191D237850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0670" y="49946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A52594-AC8A-407E-95E8-2E199BC642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0670" y="49946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FF5C5E-FFF8-42D4-8C8A-7AE7B1EC76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B1B546-54B6-4792-9A7C-DFBC4B07E7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43" y="49978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C39028-2D25-4C56-A9F0-BA9403710D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8371" y="55536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699F85-6EE3-4D37-A781-85986C37A7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8371" y="55536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970FCD-7A0F-458A-8270-1EF3A23957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8371" y="55536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D13F81-887C-45B8-991B-2D0F5117D7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8371" y="55536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506E43-7950-4A4E-9166-0B443AD841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8371" y="55536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E9218B-E02C-48FB-B08A-D1636E3693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8371" y="55536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BA4CFE-788D-4D37-8413-4025870C58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8371" y="55536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933FD3-9FF6-4198-80F4-D4ECA87DEF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8371" y="55536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27894C-A008-4BD6-81C0-933CD6DD25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8371" y="55536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7A0505-B6DA-47C1-960D-EC2ECE0AFD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8371" y="55536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109182-A429-4626-9C54-6C54A62DDD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8371" y="55536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1C9272-55DF-48C2-8854-69839A522E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8371" y="55536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5C9D14-E9AB-4ED1-80E7-BD6F34A807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8371" y="55536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C0DC67-6462-410B-BA97-FCC93AA270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8371" y="55536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75AF08-AAB2-43F1-889E-A7206B9723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8371" y="55536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913A00-28B8-49AD-976F-709D2270E6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8371" y="55536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F4BE41-20E6-4C1F-AF2A-2463E734C1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8371" y="55536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DEE45C-8DB0-4607-85A3-F55603D153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8371" y="55536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612BA8-5E7F-4B6F-A6BF-85ECC558C3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5770" y="55382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EF3B71-EDF7-437E-A6F2-45EA95DF25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5770" y="55382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B4EF74-10E4-4F76-83FF-CBD26D7D2E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5770" y="55382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488172-E133-476A-B884-C7EC613375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5770" y="55382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0A475B-2A39-4BD7-8D0C-EE58CFD347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5770" y="55382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9A308E-92D1-428C-B034-B286B05483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5770" y="55382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124EDA-4A08-48BB-BD8C-E47B5FC6BB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8371" y="55536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6B5B81-226E-4558-9C2F-562B6E0E15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8371" y="55536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2C669F-2FA0-4AAC-B3AF-02EB2745A0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61439" y="55354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5196AC-1689-4F39-BAE2-F44F6B42CD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61439" y="55354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CA17F6-E7AB-42BC-8A9E-D0AD557E63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5771" y="55382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DC1960-9B54-4F23-8CFB-E3F2EDA78D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5771" y="55382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1EA027-A1D2-4E75-BB9F-E43DE67557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8372" y="55536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4F3BE1-9EA7-4622-8305-00456F64F0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8372" y="55536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9ACB62-E85D-4CF5-9E19-D526B4EBDC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8372" y="55536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708C44-50C6-431D-A2DF-FC9176AF8A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8372" y="55536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5DF663-73D4-4096-87BE-1CCE44F852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6367" y="55649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752E85-B9CB-42BA-A03B-CC1AC9D3B1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6367" y="55649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E7A2F7-B162-4784-8023-778178AB1F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6367" y="55649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22BDDA-0687-4C5B-B5F8-7402D1D5EB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6367" y="55649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382D8A-E949-4A08-93C7-205D923B7A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6367" y="55649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AFF63D-014C-453D-8F74-A9E9EBF591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6367" y="55649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79C1E4-4CC4-459F-9085-B71918E4E0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92780" y="55199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51BD9B-ADBA-43EA-9496-525CC06681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92780" y="55199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BBED3E-6F32-401A-A724-B9E4D0F889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6367" y="55649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3DCE35-8197-4B44-AEC1-DE4F739917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6367" y="55649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2BB664-870F-4DFB-BDA6-F703A22241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6367" y="55649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70C136-1FA8-4588-82CD-78AE0A25B9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6367" y="55649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B4805E-EBDF-4056-88B6-D0F05BC021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6367" y="55649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7AC90D-FA8A-4B51-B6D4-EABB4394DD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6367" y="55649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C5501D-7B87-4378-B8D1-7B1CB2D65B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5771" y="55382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EF462E-253E-40B4-8867-9000A98D06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5771" y="55382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2B42E1-3A3D-41EB-8E53-610B9943FD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6367" y="55649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47EB33-7EE1-409A-8778-7F7E3353FC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6367" y="55649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E913B2-402E-45B1-A973-97844A47D1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9557" y="55293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852096-D2D0-4BF7-B27B-8B7BD943AA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79557" y="55293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34D95D-E63B-4AEB-AAD0-341614D8BB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5771" y="55382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AEE2E0-9E12-4575-8DF7-FE39A6A867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5771" y="55382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DC29A3-FC58-4896-AFCB-B11194CD13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5771" y="55382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9FD11E-9010-4229-93D2-8CE6D820F0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5771" y="55382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31E7E4-265F-4304-AB94-F3750CC28E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5771" y="55382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D9AB7D-BAB8-4DF0-9181-4F52EA543D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05771" y="55382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DBA139-776F-4E1A-8755-381B7B85ED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544" y="60684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C4A3FD-B913-483B-8B78-B5FFFE54EE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544" y="60684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0E719E-9544-4EEC-A350-1B42DF33B0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544" y="60684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38A499-4A91-49BF-8D51-8D41404B56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544" y="60684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9747E1-2173-466D-B17B-E2D056FF7C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544" y="60684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D9D7AE-AB0D-4ED0-ADD9-1D197ABF59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544" y="60684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281B48-AA89-430F-A3CE-FD72F1A3FE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544" y="60684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200AEC-0A5D-4BB3-8813-1E5D16A0D9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544" y="60684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2D5B00-B803-4450-BC04-76E27B4652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544" y="60684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8EFCF4-D5DE-4F06-9972-D0B4D7241F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544" y="60684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5FA82F-9A98-4FC8-AB09-D736847012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544" y="60684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5B9E6B-C560-46AE-A616-F83B43E36A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544" y="60684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24E402-1498-453D-9593-ABBCBA815B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544" y="60684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B6F038-9D98-4982-811D-28D0F0FAF3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544" y="60684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10E3A0-0A12-42E0-AD94-FF6DCFDE61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544" y="60684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6B596A-70AF-4D4C-B3E3-8ACF0D49E5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544" y="60684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309723-CD7B-4052-8DD8-342AE7BDCE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544" y="60684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B8B2AD-60BF-4F35-BBC8-058ECCF872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544" y="60684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02C6B1-159F-4527-A181-64911E34F0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544" y="60684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FE00AD-DA5F-4C0A-889E-A416E812AD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544" y="60684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B97B04-E230-40FF-99D1-E90D46A540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544" y="60684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8E711C-CE45-48BC-85E7-03EB3F91EF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1544" y="60684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619A0A-9B22-4EAA-BA45-07CDB65843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3557" y="60825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3B1C48-C5D6-4B16-84F7-E8586C3F8C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3557" y="60825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8909A9-78D6-4EA1-A3AA-87CB77739F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6065" y="60517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199A19-AA07-491C-AC1A-17ADB252B8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6065" y="60517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B42866-473D-44C7-94FD-4DBCE3F0D2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6065" y="60517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27C0F3-2C39-4DF4-93C6-C65C12F343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6065" y="60517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C8ED91-CC44-4CB3-8E28-4C45D76233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6065" y="60517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88C53A-0A05-413E-A927-04B373DE0B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6065" y="60517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4966DF-5821-4C46-A1EC-135A59161E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6065" y="60517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F67F88-A55F-4195-9533-B4B252F40A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6065" y="60517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A558B4-54A8-4E71-8DAC-E78123A0D8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6065" y="60517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0769AA-7B78-473A-8DA1-81CA2F4F57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6065" y="60517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BF4A8B-9960-4F0B-A94F-BD75FD4BB7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6065" y="60517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A21B90-F5E9-458C-8192-0341C9AD12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6065" y="60517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ECEA7E-6558-4006-BC84-1D2C53B20C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3557" y="60825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EDFB51-EE03-4B89-9EEB-F57A9204EB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3557" y="60825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7681AA-5998-4D7D-891E-CE6F94217B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3557" y="60825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FBBE75-561C-4B7A-979C-9EB970112F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3557" y="60825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87FB92-DBFE-4414-9436-077B3AC33A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1698" y="60642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745750-A323-4938-A46C-66FD3B1006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1698" y="60642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CD8D6E-31E4-4EE6-B41D-99E3A82389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6064" y="60517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BA6C6A-EED4-4454-9D76-CF62EA15D7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6064" y="60517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9D0AC5-ED13-490E-B11A-4F22C8DC7B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1698" y="60642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A4265F-62E9-4CCE-9E47-D022ABC4D7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1698" y="60642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252D2F-3ED6-450F-A3BD-0477810F41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1698" y="60642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58B789-7006-4B58-BB4A-3B77A209A9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1698" y="60642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ECCE93-2C60-47C3-9111-88831A35B9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3557" y="60825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EC836F-F450-4C89-A968-6E90417D91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3557" y="60825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6DB3E1-B1C7-42BB-B31E-EDB5C9A50B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3557" y="60825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D7852A-EDC0-488E-91AF-3AD2D0AAE8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3557" y="60825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5356A4-DFBF-4068-BEDC-0D00C8D9E7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3557" y="60825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AB6446-4C93-494D-BE3D-9ACA64FD22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3557" y="60825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249DA7-E434-4A8E-9C22-CF3CB68C79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3557" y="60825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FC28EF-4CA6-4CAE-8534-08A33F2343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3557" y="60825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60A58A-BDF4-4511-9097-C96A749CCB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3557" y="60825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77B07A-A5AD-436A-9963-87E5C45DFD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3557" y="60825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4AC2A3-E5C6-42E8-A49A-0C5A49C3F5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3557" y="60825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09D740-DE0C-4160-B3C6-1ED5BD2448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3557" y="60825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28F6C8-ABE4-40A7-A163-F6E6450792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0895BF-F0A8-48E5-8BB3-245780A886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B24E36-D572-48D2-B8D8-BE73BB3FAC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76B09A-B9CE-46DD-B095-B56AE3459A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D6B01E-8EF6-4EC0-B7BE-DCC592583A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8ADA9F-4051-4F18-9067-2B3751313D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B8C635-5DA9-4B42-8F03-FA3D9C5F69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249A1F-0012-4583-8D07-616DC05464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54D926-C6CE-4B94-A9D8-1FD1139076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02B684-8F9A-4EBF-98B6-EF30771176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ABB304-36DD-4B99-8869-A320BF3FB9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B6382D-847C-4189-B672-E9C6B97360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AE4308-9806-4A9C-B802-8D83E44533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9BAA76-E8D2-4D12-B6C7-76F367A427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1F7070-746D-42FC-BD02-1D2E7D5D9A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007888-ED78-4A19-9E29-AD0E76A122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C6FB92-7119-42BE-860A-3895FB0A1E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7E9AD3-34B5-4044-8E5F-4251B15A6B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C4C6F4-BC96-4ACF-9A2D-564B755F04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69C8BA-DA6C-406C-9171-1EA8A2F3A9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976A66-E30B-464C-BD6A-921BD540A2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6DFB16-5315-4846-A742-285D28DF48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C51CDA-E2D8-4237-8DFA-54EE4E631D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A7989B-B110-4F62-8122-2E5E2FA0BF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E19F11-B53B-43B4-B977-817B603CF6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62ECD0-43D5-4279-9381-65383C30DB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43CED2-90E0-482A-B843-D9CB0730FF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37459E-D167-49E4-BBBA-9179CBF175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694F40-97A1-4BE3-BA90-F505B13F7F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13AAB9-3B2C-496D-926F-458FFCF7A3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73CD52-20BF-45F9-834C-8E2A117620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08AF63-F545-49A6-BC72-7033DE05C3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D73AA2-F383-4415-9043-98ED4B33B4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08386B-FBE1-4071-98C8-7DF3FBD0F9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9793EF-0162-4285-BC10-637CD14451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5644A8-DD33-4C92-9C90-D66B8A5F55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AB5C6F-07A9-4901-8E23-10A75F672C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CCC49F-8903-4C22-8E8B-7F3EB9CF4C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ED762E-FF63-460C-A612-1E41F3D5FF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7058A2-080C-4409-979B-C778D726A8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0300B2-AC3C-4247-B030-0753E3452D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337000-25C0-489A-93D1-02C5B12653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62BA68-7387-41E2-BEEB-A1E6609794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133C72-D4E7-4435-82B3-E5D2B4931D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7C68E6-BB97-4083-B597-0DCFFA0420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87CFD6-8058-46F0-AF38-8E2F89FCC4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2D5E7A-3D4A-479D-9D0D-8E66A013BE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41CA95-684D-4806-8E6A-66F6E4B8BD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F3688D-9FCD-43CA-BD3F-9531124B9D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3CE4B8-BE52-4FAE-9F0A-2B932E4E29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4F302A-0CB4-44D0-92B3-7F8777A008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42909A-56B5-4827-AF62-8025126892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63CDD7-F265-4C2C-B7DC-D265BADC26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10E780-9C00-49C9-9E66-67815B72B5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F70BED-AEC2-490E-89FF-BD18AF07DD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9138F5-5124-48DA-BE3E-D3FBA91730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84268F-6501-4673-AEBB-57F1ABE887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B7EA26-109A-408A-ABC0-147A895E13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3ADFBD-B65C-49D4-B671-9E1CA5AE8E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1F1E10-D00E-4EFC-BE41-2C700B11A4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8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F7C7DD-3D0F-486D-B28E-21A31C3546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7527" y="65215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52C4C6-CEC7-42C6-9B3D-C8AC0F5ED2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7527" y="65215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EABE3E-D69A-4A28-B23D-E0C4DC7FED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3376" y="64792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85B5B4-2455-4AB4-8B8D-B26D6C16C4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3376" y="64792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B83C30-9B58-4683-B55F-76608FFC36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7527" y="65215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E16728-08B5-4449-A63B-25E0BC895A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7527" y="65215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DE6234-0B39-42E7-9F06-DC286D2F82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7527" y="65215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FB1F55-4125-4B7B-BE54-E7F10E6995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7527" y="65215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E4D328-BB03-47BF-ACA0-13492E991F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97938" y="64924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AFCAE7-8CEA-43B6-A4A8-11C0FEB4B7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97938" y="64924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A432BF-4C32-4C8F-A0D3-CE61C0648C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0441" y="65115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7A5C86-8C68-49F3-9510-C00AC0596A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0441" y="65115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2AAEB5-E0BA-4A43-8B37-991972A278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4685" y="64785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CAAFA2-68A5-4A34-AB4A-E7034E7B21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4685" y="64785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A4720D-4F66-4A20-8878-18C9607256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4685" y="64785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2253FF-BF4F-48B3-876D-4237DED8DE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4685" y="64785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69AE98-E806-4F90-9DE6-CC4A7CA83B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5961" y="6522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52B008-E33B-4B53-99C9-9D86CA8391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5961" y="6522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8F25B2-C7A3-4CC0-8B97-3875DBED93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7829" y="6496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4B157C-9C69-4DCD-8558-7839121EF2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7829" y="6496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A04BAE-EC81-48E4-8BC6-595CF0730F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7829" y="6496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76CBE5-8D0E-40BE-960C-82B6A63C6A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7829" y="6496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AA6CB4-4309-49FE-A3CB-30E45479E8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7829" y="6496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6C5161-64AD-4EDD-B7A2-FB126D6296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7829" y="6496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85638A-A684-4906-8076-470B73E500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7829" y="6496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5A425C-1B81-4A34-A624-E6891C1AB9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7829" y="6496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0D5733-7ACC-4066-9D54-184CD2CB8D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7526" y="65215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02E63C-CB1C-45DE-94E9-6B69EBDB93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7526" y="65215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2DFAD9-E903-4F4F-ACCA-20E80B3169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7526" y="65215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C1FC88-4F97-4596-B828-C0112066DA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7526" y="65215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1C23BF-F341-4B43-8371-FBC89EF0DA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7829" y="6496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268901-520F-4DDF-8DA4-A30FBB9087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7829" y="6496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A125F8-1E32-44BA-AC9B-27B11619EC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7829" y="6496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FDB9B7-4DFC-4F29-B6CC-A33B092CE0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7829" y="6496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306DF1-6CA3-44C6-86D9-1EFD74FF3B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7829" y="6496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2484A3-0D9A-43BA-B077-DD39B42AE7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7829" y="6496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58DE17-57F9-447C-A5A9-F037E04E3E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6535" y="65016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4AB84D-266D-4087-AE06-D34CD80562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6535" y="65016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495389-17FA-46A7-96BD-0FF3D0A9BA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6535" y="65016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91378E-C6C0-4DDF-8639-B2253C7C85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6535" y="65016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DC1BDE-1514-4CEC-862B-5CDAED355F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6535" y="65016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79670F-9C30-4543-83F0-84D19AFF82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6535" y="65016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6EDDEF-90C6-4C77-B5F8-FAC6247914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97937" y="64924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1BBDF1-7529-4AAA-A309-21A26CC244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97937" y="64924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AE1469-BC6A-4BD9-A8A3-2DBCA39B3D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6535" y="65016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162EA6-7590-4C68-8A35-AD3A7E0C81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6535" y="65016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8A86AF-8E4D-4E12-859D-771D6C780D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6535" y="65016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8322DE-C29F-46EA-AFB4-2E73C21FE6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6535" y="65016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250B57-6F05-4EE9-B5CF-458EE942D6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6535" y="65016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769C68-D2C4-4333-8F2C-724B8601CC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6535" y="65016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44C5C3-4B5D-4850-9DB2-385E133E29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7526" y="65215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503555-7AAB-4F99-8C0F-5B07F32F38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7526" y="65215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F4F765-3987-472A-AA65-3A17105B3E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7829" y="6496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65D3F1-AC89-46EF-AD26-2B6B1D8C4B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7829" y="6496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4AEACD-55B5-4D49-9C25-074F569E74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7526" y="65215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A18B51-683A-492C-ADCE-0444C45AF5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7526" y="65215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28D28E-B1B8-4BBE-9BD2-64FCD82431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5961" y="6522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310377-7D45-4A36-B732-31618B3606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5961" y="6522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7114F7-B7D1-43E9-84E3-EF351F08D6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5329" y="65373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2A6E92-8C21-459B-8118-5B5AC28F61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5329" y="65373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021304-B238-452B-A4B7-4B377431DC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D8BABB-EFAF-48F2-84E4-2C1C358E01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6DD55B-BE67-4727-813F-126214D6DF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FB6E06-FFD0-44E0-938F-B43D9D546B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91FA02-2E5A-4401-B2D2-AA5D9261F4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9E2F57-45EC-4B32-B5B5-FC6AB4DE4F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5496A3-B040-4108-AD59-1C7470AD11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A12044-16A7-488D-8C1F-55EB775428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577A7C-AA78-43CF-8D26-2CB4C878F9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3709C2-04AF-47C6-86FE-C5B884E2C1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8C7D20-0432-4E34-9857-65FCD18BFE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825E21-70F5-405F-A889-A92F3985F4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41DBD0-C53C-45CA-A389-22DD8D7FB1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A6DE2B-7F91-46DA-A8D6-C47A9A4C43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B7158A-E992-4E0B-8E44-96B97AAAF4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4EEA2A-ACFB-432A-8472-8E56D5700A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BD3A29-379F-43A3-B801-76CABDB86A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6151F4-AB39-422B-8B7A-14AEB0CB07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D53EC1-A735-40BD-989F-224486158E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4E4A85-C858-4414-97B9-9F1A744A9D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E4EB40-CD3A-42F2-8034-F75819F1B9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CBAFC1-18A6-40E4-9DB0-97CE989705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E75AB3-E676-4529-AF03-C1A8BFD9F3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84169C-D1E5-40E6-A267-CA5E6F1AA5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86D3DF-A853-4318-B34A-BA0AE9D824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505CB2-F9D6-43C6-8269-96337ED360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715A53-E004-4B68-A0C1-348F6B7CEA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597DAB-8E9D-4903-A1DA-BECFF94D1B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B3BE40-E587-4C45-B3AA-655A54CF29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60C21A-F9AA-447A-8353-1BDC361CA6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CD3379-72AF-47CB-99AE-24A6FA37E3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215F98-F2A0-4E01-B3CD-9B43F02338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BEE514-DFF5-4132-B3EC-E23FD39B79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CAA698-E7B1-4CD5-8726-415EF16F3E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59E746-4307-454A-8E1A-3CFB46BA05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CAE49F-93DF-457F-99C4-4D4E4B785E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3631C3-FC9B-488D-8A0D-090E994BE6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46FC9C-ADB4-468A-B768-6A44CC5A7A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2A974E-CC9F-4414-ACD8-80BC957AE3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A60CFE-C1C6-4CA0-BF10-93E6436923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E5C9C9-EAD6-4AF9-B673-6C81252584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B67A3A-55D1-424D-97C3-159624AC2A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214B97-1C9D-4BF4-ADBE-EF638FC768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4A1067-A392-4603-A99D-307D50B01F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973110-C3FE-4691-99EB-EA6BF12074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F4F48F-9D6E-4569-B850-A4FD894933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D0BC2A-253C-49C8-9316-D80AD308A3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8DA718-7F41-49FC-BCA3-44A8CB7723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7008F8-F761-4FB9-BACA-B3FE7C9BFF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48355A-9870-4C66-9A33-5DE42642F7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C03267-CB2D-4D97-BB47-9F479DC176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72A9C0-888F-42AA-9B38-FE2F95B0A7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DAA0F0-AB7F-47EE-BFCB-A16C4C0ABC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DE93A6-9279-4DFE-879F-8F5B60D4AD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FEE3BA-9E57-41E0-BE79-62A805D708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24F288-80DC-471E-A38A-BB17F4D8B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89E31D-8284-4EA1-8C50-6ACCA0DA58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BB3C61-BB9B-40B2-82D1-28512B56F3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28DD46-0F92-42FF-954E-304DE53162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AAB1B4-26BE-4061-9A24-CA7F0B5A8B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8504" y="7000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D4C1CE-2FA3-4CB7-9A46-4C48715BDD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60857F-7453-471D-923D-DAE12CC477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ED7083-57F5-4276-8543-7ED81FC231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6E34C0-7181-44F7-ADD3-E1C7D84EA5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A90A93-F800-431A-9DB8-995518AC19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D0CD03-7C90-480D-989D-F4067EC073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F3D104-BB61-44F5-A74D-C67E273E1B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AA743E-1BD5-4245-ABD7-88A7057801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BFB884-56EF-4011-8855-716BA95FCB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65744C-7261-4D65-AC68-C187F26AF7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903173-5A78-4D47-9EA5-D56B43882A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FF71A9-4B26-4F29-B6E8-65A8516EBD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D045B6-1EFE-4AE1-8C72-0150A6D9ED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34B96B-5C51-4008-A8F0-225DAB75DD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8D1F2C-EC89-42F7-A1F1-67DE5F54E7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12323F-720F-48C4-B028-9BD7E1C61D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D97D4B-09D1-4ACB-979F-7B26D3B95E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7A50B3-8A7A-4AD6-9D2A-451CB3C21A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B37B2B-4810-4F59-BE27-FB1FC1E5C9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7CCE0A-6E8C-4EFB-83D2-0766A60DF3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61609E-20A3-487F-91C1-64CEF87795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EE42F7-93E4-4B02-A8FF-9A2F14690B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075EFA-5E98-47F5-9B1C-D7A65D1690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25334E-9A20-4B07-8CE8-6AEE1756D7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48B0D2-C9C8-4506-A9A9-CBF2C32474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75E8BD-08C1-4040-8933-2AA0163F87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07DE81-402A-4195-AC61-FA8F4842DB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86236B-136E-4669-A4E6-31B0D37C18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490D3A-46AB-4120-955A-6A9BF2410C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D6F100-FAD6-4450-A186-54A804010D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D1B2C5-DD12-4675-886E-A552ECAF19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19A40E-8B05-4069-9E25-74476DCC3A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B43574-5453-4A6A-9439-CC38E03011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8DD6EB-1417-4772-95E6-06515CAD41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65A340-06A9-4548-8191-625F8D3A64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186CCC-A0B7-4477-ABDD-EDD6A89424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8A8C16-C6F9-45A5-8B69-D83F2E0647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0EE3FD-2FEF-430E-9010-EBE4770B00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4B6D2E-731B-4677-8D9A-178D566F96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FA3932-FED2-4510-9FF3-2BD48FE81B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884CBE-2798-466E-B1CA-3275D1059A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1D02DB-11A1-4075-974F-3A358DBEB0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6FCF0F-360B-4F15-9068-DCD22EB579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786B65-97B3-454B-A79F-E5CFB9035F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E132B0-8D0E-4F1A-992F-29C17D29EC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0960AD-C9F4-425A-AB2B-5BA17787A3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17A2A6-A3F8-4DBE-9FCF-88346C24F7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F493FE-AC4F-468C-96DB-0C994A64BE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B2BFC7-380E-4C1C-8F42-B2FB3A1CC8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2E9A2B-827D-46D6-9892-1DDE3A2CC9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753B7A-6E93-4084-8467-E78FDB28A9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EE1745-C291-40E5-BF9C-A9DBE83F35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F72E71-BE55-47FE-BF1E-F8FE76FC03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F9A8E8-29DB-4F7A-BD60-3D2E76C513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2C82EB-364F-469E-9383-2FF5691393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3F2F0E-0E36-4A4D-A213-B6C85B4AB8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C7FAB1-6B82-48E2-8697-4C2A5413A0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25677A-5DD4-4F63-8AE0-485100FCED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352CB9-8824-493D-9D1F-FBA9C003F2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8FAB71-EC84-44F6-83C7-3A4FEE77E1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4304" y="48353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D50687-CA80-473F-A527-5C07E831F6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AAA5CA-57B3-4A4F-8678-04A60CDDA2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66C2DB-EBBA-46C6-AAE6-A47AD23B5D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6D1F44-702C-4894-AFAA-07E52A180D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838D60-6BD8-4CC0-A19E-53BE37E130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DFE662-BE7A-409A-9744-986D652A15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C0C03B-0D99-4CBE-9105-7ABCD138CA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17DF8A-1881-457E-94FF-05A017A23C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D6DFC0-9AD9-4C3F-915D-155A2ABC15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647ACC-F859-4CB1-BB6C-BC3FBD79A3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E204CA-67E1-406A-B1CE-C9DC43166D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7C1F97-30B6-40CA-8572-FCE3C52C6C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642F07-5B82-4C67-8078-751D83CF61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3BDD61-3F6D-4223-9FC3-05351BED30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FDD0A7-5E6C-4832-A0E3-3D2F7A7565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E9D3DA-EAF1-4CC0-AE74-1B7A6D7E43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770993-35A1-41E2-AD07-C848EFA31D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15FDD6-CB7C-4B83-9F90-62559E1A5F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DC3143-B5C3-45E9-B9FF-606C550B73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7211F7-C8D9-4095-AADB-8F01821027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07554E-1994-48A9-966C-A6287E4158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3869DF-7AA0-46E9-A0D3-D76D1B6A07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25BECB-A1A5-478D-BDB7-49A9DF5E69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D0842F-3D52-4803-A04E-D2F80BBA8C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C52E37-FB93-46E3-81DC-1A45A54180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F1F1C6-99A8-4DFE-AC04-00D0537E4B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37B194-A815-48B6-B446-87297BA94D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BAB768-F37B-4A41-8AAE-64F072AA89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CA7072-6640-4013-B6C5-E2879789B5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59E48E-73BC-4DB1-9A41-A3C7BB3C2C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5D01EC-1367-40EA-8AAF-CFD59547A0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54374E-D113-4653-B963-79A6CA6C04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5F2397-37C0-405E-95A4-405B0788A2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80BF97-3FDF-401D-983A-A9E19A93CC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5DCDBD-4E36-4F08-BE9B-50966E5E59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AD1271-0478-4AAA-81BB-266954ACA1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120014-5B57-4F95-9747-B253FEF470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2D3FDB-FDC3-4CAA-A676-5E7806D71D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4F989D-12F3-4FBF-90BE-38CCD6F925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29A523-4A26-401A-8087-E778DBB087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A0093C-243C-417B-AEB9-BD4AC753A7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EB9699-B55B-4CE6-B623-4FFA2C2936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411A8A-B305-42E5-BAF5-EA0193C588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B4FD24-B275-4684-9F75-4B9B2F6280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D8BFFE-BDBE-4E89-95FF-19493297FE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F6124D-729F-4627-B190-7BCC41BEF5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F167FD-B4A6-4607-B2A9-5186341A7F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BD8EA3-64CC-4DB6-8E53-D895F2C766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13BFB2-8EAB-4EED-9ED8-80FCB8730E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AFF195-FC3B-4E79-9A0C-073BAF0676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C94377-2530-4C4D-A27B-017C3CD00B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EE80D6-8FC9-479C-89FB-A0274ABBA2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ED9F89-E5CA-4607-B890-91D9DD38CB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BE20D1-BA45-4B3D-A82E-DD8E00CD92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9E6B73-DE25-4287-ABFF-8F49BEFB43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F89C8A-F818-4874-AB56-CEF6BA3DFB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913FBD-60FB-446B-B55D-29308E724E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D74FF1-DAEC-4854-9FB0-B001FDA592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486" y="63976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0FBD5F-7E13-4E3D-9797-BE32A1358A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A065E1-4D54-4101-B186-C23FDFEBCF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4743" y="64110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1AF746-0FEB-418F-B844-C3B6A48EF3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E99601-E977-46C7-A5F8-EACF8DF5A4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D32644-6A69-48D3-B05D-3E6345ED91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9054C7-C575-4F41-860C-77966AB437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00547D-4956-4DB8-9BA1-3E8425A3B6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2A7BCE-05A4-49A0-BC81-38DF828AA1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72FD57-F9B3-4C96-823E-07400EF2F5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3BC182-450E-4555-9FEB-F17A118D90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30F5C8-7B6C-4123-8767-2BABA32A4F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6C8F3E-0AD9-4797-AA6F-60A30C30B2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F5E51D-AFC1-4C50-91CD-337C7EE81E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EDB526-8361-463B-8FAD-899EE2B514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B6C5B9-2076-445B-A0D5-C4402B9A4A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09C021-8529-43CE-B82F-B52B719A4D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50D7FD-11E0-464F-9BAD-30F01DF787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E496AE-C5EB-4131-9ED4-EBC9BC1989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22947E-36A1-4743-A86D-5E89B30934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B28957-FE3C-44A1-BC91-E37A6CC05F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381979-03E2-4B79-936F-2932D1B659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A97378-D239-4A1C-98EC-0A798DA2BF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DCF291-F565-46A9-BC6E-AB23A01CBD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322287-09F9-47A1-B984-BD31F943DF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8967D1-E37C-4731-B7BC-55B15D1592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9CE24A-2642-4611-958D-AB5163B956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7EFB8F-3894-4FED-A6B3-7C6FC97031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47432F-E76E-4AB0-BA3A-8CA6F6B2D0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70BE35-043C-453E-8EA4-85A9C7531B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A59309-F972-42C5-8CDC-6D8485873A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11B40C-86DF-4AC1-B0CF-06314B73E6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51C513-63CD-4475-BE6E-AF0585B9E4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507FD6-C2AE-470D-B396-CFC4C32EF2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FC3C0F-45F8-4DB0-8EFB-16DB35F050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D757D3-4D44-4557-8FC2-666FE4CED3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AB47E6-A8A0-469D-88F9-BBDDB4BA1F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6D67C1-C5EA-41C6-BE8C-6E9D7C5613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214E07-21A9-4B38-AB1F-584CA44959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CE66AE-244F-466C-A1FD-C248D6F58E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7A6A92-B6FD-4BD5-A0DE-718B80D84C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F4AE9D-BAEE-4AD4-ACAB-828698B7EA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C8E5BB-B965-4518-91EC-BD6C92AE32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D92029-60CD-483D-829C-198D68522E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045143-F331-4CEF-8EFF-F9ABAC367D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9A811C-8EE5-4B32-BF67-0316D9CE75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87DF49-9156-4B9D-BD78-DF02483433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EBEF2F-2242-42BE-A7C2-682699F9BA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37B811-A8DC-41ED-BAEE-717F3B21F3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83F0FE-B596-450D-98E9-B8DFE574D6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3178F0-E84E-48E8-ACF7-FB18AA6B30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86F83F-CAA9-450B-A6FD-05BF6650B2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9F41AB-BCF2-4069-BD1E-2CBC23FE35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BB1249-D4F2-42C2-AD74-F70455B901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E0ABD9-102C-4E30-9CA6-12A0241647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DD21BC-480B-461C-A80D-3D792C3853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14916B-FCF0-4467-B98B-6833358C1A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19F3A8-60EC-4270-8B57-39731D4928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138CE3-CA06-4C2A-90D3-37E674C457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B432E7-816C-4926-BCC2-DD4C51136E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D0AFB9-5C6D-49A1-8CCF-DD067C9F40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FD592E-D86A-4D04-A2E6-E5876E2541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0F5CE4-1DF7-44AB-A6F6-5036E1A6B1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251" y="6110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DB31C2-5A39-4667-98BC-6FD0629F9A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A11FED-F9F2-4EAC-9595-BFF04DED51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DEB573-4F0B-451C-9974-D4ED6EB161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5ACB19-A33C-4087-80E3-29DF84AD3F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017FB8-E33B-42F4-86EE-846F2C0E0B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D72DA8-AF2A-4A8A-97C4-B27CE6AD69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180E1D-7520-4FAE-9827-520A0A1F79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13B44F-024D-4E76-B12A-DB3291F6F1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3C92E8-2BAD-4B50-B852-D439B7F67A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12018A-FD95-4E2D-9C5E-D63D161DB5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036CB7-6DB9-4F83-99A4-FDC36AB79E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73C2AF-E138-4F0E-9121-4DEA378D8C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1DC322-7674-4677-AEA6-D6666E484E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84B7DD-79D6-41A3-943B-1241CC3483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8D369A-AC07-4199-BEA1-265D64C619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BB6269-DC8F-40DA-8361-5A0D42F6D2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332D97-88DC-4A3C-A18E-87CB391845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B4A40D-8BAD-466E-AA56-DC8836FAD8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70FD19-1EFF-456B-AB71-80DB0CFE84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046096-B37D-4C4B-91F2-437F7E0BCD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6D2F58-ADEB-4272-81A7-36AEA53393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2165FA-D66C-4610-857A-B8D8F83324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E1DB81-0D9E-414B-9FED-25F4EAD48E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4DF2F5-689E-4346-9BA9-0B505E0C61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7D14F5-02FD-4043-9483-ABAF05A302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E4E438-D718-4636-AE47-1C6BDEEA3D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9BCBBB-B59C-4FBC-AC25-FC41D30FBD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554E72-DB27-4EA6-A95B-9582047384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659BF1-6CB7-4AC2-960D-464AD80D93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25DE0E-CB09-4F7E-997C-A367144B46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048373-1749-49DE-BD52-7E65D0157F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2BCDFE-7541-4039-9BB6-C3548EE0AC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0787DE-BA3D-44D6-8D52-3ACC693D8B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E8BCCA-C397-4E76-A183-C47152FCFC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BA54E2-988D-4BEB-84B6-9A10E374B0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10ADF9-B2A6-4624-AD8C-6537FF1151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68A271-F351-49D0-B763-EBAB9DE0EC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3D7F18-3EDB-49D4-9CEA-6681CE4475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6F0B8B-EB91-4882-911A-BE4ED543DE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6A6D92-164C-469A-B253-76A1D46FE2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22942B-9580-4F8F-BA14-9F09FD7509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EBC624-D1D3-483B-9F59-3541151522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C1E8C9-E5A7-4DC2-BC04-697AA44268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401800-1EA6-4A2B-AAD8-9A43AD6281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9C1B80-3A04-4607-9B26-967ED605BE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236553-BBD4-4C52-8E23-BA9106A0E7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311DAE-570E-4719-928E-826D56493C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361414-8529-42F4-8D59-18968FE0D7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6EAC44-0CE0-49CF-B1EA-1B2E0DEF74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78592F-ADE8-4DD6-8265-FA46E1D548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017135-7472-449A-9652-B8078DE8B3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6C0CCD-3D95-4DD3-A2E9-389F649419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454AC5-D624-4BE1-9E76-D9142D8B91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745F18-9B60-4626-8A92-98218A5FD9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4D50C4-BFBF-4F09-AD13-37B452C915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42A71F-1599-463A-B79F-7153B103DB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FCC953-32BB-4DC3-A39D-55897E299C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690EE0-2FDB-4D63-BD2A-A491EF00EB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1F4574-BF9A-4C1F-80C3-333FE00C12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39B5C0-AF38-4F8D-BB30-4E234C1F6F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812" y="43616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5716DB-F17A-41A8-AF1F-36B0D1041D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6086" y="58294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E95F58-187A-4C56-974C-2B01050B99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6086" y="58294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6662F6-19E0-4BD2-840A-1815CC0365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3885" y="58405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E321B5-7DC7-4987-B4DB-9F559B82B5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3885" y="58405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D1B7A2-00B5-4648-A93E-31F636E736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6086" y="58294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D2204F-4F4E-4F1D-84C1-6EEB994AB3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6086" y="58294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1A6770-0C90-412A-8001-F36D301EEE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6086" y="58294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11E0EB-BED7-4D33-9BA1-680147CEA0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6086" y="58294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C6D94C-8BE3-4768-95DE-CDB91A2034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4632" y="58100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E25E23-7409-4DE6-B88C-8F9BA7C84F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4632" y="58100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04BE7C-9BAE-48DE-872F-AEEF2DB937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6086" y="58294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9C51BF-9F98-4C65-9ABE-FEF5C4491D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6086" y="58294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B857F8-C775-4B81-91C9-E783222FB4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6086" y="58294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8FE753-442E-48B0-8FD3-5992ABB1AB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6086" y="58294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5A4295-65DB-4D2D-8168-248BDFF2A3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5042" y="58087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F92602-B8AB-4AFD-B3E6-9ACBDC4A27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5042" y="58087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72CA26-557D-4F90-ADCB-2D51537CF6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44406" y="5858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43A050-B8C5-48D1-BF18-6133A9F798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44406" y="5858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321E77-0221-425C-B894-1039744A87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3077" y="5849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A555E1-1343-4F2A-A9E6-74B9E27B8C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3077" y="5849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20C948-0722-4B75-B573-5E28989E08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43457" y="57974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5042B8-495F-41B1-B3FD-A9D950F9A4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43457" y="57974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7C5308-2546-423C-83C6-3B1F3A40DC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6261" y="58603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8B20D1-EEA3-494D-9950-CAAE28B053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6261" y="58603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EE7BC7-F3BC-4ADC-9E10-25B5DE0F38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3327" y="58378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300FBC-B974-4CF1-8359-D2519BA741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3327" y="58378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43AF73-3E73-4B2E-A039-287C157318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2226" y="58179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ED54FA-14B0-41C1-870F-FC19C5FA9F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2226" y="58179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6D21AE-6A55-49AF-9658-49BCE6E37E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43457" y="57974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4C3422-8BF5-4BE4-A8A7-EFA1F3994F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43457" y="57974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79C0B3-C5E8-4179-8284-D648F63C36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6650" y="5827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179F7B-774B-458D-83ED-BEB66B6195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6650" y="5827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920AFC-B4E4-4B16-87E2-99C47C18F1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9777" y="58313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3E50BB-1C64-4A88-94B9-744130C49F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9777" y="58313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5D48E7-2F7D-4C8B-B22B-97EF88A901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2681" y="58138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E7729C-F4EA-4138-82DE-882698E22F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2681" y="58138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D18077-4D64-4671-A27D-322158D7F6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5033" y="5816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5256C1-B010-4060-A9D2-77216A7636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5033" y="5816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4C7663-E453-481F-8C1D-C31130457B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5033" y="5816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9066D3-86BA-4277-976F-46DC569BE5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5033" y="5816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DE0EBA-148E-439E-98F2-8580357109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1201" y="58454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E09036-5C68-415D-911B-B271C536C9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1201" y="58454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059268-489E-4034-8CD7-48D3B3B358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5033" y="5816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8C7A6A-96E3-4211-9D80-825DE9DF10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5033" y="5816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BF4C94-C8DC-4E55-9909-2FD3FB6F01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5033" y="5816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A14394-C9E7-473A-B4C8-B5B769DD78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5033" y="5816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CF431D-2AD7-44E4-A096-08C0B79E8D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6650" y="5827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BBA68F-CC0D-4E28-9C4C-2F5E80F9CE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6650" y="5827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3A3CAA-D65A-4D48-BDB0-6ADC5ACAB0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6159" y="58500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1DA710-501C-4281-87D5-02B16F75EB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6159" y="58500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3341FD-BC20-499D-AC35-76BB2EBC1E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3885" y="5840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A767FC-AE02-4AD4-BB33-25CCDDF24C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3885" y="5840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0D82CE-0BA7-45DA-8915-8F370DD157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4120" y="57974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4E7082-72F0-43F0-9035-9CF3C316B1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4120" y="57974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5D45E0-6215-4F66-A847-B9B291875D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3885" y="5840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630DBD-8933-4633-802D-14AF2FA0C1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3885" y="5840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C71DEB-77BF-4358-A838-DAF4A44291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3885" y="5840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42DBE4-EA74-4CE3-8D14-4802FE5F2A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3885" y="5840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33FEB0-F705-4CCA-8381-D0CA7A2E7F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3885" y="5840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ECD75B-6EAF-4518-8077-BB6BD502B5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3885" y="5840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55D5A1-3D59-4E28-BF20-A959B7AB00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7369" y="47752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E59187-EBBD-48E4-8D0B-FAAA5BFA9F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7369" y="47752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263280-EC7B-4C9B-91C5-39A419A670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7369" y="47752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E3CB37-5798-49B7-8D44-45A0C77371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7369" y="47752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5EDF04-5F1F-4015-A62B-8BF1B77158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7369" y="47752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04B484-86DA-426D-9312-2C85E3F4F6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7369" y="47752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80EA1A-CDD9-4C0A-85A8-164C436D81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7369" y="47752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34632E-9DD5-4A78-B9DB-E14477C852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7369" y="47752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B922A1-5AD4-4B1E-8554-1CCEAB2827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4FE8E3-BDF6-40BD-BD3E-26AF50C9D9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7535F5-3EFC-4A12-B44C-53BFDF1781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D410E4-8E82-4522-A929-A93702192C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4D95D3-24C5-4CAE-B7A7-A25680753F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718BB3-2A33-4D0C-9F5D-9C26B271AD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A5C34F-4792-46BF-950A-D36751CB91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AEC4F6-CA69-4563-BE6E-B899B14FA9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DF00B2-6BAB-461A-BAFA-0DF05F4131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58DC9D-3F44-4B58-8E09-117F7FE454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7D3C16-06A9-436E-A8E0-F728172842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E5FE3E-6EF5-44B7-9610-4C35809BAB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9B4219-9F27-466E-8FB0-7A6478C6A1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D94699-B1F7-4A83-B307-BC79363130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C55950-B5A9-4879-8CCD-B50BD9FFD7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2EC38F-558F-445A-AA9B-621CCBBAC7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5927CD-67EA-4600-BE5D-42295534B3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A5EDEA-6A05-40BF-AD9F-C1C2AD29A4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9DE746-DAF8-41EA-8DC5-350879A2ED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C6D7BC-C938-4767-BB50-C35FB1EBBF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F6FC9B-57BB-4534-BC56-F708B86A50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1ABD55-45F1-4AAC-B670-C060719DA3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9F2D5D-28C1-41D4-9999-EDA73D15EC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A11550-5269-4E61-8A02-01DFF5382F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2F7C1B-27D4-4D41-9428-1A7B1634C5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27BB24-6D40-4E9E-9E9D-7F96A536C0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5BBD2B-3C2F-4039-B883-9B53C664B8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BF6DD3-8BBC-40C9-B665-5D487D2368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60FE63-4AA8-47B0-9276-3B34E73C2D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FE1F42-8A13-42C3-BE65-903C53A97A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585B60-8EB8-4F1E-A02B-1D9E4171CF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4A853A-6AF7-4757-A827-D959823E0F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4204" y="47747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63A832-FA59-41CA-AD4C-E4CE5624E0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2833" y="4751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C52DFD-1ACC-4F5E-9866-C3BBB22EDD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2833" y="4751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9370C6-7B76-4C27-8DBF-3524BB8E5E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2833" y="4751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55C696-34F7-42E2-8CBC-1AB133813A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2833" y="4751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0D758C-0AA2-4907-8F62-5797D70969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2833" y="4751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AC9485-AF63-4383-930E-81D7F5BC93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2833" y="4751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241D65-AB63-4642-94E9-CF470914B2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2833" y="4751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63010B-3779-4918-9991-74678EBDCE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2833" y="4751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D3A829-5ACF-472A-BFBD-FC69E409D2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8597" y="47988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8DF187-59EF-496E-85EC-B255BB9505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8597" y="47988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A9AAF3-F27B-4C40-A5D5-C65AF24639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8597" y="47988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C4F6DF-3303-4F78-BB6D-641D00B7AA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8597" y="47988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5A35A4-AAE9-48B9-97EC-42482E85ED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2833" y="4751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C4669C-E8CA-4420-A69E-CE64D9ED33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2833" y="4751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ABD1E4-92F0-4847-A985-6A2C3A11E4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7371" y="47752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A39033-F707-4F0B-ACAE-6C71B78B56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7371" y="47752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FF5A2D-07C3-4B8B-B1B9-8E554DF595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2833" y="4751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C082E9-4958-42A8-B9A9-610BEEA153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2833" y="4751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2AC152-40C8-4E79-9B52-7BACB4E534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7371" y="47752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D2D138-F0D1-4E50-B77B-C8998DEA17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7371" y="47752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822636-A6BE-4561-A161-F14BDD451A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0992" y="662187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50747B-ED87-4BC4-8731-05E358BB5F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0992" y="662187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96DFDE-2592-41CF-B651-8370AF6A77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A06FE8-A3F2-44BA-98AB-FFEF77DCE0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2369FA-8D5F-476E-98ED-D6162E949C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263852-793C-4494-B696-984EB73BD4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36A5A7-1C97-43B7-A600-6836702E80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0992" y="662187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AEAA44-79C9-42E8-A228-5B3126912E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0992" y="662187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CA6893-EA03-4947-A622-E14976B2FE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B36C0C-4103-42C4-9517-436D9C6B54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AD3B7B-EAE0-40DA-A4BB-81BCD85438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4073D0-D085-4EA4-B4EB-D242AF754E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69D4C2-95D3-4E7D-B645-6672A42E7D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1860E6-15FA-40E3-A477-89ADB9316A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042636-69F0-4FAE-80EF-6E81BFCC8D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0992" y="662187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86025C-CEC0-4772-99E1-28992A4695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0992" y="662187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9F19C9-5F5B-44CD-8A72-754E6BA717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0992" y="662187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E1E2DB-BCAA-480B-A051-AFADA0A864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0992" y="662187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25ED7F-830A-4995-9CCE-563899C6ED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240092-D2AC-4947-A265-E6A69F30E6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708DC2-40D0-4849-807E-7B6D1ADFC1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C717DE-6531-4A12-B046-19B8554D72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FEFD9C-6CB8-4193-BCFA-0DB890C44D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AB3E92-18A6-4F54-A883-FBD98FC1C9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4A434E-49F7-4975-9464-8CCB17FB7F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44C295-16D3-49B1-860B-DA9D21534C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09BB3B-951E-40EC-938E-13096E5794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0B7E34-20E3-489A-8B76-0087F22F6B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CAAEEA-9B39-4A13-B479-E58276734E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5B6021-D4FE-41D1-91C0-B6E13E65FE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7866DA-E142-4EDB-B270-2D5E9BBB70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46CE6C-DB52-4133-9D01-144A60F3B4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12E0FD-7560-416F-B837-56AD83EAD8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4E44EB-6341-499C-A704-021D639DBA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1507D2-B176-4F22-9E18-CE4725C612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8627E3-3934-4786-B937-B36AD540A3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2A3528-D738-472C-84BD-939326C0D2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DB492F-8D25-43B4-819F-5C28DF5F6D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73C410-BED7-46C1-A867-16457ED54B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546894-0029-4D7A-8894-C9FC9DFA34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EE33C6-5C9C-44B3-9EF3-C3F4F0FAF1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9D516E-6E7D-4E7D-90D5-9D90859697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E5D8F2-69BE-49C7-B21D-126CC84867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0992" y="662187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B2E91E-A80C-4138-AA71-6418828475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0992" y="662187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0D2E8B-8D5A-4FE2-B8F3-C11FB8D372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0992" y="662187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13BEB9-5A96-46F6-B419-8DB2CF6068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0992" y="662187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6967C0-C74D-43D2-9D0C-CB484B87D2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C539F7-3C2E-45C9-BD3A-B7AE4FC538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FA809C-EDD2-4621-B713-3DA4C3E27B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796121-34ED-4B02-9A69-6E1191BF6E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A87FFF-A5CF-45A6-8DF3-FBF3F76260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8905BB-F2CB-4747-AD76-AA535B8E90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9B83B1-A641-44B2-AE55-E7FA0A0AD8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D910F9-12EB-486C-96C1-94E22DF10C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E04C5E-9331-48DA-8475-B71222172F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290373-6F7D-4047-9641-C7274E428C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EF7D9D-148F-4396-BE79-CE225B060C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C461E2-9824-44E6-B1BF-7472DDD1BF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3D3CFE-F4F9-411D-A856-C13712A064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04731C-D93F-41E9-A5AB-EBDB129E93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0107" y="65997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E8A6DD-53B0-4B59-BB7C-99C3DD7880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3558" y="60825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FA7B5C-5FC3-4B46-83CE-CFC02F4C7D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3558" y="60825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B88F16-5310-4611-B72C-413629D97B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9" y="69146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02F199-EBC3-40CD-99E5-F4E60D5BE6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9" y="69146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158053-9BB3-47EE-87D3-500AB8AF85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8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593D64-5284-4EF7-BF11-EF1E860B7D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8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515A37-89CD-45A6-8487-4DA406649B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8" y="685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0B2E7D-4B28-4A35-BCAE-001E85B880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298" y="685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33823F-5606-4912-A785-604D12E260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4" y="6777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EC5A60-55A9-44AA-8D22-AFB67F5A70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7414" y="6777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07335D-8FA2-4846-A5F1-1CC9466B1A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2682" y="5813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3792D6-26D4-4E70-BAB8-1E776B7AF5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2682" y="5813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CDCB37-B7B1-4562-913C-BBCFD7F5C2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21" y="44556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98BBF6-A9DF-4FE4-A6AC-8613CA1380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9521" y="44556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6CF02F-A686-4807-AB61-782C5DAEA5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3746" y="57975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976EBF-E0BA-4927-9B5D-99542BC9A3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3746" y="57975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94CB45-4D51-4DC2-9CFE-D79C14E8B3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0992" y="662187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EF2B33-44A2-4217-BD5C-84B169E6B3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0992" y="662187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8C66B6-1131-4A5B-AAD8-6828C0533D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9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CEAF3A-0783-4C2F-99F0-C229478715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9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48222D-D141-4005-AEEE-7D128060C2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5056" y="47997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3BF40D-B2F9-46C5-B574-C83A9D2DA3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55056" y="47997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C42F50-2D88-40BD-8C1F-E135DA780E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3558" y="60825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AF63B2-8568-418C-90E8-E32A145F19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3558" y="60825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5952F8-9100-4EED-A995-9395C8A5FA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7644" y="47967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CC5B8D-9745-43AB-AB3C-4086897988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7644" y="47967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B6BB39-5866-49A7-AF7F-BB53DEB4E5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9" y="6914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0048DF-D95C-4DD2-8AFA-890B9795DA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7539" y="6914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A43141-4347-4078-83C6-694F029F85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3" y="44724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74F148-EB46-410B-826A-47B86F88EB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0973" y="44724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5915AF-1042-4B18-A56C-B3DE271379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0039" y="53446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30CA0A-D3E5-4F33-A84B-DFC2B45296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0039" y="53446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5F0D1D-C604-44A9-81D7-00FD38DB3D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0039" y="53446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980257-ADCF-4CBF-99F0-6187E4B860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0039" y="53446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FD5EB2-DC31-4F10-BDA8-B8A51D2C2D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0039" y="53446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C31E67-22CF-4CFB-BD08-09FD2CEEA9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0039" y="53446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454290-23EE-4C0F-BD3D-53596A670C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0039" y="53446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92C597-1CD4-4CBA-A140-FD6F08537B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0039" y="53446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DA0B91-3DAC-46B2-9C0B-08F66E6A47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0039" y="53446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6CF416-27EB-4604-BE06-AFDE44178A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0039" y="53446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20376E-0C1B-4ABC-BAD8-8D7FD54758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0039" y="53446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881C0D-A781-4181-87A8-6443610647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0039" y="53446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5555E6-CF35-46B4-95A4-8DE687B45A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0039" y="53446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48FF35-BC3B-4FCF-A746-A06BF8A6FF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0039" y="53446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81B804-DEB2-4FD9-B724-87F01FAC6C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9955" y="53288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383525-6911-409C-A6E8-7541018BAC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9955" y="53288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897F30-2A61-4E4B-8032-B15AA0CBB1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9955" y="53288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CCC273-1B71-4F53-A474-5CCF0301FA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9955" y="53288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03C13E-1D7E-444E-BE23-C4209FD251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937" y="53398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681EE3-4DA4-4AEA-8B98-A66E1088BF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937" y="53398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389A76-FC3D-40A7-9ECD-4752746F05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9955" y="53288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4CFEE3-C698-46D3-BABA-A4903D1101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9955" y="53288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FF8107-F769-48AD-B6FC-117991D1FF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9955" y="53288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34F740-5F8B-4560-BB5F-C318645060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9955" y="53288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30C244-BA8C-46DF-8FF7-B98302AC01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5792" y="53430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20AEBD-A4AE-451C-B7AF-A9EC93F596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5792" y="53430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7707C4-2D16-49E2-BA6B-F54336D8D6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9955" y="53288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A64EF4-9354-498B-9D36-AE3088FA3D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9955" y="53288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F91705-5682-4AD8-8E6D-86572ED1B2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0140" y="58896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2E0B85-138E-4D0B-BE28-891FE7E9DE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0140" y="58896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E11D55-5231-45CC-9380-E5270A9283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0140" y="58896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653F6C-E947-4010-8270-FBB226B66E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0140" y="58896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0CF3BD-907B-4033-B359-57B08BB989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0140" y="58896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1E6D22-EE9F-48DB-B54D-F03F2C7262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0140" y="58896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7294ED-2A47-4A05-A6E3-1A958F86C6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0140" y="58896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C963BA-3860-4AD9-BB1A-E8A4F82BA8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0140" y="58896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972116-55EE-4D86-86AB-73B2F015B9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0140" y="58896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61333C-92D5-4E84-B8BB-DE119BC715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0140" y="58896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BB7706-A965-4164-946F-DEE46B65C9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0140" y="58896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EB08E4-06AD-495E-B3F9-4D1B49E789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0140" y="58896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413D00-A99D-4A91-BE13-8C1C45D19B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0140" y="58896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82F829-77A0-4BC9-8007-6ADEDBD0ED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40140" y="58896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52A33B-88DB-498D-9430-5F1E320059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14" y="58158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EAA935-6E6F-443B-A1D1-D2EFABAC52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14" y="58158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E95807-B5E9-4038-A281-93ADE5C0A0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14" y="58158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72B5F6-61D1-45CB-A74E-CBA5AD0756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14" y="58158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FE317E-B2C6-446D-A3E2-CF90A988BB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14" y="58158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069363-89DF-43BB-9B29-FBB72D8451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14" y="58158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D5626D-4F45-4311-8130-BCF1BA978D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14" y="58158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923319-C689-42CB-9B0A-A27D1A5379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14" y="58158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D4C03F-E00F-49ED-9CC0-D479D8D019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14" y="58158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902372-7912-4213-97FB-FC491C444D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14" y="58158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B24A30-F299-4712-A002-4ED9E8CBF3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14" y="58158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2AF720-36F9-46AC-9F3D-CB809DC336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14" y="58158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A3D6D2-75AF-4152-A8E8-623B862DEF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14" y="58158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A517C2-4649-41AF-B826-0122F2CB84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714" y="58158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392A5B-1127-4350-8A8D-5E6A27B8BE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4084" y="48580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1432E7-2C72-492A-AB09-AA9911287E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4084" y="48580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C3B87D-1795-4021-9459-318E9B1D13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7667" y="48584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11AF4F-3194-4391-8F95-5740F065BC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7667" y="48584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B06AF1-73F6-44EE-9CD9-92CBEA5BBD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4084" y="48580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C10EB6-10B0-4006-BE80-11807F8113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4084" y="48580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38B660-D1B1-4511-8E27-B2C7CFA731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7667" y="48584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0BE9E4-C8FC-40BC-9E58-67A20CC41E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7667" y="48584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45966D-EFFB-4A85-87BE-09A13285EB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7667" y="48584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FE5062-BC14-4A37-85D0-160D4E8DD0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7667" y="48584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012963-8802-4532-8C7B-9561DB533C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7667" y="48584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C4265A-629E-4CE7-B413-4CD281EE5D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7667" y="48584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5CE794-2493-49CA-8A57-67D2D35FF3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7667" y="48584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C6DF49-C82C-45A0-8448-A001901F48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7667" y="48584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246FFA-D77B-44D9-B3F4-1E2ECA1C1C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6623" y="6484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69AFF5-D64C-4CD7-8989-29C222290B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6623" y="6484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CE4F37-0B75-4EE9-A58E-01B5895970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6623" y="6484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27491A-DE23-4770-BB3A-77ED8876F3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6623" y="6484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E8A4F3-0183-40F2-90B4-5AFB4E616D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6623" y="6484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4975C0-42F9-4163-8C60-CEA7237112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6623" y="6484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A09CB5-A341-46C9-9D7F-17ADCEE2D0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6623" y="6484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50AE76-EAC8-44BE-89AC-068D057866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6623" y="6484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4E2D94-8CEC-4832-9B95-16834AD5EE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6623" y="6484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22EB82-DF4A-4F31-B0E5-19153AC188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6623" y="6484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EE7840-9389-4F60-87BA-79EBA3A4DB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2924" y="64706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180D3A-3769-4E7A-86AF-3301BE20E8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2924" y="64706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6860B9-9943-490E-9B00-1631E294D3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6623" y="6484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5AE199-421A-4C44-8112-C6D622878B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6623" y="6484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18A060-43B8-4219-8D07-DB43BF503D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6637" y="5834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739A53-55F7-4F4A-B407-22018585F7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6637" y="5834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90A0C4-3C49-4CDA-89E2-8AAD050C65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6637" y="5834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6A46FD-3C57-4CFB-83F7-1EB2A036D8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6637" y="5834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5E5CE9-EA9C-4176-8E2F-D6907DB4B9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6637" y="5834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1BDDC7-0CCF-4217-BBB4-13BBD21A45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6637" y="5834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64BF3D-8E24-4301-A16F-9EF48FFB01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3514" y="58225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697E08-1117-47F7-AE42-6DB190E1FA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3514" y="58225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F7F068-A43E-48FA-B25B-49F487ED27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6637" y="5834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65F427-BE70-4B7B-A075-8C6AA0A3C0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6637" y="5834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678FE3-85A2-461F-BCBE-A4DF460001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6637" y="5834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D9083E-1F91-406A-8DB5-EA9F182EBE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6637" y="5834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4A6B05-2D1C-4C17-9310-AA3E5D3040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6637" y="5834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3AACFB-4202-4981-8B47-3363B0CA0F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66637" y="5834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4C43F3-5C7F-4385-BE54-2549D9073F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88193" y="58447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50A3DB-0F0D-4F5F-92A3-E1BE2E1AD3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88193" y="58447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D1504F-A684-49F6-A205-8A7135202F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88193" y="58447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D98FBD-E896-40E7-98E7-7F6E62A9D8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88193" y="58447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9F8898-2303-47E1-AA65-CBFEBFD0EA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88193" y="58447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F01B44-FC61-43AB-9CF0-B69EB9E1C8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88193" y="58447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634582-AFE5-454B-819F-DB0203C84A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88193" y="58447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1DB501-4CF1-4E82-9E28-9B84B4C2F3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88193" y="58447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08D4FF-CF40-44D4-9C34-CB6E3C04A1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88193" y="58447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EF0744-9966-4EDF-927D-919CCF8747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88193" y="58447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ACC216-6EF1-4B7A-8E6D-2A1B7FFABB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88193" y="58447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A176E3-9160-4E53-A508-6E76445E10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88193" y="58447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80FBB7-0673-4E2A-9043-B1185F6815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88193" y="58447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0D2609-282D-4D53-897E-26EEB39BB7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88193" y="58447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EC525A-7080-46C9-A2BE-50F4D84737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1783" y="58959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0AF7CE-2BEF-4A6F-870E-248280F767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1783" y="58959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4DDFBC-E058-4381-8263-26CB5D9AA3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1783" y="58959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B1F751-3D87-4AE9-938A-234CDDC32A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1783" y="58959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2C7257-042C-4F54-AD99-F2C5135DF1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1783" y="58959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26F068-FEC6-4352-B959-9D5AE2B07D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1783" y="58959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0EBD80-D0EB-45E6-8786-1D2C30AAC7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1783" y="58959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53CDA7-5A59-4CF2-83CC-E9202E63DD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1783" y="58959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299A9B-77E9-4770-B2F4-FDE82B656B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1783" y="58959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110BCD-20FD-40EE-8232-2E128A4279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1783" y="58959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DC2E9F-7BB9-4647-8B56-D8A9A92977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1783" y="58959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03A5BF-77F0-4C06-B34E-D0E6BEE473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1783" y="58959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9432EC-DB04-4DCC-969F-7FF240FDBE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1783" y="58959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5C074B-B6CA-4F24-A056-1680C77D3D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1783" y="58959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F75FCE-63BC-442E-AC19-420AF78AF4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0671" y="50103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8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6F6A74-39D1-449E-B102-943108F421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0671" y="50103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8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943299-12AF-42AD-A100-A39BC8C677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0671" y="50103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5A3E5B-9428-4403-B1A0-F3349F335E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0671" y="50103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DB94ED-F306-47E0-850D-AB99EE618A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0671" y="50103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880D5F-F383-4E4F-A8D5-5C0DCCFAF8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0671" y="50103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B34124-522D-41D5-B816-F29456E67F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0671" y="50103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CBE94F-6A1D-4FB6-B62B-BE8E23D828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0671" y="50103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E79D3A-8E43-4C69-BF02-E84623C1CD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0671" y="50103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9311F9-33DB-4869-8771-8247099CFE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0671" y="50103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AD75A5-5DB3-4387-BCC9-4C2DADDEFC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0671" y="50103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D5E45D-E0DA-42C9-BE4F-04EBF37C66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0671" y="50103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7171C9-C823-4BAF-B748-DA7964C193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0671" y="50103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C3A26A-DF9B-42DF-9744-6CC8C87DD4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0671" y="50103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9430C9-6E3D-45AC-8B51-9AC7B32925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2340" y="51265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ECA13C-6589-4045-AF7A-455F4C89CF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2340" y="51265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22A354-5945-4E74-AAC2-8CB49D9614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2340" y="51265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B91934-756F-4FAD-B695-AED33B09EE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2340" y="51265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81DB8D-5996-4EAA-AFEB-72AE32B518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2340" y="51265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B3843E-D9A7-4659-AA62-A9A4B3361F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2340" y="51265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FD28A8-46E2-4FC1-95BB-19F68BB40D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2340" y="51265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929D01-8567-461C-9134-7E14A7FE34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2340" y="51265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22554A-B0BB-41B5-9BB9-D9543C2721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2340" y="51265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84CEBF-50B3-4B9B-9E17-CF87A4744C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2340" y="51265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E411E5-E10A-4BE5-AF16-0239B3E3CD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2340" y="51265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A31A6C-0D3D-432D-8AFE-81DACFECF1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2340" y="51265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E8CB41-113D-44D1-9622-8E534373F4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2340" y="51265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FFA204-CE7B-48A7-8812-2E1B6FF4F5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2340" y="51265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8236CD-42A4-45A9-B5B6-BE4673C166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0501" y="52510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6F1F18-C434-4594-88D5-24873835D3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0501" y="52510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C66B3D-F9F1-486F-BDB0-1840AD1F33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0501" y="52510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8E88FA-CF5E-4EBC-AC87-0E67F92F55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0501" y="52510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0398B4-26F2-45E5-B491-565BE0BD4A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0501" y="52510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2AC847-9C56-488F-A3FE-644550D7AA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0501" y="52510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CACC5F-0577-4FB4-8E4D-320183BAD9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0501" y="52510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441ABD-A9E3-4AF8-94CC-35B13331EB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0501" y="52510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4DD556-72CA-45C5-90FA-E766370B88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0501" y="52510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F06E15-5E68-446F-AF35-AF52E29B9D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0501" y="52510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37D707-213E-4DC1-843B-C4D7F753AC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0501" y="52510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BB83E4-7F25-46D0-80A6-2B630311E7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0501" y="52510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9B8C91-2A0C-4EAD-ABAA-A1900AE686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0501" y="52510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A7839F-0FD6-4D97-855A-CAB3DDCAE6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0501" y="52510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6FE271-A034-4097-90E3-EDB880C083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9507" y="61069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F9AEF0-33D6-4E98-814A-14399AFB1C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9507" y="61069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0A1BFA-2E08-4C06-A8D8-20E6C19E4C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9507" y="61069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E99E60-0F60-4CBA-ABE7-EE085E2AD4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9507" y="61069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3FA04D-1F12-4FB8-923A-AA2DB06F78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5740" y="60997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C1EC80-88E6-41CF-9938-745F8C54F6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5740" y="60997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A7617E-C82F-4C89-9350-EC79E20467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5740" y="60997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D9C9EB-49B1-4F56-8AEB-2BFACF7A33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5740" y="60997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F2204D-7116-49AE-8159-8CCF596435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5740" y="60997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FCCC14-BE7F-49C7-8C57-8B9BEA4F16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5740" y="60997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DF8321-1413-414C-9AFC-6467072501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5740" y="60997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2D2CDF-1C95-4D0E-B93E-F433415896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5740" y="60997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2FF290-D88D-41AE-B88C-31C57367B9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9507" y="61069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B83A2D-EF4F-49C1-A970-DF99CF05A4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9507" y="61069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000D02-E8BD-4750-A9FB-78DCF2D23F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0553" y="55168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06ACCD-CCBF-424B-80CB-706A9BB4A7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0553" y="55168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7DE1C5-A933-4E05-A1B5-F54D5EFFE0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0553" y="55168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8DF58B-C29D-4529-9549-F60A333EA6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0553" y="55168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295B4C-8ABC-47E4-BEE4-F9592D8245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0553" y="55168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173B69-59F2-4F47-834C-D6327D6540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0553" y="55168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50AC97-5034-4ED0-91BC-C7E3B59287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0553" y="55168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AEFC1A-786B-4254-A33D-415A792B49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0553" y="55168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F74239-8BD1-4AE2-B9A3-A227BCAF20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0553" y="55168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5E5AF2-908C-44A9-BB28-4150758C9B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0553" y="55168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ECBC75-C2FA-417A-8D16-50AF2F8044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0553" y="55168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52FF80-4F8E-48E3-8CE9-7102FA52CF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0553" y="55168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18B645-601D-4FCF-9145-540E90000D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0553" y="55168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F85A83-4EFC-4400-9924-0449975FD9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10553" y="55168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B2EA7D-403D-4E76-B3D3-DD31CB3AE3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0031" y="5675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36E59C-336C-4AAC-83F3-2DC39D8171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0031" y="5675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BB78F1-5258-4746-9407-F75BC2D40E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0031" y="5675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88E472-51B2-4B0C-8B7F-884DED0FC8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0031" y="5675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B1CB5E-081D-4BCE-8F8A-49331C9685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0031" y="5675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61F024-2219-4842-91D3-839073ECD3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0031" y="5675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29DCDB-F4D7-466C-A689-8BB5D0D2F9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0031" y="5675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D4930B-944D-428D-A0D0-AAA0331A56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0031" y="5675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44DDD3-85E6-472A-BABC-D087ABEA31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0031" y="5675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841030-648F-4388-ADB9-C4828F6CA1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0031" y="5675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F7AAF6-CCF5-4607-B226-C72E60F5E9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0031" y="5675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61701E-7ECD-47D2-83E5-36E4CA790A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0031" y="5675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7FA26E-2B78-4EE8-B537-0A50A2AF20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0031" y="5675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245C7A-3C8E-4F0A-95C7-3DF7D114B2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0031" y="5675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439640-8B9B-45EA-B89A-9DC9D594E3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350" y="47842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D7009A-55E8-4744-8C08-447E567770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350" y="47842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9B2EA6-3192-4E30-AFE0-CD3B857968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350" y="47842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102DAB-C2A0-4254-9148-17852CAFAF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350" y="47842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0A9295-ED62-45F8-9145-E08B61C9DC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350" y="47842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71A864-3671-4A23-A295-AA9600F5E9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350" y="47842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139A35-1E47-4C72-A72D-E48E6468D1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350" y="47842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137F9D-A167-4791-A9DD-508F779CF1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350" y="47842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1CD838-0D3F-4914-8354-E00A6A0738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350" y="47842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82B8CB-074E-43C4-AC08-A89F0348F3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350" y="47842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57AA4E-A0AB-4C78-AD73-44E5644634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350" y="47842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325B8C-4D16-4F06-A13F-9590C3082E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350" y="47842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569255-DA93-40CF-8CBB-3FDF012E54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350" y="47842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27AFB1-DACA-40F9-99E0-88B713BD41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1350" y="47842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430BE9-EFC5-44F2-907C-6CDD130AD2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0972" y="601078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3B3206-C5C1-4DCB-B2BC-5D35DAD81A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0972" y="601078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FA3644-7C0E-4C22-AF4B-99FAB46A22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0972" y="601078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306E15-BE78-4838-BCCF-5C3C4C7040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0972" y="601078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E75D4D-E772-48A0-97BE-A8BBADD22E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0972" y="601078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181A54-2509-4940-922E-D1267C5970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0972" y="601078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1EF8E6-DD4F-45C9-B80B-F74843422E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0972" y="601078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F11FB5-81F2-4DDD-868C-89886934E3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0972" y="601078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F9A222-6B88-4F3D-8C22-98B1DB3F37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0972" y="601078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139594-A8A5-4B9A-9089-C8C0083568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0972" y="601078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0BAD9B-7184-43BF-AFBF-3B77182421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0972" y="601078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6789FF-5563-417D-B31D-22C85A4110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0972" y="601078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2AE333-828E-4065-BCE3-B921C388C0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0972" y="601078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0CD7E2-13AE-43C3-B247-936C97143F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40972" y="601078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D425AB-506A-42B9-A0F0-D7E7FD987A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176" y="59906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FBD62A-AD2D-4937-8CC7-53E67D7A57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176" y="59906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1865DC-9DF7-4949-BFD6-0A18B53BB2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176" y="59906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07D5E7-82D2-497B-A0B9-5B629BC444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176" y="59906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CE15A2-ECF3-4FAA-9DD0-75B58035EF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176" y="59906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727677-E085-4418-B847-27CC735E8F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176" y="59906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4EF2CA-0700-4A02-8738-17B67C79E7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176" y="59906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687CB7-7E03-4C0B-95C6-E684285945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176" y="59906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E7C483-C56F-425E-A082-391AB2064E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176" y="59906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6F24FD-A601-479B-9ED9-85D1A85E02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176" y="59906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C0243E-CD7C-4AF3-8164-8081FF0B75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176" y="59906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E279FC-C8D3-4583-BACE-B0E6F67079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7176" y="59906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4B8225-E522-4BAD-8F0E-D509D6BD81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3341" y="54027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3BAFCE-CC9F-491D-ADCD-94A69F29FA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3341" y="54027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719EA1-56FF-48C7-8127-FB4917065D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3341" y="54027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47A2A1-464D-4469-A80C-6D1FD3EE41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3341" y="54027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99B0F9-51FF-46F0-8902-F23650BBE6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5619" y="53959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F9DA61-F582-4828-A135-A78F7A10D1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5619" y="53959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81DED9-F5D3-421F-9841-A115AD2B1C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3341" y="54027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4F6D7F-5658-4390-8367-DE8FA33021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3341" y="54027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8F477E-5CE6-445F-A0C5-196D7EFAE7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5619" y="53959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2F2E74-4FEF-4945-B0DA-948E3552B2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5619" y="53959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6D1351-CF9C-4DBC-A9A8-C714A886B7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3341" y="54027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DAB8C4-A1CA-46C8-B0BE-F64B854887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3341" y="54027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1D680B-B084-480D-BD76-7858362E68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3341" y="54027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303EA4-B10D-4264-886C-4811F6F70B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3341" y="54027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C77BA6-FA30-46E2-87C5-1B9F491577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4053" y="50797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42BF3E-2B97-4040-AE44-5B7736F552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4053" y="50797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177DB4-5F12-49E1-B094-FEB0D39F7A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4053" y="50797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4D6BC5-C625-4D95-BCDE-ABEC118176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4053" y="50797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8C0572-15D4-4A79-970D-6F00F82C67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4053" y="50797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9FC5F5-55F3-44DB-8A21-27BBE4A049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4053" y="50797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E35D6F-DF07-4B93-ABB5-E79CDE7668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4053" y="50797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90691C-FDD5-4FF0-8E50-43FD920607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4053" y="50797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69CDEC-7496-4BE1-B0CA-EB089976FC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4053" y="50797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2DA187-CF66-4CBF-BA95-ED262AB615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4053" y="50797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648E0D-D806-497A-A870-FF783631A2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4053" y="50797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747B9B-494D-4477-978C-A4937F6E22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4053" y="50797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651CC2-669E-47EE-A77D-31F32D32A5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4053" y="50797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FC4AB6-B252-46FE-B180-A00C9F819E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4053" y="50797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E4298F-847C-4758-AE3F-B190B24192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3376" y="67819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BBE27C-9B5C-4657-B262-BA38402DF6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3376" y="67819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666A26-7633-4C10-AB8E-AED0291217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3376" y="67819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C29A76-CE91-4076-9EDF-C17E98896B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3376" y="67819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7AC4A2-D903-43D8-95A4-C48A757142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3376" y="67819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AB4EC1-EAD0-41F1-BBB6-437B823755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3376" y="67819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E0F852-834D-4C46-8933-462EFB4E05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3376" y="67819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3FA014-377D-49E9-BA77-EF5D9FB751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3376" y="67819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967E11-CADD-45A6-8D6E-6E96BFEB55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3376" y="67819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059FD6-0E73-4123-A24B-33D555438B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3376" y="67819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206861-BC51-4912-8BDF-331589A7AD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3376" y="67819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371F29-9062-4D3F-B51B-E378732457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3376" y="67819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59A959-A494-418C-927E-7B0F9093D0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3376" y="67819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F1BED4-D29B-4114-B28B-5358330575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3376" y="67819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8920D3-6C37-4851-974F-1D1A21A368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3018" y="57821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C0E0C9-BB53-44EB-AFF6-F99D53C552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3018" y="57821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FD0F80-DA9A-44FF-9714-80035CC634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3018" y="57821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FC2746-4C3E-4E53-A24E-CF9096CE01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3018" y="57821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AF93CC-9D32-45B7-A261-D5CA730B86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3018" y="57821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7EE54C-6975-4F94-A329-50DBE8866E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3018" y="57821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9620EB-40C3-490B-9A8B-9FD8C4BCE6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3018" y="57821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043764-A936-45D1-A2CC-8E5427C125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3018" y="57821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09AB1F-1ADD-46AF-82F9-4E7C720C69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3018" y="57821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5E5B4C-02F0-4159-9702-AA24388A13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3018" y="57821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610F65-3C9C-4A28-AEFF-280CDADCDD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3018" y="57821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A3A457-19F1-4500-8FE9-51695E1C73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3018" y="57821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1FF957-E39C-42EE-866D-5A94567061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3018" y="57821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CD0049-05BA-4885-A800-4DDACCC596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3018" y="57821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D7019E-F9E8-4755-9B57-29A34C679D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3502" y="51723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B49815-2868-4388-8C58-F9AC222177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3502" y="51723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432900-6674-4C4D-BD98-A07CB2AE47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3502" y="51723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B9FBE1-A26B-4382-A0B1-56DB0A96AB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3502" y="51723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DE3C04-861F-472B-9C45-281EF787F9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3502" y="51723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3CD368-9EBC-4D00-9F93-893F824ECF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3502" y="51723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9FBEE9-9866-45AE-BB2E-CBB4663A0B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3502" y="51723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A87ADB-A9A7-48F2-B0A0-85F2AD5401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3502" y="51723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D0F299-5473-40C8-A4C9-0568A2EC3B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3502" y="51723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537027-B728-4E67-8330-61B9DA7FE1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3502" y="51723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7CEFC5-985E-43FD-BA67-A937C23EC4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3502" y="51723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2C9FAD-22E6-4C69-AD01-768C7C559A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3502" y="51723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2BB1D7-BB23-4F33-8D40-38056EF9DE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3502" y="51723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9519D9-1E66-405A-B9FB-FE11AB79B6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3502" y="51723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360945-C78E-4DBC-ACF3-2C9FBFA19B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6882" y="56656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5C6B14-E477-4C17-B792-052C7EDD62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6882" y="56656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20DC3E-8B8F-492D-9CE4-0BD42D32BC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6882" y="56656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340901-2D9A-461C-99C2-98A5FFA0A4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6882" y="56656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79364D-407E-4861-A264-4AB2091F4F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6882" y="56656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229B61-970A-4CDB-8BE6-D62118CE92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6882" y="56656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135101-9228-4257-A9D9-1E38261847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6882" y="56656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51B067-6574-4337-A434-53FDAD00FC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6882" y="56656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7A3B43-4DBB-459F-934B-101E5B79FB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6882" y="56656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4E8ED9-4983-4D13-A094-934EB80517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6882" y="56656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0AECCF-07B5-4AC5-B727-C48A197BBA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6882" y="56656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D25018-409F-4B17-BBB6-F92D1B2899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6882" y="56656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E53B53-24EB-4190-ABD8-A7DFDC9601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6882" y="56656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172107-15D0-4E17-882F-B5FC394D91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6882" y="56656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71A9FE-C34B-48A7-9A55-B5D264BB67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0046" y="58298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FA5BEF-D85F-4207-BEB4-3F07F3CE3F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0046" y="58298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98472B-F9DD-48FD-9BC1-2076C360B2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0046" y="58298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ADBDDF-F763-4ED4-A9E2-1FE47AA808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0046" y="58298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1E8540-135E-4601-937F-AA39936296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0046" y="58298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E1AD03-D583-48B5-A2E4-75F74387A9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0046" y="58298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82E098-745B-40E7-827E-DF9637C59B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0046" y="58298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84A080-8890-4CF5-9A27-A8FA828A99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0046" y="58298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6622CA-4F17-4917-BBEA-3DFC257E46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0046" y="58298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F2120F-E78E-4968-957A-86211F5D8E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0046" y="58298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69BE15-237E-40C7-80D3-DA5B454569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0046" y="58298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202926-863B-4D8E-9113-309AEE3247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0046" y="58298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CD1A99-8082-4398-9594-05C84D37FA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0046" y="58298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65DCC4-621B-4DD3-8E72-DB50E74DC3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0046" y="58298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A0C6EA-0EEF-497A-9EFF-82249B0A6C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7859" y="55812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EF8DCF-5849-4DEB-A0E3-B8AB51C49D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7859" y="55812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DDF222-4A99-489F-8CDF-9D47749DF3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7859" y="55812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09DF99-0A3A-404E-B200-A1DF7DDC17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7859" y="55812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F7C6DC-D50F-40A3-A1FC-9A75875EAD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7859" y="55812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0871E8-C5E7-4BDA-A818-20C1AB95E8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7859" y="55812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E39207-2AC4-42E8-AF55-C76DFBC654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7859" y="55812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45D319-1BCB-4D25-872A-6569CE68E5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7859" y="55812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BBDD39-BE7A-4975-9F51-29284FD0C7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7859" y="55812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811BFC-F23D-454B-8A7F-C99E561A02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7859" y="55812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F1AEA0-A6A1-4C56-9489-B953B31BE7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7859" y="55812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8EB761-0560-4FDB-96DE-AC1761739D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7859" y="55812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49A77D-8D01-4930-9CD7-66A6206879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7859" y="55812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C3D9B3-AD1A-4E7D-9126-346DAD227E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7859" y="55812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866D0D-610F-4D50-8665-5E18D6F1FA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781" y="56064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32DF22-B3BA-4DAE-84CF-61BCCF15EA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781" y="56064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9502A8-D4B9-4FA3-AB8F-D096102ECA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781" y="56064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546005-4CFB-49BD-834F-A307A84029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781" y="56064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2DE2A8-B668-4041-AE33-6F3CF22D5B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781" y="56064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BAE4AE-21D2-4837-9D4C-7A699C0E2D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781" y="56064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439D33-AA43-40C6-A74D-1F9E97F6CE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781" y="56064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AA10D6-8CB0-4B18-AFC3-61A6B20203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781" y="56064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38155C-3E40-4EF9-9F83-6A61264F50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781" y="56064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077FDF-E412-4FA1-9E3D-C1E376691B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781" y="56064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D55483-D30D-4DF9-90D1-D497D48BBD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781" y="56064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F940A8-6979-4035-A439-D4C71A28BB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781" y="56064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728ADC-3293-4A6D-86A6-2C29684ABE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781" y="56064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374F3E-7656-432C-BB8A-E96E0DC484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14781" y="56064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FDB206-AF2F-4DFD-9027-2EE7D5C865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3887" y="60394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4E22CD-B365-42B8-BC79-9A1EE83D70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3887" y="60394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16FF4A-8271-455F-866F-34166C92BE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3887" y="60394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FF20A3-1227-40EC-B14D-E46E9F1544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3887" y="60394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3CF918-C435-4F3F-A201-1B9CA79D49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3887" y="60394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A9E91D-9F08-4188-875F-5DF8F9B7F5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3887" y="60394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B79DEB-547C-4772-A149-5F5E52348F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3887" y="60394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69B5BF-5F23-48E0-ACA0-267E80D082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3887" y="60394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75C2BC-3AF2-46E5-9E38-14134EF14C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3887" y="60394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F9C6B2-4C9A-4363-BF1B-77EFEDEB9C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3887" y="60394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640F2E-ED3C-4DEC-A7EF-C1595EC800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3887" y="60394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96EE49-389D-4A8A-8BF0-E8B18E3411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3887" y="60394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F7CB4A-3646-411E-A73B-BE18BFCED1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3887" y="60394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780DD1-17A5-4366-B95C-5C85A241F5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3887" y="60394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71FA3C-6DE0-42E3-B9C9-899A2D4DB9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5402" y="44661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BBCCCE-EF07-4306-BB7F-F2081B4315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5402" y="44661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EC50ED-3918-4D7E-95CA-63D2DBBDCD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5402" y="44661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36E2D3-895D-4E2E-B537-6975A99B9F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5402" y="44661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24F541-8864-4B98-A77A-C564C3FF31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5402" y="44661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9291D1-51E3-4380-8208-082FACB09C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5402" y="44661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86C98C-E1E9-49ED-A191-71DCDED174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5402" y="44661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19421C-8731-4B0F-8C32-3046840449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5402" y="44661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A06B9B-CF97-47C4-BA9D-8B7E24AD87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5402" y="44661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1AC513-E28E-4A82-9A79-C949A45464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5402" y="44661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AE9BA1-FA1B-4318-8D1F-93505D3986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5402" y="44661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B76088-8FFF-430F-BDE5-00631B3EB2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5402" y="44661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A6D626-A28F-4D58-ACA2-A84A34376E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5402" y="44661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5A7213-9505-4C25-9AAE-9F4132EF65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5402" y="44661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4B385D-8A11-4580-B1F6-B2330AC8C6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452" y="63823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EEEB4E-B563-4F9C-8D1C-1BCDF58488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452" y="63823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8CD4B9-1319-43E1-BB3E-94D27EF009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452" y="63823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BD6B1D-E55F-47ED-A355-C39CDCE518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452" y="63823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5FBAE8-138E-46E8-8712-8645F96148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452" y="63823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2BA745-BA69-4A65-8B58-5F7E94C047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452" y="63823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889C03-3DAB-4959-80C5-41D4DC0DCC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452" y="63823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6863F0-C9E2-4266-9BB4-6A0014944B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452" y="63823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AD6796-A068-40DE-AE5A-85C29FBED5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452" y="63823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0A4C47-2C20-4764-BD43-C2D083DD00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452" y="63823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03891B-C050-4200-A073-CD78A0A228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452" y="63823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D08973-8D5E-46B5-B5DC-7E25B8511D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452" y="63823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23670B-BD92-43FA-99E7-ADFEAFDF71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452" y="63823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119567-D395-451B-BBEE-F6A676FFC9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452" y="63823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B81E82-11AB-4565-95EB-AB8966D224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769" y="59308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4FBD44-2688-4051-B87C-DF62D9B32A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769" y="59308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C6BA81-7A9C-4B91-A127-5B2032AB3A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769" y="59308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F3DF9D-C4D2-4D96-83E5-0AFD55D6BF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769" y="59308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7380F5-6A3C-4AC9-9CC7-7C7A80220E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769" y="59308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A8E5C7-DBD1-4D98-9AD0-91871270A9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769" y="59308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EA1C65-E372-45EB-AB2F-DA88F61325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769" y="59308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02B2D0-C8C1-4CAA-9D12-81C36CC05A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769" y="59308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0C3C0A-A47D-428C-B204-B679762AA8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769" y="59308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3DA0C6-F2E4-49C7-8DC9-86D090C86C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769" y="59308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8666DB-3362-4398-93DB-A928CAFED3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769" y="59308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C386C8-2FA3-4653-85A3-E3E623281A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769" y="59308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F6D39A-508E-43CD-9C4D-DCBD29CF2C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769" y="59308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FFB6DE-E5B5-4F03-90EC-BDCCA29612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769" y="59308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96CC4C-8FCD-4A95-AB62-330AD8DD0F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0119" y="58733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6EC48C-293E-4CFB-BE44-F8B3171434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0119" y="58733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757B4A-3078-4E30-9251-58F6A8F706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0119" y="58733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B1979B-E496-4D7E-9224-765424BE76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0119" y="58733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47C358-2AA7-4EC2-B864-24FB1AC54A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0119" y="58733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50CF63-6FF6-439A-AF7B-7E18B4D26F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0119" y="58733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21499F-515C-4600-93FE-541F140F3D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0119" y="58733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2494D6-889B-4AD7-9210-CAFD6F1E85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0119" y="58733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B85FBF-86DF-4F03-BFE4-E64428CA8E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0119" y="58733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E8EF25-6556-4437-96AB-D34534FEAD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0119" y="58733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9A00D0-5321-4861-9062-21CDC711EC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0119" y="58733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5810AF-9145-4D19-8D3E-DE657FF7BF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0119" y="58733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FD0FA8-403E-43AA-BB6F-AEFC21E5D2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0119" y="58733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9D014B-974B-4012-9FC6-1AB30F0A5B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0119" y="58733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71C251-DEAF-4B47-B573-69E5ED330A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071" y="51678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6C74D8-66C6-4AB7-9CFF-227ADFF5A0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071" y="51678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31970C-A344-4A9D-A44C-CFE15CF8FA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071" y="51678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9E5188-6CE1-478D-9A08-06C14A7E50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071" y="51678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1FBC70-054E-466F-B80C-0CA346B896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071" y="51678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978136-AA7F-4B67-A163-8EA552AABA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071" y="51678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B8FFCE-9AC5-4645-80D3-B812E07C86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071" y="51678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64A583-1370-41BE-9786-3D85F006C3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071" y="51678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949E64-A3B5-4F25-8B76-EF5B9EB0D3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071" y="51678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E39EE9-33CC-4A08-8AA4-CDF5D8EB67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071" y="51678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2A4171-45BF-4203-B346-ADFD1183EF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071" y="51678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ED05B5-68A2-4725-BC81-E8EB3E35F7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071" y="51678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B1FB23-17BF-4D94-8560-DA864CCA92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071" y="51678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E23B40-6A29-4D3E-96C8-FE2E66159E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071" y="51678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2607FF-2879-40B2-AB37-98C1C4A140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3700" y="56958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45A701-3CAC-4CA3-BC66-98F5C399F2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3700" y="56958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415595-67F2-48DF-BE00-038F4564FB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3700" y="56958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0B2AC2-1020-4E22-BF85-4786EC78AC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3700" y="56958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17E0D3-5485-4341-9217-E4C184E6E0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3700" y="56958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D2F493-35F1-4A81-B633-294D320499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3700" y="56958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FBB93B-6D7E-4C03-9FAA-E7DD4F6B18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3700" y="56958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EBAFF1-6772-467B-A608-ED8C7A2296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3700" y="56958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6A2B96-5C37-4DB7-BEBD-A303D26A70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3700" y="56958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3083B9-4DE8-440A-BAFE-F3BF6C392C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3700" y="56958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B32CA8-CE7E-4C5A-BEE7-68382F41DE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3700" y="56958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7024E9-7D34-479D-BA66-8146841F3F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3700" y="56958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7F2B1E-E467-498E-AB47-8441A10842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3700" y="56958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900167-83CC-47FF-9F53-A4D7C4BE95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3700" y="56958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289CB3-595C-4FD7-8EF7-98FCFA92BC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5969" y="65366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58D3DD-7940-4703-9654-F1044247C2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5969" y="65366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12C33E-4965-4D3D-A383-A5DB44F944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5969" y="65366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604789-1814-4C46-B178-EBDCDBD54E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5969" y="65366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645795-F5C9-491F-B57C-500ADE519E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5969" y="65366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337881-CD7F-4816-BA31-48CDD6960C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5969" y="65366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EB1C94-5C07-4801-9E27-195B54C6C3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5969" y="65366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D6A305-3E91-40D0-953B-20950E0DC6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5969" y="65366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93B427-66A0-4EB8-BFB2-78F88CA4EC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5969" y="65366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6F7529-EEE9-445E-B67F-B94749CD0F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5969" y="65366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11140E-1AE8-4F61-BA49-AA53808FBC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5969" y="65366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AF9212-7E03-45C3-874D-F3805AD060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5969" y="65366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C5271E-DB6B-427D-B143-C9E6789F08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5168" y="50494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4E1E22-3377-4AEE-9185-9EB5350DA8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5168" y="50494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1B2F01-CC41-476A-B188-0AC29991BB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5168" y="50494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F4B8E9-CE54-4A38-A3D7-4EBD7096D1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5168" y="50494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926C41-0D59-4EDB-A6B5-F4309ECBC7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5168" y="50494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CB0F8C-7C70-424F-92DA-7D433E6201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5168" y="50494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807036-240A-440B-906F-7A9CCA67A1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5168" y="50494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02535F-7030-49E4-8B67-EFFD039306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5168" y="50494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4ACCCE-19F3-44C5-8D12-7E6517C70E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5168" y="50494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B70E0C-FFED-4C43-924C-62CE3FE806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5168" y="50494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668E44-737B-40BB-9049-47F8C7D407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5168" y="50494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36A8EF-29B2-4F75-8E48-B4ECB41407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5168" y="50494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A3ADCB-53B1-4B08-88BE-5595CFDF41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5168" y="50494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CC60E2-1DF3-4C7A-9BD9-8153C25507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5168" y="50494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5B3567-4316-44C9-8D17-B20A0AC582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1811" y="58822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6F9F59-0F12-4112-AFE3-00A60827BA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1811" y="58822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637B0A-B12E-4D4B-AB4E-A13C9C4A0D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1811" y="58822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8FCB06-9A0E-48DE-B6C2-67AE3BB870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1811" y="58822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8765C4-122B-4685-AFAB-792E1260C5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1811" y="58822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00443B-8913-4F45-8AE8-48B7D55592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1811" y="58822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5CBC55-40E0-41F5-86BD-57CAA1E56F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1811" y="58822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1B306B-78F4-4755-B6D5-0B46337971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1811" y="58822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4FACA6-D03D-4214-B7B5-A67587B22A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1811" y="58822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9F198E-685B-4E2B-89DB-2C47FDCC1C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1811" y="58822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2143E3-7922-4290-B451-653C99B10F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1811" y="58822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7D2AF5-887A-4E29-9BFC-012988557B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1811" y="58822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58C70F-C58C-4DAA-A7D5-7EDFB3AF7D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1811" y="58822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9B33E5-9602-4D11-AE29-07171A4CD3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1811" y="58822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710E1E-F8F7-4B19-BFEB-0205597B8E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9199" y="54970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4788C3-1A76-4F9E-BDD6-75F4B11ABE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9199" y="54970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17A557-96B4-4EB4-8FB9-1684787E93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9199" y="54970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C93003-ED04-48DF-9EAD-B67ACABE5F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9199" y="54970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2D15FC-34CC-405F-8A31-FBD24C34D3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9199" y="54970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99EF92-6BAE-4C72-850E-B2812DCCBD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9199" y="54970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1A5030-6A0A-40D7-A05B-1AFE8C932A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9199" y="54970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321844-6247-402B-91D7-BE369DD342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9199" y="54970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DD254A-87CE-4428-B5DE-C917D35509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9199" y="54970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A7B8E4-2B88-4E52-A55D-B78370630D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9199" y="54970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8CDC81-5FEA-4FBD-AE54-BE4BA9EE79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9199" y="54970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AB35AF-778C-4967-B037-E45335F7D8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9199" y="54970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9DE29C-A245-450C-B962-258765713E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9199" y="54970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D352E0-D67B-44AA-AF44-3408FD7F79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9199" y="54970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044697-62A7-415A-B2E6-5794AFED72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3423" y="59380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DBDCEC-C16C-4D06-A6C6-07C7C80E17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3423" y="59380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6E8CF1-B820-4671-BFEB-A637FA934B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3423" y="59380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ACAAA5-A6CD-4CA1-9D10-71E6EA5E81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3423" y="59380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DB22F7-6FF7-4179-A3B5-17B04B8C7A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6983" y="59238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F597D6-237A-4499-B5A6-5F96980EFB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6983" y="59238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3358B3-BC8D-42C8-8C0F-6D775AC6F7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9069" y="59333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345E62-FEAA-4857-B609-0AC0897804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9069" y="59333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1AF998-62A2-4686-BBC4-B54324D3D9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3422" y="59380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258D14-F74E-4786-A5F8-7E7F0195E7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3422" y="59380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FB7BE9-8705-4EAE-ADA2-51BF2B8212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3422" y="59380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7A4E47-0204-47B9-9BA7-C13E38B7DF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3422" y="59380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0784DF-F269-4D9E-B497-05AF5DF49D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9069" y="59333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5B9984-885E-4531-8483-1B9482E335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9069" y="59333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DEE862-31F2-4076-8A97-FB60944039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8107" y="49371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C5EC1D-6A9E-41C1-AAB7-0850A40002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8107" y="49371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886E5A-E7B1-4D0B-908D-20C2E081D1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914" y="49548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CC3673-3FD5-4F15-8B1D-4482677CBA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914" y="49548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E3CBB6-54C3-4835-9B70-07B446BE46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8107" y="49371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9850DD-030E-45F6-83C7-81DDEB2ED1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8107" y="49371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C03076-95C4-48CD-9165-651FED733B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914" y="49548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66FEEF-C872-4EE2-842F-9615AD38FC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914" y="49548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8F9EC7-FE7D-4D9C-9F1F-FDA6B1EE1B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914" y="49548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C188A9-DC45-48A0-861D-8ACC4ED335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2914" y="49548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2C8F33-DBDC-4380-AA0D-E266E480F0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8107" y="49371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CC2967-4DBB-41D9-8E97-2D9B6EB889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8107" y="49371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366904-C2E8-4A8D-87BE-66E07EC60F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6012" y="49426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576605-ADFE-4A7B-A204-E97052441B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6012" y="49426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069AA0-9DC7-4E94-8506-F51B1EB3C2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299" y="53520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893915-2AF3-477D-9586-9479C0E733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299" y="53520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365003-D060-4D6A-9C4B-38F52FD0E2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299" y="53520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AD8BCE-6632-492A-9457-7279E206EB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299" y="53520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C9EE81-03B7-4CB9-A972-269FA81AF0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299" y="53520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6C792C-7695-467C-BAAA-1C79AA5DE5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299" y="53520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4D6C0C-F6F2-4AC5-8936-DAB3C2A0FE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299" y="53520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21F498-293F-42E7-902A-63A549E0FA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299" y="53520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9628CE-5E39-4D7E-AE27-6543EBDE5E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299" y="53520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291487-0353-4B9C-94C6-D9F928DEB7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299" y="53520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C37C6B-1262-4ADB-83A9-3F087EA094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299" y="53520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2D772A-CEB1-43D6-9B72-598452BB02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299" y="53520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8B8F4B-07BF-4E61-9CD9-8843558E85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299" y="53520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11C982-7D52-4666-928F-D0C1D30350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299" y="53520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72B9D9-4EF6-48B1-B704-74B31BEA8A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5042" y="59796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0C2FB5-8C1E-4ABD-A329-C4DF8DBFF7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5042" y="59796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3B21A2-74B9-4724-9871-146B517009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5042" y="59796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155B95-D86A-4CF7-8D31-D3FFB2342E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5042" y="59796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59DAE2-B330-4AFE-8D18-E4B6FFAB17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5042" y="59796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DB7743-8F7F-4340-B95A-181D1E233C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5042" y="59796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075927-91FD-4730-B9CA-13CAFB8854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5042" y="59796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1B9886-544B-44F9-9F10-734EB382A4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5042" y="59796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548117-2B40-400B-8D91-3687F6BE5F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5042" y="59796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3F5032-572C-499D-8ED3-7DE3B0AD3B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5042" y="59796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9D8687-1132-4450-8956-C7AA091CB2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5042" y="59796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496294-A47F-40A0-9235-830CCEBC01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5042" y="59796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38039E-26DF-4322-9CB8-351531149D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6746" y="63080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C0011E-EB56-447B-8A13-3CCC0972B1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6746" y="63080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89AAE4-1C05-4656-A0F5-D5960F76A9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6746" y="63080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0E8EEB-F571-482A-9CCC-33092CD0EA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6746" y="63080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2DF80C-7712-4160-85E3-670A26E4A7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6746" y="63080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06E52B-419C-45B8-AB15-A9BE01FF8A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6746" y="63080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5E1C17-5AA3-42A0-8D5D-CF49D483B6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6746" y="63080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9F2EFD-6370-4779-8C79-5DAD5CC940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6746" y="63080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7847CC-4136-480D-A9B9-D6C87726CA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6746" y="63080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0F8997-A415-4A7A-BE0C-9E1D696D77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6746" y="63080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110B2B-FAEB-4B1B-917A-FF5D8DE8F5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6746" y="63080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EC27D2-4A7A-478D-B36D-B0A59BFF89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6746" y="63080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3D4C99-B6ED-4D25-91EB-499A706701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6746" y="63080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D93B13-78C6-4103-9EDC-D744432A37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6746" y="63080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494941-E115-423D-A5E2-49491A4E12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4170" y="58554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F0D0A1-C02F-465C-82FB-E21BC7249A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4170" y="58554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468386-57B9-4ADF-BBFA-8DE3FE11BC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4170" y="58554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E8B991-7297-4F0A-B1C1-087256768A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4170" y="58554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8F5674-BCE0-443C-AC68-9724F260E9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4170" y="58554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329E74-AE59-4BC1-988E-2E14533BA9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4170" y="58554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1154A8-E21F-4CCD-9688-3A5E9A58CA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4170" y="58554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FFF843-471D-4387-B646-1C4E0CE893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4170" y="58554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1939B5-9AAE-480D-9078-073A4EA2E5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4170" y="58554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BB380F-7C1F-46F5-A86D-2AEE20CC5B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4170" y="58554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7641AD-5288-4C47-AE78-267600EB94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4170" y="58554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3DD1E1-D0F7-44D7-8E97-8B51CD3BC7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4170" y="58554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2C09F3-4A9D-449B-A6B0-966A5BA70C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4170" y="58554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C9BE27-4A2B-461C-A6BF-64B0E55758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4170" y="58554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3CB417-1306-4AD3-8F00-358CC89FDF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0022" y="47420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84AB84-3442-4C40-9AC6-3DEDFECE46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0022" y="47420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E258A7-CC84-4A8E-AD72-127EFE5677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0022" y="47420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6145E9-F258-4431-B410-566AAE71DA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0022" y="47420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115545-AEC8-4069-9041-4FEDF412BC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0022" y="47420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D72A0C-6B18-499A-8160-7993C8287E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0022" y="47420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EEA3BB-B3F9-416B-8991-880BCA5A5E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0022" y="47420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85B2A6-43B3-4C35-8E60-771C5DD1BA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0022" y="47420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534BB4-FCC3-4118-AAFD-34BF8CDB6B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0022" y="47420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5D0FDF-CE99-4D3D-ADDD-C0BAC438DA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0022" y="47420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43BB20-1E2C-4265-A2E0-5429380D4A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0022" y="47420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B6C74F-2237-4847-8E5D-16AA71B4A5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0022" y="47420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5A8AF3-391C-4188-AD35-D2944AE848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0022" y="47420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2F4815-D82C-4360-9281-BC1108DD7E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40022" y="47420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7A9F70-B30A-4261-8409-3621C6B677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6640" y="54392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9BBEC6-8AF9-4231-A885-4E0F246D68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6640" y="54392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9632B4-7F12-4A5D-9504-043ADFFB91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6640" y="54392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716122-DD3F-4040-9673-18E7A14767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6640" y="54392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009E57-832F-42F7-A4B1-14A32F4B2D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6640" y="54392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7B21E7-5507-421D-8064-EF210997A0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6640" y="54392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1DFCE9-10FB-45FE-91F3-7BCEBFFA1B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6640" y="54392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E13997-D08E-431E-BF44-D3417C94E3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6640" y="54392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D5E84B-BAE8-4108-A161-5C6DA27722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6640" y="54392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CD5CFC-C9DE-4954-B222-76016140FD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6640" y="54392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02B14C-100D-424F-8BA1-EAA5183604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6640" y="54392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9095DD-BC9A-41AF-A747-FCE5AFCB1E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6640" y="54392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CDD55E-D755-4215-BEE9-DB82BB42CE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6640" y="54392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520628-53AD-4BD4-8822-795A7C57BA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6640" y="54392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F4CB9A-111B-44EA-99E3-6DCE2D06E4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9135" y="59552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DFDC7B-0960-46C0-B19B-8FA25C2954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9135" y="59552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4D3CB8-D24A-4F79-8DB9-4B43347834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9135" y="59552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247C74-5E26-475E-BFFE-CA663E13BA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9135" y="59552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9737D1-1497-4064-BFD2-4D79EE49B0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9135" y="59552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1F201C-2C94-4C7D-A9B0-3A07B37FA7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9135" y="59552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F9200B-03D8-4003-8E46-05410FF675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9135" y="59552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DCE294-7E28-4BA2-95EE-DBF77CA20F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9135" y="59552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353187-6206-488D-AF8E-BBCB3D5F5C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9135" y="59552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336309-9014-4CA3-AAF6-A7AA34B751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9135" y="59552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5B3083-0161-4892-8A05-8A961FD684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9135" y="59552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BEE099-BBE3-43D4-B093-DD52E42D6A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9135" y="59552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4C38ED-4673-4B95-8834-8F1C382A20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9135" y="59552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E7EBFA-83B5-46E1-B769-7914C9CC41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9135" y="59552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FED853-C955-4D95-8C29-2CF1D68498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9692" y="54246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1712E7-B107-4654-8C94-52DE50E187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9692" y="54246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95F4B0-A75D-4B0D-8EDE-E7ECE243C8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9692" y="54246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A67D52-0B5B-484A-9F4F-443B238850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9692" y="54246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EA410C-2417-4EFF-97E3-4FAD870BE1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9692" y="54246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10EB67-4AF0-4AB9-9591-A390D12291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9692" y="54246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13DE93-5124-4EE7-96AB-D5E3FFA825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9692" y="54246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B374CF-2B19-4CD8-8CCB-51A11BDA38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9692" y="54246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B03BBD-11AA-4284-BBBC-D2A5973378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9692" y="54246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393C07-D57F-47A0-969B-E283E1E223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9692" y="54246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F6B0FE-9583-477E-BBB3-83CA1C4DD0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9692" y="54246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56198D-56A2-48E2-AF4F-2087BE329C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9692" y="54246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AB9C01-7E81-4E1A-A866-C623E14A6D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9692" y="54246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2F88BD-77C7-434F-9771-18B6F0A116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9692" y="54246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669E56-4249-4A74-BC0C-F4BD65CA69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6465" y="49705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21E05B-94D4-4C0A-A57F-5F88CAF68F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6465" y="49705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23FB4E-5D3B-44F0-93BF-83E77D92D1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6465" y="49705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C08E51-F750-46D4-9932-3EF11A54C4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6465" y="49705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8EEA97-8E6C-472A-8769-BB59928423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6465" y="49705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1D71AB-DB11-4DF2-9A14-ED0A5FD83C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6465" y="49705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461AF4-F0C0-4BB0-9A1E-5CB0E50B85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6465" y="49705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4B5E38-BBE6-4216-82C3-186BD05727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6465" y="49705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38DC2F-4245-4BFA-883E-C472BE6403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5998" y="49571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C02052-9C43-4F3A-8ABC-0776FD513E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5998" y="49571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E05D27-FF40-4463-ACF0-52F1AA9000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6465" y="49705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CCD8FD-CC62-4A4B-8BBE-825C74D67C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6465" y="49705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D66E03-F1ED-41D5-A86F-CAF410C875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5998" y="49571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EA672C-3B97-481B-930D-CC23804987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5998" y="49571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453041-9395-4EF5-BBAC-C7CE7C7268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218" y="58082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87DAD8-93A4-4987-998E-219B864B8A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218" y="58082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92EB99-6CBB-4035-BB61-6A58BB0B6E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218" y="58082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BF43D8-4ABC-454B-AAD3-867EDDDEDF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218" y="58082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B47025-A7E5-4A86-99A8-280BBDF1C1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218" y="58082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A4CA2F-A299-4E37-B25B-EB2608FF8F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218" y="58082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F30230-6555-4A6B-997C-BA030BB2A6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218" y="58082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8AB00B-80D2-46CE-9BB5-979503225B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218" y="58082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675332-41AE-492A-B264-940B379391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218" y="58082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35C73D-E16D-4E6F-81C5-B8F0DFA90C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218" y="58082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E43DC3-4810-490F-A9B8-15416C08B1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218" y="58082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7ED83F-101A-4126-90DC-83256D198C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218" y="58082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FFB5B6-DF61-44C7-815B-41545944BD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218" y="58082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65C0D7-D91E-4CB7-A333-56DAD2DA21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218" y="58082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F5B263-C08F-437B-B94D-D578AB3465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075" y="58563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4DF990-BC45-4BAF-B60C-B25B7F4889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075" y="58563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14E717-1B8A-4658-B8EE-42652A9FBF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65952" y="58605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E24314-C691-4C81-98FA-643C4BE646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65952" y="58605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B763D4-2C0C-4B4B-A251-FDF6F88A65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65952" y="58605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8FB1A8-7A03-4CA1-925E-6ACD5E4DD2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65952" y="58605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060B5F-A276-4071-95B3-4B13607561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075" y="58563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C3EF3C-8853-4852-AF6E-721F4AB9F0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075" y="58563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557E5A-3E2A-4E9E-A958-FE05FE77CD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075" y="58563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89F253-409A-428F-B07A-9056F38C88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075" y="58563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A440BC-07DE-4C49-93F2-76BBBD0523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075" y="58563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4AD85A-B26D-42E6-8509-EF536AC012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075" y="58563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E05093-F26E-4774-9C25-1390F29477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075" y="58563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AD0A1C-9BAF-4B18-BF65-AEDAD04DDF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075" y="58563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B53D18-7EE4-4E05-9E7C-E5BF0252B5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0" y="65018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E7CDCE-D90E-4A27-9282-3D258E2AFE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0" y="65018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EB2647-9D45-4610-A4BE-639A477C8E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0" y="65018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E9081D-3DB7-4006-B824-8C8BA389FF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0" y="65018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291147-183E-4E94-BB50-728E6DABD4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0" y="65018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DEE347-4DCD-46B0-894F-5248056C4C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0" y="65018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95B395-F135-4ED1-B83D-60DC1700E5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0" y="65018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9EE82F-7AC5-4F0F-8890-311E9DF8AF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0" y="65018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38EB7C-F1CE-4945-B94A-4349966AB4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0" y="65018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30546E-AB56-4280-901B-98C4E03F0A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0" y="65018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E8E900-EF55-4C02-B279-482E0253FB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0" y="65018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F18446-DA11-45C1-A35B-5E4F529C76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0" y="65018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55FCA3-B435-4CAB-8B48-A14772A8F8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0" y="65018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2046A7-6C40-4BBE-95D0-54563AE08F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0" y="65018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266245-6B95-41E5-A5DC-72DB204A21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3633" y="50997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4F30CA-6BA1-4EA4-B89E-23AF77DAF3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3633" y="50997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A18864-CCEB-4C11-90E3-CC870E766D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3633" y="50997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13D8B7-CFC3-4A1E-BF9D-C05020E042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3633" y="50997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9DF74D-5EA9-4789-9E2F-F7D15EBB68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3633" y="50997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461B4D-D2B8-4C9A-94F2-78F6FE867C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3633" y="50997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88DD28-A2C7-494B-9166-5CDEFA3085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3633" y="50997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9D2915-B257-4A3F-A38A-151C0329DB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3633" y="50997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90DE58-56A6-4B8D-A633-29F295F170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3633" y="50997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09A91D-8B08-4950-93A1-E80B277595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3633" y="50997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E63E64-ABA0-4C89-8416-A31EE57EA8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3633" y="50997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1C6663-CC2E-4B86-9E62-BED269D03C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3633" y="50997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B0E18C-C08D-4AF0-A15C-8FE76D4CD0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3633" y="50997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DE09D6-E227-401C-B689-227BAFD2EA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3633" y="50997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723680-9B47-4C7A-840E-F46A64BE65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4501" y="56420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E48EFE-3C62-4CF5-A578-46CF67FE4D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4501" y="56420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260BC5-59D5-44FC-AB92-2E827249D8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4501" y="56420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9EF4B0-8248-4CE0-B72E-D2BB12C8C9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4501" y="56420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495A2D-68BF-4445-BB20-DCBF9FE2CA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4501" y="56420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081609-2FB1-4CEA-9B00-FA67A2B484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4501" y="56420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31E8B8-0730-468D-81B1-A0CEF98434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4501" y="56420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82E780-5E04-4F21-975C-CB303D99A8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4501" y="56420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A27A07-ADE6-4FC2-9DE9-B073DBDC54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4501" y="56420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431F95-EDF6-44C0-8925-D8918CA6BC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4501" y="56420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51D3E9-AFDB-461A-9863-2A2032705B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4501" y="56420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26C6FB-B322-48DD-BF2D-549E6783EC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4501" y="56420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728543-C581-4DC9-8DD4-FAF58D520E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4501" y="56420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506B27-DF7E-40EF-821B-31A19BC9AA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4501" y="56420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E5FCCC-BDC7-4257-A7CF-5568CAA73A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494" y="53675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6A950C-2383-467A-BFA6-5E92692A3B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494" y="53675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E41DA6-4DD0-44BA-ACFC-98CB774DB0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494" y="53675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5E20B2-5017-4276-8BC4-8661D4E496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494" y="53675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AD56C6-3BCC-4EA1-BAD1-4B5B1DED5B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494" y="53675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B7C6BF-23D0-4B48-BD27-4C3C5E7CE2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494" y="53675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9CE9E5-D037-48B2-8D30-EB81FD1984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494" y="53675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7BB4F2-4A7B-454B-A289-EF710C4C97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494" y="53675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42DC8C-F81C-4344-BB7D-790FEF9CE7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494" y="53675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EBC5E5-DC61-4B82-BD2B-48C7C557BC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494" y="53675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C5B238-3AC0-453B-8852-B2B93500C1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494" y="53675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7AD757-4E8E-47CB-AF15-8A2DCD035C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494" y="53675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300015-92AB-49E5-B96C-27A90B118A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494" y="53675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469F46-B44A-424E-AE02-3AF9938A1F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494" y="53675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1E7280-CF80-479F-B464-54A642F397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5918" y="53891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C62B29-FADA-405C-A7BB-154A927A9E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5918" y="53891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553634-A8BF-4C1A-B3C7-5FC0B36BEA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5918" y="53891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1D79F1-54AF-492E-AC5A-BE8DF9366F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5918" y="53891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6CAE80-8894-4EA2-B065-850E47A0F7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5918" y="53891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FDDFFD-17D5-448C-B97C-6BE6E0EE9D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5918" y="53891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230C06-4DD3-438C-99EA-76F3CD9F5D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5918" y="53891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C7D630-33DA-4B6B-89BC-47A65E94E2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5918" y="53891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DF41B0-BE61-45CE-A5A1-9FCC19CFF6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5918" y="53891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C4A504-5B73-4E8B-A08B-B379B0C9B4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5918" y="53891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6993DA-1793-4CAE-8FA1-441D94EAF1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5918" y="53891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6A9E16-52B9-4798-9520-6228F8DBBA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5918" y="53891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009099-807A-4192-8E5D-3126B8EF7B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4136" y="44164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BBD765-F372-42C6-A0D6-3C607C23AF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4136" y="44164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15C377-7C35-44E4-B4C8-C858418568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4136" y="44164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90C7C5-F1D0-4351-8DCA-95ED1BF97F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4136" y="44164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A4141A-A505-47C8-B633-783B5975F5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4136" y="44164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D151D7-B541-4315-A729-16E305EE82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4136" y="44164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B26094-5CF6-4F3D-A39E-F2871872C0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4136" y="44164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ECF4CF-3F4C-4AA0-B5F5-3C5647197F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4136" y="44164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C01785-5560-48CC-A6E6-C07BE31E6E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4136" y="44164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759C7C-24AB-4B9F-A666-6F38B6AAD8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4136" y="44164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5C7329-B17B-4A5A-AC3E-E2A468B108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4136" y="44164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E538E4-0840-4C4C-B27F-5332870B8B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4136" y="44164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20590D-ECD0-4DBF-8FA4-35C9A32CF6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4136" y="44164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6DDF52-F99B-4932-9ADB-C294625EC1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4136" y="44164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531351-B9FA-4E7F-8E84-373A682E6B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219" y="63682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077F81-0960-4173-A5B4-329E554F94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219" y="63682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CCC924-F318-4739-ADD1-90698E3824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219" y="63682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04251A-EB62-4F37-BDC7-53EA2E326F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219" y="63682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E6B2C0-42E4-4AE7-8AC7-5EDC2EB0A8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219" y="63682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2DA9D0-22EB-4123-9697-FB13E39D91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219" y="63682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E0A7BA-171E-4599-8D3D-7BF3004BB7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219" y="63682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276536-8D71-461B-9923-F7C2218E09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219" y="63682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8079F8-BC07-49EB-BA5F-6166F7AEE5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219" y="63682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36352A-AFC5-4350-B55F-B9F2273998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219" y="63682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A3A60A-A158-4FAB-AF37-A4F4D4B030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219" y="63682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32A753-F0D6-4FB2-9851-BE11A6B7FD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219" y="63682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0D69BE-4D8D-44A8-BA5D-89743B3377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219" y="63682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C56092-8848-4663-9E85-219E453626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219" y="63682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FE5EF2-C5E8-4AED-95B0-1831182DAB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845" y="55808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771D5E-1C9F-4261-87FD-9AE51AE93C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845" y="55808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497EC0-A24E-4892-BFCB-795986F348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845" y="55808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607DD5-2660-44EE-9BCA-51F338C608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845" y="55808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24F940-287F-4D69-AE3B-945C80172B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845" y="55808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108E32-5B5E-4D30-B2A4-9BEFFB278C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845" y="55808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EA0F8B-4A65-4F1F-BBA8-24E3987725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845" y="55808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4DF3CD-4453-46A6-AAA2-1B262D6FAD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845" y="55808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FDF8AE-3BF8-4675-86F9-55B82ED5BD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845" y="55808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13D07D-5346-4E7E-990A-B2FB2ECBFF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845" y="55808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894442-7FDE-4C2D-A0AC-AA5BD86C61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845" y="55808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E03300-8B1E-41EB-BC40-EDEDB4AB80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845" y="55808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B2BFFA-6602-4BE2-86C9-81B2604A54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845" y="55808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7FD6C6-FA78-4451-9723-A672603AD3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845" y="55808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F70884-26DE-48CE-B240-276BD7C8C3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1887" y="68641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DAA246-5918-4320-B09A-0209FC1D26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1887" y="68641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24BBCA-C122-4A43-9759-093F718333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1887" y="68641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7C5CA8-D1B1-4A60-99C1-080060D6B8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1887" y="68641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B04136-6859-4AA3-A6E2-29F0C6CBA7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1887" y="68641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1447D3-396C-4750-A835-5A6C59AEF6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1887" y="68641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7D4B12-9DBE-4E60-8031-642AB9A141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1887" y="68641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9ECCEF-ADCA-4403-8EA5-392B95E3E4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1887" y="68641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81B751-6095-40C2-92CB-D1FB4CBADC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1887" y="68641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D4F0B9-D489-459D-8344-81BC45FFC0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1887" y="68641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4BBAD4-4372-4CA6-9A11-009BF7A50B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1887" y="68641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00B826-97D6-4F7D-8C6A-3DF3AE9395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1887" y="68641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7635D7-FAE2-4B57-9C46-CD759888D9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1887" y="68641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8F75F3-84F8-4784-9ACA-4AF951033E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1887" y="68641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7A7BAF-A165-45B0-80E7-58F8E8BD10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5161" y="55049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2E94FE-BCF4-499D-9350-B8101C24AF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5161" y="55049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8A0137-891F-46C4-9173-3C8441A8E0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5161" y="55049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FB616F-F829-43A9-A085-D7E1B552B6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5161" y="55049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5A9A70-D9BA-4DB2-BC98-78718F5889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5161" y="55049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CB9456-DF33-405D-B85A-FFDA66EF0E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5161" y="55049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8945E5-076E-40F4-9D02-15D588E9AC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5161" y="55049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090C42-8A9F-4EC0-92BA-3CAEECE4E6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5161" y="55049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A5E951-F19F-40B9-8D7B-75C5DFABC0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5161" y="55049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EA7084-654F-42EF-B1ED-FC5841A42C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5161" y="55049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2FBA65-D0E4-4EDD-9B17-845C87504F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5161" y="55049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ACA26A-82BA-498D-BB01-0A600B91E2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5161" y="55049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9513E1-0EEF-4EF0-AD5B-94BF37B498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5161" y="55049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589111-CE38-4E35-B098-3313FB008C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5161" y="55049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10AEB9-01BA-4DAD-9108-BBF973E041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499" y="64237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3333A2-0635-4FFF-9483-140C873DD8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499" y="64237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3065BA-C2EE-49DD-893F-9BCB9E79CB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499" y="64237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01A2D2-25F3-48BA-8019-D7840D2F56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499" y="64237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5B64D7-B0F8-4295-8F0E-963ABE2538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499" y="64237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23EC25-0BC3-4920-AA97-C56AC0FAC2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499" y="64237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BEC1C6-58E5-467E-AB73-F6EF3200B7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499" y="64237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943F28-DF87-4C57-93D2-FB63B92119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499" y="64237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50D598-3464-40C8-991C-4028FFEC5E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499" y="64237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54227F-71F0-4964-AF4D-26CD303FCE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499" y="64237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E8E83A-2160-494C-95B6-FD7D4638A6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499" y="64237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25E1C7-726F-4EAC-9C73-7A1133BF6F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499" y="64237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BE0DEF-A7F6-4CF4-AA41-0836FABC4E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499" y="64237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36D992-2A38-4D44-855E-C7E2A6A070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499" y="64237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6C5691-25FA-4718-A06D-1B07F8757F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270" y="53001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733946-F040-44D9-8D4E-2B48164C7B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270" y="53001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C28D49-6541-4CC6-B53A-112E7EDB20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270" y="53001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FD1CEE-CB04-4F2A-8169-16DEA5AF1B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270" y="53001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733D19-26B4-4F36-BE06-01E797D70E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270" y="53001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DFD785-C997-4673-BF21-6DC11953A0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270" y="53001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B635CE-16F0-475B-9FB7-84B96DF27E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0808" y="53196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E3FCA6-62E7-45BB-B59E-940B42500A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0808" y="53196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2B974F-0B50-4484-B19B-B9B8EDC2D7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270" y="53001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FDAAFB-45C5-4585-988C-CDFBE22651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270" y="53001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560881-5682-4E33-A63D-7AF9A01228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270" y="53001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B8EF3A-B44E-4362-8BB6-EE7559DE7E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270" y="53001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8BAA5B-A0EC-4C64-BF65-8076C7D18E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270" y="53001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E13578-90A1-4C14-ABD8-AFC8CEB82F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270" y="53001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249E8F-0BE8-41DF-919E-725AA71F50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7289" y="58883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CE9204-88A3-4096-B8AA-800FA5424E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7289" y="58883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9FEF86-3B80-487B-852A-290CB14D8C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7289" y="58883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F0836F-CDAB-4516-9986-F2F2A9E289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7289" y="58883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F455C3-475B-4A99-AD05-819665059E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7289" y="58883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D446CD-65BF-4B37-B3EB-A0CE74BEF2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7289" y="58883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6D876A-CB80-4601-9BB6-2B6C0B863F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7289" y="58883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89AB8D-C557-4333-B50A-7CB6BC018F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7289" y="58883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0FFC6B-73E9-4E19-8C22-F05EADA517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6313" y="587388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C49CB9-76FD-4D18-904D-7C05C4428C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6313" y="587388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956600-F39F-4F81-AE95-00C6BFCE19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8762" y="58882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1F0212-6240-47AE-BB56-70A8693473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8762" y="58882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516CBA-FCD3-40AE-903F-2C5A456A46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7290" y="58883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7EA55D-53CD-483B-8BD7-AD92846E9A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7290" y="58883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32AA10-273C-4F1A-AD06-31710B2FA4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8032" y="57645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62BC1B-A409-41F7-BC64-BA847C5A22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8032" y="57645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5AA07A-4396-4549-AB0D-B7A724C5DB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7429" y="57703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40CEA5-1251-4C55-A866-5E9CFC5FC3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7429" y="57703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B49675-9413-4D66-AAF7-D900CBCFD8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7429" y="57703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F60EDF-6001-486B-8EBF-0C6D46D0DE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7429" y="57703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7BC864-2076-4D08-BD83-45977DE6B3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8032" y="57645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A7FB8D-09F6-4180-96AF-1F8FFB959C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8032" y="57645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CC4AAF-9749-44C7-A2E4-0AEB3DB5C7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7429" y="57703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C76979-B765-47C8-B72E-69E0F29DB8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7429" y="57703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4D1AE3-2F17-4692-9D8A-B505D06FB9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8032" y="57645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18C3C6-13BD-4404-B8B5-5F838FB0C7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8032" y="57645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00F3DD-6E1C-4D51-AD79-D94821444A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7429" y="57703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E55A5C-0113-444A-9EC9-5E107EC0C9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7429" y="57703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FFB779-1024-4E5F-9845-167BEC2737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5677" y="51398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469D41-66F4-4628-92DF-71121E6B3A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5677" y="51398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D3405E-85AE-4C18-ACD3-3F61ABFCC5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5677" y="51398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B3FB2B-2235-4041-94EE-154BE8BFE0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5677" y="51398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E700B2-FE78-42F3-83E6-684476D805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5677" y="51398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926AB4-F9B7-45B6-A4A6-5202FE09DD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5677" y="51398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1F83C5-5C6D-4873-8B51-34C7C39FD7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5677" y="51398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7F1474-06D2-411B-9EC8-CED66E3C38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5677" y="51398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F1BDB9-DF0E-4235-9D66-36E17A24E9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5677" y="51398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0F748A-F8C9-4AF8-A097-EA91C4D600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5677" y="51398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C57AD9-2F65-43C5-BE2A-47A4087FAC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5677" y="51398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7BC554-1430-4757-A0D7-E40F3215A5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5677" y="51398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7D280D-A878-472A-80C0-107E53466C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8871" y="59509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463C54-3F96-4F54-8847-2D839D2F3E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8871" y="59509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D66660-68CF-48B3-BEC3-65B28945FD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8871" y="59509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3E5359-1824-4C83-BDFB-1EBBF62109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8871" y="59509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DEF1FB-E926-4B1C-B436-AF0E53A8C0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8871" y="59509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DE86A1-7078-47DB-B2A1-EE062D51DA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8871" y="59509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B46082-BA32-4599-9925-24DA073D15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8871" y="59509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720689-A690-4416-82E3-A033BAAB36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8871" y="59509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1E8390-3E48-418D-B98C-FDC3DF71B0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2392" y="59646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97FEAA-8F07-44C5-8548-4DE00006EF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2392" y="59646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61AA9B-FDE2-40F6-BD9A-263CC2D0EF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8871" y="59509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9483B5-BFDD-4AA3-8E33-4C0EFDB2E5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8871" y="59509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22B355-781D-45D9-B001-FF3AFA9640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9128" y="59475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4D41CC-502B-45F4-BF03-21EB502264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9128" y="59475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FEAF72-DBC7-4E52-8401-B2E1C90348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056" y="68585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6E6299-0A19-4492-8FF9-A18BA540BE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056" y="68585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66FDE6-3D5C-448E-A8CC-D13D45EFEB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056" y="68585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E2EF22-A0E8-4322-AFB1-1C0142A423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056" y="68585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C4A08D-4EB9-435A-9DF4-E83252B0A5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056" y="68585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412C06-E814-4C8B-84AE-F1DD196B0C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056" y="68585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A150FB-8996-4DEB-9A20-3AE0734BFB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056" y="68585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D08933-5236-4EA4-9B0C-A1EBD8707E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056" y="68585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CAD63E-A7AB-4862-BE28-137E7952AC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056" y="68585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EC536F-D678-4807-BE7F-D33BE61A58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056" y="68585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2001DB-8145-476A-BB4B-977C448E10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62974" y="68608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927CB6-42CF-4948-B5CF-60EE727F18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62974" y="68608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0A860F-D3F4-46BF-BB8A-1D1CDE6218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62555" y="5793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4D4A1F-1779-499A-9591-733949C282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62555" y="5793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F98AB8-168D-4CF8-88AB-A1513F32F7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62555" y="5793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E47E74-CC08-45A0-920C-033DE269B1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62555" y="5793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7B0715-DB38-45D4-98EC-5D9C9ABEB0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62555" y="5793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60989E-33D9-4621-BDCF-5F9A5CB63C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62555" y="5793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91A5DE-3655-4562-B093-706F57B76A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62555" y="5793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D23593-89DC-483B-A30A-A0C971200E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62555" y="5793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BF4817-63CB-4683-90AC-3C11AF1895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62555" y="5793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F52EC5-2AB6-461A-84DC-41113FAAA4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62555" y="5793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0B0C54-EF8F-40EB-A2E0-1DB57BE39F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061" y="4716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05BD0A-C698-489D-8A67-57937E061A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061" y="4716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03ABC3-D665-4E2A-90BD-B282392CAC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061" y="4716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33CF50-A50E-448E-89EE-1E16BF52A0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061" y="4716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B1AFBD-D2C9-4864-BFEF-C4652A1038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061" y="4716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77410C-59FB-421A-B42B-092F7DFD3C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061" y="4716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AF6005-9AB8-4806-9A95-71A2495FD5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061" y="4716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368B62-48AC-42F3-A4D4-C385E1E3DE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061" y="4716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6CD168-D803-471A-989F-16B4E1A545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061" y="4716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09911E-1A75-40AC-8F18-B80F4061C7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061" y="4716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F193F3-CA75-4F40-994B-9051986749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061" y="4716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F8E979-082A-45C8-BEFA-900B42EC3F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061" y="4716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90E031-795B-42AA-B3BC-5BA4D61231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061" y="4716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C0D51E-DC2B-4CC5-83FA-C8E0C6C8F0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061" y="4716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5076BF-1178-4E3C-B7A6-8484B8FC04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2640" y="68873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AE8508-1BA5-4433-8256-6DA88B7D09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2640" y="68873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85A82F-F682-44B3-AC97-92D52A3C92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2640" y="68873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A352AC-05C2-4342-8B1C-0F49E85C56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2640" y="68873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8EEB81-4A54-4A79-A0F9-652F17D677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2640" y="68873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057E1B-F206-41B8-90F5-10CF5AC75D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2640" y="68873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2507A8-19FE-4FB3-91CE-545429DB2E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2640" y="68873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4D12C5-B9D6-4D52-B3B7-0D99B88657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2640" y="68873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EF4245-B901-4D54-8026-E539AC3D27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2640" y="68873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914270-AD88-4DFE-A2D2-B15AD1CC9E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2640" y="68873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9B85C0-C555-4102-9ED9-E6E839349C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2640" y="68873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6B509E-DF76-45EE-A257-428DCC83D9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2640" y="68873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AD8709-012C-4B3F-9C82-425C43CEC8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2640" y="68873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E78010-0C9C-4179-A648-E4793BAAA1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2640" y="68873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CBCD9E-8EBC-4407-9B84-C81F2E4775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9137" y="59552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107ACE-D427-4405-B047-9C8E314E31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9137" y="59552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89A433-87D4-4AD5-A2C1-7FD73A3F08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2640" y="68873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D902A1-0DAB-45D7-9675-8DB51B314F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2640" y="68873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04F69C-7A02-4DF7-99E6-E80485456D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057" y="68585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573B6C-5548-4D63-BE86-2E62853E0A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057" y="68585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90BF66-7C59-4D0F-BD24-663862EBA7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057" y="68585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55402D-939A-4B9C-A9A8-F6CFB241A5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057" y="68585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11EABC-4B1A-482C-9FCD-0EF0673E21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0668" y="50103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12E654-4656-4269-ADAA-A01D10C86B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0668" y="50103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6884DA-4FA8-4513-B25C-E659F610D8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0668" y="50103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709A6C-B4A0-4365-A220-35EB2155F4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0668" y="50103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E0BC4B-BE39-4BDF-961F-A21DF05C80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7429" y="57703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0DD567-1063-43B9-BA1F-92DB953B08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7429" y="57703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54FC27-3C9A-4F04-99FA-ABBBB2219C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4502" y="56420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29CA7F-64EB-48DC-B7ED-750F8AD7E3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4502" y="56420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02114A-13CB-45D0-AA8B-A86072BD2F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061" y="47166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2A392B-0634-40C8-9173-DC256D681D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061" y="47166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4C76A1-BC2C-4C4A-9926-6A8C0CFB11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1887" y="68641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C7962A-1B88-481F-BF92-149DFE7721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1887" y="68641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2B9322-7B63-40CE-815E-AA6A91438E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5400" y="44661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EBA617-23BB-464D-AFA8-57BC5E069A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35400" y="44661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DD0F19-4B39-4D2C-888F-293AA3E6B7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6642" y="543928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8D658E-44B9-474C-9A25-D7966E659B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6642" y="543928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CDAEB7-A689-4C7E-A269-0ADE7994A0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0045" y="58298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DC43B2-D8F8-4784-A2BB-D91AACE578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0045" y="58298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F98E03-27CD-480A-8940-C1C436EED2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300" y="53520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17C638-A0E0-4770-B326-266EA87E01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300" y="53520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4A868F-1F9F-4583-864F-B276D94D85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6747" y="63080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19FC8C-252B-45B5-A5B0-2092D086C7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6747" y="63080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C7F92C-089D-45CC-81E6-3A0F903AC6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62555" y="5793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0A67FE-BA71-4351-9D64-1BCD7BAB46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62555" y="5793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3AF897-6C2C-4FA6-9EC3-27F5C6A0D7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451" y="6382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535A81-CF2F-4546-A25C-AF27F5A4AA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52451" y="6382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F01515-1D56-426D-A4CD-B7A38E3EEA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6746" y="63080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848615-20F1-4651-8262-0BD3669912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6746" y="63080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CF9BBF-9941-43C2-BAF7-1F2FD1B8D6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7428" y="57703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2C17E5-B37B-498E-AB52-2FB114C4EA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77428" y="57703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E079DC-6D26-4967-8ED6-1CC6B69ACD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270" y="53001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9EAF4A-B887-41F6-B09D-49DCE3ADBB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270" y="53001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05EED1-B967-4ADD-A8DB-952C730156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0" y="65018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BD0A8F-0015-47D6-90EC-5967B258BD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0" y="65018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1DB9EF-8B42-4EE1-B681-C261B5D7B8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9128" y="59475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5569A4-425A-4933-857B-CC46051F01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9128" y="59475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C97128-5BBF-4B4B-9DC5-685185AF2C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8032" y="57645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AB15F6-4425-4351-AB61-47D399476A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8032" y="57645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ED24EE-8B3D-4525-8B4F-BD1A37C7B1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220" y="63682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A442F9-0430-4503-A40F-437C7D4D32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220" y="63682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7002AC-5B14-4101-AD51-EEF4DACC29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6642" y="54392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9B62CF-6AC2-43E0-9397-3FCB44A81E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6642" y="54392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38D63B-2604-4226-9511-222C520FE8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768" y="59308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28AA29-70C6-4148-A2AB-D38B61151C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1768" y="59308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80A439-2B64-4102-BC01-813C80B73A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3699" y="56958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D6F588-11DF-42A6-B0EC-33D64FF3F2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3699" y="56958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D760A3-11C5-4E80-9628-FAD9948559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3339" y="540277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3AA376-AD91-4F66-BA14-30F9F869C3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3339" y="540277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29A871-4348-49B0-9F72-FD6B7D11F6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2640" y="68873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2EB4D5-32A3-4C8A-82D0-91EEF05820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2640" y="68873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78D2D5-B0E3-4B08-B0AE-F01D4F9862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499" y="64237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8DA53D-1228-433D-9317-A4641F18B4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499" y="64237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B1BC2E-ECE9-4505-91FD-E9DD4E9D42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070" y="51678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58FA63-BA39-4F39-A4B4-4560ECD3B4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070" y="51678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F70200-3F6A-4640-850C-9779B25C25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270" y="53001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B60E61-4EC7-42D1-B332-DB4FD9390F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270" y="53001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D9CEFF-2320-4E8A-9316-7466B3F3F7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4170" y="5855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223917-A210-4376-AEDF-B25D352929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54170" y="5855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464332-057D-4D40-8DF1-A8305A6E9E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8032" y="57645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417F55-279E-4904-A4A3-625C32EABF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8032" y="57645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C6771E-F62A-4BED-B744-353079A945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270" y="53001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88083D-5613-4302-AED7-31BC46E432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270" y="53001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EF5CA8-0497-4792-9AEA-21F6B21AC4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076" y="58563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6CC019-A877-4175-BFC7-5C609ABEEB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076" y="58563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88CBBB-9046-48AA-BEBC-69650C78E4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076" y="58563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8B0674-E53E-4346-AF04-DAA8F20FB3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076" y="58563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486B50-C133-42BD-9058-A0BF337C9A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0119" y="5873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D5AF85-F813-4018-8063-2BE3605E62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0119" y="5873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3ACF18-A48C-4ED8-9A53-80EB50FDD8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2338" y="51265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75F4A8-6A0B-4339-9316-406A3023C3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2338" y="51265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2DD224-B8D9-4E4D-87AD-B1EBD889C6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301" y="53520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571F4D-6BC6-4377-8055-0285CE690A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301" y="53520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0EB6A6-5244-47A3-91D0-E34CDFDB2F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2640" y="68873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7D0DAF-21BC-4247-892F-BE7F58EB8B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2640" y="68873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D1EF0D-A89D-412D-8FBB-4438AD64A2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4502" y="56420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14C330-3764-4CB1-B29A-877D0B0C66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4502" y="56420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3E2E9F-6595-4C80-8BEB-A098C05234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5161" y="55049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C24D86-22AF-413F-AA68-7009577EA0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5161" y="55049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C43851-7DEE-4DD0-BB04-EBF064AC43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6747" y="63080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A26677-1914-4B34-89FF-A31509887B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6747" y="63080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0552A1-3D5D-4A83-8B94-6DF55124BE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4136" y="44164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EC1415-992D-4ABC-B38F-0A2E9EE270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4136" y="44164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759BD1-665C-4E0A-A9E0-C765C69A2F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4501" y="56420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548B93-D747-403F-B0CE-57444D7458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4501" y="56420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79111A-8733-4FF2-9629-15D86C0916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9135" y="5955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71278A-3F26-4C90-A890-AD3F6EA2C4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9135" y="5955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1C8E80-9CBF-4873-93BE-ECDD5F0825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1809" y="588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0D291F-E375-44E8-88D7-855593B1A5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1809" y="588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58EAB6-ECF7-4B3D-ADB0-ECA52D17E5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6879" y="56656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D70533-67BF-4EF1-A058-D279E3D417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466879" y="56656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60BB7D-1368-4006-95CE-FCA2B25AD4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9127" y="59475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71E500-B4FA-4307-A90A-60ADCE500B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9127" y="59475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71F126-FE00-4F01-9E9B-590617EB16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494" y="53675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00CA15-7592-4689-A0E9-DADB3EDAA8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494" y="53675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2887B6-A56B-40D2-80E7-E092751139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055" y="68585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416DD6-45D6-473E-A9AC-D7D85834F7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055" y="68585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F9A7CD-81C1-418A-9BB1-F13DC101C5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4135" y="44164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00576A-4EE1-4C06-A3C8-34295DE6C9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4135" y="44164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90616A-4E24-4211-A5E7-1059F8DD58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4500" y="56420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4464A6-B4D3-43D2-8286-5670EAD5D0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4500" y="56420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7B8F2D-A4FD-4392-AD46-6926E2F238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9502" y="61069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603B00-D073-49C8-9760-E1691456BF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9502" y="61069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7B969A-D432-46FA-A3E6-73B120E2EC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6011" y="4942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17989F-83F1-41DB-B7D1-1989C59270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6011" y="4942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0BA9E7-C41C-4420-A88B-E706B56B85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218" y="63682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A4D8A5-8BF1-48B8-B42A-D72D671CD4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218" y="63682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D7452D-8475-40B8-8E9D-CE57BBB27E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217" y="58082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7A3930-2DEF-4527-A10D-6469C685E4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217" y="58082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A9A08C-E8B2-4C9A-AA5C-6090E762FD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5997" y="49571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56B5C4-B5FB-4E06-B2FF-083CDB7DC3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5997" y="49571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E7C5AA-29BC-49B3-A2C7-5C4E98B0C5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3631" y="50997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0875F7-9A3B-43A6-958F-DC7DBBF5B0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3631" y="50997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113D78-D952-4535-98A6-D568C4E0CA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073" y="58563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6E5A79-1E8D-406A-B3A9-E51CFAD5EA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073" y="58563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816205-B220-4AA9-94A9-B95EA764C1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9197" y="54970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6EA76E-3C07-430E-9D8B-66F03963A5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9197" y="54970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92F09A-F1A8-483C-88A2-E1B2F45885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6745" y="63080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370C1C-08EE-43A8-A2C5-9CAEC6083F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6745" y="63080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B4D40D-DEE5-472B-85F3-C8BF988871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9690" y="54246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F612E6-EFD8-43C9-9048-26FD7BD143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9690" y="54246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77C7BC-5200-4D68-B81D-E458C569F0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217" y="58082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86B5E1-1BEC-4639-BFE5-36246A53F0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217" y="58082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0F886B-398A-4F2A-BE39-B172B57332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217" y="58082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9CE5DA-3592-4719-96A4-3AC7833707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217" y="58082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C8AC2A-1F46-4376-8144-87AE3625D2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067" y="51678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BDA795-AE5E-40D9-9250-5F6942E3BE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6067" y="51678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7FBC40-71C3-4C93-B350-D931AAF40A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2390" y="59646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FBBE97-C866-470E-82FC-3A4F48D0BB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2390" y="59646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062DC0-D349-47B6-92C2-8BB47A1D0E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5159" y="55049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4A7DDB-87CD-4166-8846-5263331506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5159" y="55049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22BADB-DE73-4595-A0CE-A34D112636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298" y="53520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5DB243-DB7C-44C1-97E4-BC521A3994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298" y="53520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9B025B-11C9-4894-AD44-DAC14C47C3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2638" y="68873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B5350F-B126-41BC-84A3-63553505D1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2638" y="68873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DB30C0-3BFD-4027-8A80-C24B9B5BE9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1809" y="588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E6456E-69FD-4D01-88C6-11529D46F5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1809" y="588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7C0E92-35C2-4B74-8539-DD64EDA13A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269" y="53001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32E151-D013-40CC-A5D3-815C4C7F93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269" y="53001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9382F2-5D27-4E1F-8910-621CBE7DD8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269" y="53001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A48D9A-35BE-4DA8-94A4-ED8C809944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269" y="53001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BC7391-409F-4A09-973F-B7211699AF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1809" y="5882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9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D6B17A-06CD-4194-BE2F-56FA4C2AA6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1809" y="5882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9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811C87-6FFE-45D1-AF8E-7A506AF9C2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849" y="4949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812782-67B4-43A5-B73E-AD73D4F278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849" y="4949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10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380759-6018-4E5F-B0DA-36EDAF0C39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059" y="4716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C5CAAB-0EB9-4172-8017-E556F55E05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059" y="4716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100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726FB4-23A1-4010-81C0-2D45395B80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059" y="4716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FA1908-5D09-4DA2-8821-E37EE686A1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059" y="4716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10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321A7F-5883-4C92-8811-5614103907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269" y="53001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8C6240-A270-4EA3-ACF5-4BE87286F7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4269" y="53001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100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58681D-3D6D-4138-9480-5BADAE178C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9126" y="59475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91EFF5-FABD-4939-A575-CE36D3674D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9126" y="59475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10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0B164E-C823-459F-89EF-B1E3626F7C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5676" y="51398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249848-0A40-4899-A012-4E452DC1CF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5676" y="51398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100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B64061-ED28-4B1E-901C-F08E40C830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7288" y="58883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B918D4-26D2-4FB7-8A72-3EB9912B71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7288" y="58883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10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FABDA8-D1C7-4385-B89B-C8142ECC0C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493" y="53675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4B6498-C973-4ACC-B9C4-4A629E38E8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50493" y="53675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100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A6C015-DEB1-4AA0-B8FB-C20A89E622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1885" y="68641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1DC78D-7861-4986-B4A4-A6C352CC7C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1885" y="68641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10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9BAE06-92D3-4256-8B6C-6D576CDF62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8029" y="57645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CC4C89-6EC4-441F-81C6-E6B233577F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98029" y="57645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10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B6F2BB-D480-4F68-81C4-5878615CC9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0042" y="58298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EFBF8E-76E4-4C4C-915B-DD6E1D3E54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00042" y="58298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10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4E125B-CB5E-4366-AA19-5A09CF3A69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2637" y="68873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A0E116-B919-440F-82E3-69B1145780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2637" y="68873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10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596EB2-D620-415A-BD70-4C8BD1E90A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058" y="47166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4020B2-2B8A-4E70-BFC4-2B3F4963C4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9058" y="47166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10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F7638E-FAC3-46BF-BB2F-FDF47A47C1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843" y="55808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D34FAB-B6A4-4885-83B6-9FAC386337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843" y="55808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10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DBF425-28F6-4698-9652-06080617AE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1885" y="68641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0EF09E-6874-4F4F-9577-8336A9FA86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1885" y="68641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10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F5442C-440F-4624-8E3D-441157B12C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6011" y="4942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8A92E6-535C-4316-95F8-12D94E4DCB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6011" y="4942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10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D268A1-9EB1-40CA-B98D-4CF66B5C59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4500" y="56420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2D5364-FC51-45D0-8204-57199697AD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4500" y="56420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10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A1C2E5-B80F-4286-BF88-85E7E15D96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0117" y="58733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2BB675-F8A5-47DE-A316-D4E3300537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60117" y="58733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10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D2DF2B-B731-4143-B042-3B97849A8F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5804" y="48873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11C427-2788-42F9-AA70-706E03FF6A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5804" y="48873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ECF9F9-AD74-4AC3-8CF0-3454C2E6F4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5804" y="48873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C67AC4-4951-48B2-9E98-AAA167BBDF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5804" y="48873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40687D-0056-4891-966E-226E040D6E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5804" y="48873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EBEAE5-B4FC-4FCC-B9FD-D14542573A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5804" y="48873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A2C72A-6AFF-4D60-AB3A-308E41B296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5804" y="48873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056D71-DCE6-4572-87A7-D6A0EA7F21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5804" y="48873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ADCB1C-24CC-4BDD-8327-2AAA9391D6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5211" y="48802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EC7D3A-E29A-4F4E-91C5-D5644AF8A3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5211" y="48802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7E1337-58F0-489D-9B71-C4BF01BB4B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5211" y="48802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49FF96-DDBB-4997-A399-73A1BD38F9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5211" y="48802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788B78-CEBE-47BF-8321-415C197BA9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406" y="49069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16E68D-3F17-4FA7-A01D-9E0CD39829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406" y="49069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2AD8C6-6FE5-4FC9-BA50-3F3A0DE025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406" y="49069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AECD5D-BC90-4E0F-8DDC-39E60FEBC2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406" y="49069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A9B7BC-D179-43FE-851F-C844D9E7F8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5211" y="48802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24718A-2107-437D-9785-3B23AB32CA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5211" y="48802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CFEED6-86B2-4128-926D-DD8DAF5EF2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1324" y="49136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003D2E-E50D-4397-AD19-96608154E3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1324" y="49136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D8AA38-9728-45E5-81CD-406DE8306C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5804" y="48873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510F39-B5B0-4E7E-B398-AAEF873E2C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5804" y="48873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A70BFB-898D-4C0F-BFD7-54B983972B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5212" y="48802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2D2FE5-9334-455A-A26F-E8079D2F39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5212" y="48802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E7C6EF-6AFC-4715-96BF-CD153AADBE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5804" y="48873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002805-5D05-4C9D-B535-4374936695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5804" y="48873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6F16E7-3919-489C-9DC7-624BE52F89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5804" y="48873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C4B2FE-7374-41BC-961B-BC0102F440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5804" y="48873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DA0764-5F08-4DD6-B9F9-E00CA3B835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407" y="49069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945288-C094-451F-97D5-B9DE7CBA78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407" y="49069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98495D-DD66-4325-B7F9-78E75E9211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5212" y="48802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C23F44-96FD-4246-A37E-F8B6567C14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5212" y="48802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5B70B3-5F3D-4863-AFE3-38248C65B5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1325" y="49136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C1D030-44B7-4214-B6AC-CC9D231AE8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1325" y="49136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164536-5294-445F-A651-421160E583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407" y="4906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A24660-66BC-4A27-A2C5-1EEA939BD9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407" y="4906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ABA0EF-1A4F-49CF-A22D-D4953609CE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407" y="4906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809BF2-2E82-4960-8E4B-DA3EED39A9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407" y="4906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0D0209-FB1B-4DA7-BCB4-15F35FAB3C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407" y="4906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7C4385-4301-4F0A-8381-5682B3797C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407" y="4906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3E0404-790D-4B51-9D28-E346C5A391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407" y="4906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F042F7-CEF5-4C22-97C4-4FF22A6FA5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407" y="4906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C6B46E-7845-4A2C-A719-0BEA07A246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5804" y="48873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9A2076-0DF6-45BF-8491-BFF55A6DF5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5804" y="48873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3A2784-B58C-43EA-9097-1517776B14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407" y="4906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1F8A57-146F-4B10-8631-2C4A49F2F0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407" y="4906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AC18D6-73B2-4BDF-8136-EF41EE92CB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407" y="4906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A19AB5-1023-47BC-B700-8FEF25F696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407" y="4906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857251-0FFC-4A31-8170-C66A534ABC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5804" y="48873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682CD3-5338-4514-835A-7C546E5E40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5804" y="48873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F791FD-8D7E-4493-B0F1-C316108AF1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5212" y="48802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5854C7-E29C-4BF9-BAA7-5262E30464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5212" y="48802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2F30C5-DAAD-40F9-9143-71D5FF5E55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407" y="4906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4C7A40-9A7E-4E23-B4F0-5C2B849DB0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2407" y="4906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212E49-CD0B-4015-B6E6-189D150BEF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5804" y="48873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D27902-E05F-4B75-889D-A2130CB9A6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5804" y="48873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D1EE3E-A34D-4CB8-9277-66341DEA74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5804" y="48873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B6D259-A803-440A-8AA1-4BC633991F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5804" y="48873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8733A7-C91C-4A44-BEB0-42DC8CCD93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5804" y="48873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90FD86-D4F1-485D-B57D-8AF9DE1171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5804" y="48873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39046B-4372-4D61-9EF6-80EE5A199A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53DA6D-7B3A-4AD5-9CAA-37BAC17D36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2FFC16-59DC-4D10-82ED-D40D76BEAA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E1DFE0-F179-4789-8572-3D33453481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1B48C9-E0A9-43F8-AFEA-821CB276D9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EC9598-7B32-4685-A1D3-D1487E0151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FC49B0-051E-4B2C-9635-5C25D42DED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625AC9-D932-4BCA-9D11-46D7177C70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0DBF92-6751-453A-B49E-8BEB0DB92B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773C0E-034C-4D61-8B4C-B8D9C28F54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F21D28-1B38-490E-9F15-04DDE3ED10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CEE29E-CB66-491F-A6C1-954D044405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E31134-A87F-48A3-9E7D-1836310B9E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3598" y="63599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2A4C97-A72A-4CA9-BFFB-33964923B0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3598" y="63599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CDBF17-E898-4C74-9A14-5CA6F73B20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5AADA8-06E2-4B17-8EDA-BE7E2EDE89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47B202-96EE-467F-99D4-44C4B2F87D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9B0F1F-3C08-4437-B12A-FBF7A69F61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E2CA79-D8C8-4F74-ADCE-C9DAA667AC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0505" y="63329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0BC029-68B1-4627-9C11-E8B73252CB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0505" y="63329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D82374-FBD0-4626-ADFC-852454E4B2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D21C6D-17A5-4D77-A1CC-5B5240049B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3EFD16-694E-437E-AE93-7C0463ACA1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907597-EE6E-422B-BE9E-4203BB113C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11E0FE-F698-4DDB-9649-38F574156B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B84DC9-E36A-447F-8DB6-E0735F5F5D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1D751F-0E2D-4106-ABDC-FAF2DA88FC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FCB730-EFF6-4053-A7CD-06DA439904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0ADE0A-94C9-4DEC-B624-F0BA4DADB6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07129F-A759-4A6D-9A8E-31213B36EF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4E2068-1262-4135-988D-ED810FEDFF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1075BA-BE1F-4CB1-B561-EB7181CD89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4DC4B2-5F95-45B1-905B-36DC2A75CE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0505" y="63329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3EBD0C-4AB2-4939-88BD-F168B49BCD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0505" y="63329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29AF76-BFD0-4841-96A4-37FCD722CB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7A0BCD-773C-427F-B492-4CE8E82719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F5976B-E2DC-416D-BD98-9B042CFE6C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0505" y="63329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319BC2-DC8F-42E0-B99D-81EB8B2D40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0505" y="63329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93D1C3-F8F3-4842-AE87-4094D3FCEF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0505" y="63329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B6EA73-B51F-42F9-9AE3-F8AA98AB87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0505" y="63329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1C739E-9245-436D-9227-66CFF31810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0505" y="63329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60A719-4257-4B51-9E2F-8AB421DA6D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0505" y="63329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E8DB64-FD7D-4F25-AAB3-ADD9C67E97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0505" y="63329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F60AF2-AA0E-49DE-BC09-F6ED0A952D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0505" y="63329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311C5A-074F-465F-BC25-0D276C02F6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3598" y="63599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1A4301-B9F0-4C2F-8216-36A11A3BC1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3598" y="63599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CA7A58-6B24-478C-9F0B-E762E03532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3598" y="63599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DBB5A3-14D4-4E64-8F24-14633A341E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3598" y="63599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7F49F8-68B6-42E3-9234-B745CC57AF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9DECAF-DB4C-4392-922C-988B533141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8F8FFF-258D-47BB-8BC2-2117E67139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0505" y="63329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BAE616-596A-4B51-9E02-E2220FAD0D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0505" y="63329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38BD68-AF0E-40FC-AA2D-3721847D03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105ECA-DC9F-467A-8177-83E3515965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A13BDD-737B-46A2-82D9-52917D5244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0505" y="63329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291461-1EF7-4740-8138-7A0BF0B626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0505" y="63329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61084C-39E0-4DF2-B51F-A8A893E724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9E78CB-A587-4735-A41D-BCFEA78518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609" y="63481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CBD703-9D25-4288-818F-BBE9579B21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64044" y="63734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6FC31F-0362-457D-AE47-E8F84C746D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64044" y="63734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D533D2-A612-4C2B-A55F-011FB5B32D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8D8619-4E63-4D94-A2CB-F0309D2E7A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D8237B-FF98-413E-A545-7305BA1848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3C0E3A-3A0F-4CEA-909D-BD6EE25EC5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884703-BA00-4339-831E-0D40877274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409930-B581-491F-8F5B-DA7E995E97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961D05-BC7A-43B0-B33F-A658DC3E9A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55D999-6CFE-452F-9831-D36F0E2EC8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C08207-3BE0-4BE8-B655-2E142AD235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64FDE1-7414-414F-9A9E-8CFAF4FBF7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FAF3CB-DAA2-497D-ACAF-E253F98EDE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E1BA47-F413-4179-BF63-2D1118DC06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3E9867-EAD4-43D8-AB75-26244A5908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FFC609-1AE7-4139-AB89-35B3703CD7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7A7770-43B4-4562-9BDA-6E95BF4249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4EE849-081D-454A-A01F-BE1D8C72EF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097C9A-F068-4003-AA60-D288505D57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6AB646-0010-475F-9FF6-7187083A64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D791BB-2C35-4D40-98E3-48834EF4D7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2AAC7D-D971-4996-8B18-A8372BE669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7D4170-5224-420E-B7CC-318EF8CBA2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37852B-586E-4ACB-B634-FB10F279A6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35A2FB-87AE-445F-964D-57F05CA5F4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956F41-8507-4107-97E4-87AAD2298D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32EA86-4D98-464F-B51A-A1FF717680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358103-BDBC-4CB1-979A-3480A39BF1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EFEADC-D089-44A6-91F9-C535290D1C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A04EA7-EC4A-4A9F-A5CA-E00B2176AA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B7B12D-3606-44BE-B7D2-6178371DD9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B58CEA-E622-494D-B78A-3B92EC1028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7323F3-8D7A-49BA-888E-F86E94FEC4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3387B7-67B3-4842-8FA2-39335EA637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A808E1-79BA-4A26-A23A-E2D34B4862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796D23-FB89-45FB-BDE6-07EDC4EF07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DB40DB-E7BD-447F-A63A-BCEACAEDB3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2445EF-7267-430B-80A9-8B7089DE47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2AD930-32D7-402C-A939-33A693D9F5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A547DF-24C7-49AD-A374-84F5FABCD4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463434-C670-4EE4-8D66-7CDF9541D4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5BADD2-9F83-4481-BA43-98D09BF42B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9C2F0B-5EF0-441D-AAB6-C6915906C3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65FC3C-B32B-4BC7-839E-2234D2BBC7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4F1031-03BC-4A7E-93BE-BD9E552923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34BB5A-199D-4E63-A1F5-53F85C8CCB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BEA6DB-6183-4711-B758-47586BA277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6F4856-A1E7-4BF6-AA25-AC29B5CF9E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DDC05D-3D9B-4139-898A-F43C7EA963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E1BDCC-AE71-46D3-B84B-A4B959856A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A6677E-F63D-4D7A-827D-EF362056F6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4FCCE3-1776-4022-9659-3875908C51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58E24D-3759-4946-B0D6-3A19931764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8473AE-2106-430E-9FBC-65FD88ADB1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7A4463-54EC-4754-AB03-07E70BD83C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ABCF74-0A41-47BF-8E73-CC3FA9AF38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A87039-97DB-490A-B129-01D7097D1E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E93134-DC22-44F3-A873-074B4F6E7D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40DDDA-8661-4172-A5A0-1623E3A963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74AB8C-F737-4F97-A565-7EC75EB973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FC939E-349C-46E5-ADB1-1590503A94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2F8A3C-C182-420A-AE90-1FD2C75FA4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86BFD1-94ED-4494-BA45-2274A78AE0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D6BD41-BA00-4D85-B6F5-68EBDBC931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22E658-C4C5-4D23-A783-F5BB27B76A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234509-67EC-41BA-8556-011FA2E39C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FBBFCC-E011-4B19-BE79-950F6438AF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994EF2-8337-46F0-8B06-8019982921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A9E2A9-031E-4A3A-A4C9-87A7D494ED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CD6C7B-7DA7-4E41-A1C1-C672CC5397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3D469D-50F2-4079-8EF2-29683E3EAF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64023C-3350-4A7B-A983-14E2D6B60B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7BEEC2-C55D-4B19-A782-4C6A084427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80034D-FBF2-4799-B089-E8358BD86D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D7A48F-AB85-458A-A8A8-56BA4C2E8E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7E758C-48EC-4B3A-B378-5FC4A4D25F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0F6096-ADE7-4956-B2CC-146EDD2757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301A16-47FF-4875-B392-510B33759D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F6BF95-1EBF-4A44-B8B2-4D91588080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34C119-AC0A-45E6-AC15-17142D6166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649702-38F8-427F-9957-ADC3D04936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089BB2-7DFE-4B0A-AE17-D5CE8CBC93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CB9A7F-745C-44D4-A0DD-4E240D0793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FB45A0-F45D-48FE-9AC2-373E4F4966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0E5D09-07E7-4658-85F9-FA304B8399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90EBD7-6AD6-4650-B5FE-DD44E21EE2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5D6801-16DB-42B9-A754-288E5273F6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71F6F8-A5C8-4629-91A2-223AE45315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BF3713-4F29-4CFE-B23B-E980F7F574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C2BD18-DF97-455C-8FA4-B219314232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ACD774-7102-4E8C-AF18-07359ABE4E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0E5D68-AA1F-4853-971E-A99EC9FEAF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62B7C2-C977-4528-8E57-60BC8D406E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61A3D5-32F6-4350-AF49-CA1FD5FE71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56E093-28ED-4545-872B-ED2C892EBF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92BFC6-9E63-4972-9961-F1287F4949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3C967A-6FD1-49A6-BA7D-5D50F6F148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D9BEF5-F1E8-4E0F-B922-BE44416AED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2DAAF2-30FF-44A0-884B-398298C80F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F49944-DFC5-4030-9CFF-AA59C78E26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974492-C1AD-4854-A9CD-67AE6C6447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868F0F-77CD-4E48-952A-21E2632045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8F320C-E64A-4D0C-ABB4-1D94926588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732474-1D5E-41B5-AB59-519571265F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44A835-4031-4908-BA09-23088F435F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35FDB5-0928-447B-873F-65B41E8921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913156-458C-4294-B94A-AD080C50FA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0A6BD2-738E-4AB1-B277-CE2A838493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CD7E2F-2972-43E9-9486-5468D97715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DC12B0-E3CD-4423-B91A-7B68A55EAB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4995C4-2BAA-423E-A3EB-2F6B8CF2E2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A891D0-5DE7-4552-A393-8BF81550DF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ACA38A-554D-4EAF-9160-7EA6358930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4283F9-206B-4938-B13B-8109C48E27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64E252-1ACD-4F9A-9E2D-02B68E1D71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D9D061-D717-48AF-95E3-76E790439A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79A93B-59DF-493A-BE4B-E1300D6F29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C894AE-EF14-4277-B99A-C7F29E119B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F4D40F-1612-4702-83E4-29BF981DEF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B5B13A-A37C-4ACB-888D-49E946F1A5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7C2EB1-B523-40A3-B9F6-C48C6CEB6C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B80C7F-5DC1-4B42-B41C-0120A03D42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4529" y="4207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E9997E-A29E-4EF5-92AE-29EFE57F98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941FD2-6D72-42AD-B5C4-B7C4FA8484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F99F64-F9F3-402C-9449-F23280CB31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99C9E6-ECEC-46E2-B288-9884395163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24A650-1D45-4038-8DFC-A7143C4593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D8844B-5CA1-4CAF-978F-10E84490BD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68A9BE-0BCC-4357-A9A9-623BD533E8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4D8E7F-353D-467D-BFA4-1C36C68A41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230582-A5EC-4090-B890-9B7A8AE206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71A303-7BD3-4824-92F7-74E25F8C0E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6A02D6-53AE-4B7D-912B-480C5B9F00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6B607E-9ADF-4102-958B-C23DC3288E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8D992D-64B0-46FC-964C-88EFFC6A16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EB2DDB-7E8C-4449-B9EB-006E6B66D5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5BF1B6-A90C-4B6A-829A-4B300AB21A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927273-DDA9-4F36-9394-BB3C17440E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4C042B-ADE7-49E1-B51E-F2F59E0940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956638-CC0A-4C9F-B853-57B12FCD07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5532C3-B8FE-4B8F-99ED-B148A4F693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16983B-DB45-4EAC-BC43-E2D20C1AB9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4D0D9C-AE4E-4129-B9ED-BB323FF28A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A9650F-E598-44D3-95C5-C02A5225DD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60F326-C137-4E70-8643-C10776A8D4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7EED76-24D1-4811-BE77-C69C9D3EC1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D78211-AA44-4BE6-90B6-B5F9C51974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EE6CE4-3320-47C2-A27B-88B5E4F5EF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C3331D-9E7C-40FC-A6E3-484F052DD5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6485EE-77C6-47AF-9FD6-5F945CE022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484F31-D518-454D-AAAC-E39CB2E69D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211245-34B0-464D-8FF1-8BFBC83413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F83025-D64C-448E-B49D-F3D848C6E3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D7A21E-34C4-494E-9392-61AC71E7B0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4A307F-C584-447D-87B5-ADC181D60B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097735-EC75-49D8-8267-0FE0409EA6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270309-4EFD-47E1-ABF2-B4F56F3782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2A893F-E7AA-4E3F-B7E4-AC7B81FF23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7B0F53-A65A-4561-8E1C-BD5BFEF498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3BEE83-C1F0-47FF-8B71-56D2782F92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04380D-B6B8-41C9-AF32-FA3E3C1249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F9E5ED-C05C-4591-BDD8-A289173491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60D4F6-DAB0-417E-B05A-06161C6802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62A951-9417-4A51-9254-C7C2C73EA2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E85C63-D890-4C06-88EC-105E1CB502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7AFDA4-217A-42E2-A355-A70D128F08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7BB86A-45F0-4E57-82AF-7097E619FD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3DFF62-218D-47B7-8487-D52EB11C6D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CB827D-6062-4DA1-AF2B-CCE4C885F0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C600FA-2CD8-4059-A446-98205FE384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61C4CE-6EBD-421F-B638-B257AEE3A9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67960F-6D9A-4E39-8FF2-D9A190DC25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0133F7-8DD0-4D30-9EE5-0DE198423F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AD3F35-C1D7-49F1-9AA6-06C76EE07B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461C9E-6691-4CA8-877F-2F7DB88107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937B0D-EFDB-402A-B8BA-052816ADA8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249BAE-2AB3-44FC-B7EB-7B7462D48E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36E498-7CA0-4322-9ED9-18D0697792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26D93D-B7F6-4D88-BDBD-6AB2BD6FE1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CD0B3A-E44F-4E7D-86EF-296B67BBE3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F2C179-47D4-494E-852E-0E837DF648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B63759-712A-4CB2-87DD-C2DDA62C9C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6973" y="64486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21FFF4-D735-4ABE-B986-4C5482698B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E88D6A-4DB9-4D90-863C-32939A4B20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11482C-E66E-4E3D-A694-EEFA5D717C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74F99D-641B-4AEE-9493-DCF2EE7EF1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4D203D-4272-412C-8EB9-678C6C20D2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FBCB2A-38A4-437F-85DC-A786382891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D0331A-F822-48F6-A51D-4CEA1EC16D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A28261-0932-406F-8B82-C7DEA975D8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233A53-828F-44B7-89C0-CFF25E54E8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60AD5D-E022-4830-8A05-EEEAC3F982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D34458-224D-4450-BC01-DFBDCC096F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7DD804-F86B-4ECE-82E3-B9823C447E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9436D4-5982-49D3-AB2D-8B9867973D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13C4C0-959E-4C83-A00F-C807CDDB93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CFB394-2103-411D-8359-E75C7E6CF6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CF2823-13A4-4D18-A288-E0566C80A3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43AAE0-4F07-4317-890A-C780032AC0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8B9F6D-6E8D-4775-A7AA-49A948AFB5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044598-17B1-4FD4-B727-36A7834DB4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AC7651-7985-4029-B8EC-A13DB766ED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31C9B0-6538-4E47-AAA9-31A4490100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FC6D9C-2C8B-40EC-9891-75C52626BA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A5F8A2-AC9B-43CB-B869-9AD4A9B9F5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23040C-9030-4122-99D3-AABFC5A3E5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E4DA29-1647-47FE-B04F-0AE7E6CF2C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1AEA69-6210-465B-B112-97D99712B9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51B3E2-9EBF-4AB1-8577-5A7D28B663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D1DE2E-35B7-4705-82C5-DD78154771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2EDEB2-0335-4EB3-BF0E-FA2B097937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70E4E6-A804-458C-97C7-737E4693B3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6B16E7-3E44-4105-8580-625BA1081D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1B80A4-C49B-45BC-80EE-B9F78363A6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6AB7E1-5A97-45DA-8675-B8C7375EE2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4938D6-488D-40D1-9C4B-ADB36E27B2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2CC918-389A-4119-AECE-BB5E4010D6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B62378-39C9-4C5B-9135-A2A0934245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751F96-2FBA-40CD-8B80-3C56E2D125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D2777A-63E7-497D-8731-B7BEA5302B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4C9BE0-990B-4321-A5B7-B3DA67E1A7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A24A2E-22F2-4D03-932C-9226A9CA18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927347-A66B-42BF-92A7-D89A0B32B2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BF334F-6368-431A-A74B-91D0105F21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4C1623-F9EB-4512-9321-827F5D6C03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28B645-AE6B-413F-8D8B-F040AB36AE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F1A70E-A723-4A8A-8203-ECA8BC72E3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04B87B-B03B-481F-94D7-1AF2C126FF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5CA641-92AD-42FC-931F-386C78463F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BDB20E-C71E-4058-BFC2-21AD642A04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54C9C8-491D-410B-ABEA-A8B0AD4CCB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7E61E5-6819-4F53-B726-553DDD3B74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05E1EA-F75D-48A4-A45A-0829743357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4A74A5-5AB0-49C5-BB21-EF4C95DAD6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2E8486-8C05-4CC6-871F-BB01A5AD01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32957F-8BE1-4359-AFDE-37A750788D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4B8942-BFC0-4A60-939A-4D41D47EFB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FC883D-2DF2-4169-A230-6D7BA7EA08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A91D35-4A03-41A7-9ADA-B290FC8A56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3D8CD6-FF99-4A93-B03F-4807807B75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048B6B-0520-477B-B4AF-046893EE01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C272D1-266D-4B4B-9A37-FFBE1591EA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3813" y="64815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3F2A67-ECC6-4917-AB75-144B2666D3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A9DB6E-98A4-4075-9426-3916BF5EAF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0B4BC4-7D74-41B7-AB7E-52E26D58AF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C41A46-196C-44DB-B600-48DF0ABE75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86FA5A-CD26-469D-90DE-51F9065E14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9E631A-8AFB-42D1-98CA-F9D96E6582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55794A-69CE-4DBD-942E-CBD5E53F7D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0A934F-6851-444B-9050-BC65BA0292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65FE8F-4F59-462D-8C24-53ECA9DAEA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1BF914-49ED-42D8-A681-43DBD2109F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D347C6-FD3B-4D41-88EF-732D10B965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7E61B8-C395-461D-932D-5200266331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62069C-FFD2-404C-99EA-DA486555C5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998553-AF22-4811-A912-7E1FD9ACDA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CCFE5D-F707-4C84-A411-153A580C0E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990052-9143-4BEA-8996-5A4FA52EE1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C86B66-C670-4451-A1FE-C628F522E0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F75BF8-34EF-4103-B8D9-3B374070D9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422F03-1BDD-46DA-A07D-0FDE4F3CEE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2303C5-7AD4-45DA-897C-774DEE47D8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4C57DB-9AC9-4623-B015-7536B376BC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3E8411-F7DF-4F5F-A8BB-1740A693C3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26EF7B-5C65-4514-B22E-4E8FD72F09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38B421-B2AE-4708-A537-2E09ECDF34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7BA97B-DC78-4AF9-B14C-6C55621515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B7FB19-D113-4FD8-AC45-3BCC946B2C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D27E0D-4A8D-4C70-8F59-A9043022FD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DDBD90-6C3A-4DBD-94F0-13C0217CEB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C4AE1D-CA15-4874-9AC6-D750AEB109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44BFAE-4842-4516-9670-2A74989BDF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A9B6AF-938A-4680-B236-8FA870B798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57FDF0-927E-45DD-86BC-922A876E7C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059976-ACD3-4332-BCE9-A57A8EFEF9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8F3476-CC34-442A-8F87-4185AC7300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FC3FF6-B844-43FC-BA0F-14DFB4D702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729209-A695-4D96-8C9C-F2BBFED62D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3F251C-6AF6-4027-818F-E0F4921750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4F1AC6-D765-41BC-A843-D41017047B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F4961A-C8C6-478F-B7B2-D9550C4B00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0EBB62-1518-478D-8540-5119F21F5C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D0942D-B16F-4130-A3B3-D2EE2474C6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980636-1B97-4AA0-87B9-3C637B889F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23AA5F-A348-4108-85DA-2E85EC3FA4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9A66B9-8D50-4525-A156-91C7B655F2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EAA641-40D7-4543-B3DD-FCF846D035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9BB6BC-27BC-4B59-9F80-883D75520D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96F0BB-564A-4FC3-BC26-799A04387D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B8EB35-B9DD-412E-855B-8FB99B6597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94861F-CDB6-476C-9923-C97130B90A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431A56-CF51-4964-BF34-CF365FE4A3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4AC7AA-8E3F-44EC-8EA9-B9E81C6A86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D35DCB-D9FB-4B63-80A5-87B78C8498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6F577A-686B-47EE-BCB5-2E61B122C5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638060-6DC6-4220-A21F-5E10B4B11D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CEBAB0-B04E-449E-AD37-963AF732C9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D946A4-D6CE-431F-B064-68CBBC8074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3E9C97-F122-4489-A229-2AA3109358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83089E-7AD7-43FA-AF95-4466C4C379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2F1677-6753-45B3-B6B3-1B673F8279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453402-7E86-4517-AD2D-AC25F613FA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1655" y="428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72AF39-1775-438C-BBCA-E0022484A1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5" y="61271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3719EC-CC54-47D1-BD13-EE02841949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5" y="61271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3D1571-FFF3-4B57-B838-750312BAB3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5" y="61271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14C990-6B72-4415-8E35-1EC87FC0E9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5" y="61271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62B0F6-9B94-44CD-8DA8-7890D8B84D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5" y="61271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E96E2B-D141-4517-BBB0-1F2793281F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5" y="61271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9770F6-75CA-4C1F-8641-1FEA36FC6B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5" y="61271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1CBA33-F1D4-4C0F-AEFB-4334CD49A8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5" y="61271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0CE5D2-2C71-4D50-8B50-E9FAD5D014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5" y="61271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6C23BF-28AF-4272-A81D-04DAB78526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5" y="61271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739424-64E6-4E21-B882-1AB0ED9641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4759" y="61328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F151A5-FE59-4A68-B0F5-23B3F695B2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4759" y="61328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A9260E-17B1-40D1-ADD9-5BED6CD4E1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5" y="61271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28DDEA-CFD1-4E67-9AFB-A3325AAD97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5" y="61271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5F0C19-A7A6-4188-96D6-3ECF18C686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7895" y="6152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CDDF81-C5B0-4E47-BEA8-67E9E64D5F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7895" y="6152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5FBBB5-6074-4196-A67B-23DE7253DF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7895" y="6152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86967A-7FC7-46C2-BC23-8978EC3C69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7895" y="6152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789D7A-297F-49F2-9154-AC1BF1037C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000" y="615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5F9E94-7894-42B8-B8E3-39646BD103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000" y="615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6FAA02-EF0D-4A94-99C0-7D83DB9AC4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000" y="615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193123-647F-4649-8ACF-C5146BD26B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000" y="615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3A8F89-9C15-4152-BD25-02597BB70F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000" y="615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C56771-FF28-423B-A8C0-D7FA732373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000" y="615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B6F2E8-4E7D-4450-B5CF-AAF7704425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7895" y="6152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7A2DB1-9B51-4535-B7EB-C2BF95F1E6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7895" y="6152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1F0DAF-554C-4C87-BDD4-A60A76EC13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7895" y="6152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4F005B-0039-490E-A659-2821F81087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7895" y="6152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2ED8FF-9668-4326-9733-AB23755160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7895" y="6152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E4BB35-7F2B-4566-BFD4-82EA584C73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7895" y="6152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C98BB6-DF5D-49A2-B2AC-15F781FB8C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7895" y="61529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3F76D7-88FD-4AE6-BA1E-9FE1537CB4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7895" y="61529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1574E7-46BB-4823-BDA7-C1253A035A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000" y="615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AE7F18-DBA2-4CB2-A7AC-C4DCB4B7A5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000" y="615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71B7C6-7778-49E8-BF76-743A947016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000" y="6154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9230BD-B6E9-4533-8848-609AB5477E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9000" y="6154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6F26BB-3220-4F18-84C9-1337C78CEB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6" y="61271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EDAE10-1B6F-4B34-A3C4-AA6E4A038D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6" y="61271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283ACD-46E1-48B4-B08C-330AFD554E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6" y="61271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0D2529-0F95-444F-B072-3343580F5E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6" y="61271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A98748-5AEE-4913-89E8-017151F8C5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6" y="61271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9A3A18-46C1-480A-B93B-3F956930A1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6" y="61271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65B165-8954-4AE4-9A5F-210A58C4A1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6" y="61271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EE865E-2E5D-44DC-8CF9-9F26CE9204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6" y="61271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65B01E-B1D0-4ED3-83C7-CA89FF30E5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6" y="61271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824F11-301E-4673-9140-17E48EF461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6" y="61271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7AF122-B3DD-4401-BD51-0041C0AAE3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6" y="61271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1BB8BD-06AF-4E50-9F46-E9E839F9AB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6" y="61271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2A1261-F298-4813-A16C-D5EB776738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6" y="61271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128C1E-5F6A-4BDD-9BDD-781F9B929B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6" y="61271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75AE65-9BA1-418A-91C0-7364F46A20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6" y="61271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40FE59-CD57-432D-A9FA-CE3ED05BB9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6" y="61271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D56CD3-6C29-4CB3-84D6-F6FE81DE32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4760" y="61328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66BF63-0996-4EA2-B6C9-363AB98DE2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4760" y="61328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64E2A6-5498-4C48-9E42-0C31AFFE8C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6" y="61271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059533-D5E6-492A-8DDA-6C2F6DEFB4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6" y="61271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332B97-A19D-4E88-AD18-5E38603E13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6" y="61271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DF4FC4-CFCF-4CE4-9028-FCE582F3FE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6" y="61271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5D99DF-9144-4FA0-A220-F847530682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4760" y="61328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D309F4-0FDA-4ACB-A0AB-6A39A51ED4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4760" y="61328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EBDB0E-BAD8-4153-9C18-FE32A5B190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8F253E-C53D-4650-AB69-049AF77DC2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D87196-AAB3-4471-87EF-3E2F13C19A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5A710A-1B6E-4062-AEA1-8FA34A814D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9D21FD-951A-4A32-AF99-C0EC7D33F2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58ECF8-3850-4891-8F7C-2B7E2D3F85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88522B-C89B-48B2-B4DA-B7AC8681A9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CEECDD-617B-4B91-9C57-A36510ABA7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00B2A6-0B0A-4540-98E0-EC5DEED241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229E21-51D1-4817-805F-FCD4D6212D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6B083D-CCC3-4007-9EC5-AAB80A14D0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3E1A49-F928-4226-9933-E7F6EAC345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FEDA51-F89C-499F-928D-A873CD9B22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3E4452-069A-4C48-A77A-92B5B2CB2E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BB474F-A85B-4CB4-A623-6152D14921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751948-AB71-4577-8D55-83F6AACF5B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D557DD-1423-47AA-9DF9-EE227EDB4B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EBF330-B58E-47AD-848F-D232EEDB14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DD4080-D814-482A-8A70-C15BDF3FC8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944F84-4F85-4C78-AE0A-89F9377E7E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272AC6-4BFF-4DF6-B9CE-0B8027FCD0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CBCEB5-778B-4BC6-AF65-BB8377F8DF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1DB286-7C13-4D32-99D9-658352D59F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027152-DEE8-4B97-BD76-40EC05EF12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4D0ECE-338A-46EE-B456-C21CE09E75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4659F8-4CB2-4EAC-99C3-FF4BC8ECE3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7A252E-A62B-4540-8895-56C4C17AD5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1BC148-8A39-4CB5-924C-D9EB13287C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5CF955-E5D6-49A8-B192-71AF1ADEFE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8D9876-C858-411B-A929-40BE3F4389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1DAB09-3155-481A-A618-B64D52478F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0C7AAF-E8DE-4B2D-952F-30B46641FF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1401A2-C069-475B-993B-FFEFE7CCF1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327F1A-3F0A-4AB1-95AA-AC0B0102DB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6752BA-EBBB-40DC-BE1F-3D40214C93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3B452C-FF8F-4805-9668-671ACAD407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A144D7-65A4-4EF3-A540-1F141C3104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41FBE8-C5E8-4B52-916B-1041CAC067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FF227B-4C0E-47D3-B153-36C163B5BC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012969-3917-4A86-8608-DDCC18F44F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E95D9F-85FC-4E41-9038-71C5BC685F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94AC8C-6080-482F-8BC9-89BA25ADEA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093621-1B37-4AE7-8BB4-8160B50446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819CEE-41E5-41FB-9AC4-9D8A7F0684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1A3C12-821E-426B-962E-3546F88CF4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B28634-0DA4-428B-853F-4FB9D7F278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B08E01-6B24-44BB-9414-C300A935AF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459D1A-1182-4FEE-B22D-A215B800EE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B793C7-8743-4C19-8D25-C307C69359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B91C15-EEA3-48BD-879F-5B11F23CC4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37AEB1-CB53-4A73-A742-E4497D42F1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636AD2-A851-417B-9A6F-673755E9E9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A8923E-BA75-42D8-B3ED-52AB9A013A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EE184C-008F-4D49-987F-2F481C08A7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1E7DFE-9EBB-41C7-A1AD-CF88E129F7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363117-0AD3-4B93-B830-9D96EB9789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EA6F94-0AB0-4284-BEDD-1452D08C05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B661AC-0695-4D4F-B6FE-98F4672D5C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A4E5E2-B93E-4E11-BE42-535387187D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5978E6-E0EC-436A-BE91-C803492906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AFD469-EC67-42DB-88B6-A4A16B1031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A1EA80-DB4F-432E-AD35-DAF7C957CB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8C523A-0242-4C5C-88F9-E7840B3336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3C5555-4C82-42C6-BCDC-32E6DEA305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28D763-36EF-40CF-810D-BE1E01FCE3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0107F7-E70A-4111-9A14-A85B07794C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1B150B-BA88-4CDC-9D26-F99436743F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76EC71-8A5B-42FF-96CC-7A9C761160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89CA4B-D0F3-4CFB-AF71-571982B895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33E685-7956-4BC4-8158-7473D3D12A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2882AE-94D3-4415-9FF0-BB7A5D2BBA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5ACF9C-898F-4A94-BB8E-0BFF534F19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FF868F-489B-42C8-8817-D01EA835C6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E41624-348B-4B42-B5DB-405F4E87CA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0D69EA-6156-4A08-AB92-3B91189A1F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030662-C046-4900-B31C-BF40F09895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3E0F4C-1958-44CC-BAAE-232DFFE681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524015-6459-4ECD-A956-0D8D6F77CE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73013C-A181-4AF3-A45C-63AFAD1B0D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6E3CEC-988B-46EA-BDD6-96BAA421BC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05043A-4C06-4A5C-9F98-E425CD7D27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132304-1F4B-4D29-A5B8-41EF259AE2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1C23F7-8A3A-4B77-AB63-B400B6DF34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DAC474-557A-4F2A-B321-C4BF2FFF42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EDD854-B998-4155-B2A0-F52071F3FE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AFAD97-FB75-4540-B5E6-0AF33D8782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49B3DC-52FC-4AF2-A94C-68753633BF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1266C7-3480-4F5C-8C11-514EAF0336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30CC1C-A1AC-4A86-994E-517DD4D0B0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BF9FED-6A93-4CC8-A013-E981B8A9A8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71607B-AA20-46C5-87B8-B685838E02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9514A2-FF9A-4680-9F3B-3EBC2C39C2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61734D-6E2C-41B9-A010-4EB86714FC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06A5C4-CB5B-430F-9E09-D78F26B870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A58330-186D-4E03-9122-B41ECAEB88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536" y="43943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282631-DF62-4F5C-AD1C-B8C2F94F24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536" y="43943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460DBD-4C51-44DA-B56C-4C9BF79978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536" y="43943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DC021B-97EB-45B0-B741-90FE7AB14F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536" y="43943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1EF1FA-0928-4694-8FE2-0FF55082D0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536" y="43943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1B2A65-87A8-408C-949A-1EE603C3B4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536" y="43943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E62082-E071-4E70-964C-64AFA69818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536" y="43943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EED55A-5E76-449C-8685-1EBE049E8A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536" y="43943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D29B50-BB1F-4D3E-8C0A-6F2A46B2C8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EFA6F0-AA1F-441D-832F-1E93CF06BD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EB0E0B-1D23-4DB6-BDC6-6CE4F31A5C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DB11EA-2647-46E7-9438-69FBAD7CAE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BD6E38-C3FD-4BA5-9A32-822D24C59E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D193C2-5BFA-4A51-9FC0-CA385E6926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510815-1776-402A-941A-BD76395C60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EBEB03-9E45-4C4C-83C0-004D0059D2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27C97A-69B0-4356-9A43-1A2185CBC5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407CD1-8B1B-4E92-B64A-96D089514D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CA6B32-BB20-49B2-B964-60083AE093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536" y="43943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B05C52-8FC1-4136-BFCA-B62E1A10B1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7536" y="43943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9734A9-91DF-4CD9-B0A1-8C05D2712E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5AC9D5-3621-48FE-A54A-F793F48BE4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B2A40C-AE09-4839-92E3-A0186728CC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6B51B7-D07E-4BD7-9771-12892E0B5D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69674E-493B-4D93-8D2B-DC910BF451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4925" y="52246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D6FD07-2964-4CD9-9510-C852ED71DB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4925" y="52246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C5BFF6-E3F5-48F2-9DD0-A70494A717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4925" y="52246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3F7D0A-066D-400C-B651-90C620588B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4925" y="52246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63F6C0-811F-49B7-8AEA-8A9C96ECA8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D81717-D76C-40DA-9D9E-5767513169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1149A0-910E-4A8A-85DC-F72109DE55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09F830-A244-4F67-AA28-5187AC24A1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16D4D1-3710-48BB-A19F-82078AFA80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4925" y="52246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48BAA9-74E8-4A1B-B88C-DFF161D9A4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4925" y="52246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9E14C4-471C-41CD-9033-C98D293225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4925" y="52246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4D342B-F88F-46A8-B09A-645A51E3FA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4925" y="52246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456D22-BDBD-4887-93ED-7B5A93C45D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4925" y="52246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B7BA5E-A742-47B0-AFAA-8F4E3CB88F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4925" y="52246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3A2955-EC84-43E6-9BC5-D7FF41DA3E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747E63-999F-4BF1-983F-47DEB2E9BB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7DAB7B-B9E6-45C3-990C-B1CC92BCB2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621F1B-00BD-464F-8ADA-856B514849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37F577-59A1-43D8-B232-072992F258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59FAEF-A87A-499E-A5F6-29E4A97B3F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269BBE-F33A-4A33-BBF1-B120E51C7D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4925" y="52246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D5A7D8-20C8-4236-87CD-C367D51BEA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4925" y="52246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44458C-AE8F-4BCD-859D-3A4C4442EC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86FD77-F567-4F6D-A468-A16AAB6636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4B85C3-AE20-4DC0-B96A-17D91D3635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839836-0F31-4BB1-9B09-A5DB82B8B7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C678A2-1148-433E-8991-AD2940EEBA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4925" y="52246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AF475F-4E33-497C-81D9-4EE8F4A299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4925" y="52246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D42C24-F762-4E08-ADFE-3E708D8A0C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DA176C-BF6F-484E-9841-A8F46D1E44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58A37A-DC5C-4000-915D-52F7747A0B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1ACA59-7DF4-4640-841A-79680D4928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FB5E9A-6094-4A8C-B541-200F688559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0E660B-1F04-4C96-BF54-DC704BE432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483649-4735-41B9-8590-E80A39E84B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C0EF4F-26A8-4C4C-86AA-7BC94F5FCC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DA21B0-DDFA-43FB-8B7D-B33DC71CDD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4925" y="52246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1CEF39-B01A-4172-A4A0-41D9EEA105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34925" y="52246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0404BA-9A7B-4C2A-BBDD-C069C2F85A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E6E47A-F9C2-4D10-949E-59AC01AEFC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6AD474-E821-46A3-8DA8-2AEB791DE4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C6E6F3-4DB2-4FAD-905F-7D35795D39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F7F439-6DEC-48D4-A378-05E517CDB7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9B6C85-C280-4669-8A32-6C5433E098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49A464-870A-4D11-B6E4-D1199DB42C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AA197D-2AF6-490A-9BA2-DC37C4D93E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A07E0C-62B2-45D2-9222-20ED5CF10F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903F63-50A5-489F-A0CF-82D57C9829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2D41F1-D28F-4E8A-9A6E-8AF4C96540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E71F71-13E3-4A6E-AA0E-DF81DF79EA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9239E3-AE79-4C1E-8056-B96359243C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C351CC-3345-4E6A-A1EC-FBD728DF9E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DC2801-EAD8-4E24-AB7E-DD4E945A42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3015D3-8A56-4D4E-A7A7-7C48697969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F6A5DB-317F-4B1F-8493-7F65E06EC1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786141-6D93-4656-8ACD-C249916B52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FBC1D4-C54A-49A4-87F9-EDFFA898BB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8F0625-FAE6-470D-8725-6215058DD7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B7419E-7B40-4766-A0DB-7D0933EAD5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F91700-A408-4B57-B5E7-D0C70C0746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91" y="5222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64FAC8-C0C3-4910-9496-E94867C31B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1754EE-1935-4E20-9423-C5C5875BA2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E9D0C3-10D0-4160-B878-DB00EC76B7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60A509-C25C-4526-96AE-48FCBF83EB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408D0D-84F8-4C25-9D5A-CB10303992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6273" y="55200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AC254D-FF6A-4E10-A787-FF8E8F5E37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6273" y="55200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1AF10E-5084-48E2-BFB4-312D656882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6273" y="55200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6ECF12-BBA1-4EA6-9F34-A32513E94E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6273" y="55200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C3FF2D-106D-45E1-8E13-8EC7694693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7E3A55-104A-44F3-9A78-BE170EC178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1E6FB7-916F-4342-BB1B-5285715116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019337-C1AF-417B-B880-1099911473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F62E97-0684-492C-AC23-6EDA111EF9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75B22D-810F-4F4E-A742-79EC3F6624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F37EB6-D1B9-4EA4-89CC-4D3DB546FC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6273" y="55200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FFEF9A-3460-40B5-ACA9-9348A70404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6273" y="55200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89A672-8765-4782-8F21-62FF6D0A58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5ECDCA-01D2-4F41-819C-41A83B016E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813BF9-8903-4E5F-A702-F2E1F73D7C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6273" y="55200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B33D1C-6CE2-4942-94C9-D879284B3F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6273" y="55200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F6A724-2BF6-4D4B-8817-648052E24F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6273" y="55200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3A7E27-DF62-46EA-8C1E-908726648C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6273" y="55200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9B3C28-4E35-4E6A-B9D2-004EC50FA1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D081F4-85D8-406B-AFDC-9941F9277A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8EF433-7C09-4CD8-9F78-4A807489C7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63BB3B-D37A-406F-9487-7705D4265C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2B0225-DE76-4AE4-9768-B04C0D58CC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E6AB56-B9E7-4BF2-8918-02F1ADF10D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1724E9-1299-4030-8AAD-36EED9D155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A5599C-4415-4D5B-B266-34863C3BF5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BDF007-4905-42BB-A8D2-B65E758C1E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BECF62-6F5B-42CA-9436-6E4DB9845B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AAC532-D8DE-4B32-BCD6-D3E7B2184C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3AF364-92CC-41D4-ABC6-555C97384A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035BE5-73E3-4BB6-A045-FBB8DA768C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182488-2541-42D2-A76C-097C5E1BBB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96660A-93F2-4B29-902E-BCFD7832F7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3B65C4-43E2-44EE-BE77-BC58978623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A06CBE-6044-4EF9-BA20-935B3A973D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4FAFFF-209E-4AA3-9544-6F1124DCF7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5BE69F-9A2C-40FA-ADB6-106934CC32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8B5280-7767-4CF8-B2DF-2724D2BB3B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D842FF-440F-4E09-8787-82E29BC369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6273" y="55200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F66F83-6499-4877-BAA8-235660B4DE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6273" y="55200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53D8AD-6BE0-4B37-9911-629F181FCB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6273" y="55200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4E3C34-E2EB-49D3-B3F2-0E03264123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6273" y="55200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6AF68B-A8AA-457E-9B05-43C7FBF17C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6273" y="55200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FD414B-6A8E-4681-87CA-66134A4327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6273" y="55200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7E3425-D8AF-40E1-B1BC-59AF27B070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F3AE1D-D12C-4EB8-8964-DF17F2334C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0D3B76-C833-4F4D-A559-C30420A08C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B6315B-F3A2-41C8-90A3-1E80B57915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F32FEC-E614-4866-9235-7BBC679B2C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3C9A10-2CD3-44AD-BE16-08C20ED574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763750-168F-4612-A0DC-7E95BB9CEF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3B477A-3111-4610-B7DE-672DC0ABB8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103BF6-7456-4E48-97CD-58CDD453F7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D586F5-B6AA-4BDE-88A1-11FC202471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D05308-46E0-4865-BD93-5FE11E3C71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D3F877-8F44-4A31-94A2-DFAA90704E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317441-FC41-413D-83C4-897B6492CD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CC7D56-EFEE-418C-BCA4-F5982C1D65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E14B35-118D-4850-A0E6-94D1998270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F5EFBF-8AB0-419A-98F6-824B8EA830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EFC117-4FE0-402A-9AE6-BA588DADF4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1D5CE8-646A-4AB3-987A-B49BA33D1D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CCCCCE-F6C8-4C7E-AD17-64251D9117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FA7446-9B6F-40E9-8AA9-69D305682F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317891-4069-41A4-A9F6-CF35CAEFA8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D3AB46-CCC1-4DB6-B073-A650B17B39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5DA9FE-0756-4376-A4DF-F405238DB5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4571" y="62953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3EB22E-2B5F-4704-8F6C-96709D2FCC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4571" y="62953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F29712-1ED2-467D-A648-D27560546C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81FAFD-6119-4C62-BC77-CD56EB010F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D446B8-8887-4118-9B0F-6B1CE42339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4571" y="62953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868A86-C80B-4D7C-B85B-848F32E18F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4571" y="62953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D4EC95-69F6-40F8-82BC-6A33ABDBFE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6C6323-32FB-4780-B1E0-D1DC9A97CF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3DCCC6-E476-49D8-BD08-C786E8B982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E9F8BE-ABA2-4784-A8F6-FC8E6FCACE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12D745-A003-4818-B72D-33C914370C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FDEB4D-D795-4CE5-B722-5FCEF775A2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72DFF2-2753-42AC-8494-13069914B6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8007A4-BAFF-407A-845E-D83B8F06FF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545E67-8AAE-4426-A7F0-CCA3E39E9B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0A601F-81B7-475D-BB92-162146E24E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46461C-6D54-45DA-9A8C-F2728F1DE1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B3BDE7-ADBC-480F-9694-3928FBE055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1377DB-54A7-41B0-BED9-B52EE8D6E3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C9E375-4A10-46BB-AA56-37D6424172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1F0827-9AC8-4285-B0A2-F06CED8472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19C7A1-5A58-4A6D-9D02-5A1219F902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C0AD67-69F0-43A6-96F0-DF4C7B3748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27DC4A-7253-4446-A756-51DFA796F5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FC6276-6249-41AF-9131-B2048BE41E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B66783-65BF-421A-94F1-D784350361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9B0636-498D-44B9-BAB7-C632B4CBA7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7323C3-EFE5-43F6-BC47-8A078EC562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AC95F9-71F6-4D75-B897-EF3AB58583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8AC76C-A2C6-47F8-B3A1-C70718AA53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DB0BFF-1540-4F47-AC7A-086AC2EC25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D8B447-406B-42C4-AA50-0CF5E8CC9F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C007B8-BBF7-4249-BD10-C48DE86642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ED59BA-33D1-4A7A-9DAE-B3377DB85E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A82438-ADD9-4A5D-A5EA-74C85A0B9E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D8C04F-8587-4CC6-A588-6E00D65E68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563C5C-1B87-431F-972E-4AE26C041F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120D35-184B-441C-BBAE-0C66271D2A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B2F7C3-3DF9-4C39-886F-912FBF2E6F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7FEF44-2A62-4E26-AD46-9F50D76E6A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BD47BB-495B-4582-9161-40581C1237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1910B3-558D-488B-B060-AAFA61884E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664865-2370-4C67-83B4-7BF1293D05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2ACB41-B3DD-4785-A6A5-4305AB1074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F60BB0-8604-4ECA-9A1F-0305EB3652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3518D4-85C5-4FD4-A097-691FBFBC30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437EAD-ECD4-4941-AD91-A6510E781C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9EE47B-980D-41C3-BCBD-A10BB817EE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F5D7C7-EE2C-42FD-A0B1-5DDF7AE422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08DAC6-5CA9-43F2-A684-53D8085473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722422-708E-42A5-B31C-3E33089FDE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D16780-828F-40FC-9E8F-D2178D336B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0C3BA5-30A3-440F-A367-BE4914CA4F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EE28CD-DEFE-466A-925A-9881EBF6BD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3E7EA1-6E53-4549-BFA2-5ED8F1552D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F16BA2-59ED-4D93-BE31-E516AFD6B7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212D00-CB2E-434E-9ED6-F28C997396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8CB1F5-745F-4499-BB43-A5E76F136E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E197BC-5D6C-42F6-8BDD-4EE8F32B61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3C12A0-F42A-43C0-BBFD-44ADD0B94C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A21E99-CDE5-4700-9C8A-E5895C3417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4D09DD-87E9-42F1-97AC-4E19B20521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EDF337-1614-4923-A252-EDBC3BE95F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3B464C-AAFF-45E8-8C7E-32D2615F74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EE27FB-867D-4C7E-B05A-93CA2A8F6F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931015-9A34-4DC2-94F0-9BE7501565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D7AE52-8D89-4C80-8534-54B71CB218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91FBC1-CCEC-4D9B-BFBA-9DE4C67E26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A7A307-EFF9-428A-B7D0-2CAD549FE4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712C31-C585-43FB-A530-1ADC76A128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AD4E6E-C339-427E-AC12-B561C72896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7D9138-ADC5-4978-BF92-DCC10FF1E6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810C5C-15CE-4B01-BCA6-4E7DB721DF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7FCE6A-F443-4910-A40E-5560B8A573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26F5AE-1B2D-4F7D-810B-1F61D585F3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DB4D51-8790-439B-9841-D2DE030422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C9C953-F782-4972-8488-3D2BBFED18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3ABB9B-95BD-4519-9F01-5950FB0B9F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F3080C-869D-496F-A189-DE7061D7C4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52214F-35E4-4B83-98FD-A4DA13014F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76840A-95F0-464A-ABA7-1C5900C087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9D3309-91CE-4E2B-870D-4D96225380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DA95CA-8119-4F49-8C22-C8B1ABF4BA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7ECD05-07BA-4CC6-B4C4-536FE8D1F8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09305F-77CB-49C3-BC7A-DD5699090E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0FDFB4-AEC5-4AC9-BF1F-5BB9C03AD2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4AACEF-FF70-4976-B5A7-6D2032A04D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A47157-4B34-4950-AEF1-98B833E274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CE9A3E-35B6-4F23-8383-346F3D265E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A79A14-5452-4F98-85D1-CE00957A8D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AF1C8E-41F5-4559-B1E2-13E29DAC2F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8AC01F-ED15-442D-9D0F-FC8053F9CF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1DAE68-2A7E-4C49-AAA8-C4BD2D7C72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C8F315-2DE1-4DFE-9F61-94B6AB503B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AC2C94-A554-4677-B01E-BFC4C2D4F2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C098E2-2914-4D30-806A-01C4587FB7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66FC3E-840D-4BFD-8CCD-8F94997C95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7613A6-8BD3-41CA-83C6-F4DC1439F2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308369-5D95-4B19-B070-43180FA7D0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89CBDE-8023-40E9-B5F8-99B93275C0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BEA730-07AF-47BE-B742-C8AB7880B2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63AD1A-48A4-4741-A48B-A0662F675F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828C10-AE2B-4553-9DC9-3C0F967BA9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0CA091-3AAC-41B4-AC98-E1C3121388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94EDFD-4200-4EBC-AC63-C4B4853C91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0D2ED0-B7BC-4C09-87CF-8520FF718B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7362E6-C1E4-4EA0-AA1C-EF788136F8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BBB325-32B4-4C72-BE5E-135FDCCDCF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7" y="49893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6D20DF-B15F-464E-95F1-844A74CD83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516473-394C-46F9-BB1E-7A160332BB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44226" y="50053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94B9A6-D198-4799-8653-84405E6298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2" y="6547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44F439-3D0B-4F42-9F48-184592333D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2" y="6547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2DD85C-7C16-4A07-B267-9A24A63E10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5791" y="65219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8A80B6-8E88-44EE-811A-0EECD942F8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5791" y="65219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D4568D-959E-4248-A461-55DFF8C46E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2" y="6547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C0E87C-9DEF-473B-904B-4068B5A8CB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2" y="6547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7ADD76-2A65-4E1E-BDF4-E3AFD6BF78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2" y="6547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5EE11A-8A01-4113-8BB0-583A94E093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2" y="6547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96EA3A-2FDE-45DC-B19A-4687DB82A2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2" y="6547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FC1E95-8757-4D7D-9CEB-D0B02DC3A1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2" y="6547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101640-8133-4DFB-AC4F-05AD7E3D7B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2" y="6547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B89A0B-839E-4AC2-B6F8-66936824B7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2" y="6547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B4C52C-37CE-4C1B-BD27-D58C3C54A9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2" y="6547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E613C7-438F-4AC6-ACFD-BB5C85159B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2" y="6547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99F279-0939-4CE1-9C1E-30DCB026DB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2" y="6547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E59943-E0DE-400F-9E53-DD76FE3A0F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2" y="6547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FE9DB3-D99B-478A-ACF7-D367CFC280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5791" y="65219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E96CE7-B0C5-4D05-A66E-973763AD8B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5791" y="65219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84BEA3-E4BE-4862-BF83-3B3094D3CB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2" y="6547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1AF4BB-1201-4A69-B9F2-DBB2EAC42C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2" y="6547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9F4C0D-8A5D-4CBE-8C00-1A8F4D6AD2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1374" y="65692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862CC9-DAD8-48A6-8E59-6E58829E96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1374" y="65692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E5AAE1-B98B-4649-8B55-3204B06B5F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2" y="6547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C289D0-4189-40E2-B7B0-46AF7A79D1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2" y="6547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C2A27C-F214-4E95-A319-63CD3AAF51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2" y="6547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76FD74-060E-410E-A052-0AA5FEC153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2" y="6547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30122D-01B3-47D8-96E8-1F78D56DE1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599" y="65448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A6D593-10A0-43C2-A7E8-1FBEB0E61E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599" y="65448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389C79-D31A-41AA-8627-4474BB2E1B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2" y="6547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EB2D02-B33D-4254-9A3A-BCBAED2E65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2" y="6547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95CF0F-70AE-4BFD-8447-9FCFEE1140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599" y="65448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BA2736-513A-40F9-ACBA-94B455D025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599" y="65448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51C38A-BC63-48EB-A873-7C0143F71C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599" y="65448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A5700C-624D-4B3F-B64E-98247912A2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599" y="65448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60CEA2-FAB3-4C47-AFA6-8838521CF4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599" y="65448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4C59F5-09FB-44D7-ADB2-BF4FC099A2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599" y="65448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E31ADC-3E97-4B0D-AD76-48F0F054D9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599" y="65448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CDE8CF-70BA-439A-AE78-955C872A1B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599" y="65448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AAB7C1-D378-41FB-A872-3E4A808799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599" y="65448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7D64CE-2ECC-474C-99E8-C240F2B24B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599" y="65448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B27CF6-5010-46EB-AB09-6E3859C9CB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2" y="6547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3DF6DB-24B1-4555-9EF5-1B117E6DD3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2" y="6547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626545-AE3D-41F0-8AB0-324A896E85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599" y="65448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ABDEBD-6AAB-4538-B895-C940A19391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599" y="65448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CCD730-6885-4CBA-BEB3-ED429027B0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5790" y="65219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B7A7A8-394D-4E47-A956-CA81934D99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5790" y="65219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8AC0EE-763D-4F44-B424-E2FD63B0E5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599" y="65448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EAB2BD-195C-4BCE-8404-D4E539E7D2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599" y="65448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4C8CDF-C0E0-4E90-9DDC-90439DB3E8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2" y="6547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808C51-1946-4DF4-A3D5-C5D1EBA25B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2" y="6547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655739-013B-450D-9108-E036695528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5791" y="65219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992E0C-10E2-4962-8461-4720B9ACA6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5791" y="65219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24EA57-415A-40F1-BDB9-66AA58549F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599" y="65448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CFA9DE-958A-40D5-99FB-470A19F716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599" y="65448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767219-7405-40CC-9ABF-1E6B81F8D3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599" y="65448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A08D54-FF8F-47B4-ADA5-18259B0100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599" y="65448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618297-1AEE-485F-A75F-79B84EE891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4" y="65474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DAD04F-1A1F-44BF-92BE-03E12014A4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54" y="65474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65A4FF-9DD3-4F78-B4F3-F82BC22808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599" y="65448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38B65B-4D24-458A-90F9-ABF7695124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4599" y="65448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0FB9BA-52C5-4692-9DAF-005C303347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B6E190-D77A-44DC-8DD5-88F3DE8016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6BB54F-2801-4144-A2DB-0E2ABA970F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97A7A1-BEB0-4D71-A224-DE39B6AD37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50B750-B241-44A6-A9C4-BE9322ADFD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679925-8F7A-4E77-99BE-A0949E1AD5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95DB61-6447-4C8A-94D8-49F6C17415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1A4E08-8B4A-4C20-9288-9C3DDB021C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C52287-8E3F-4C36-B15C-F274F50AB2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F121E6-11D2-406F-91BF-6706DDD521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4A67EA-C6D0-4485-BCB8-4CD8A2028A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EBFBEB-7FB7-439B-8F72-8F08FB649A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9CA800-13D4-48D2-AAA4-9BD9996D80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6694" y="591358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52BDDE-B083-4419-BE5C-C4CA1D7FBB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6694" y="591358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E3EA2A-C3CB-4011-8811-303B77CF92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83E471-B9F9-421C-8989-179BFDBB3A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B73441-7190-4707-96A5-91F6F0370C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2EFF03-325C-49F6-8665-CE56F304D1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D4B45E-F710-420E-8983-DB982DA17E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87B8F8-240F-4BA6-9D88-F876DD75CB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DE394E-170D-47DF-9CF4-58FB57479E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87B044-0AAB-4654-88A7-1932E71D12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1ACC88-9A26-4E93-9C19-3970041505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0A4135-6997-4DBC-BE8D-93BE1D4737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60E3D3-590F-495D-815E-E3DECB1D98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1A2B30-C8C1-4A40-B13A-B799BFA953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E3B09D-96DF-4952-8BAF-32A0DB6F82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88C5EF-D44A-493F-945F-5CFE196C66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087276-5FA6-43F3-A72C-3C219CFF10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D2A82F-2ED5-4DB2-A6A7-1B6760A901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9F9D51-780B-4B56-B836-759BA118AE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E64775-A072-4DBA-91BD-2F4C8F5D38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4769E2-CF7B-4DC1-BE4F-69585F0ACA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6694" y="591358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F8FF04-9C16-4ADA-8DB7-85AA76D43F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6694" y="591358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BC72D0-CC15-41B7-A1A9-C84A03B9BC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6694" y="591358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90DA3D-B2F2-45CD-8EE8-C5B187AA6D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6694" y="591358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3892EC-0B8B-452C-940B-262EADB291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6694" y="591358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DD03F7-7B43-4223-9E51-AD252FCF36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6694" y="591358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710FD0-4433-4FD3-ADF9-585650C52A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6694" y="591358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49C74B-2256-456E-BB46-D348FD145F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6694" y="591358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BB5CB3-A9D3-42FF-BD4A-2CD2EF4B3B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6694" y="591358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7A2190-DF07-4322-B890-802E44CA3B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6694" y="591358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F47731-3411-4422-A215-B763E411AF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6694" y="591358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68BD1D-6961-4C1A-BCA8-9FD8810C8B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6694" y="591358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4C01E0-7F6D-4E1F-AC56-C51EE69764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C778B2-A282-468C-8D0D-05986C3686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ED99FF-A7BA-4881-B619-387F916614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5CC1AE-C7BC-4B49-9D9A-636EF65D75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578B97-116A-4639-9524-F1BB0F5865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5CAE85-C6FE-4456-934E-715BF88C33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1396D1-06A6-464B-86DC-D04E08918A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9CF38B-E0D5-4FD9-8A49-0E262E33BC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D6060F-5496-46F3-AB47-647A38E081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25950F-ED5A-4605-BC32-2275F3C908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9C9F6F-CFA8-4F21-9307-500CB147EC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32A078-2668-4061-9D46-7DD20CAF2F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44E620-7897-4D76-9564-02BF19556F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5FAD0F-2D78-4E02-A37B-C13504470E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4324" y="5892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474DEF-D8BD-40AC-8BC0-7303610454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6694" y="591358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D26B74-FD70-40A9-AD34-43DDEC41F9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6694" y="591358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C0CBD5-EE24-4AA7-BD89-CC91776E67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AAD7A1-08F7-463F-A589-85D33E6A8C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762674-6963-478B-8B12-C3DA862AD1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E2E11C-1B33-44E1-BE83-7174CB81FF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18166B-5497-42AE-951E-513B67854B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0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1BBC0D-BE44-48EB-9C6B-D8366A3F75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0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EC3F04-524C-4478-B88E-C861D15EA9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60CB1E-5D49-4EC1-AB71-71A197A52A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15D5AE-3EDC-45E0-B37E-742932187C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0C43F0-8414-4957-B012-AB9519AB06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DC50CA-0C3A-40FD-B4DA-CDC829327F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DB4169-F621-4235-8978-7813AFE2D5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F0ADA4-6CEA-4BC7-9A4D-1F0F1E7E87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31D185-8B23-42AF-A5E4-C2F3DF42B2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112C3A-883C-4462-B3F2-5F86AFCD08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109646-367E-4180-AE48-332A11B482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F335F9-944E-40A8-9A51-D021ACF856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633973-9135-40D8-B861-B90BF5BF94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CEFD61-4BA5-4E9E-B559-67C9D6D9DC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3AF380-20D9-414D-8BC6-9689FCA044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570A06-09BD-4FB7-B13D-3DF6AADC52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8C7A8D-E9E4-40A1-9775-78060CEF2F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86AE32-85A4-49F5-BC40-05151062BD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E08226-D5DE-42DF-89F1-2AE6A79106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F6C068-5D64-45A8-B0F2-6ACA265FCF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E1F993-DEBA-474C-A3BF-A37083E48D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987FE9-85C8-4A62-90C9-77CDC81662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5AF0C2-D630-429B-9720-33AD9509FB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4440A7-9781-40A1-8737-7CE1CA5280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AACC2A-0BEF-42B5-BA8E-B5A54776D7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C7A7E9-C50B-45DD-BF53-78EB78D372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3AADF4-3AD9-46B9-910B-D9AA32D868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1B2A28-6323-4F47-BCC5-6CAA8C603C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60D943-4CB4-49DE-9AB1-5DD0AA512A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3CFCB4-D19B-449A-A261-74B648C132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E6A1C5-7241-4BD8-9968-64B75B9090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31D80E-BBB9-47BC-982B-46E5246363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100606-93DE-4B3E-9036-608A87A313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9817E1-0267-4B1E-998E-46FB7D235E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DB3C6C-D225-4E7C-A52D-C21A61D749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62120E-1350-4942-A59D-2CC86B7B0A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FD24CA-E218-4D63-92DD-CF2C696A52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C73E22-BBB3-44E6-B29F-24DE1D3D4F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23E51F-4F1A-4014-BBA0-B6619048FD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B6361A-0F55-42EE-B170-59966D4EA3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76CB80-42F7-43E4-99B0-7A387370DC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53E8E8-3F8A-445A-BDFC-E35DC99323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DF6BEE-2332-4F9E-96F0-02BD117D1E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415AC7-0D20-46E0-849D-0581669A2D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0F8DBD-EFF1-4957-8B62-CAA6BE837B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20263E-7668-4779-BA07-2999F75EB4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93E89D-ACF3-4ADA-A63C-EC7D519C37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810901-E359-4382-A55B-73C86218C4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7E5D58-9629-48BD-95E8-48BCA4E670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1172FB-703E-4DEB-A530-BC7EF4EDE6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A2143F-16C9-45A4-A72D-834CCA199A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F05134-E572-4607-93F5-8844DDB9E0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F72047-8620-4EF3-B40A-DAD3413166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3AFBB3-8FDE-400B-BB28-319CF323C4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8DA678-73CB-490E-BFFD-DF26F8204D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1" y="4363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DB7A2E-F052-4F0A-BE11-B902625A4A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4679" y="50028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A475C6-63E5-4576-852B-9E08B44FCF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4679" y="50028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05A73F-4881-4C1B-9795-DD822A2B48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8348" y="49885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7E40D1-5D07-4874-8278-07B175FF2D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8348" y="49885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4BE427-06DE-4D62-96F3-4931070CBC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4679" y="50028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886CDA-53DC-4657-90CE-923BB21AD6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4679" y="50028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472E1A-C650-43FC-B8B8-AD3CA2CDFB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3455" y="50249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3F6231-3793-4BF5-A99C-4F20F65F60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3455" y="50249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EA5C4A-2BB2-43D5-A692-94C0CEA70E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1815" y="500477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F03CC7-9990-4F0B-8503-D072AB27E9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1815" y="500477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4C05D7-E845-408E-AA74-094C6F3A06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8348" y="49885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34124D-2074-42C0-BB64-8EB56B3EB4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8348" y="49885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A22609-340F-4BC9-8C87-6D6A737CC1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1815" y="500477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1E963C-6A8A-445D-AFCA-60F8EF7308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1815" y="500477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A546FB-2273-4D38-B625-A57B968959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1815" y="500477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A94748-A11F-4BF5-A53F-E09895D70B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1815" y="500477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6BBDA0-5CFF-4CF5-B7E1-69F9CF1287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4679" y="50028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B561FF-D06A-45CD-9531-C5E54524CB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4679" y="50028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291BBE-FB73-4B0D-95CF-93440971D4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8348" y="49885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2FBE58-94C7-4C38-AC35-9C5300FD92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8348" y="49885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848158-691F-431F-98C8-9D17429955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4679" y="50028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C02530-465C-41F7-B0DC-92B02BDAF6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4679" y="50028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C5368A-5714-4AB4-9342-F8A16DE969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4679" y="50028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9BB297-1491-48C3-AD37-51FBD685AC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4679" y="50028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BBADEF-6C9F-4D55-9723-49B6D7D0EB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4679" y="50028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0B1257-8BB8-4662-ADA3-90324B5916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4679" y="50028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4EF508-4AA9-4E0E-A8BE-065495B8AF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4679" y="50028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371318-5E38-4310-BBE1-C2332CD421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4679" y="50028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A08363-2B92-4028-9B62-87A7E98A57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3455" y="50249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613043-C1EA-42BF-B25E-9FED2A77B2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3455" y="50249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060B05-360F-479F-B77C-9166F77B4E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4679" y="50028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D52DAB-6CA6-4113-9A73-4419E9E1F5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4679" y="50028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40ADAA-C86B-4B36-B660-CE25604C78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3455" y="50249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02884F-3E70-4C9B-934D-47BF433AD2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3455" y="50249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3A7A41-49DD-44AE-97B7-58B361E45E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4679" y="50028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BBFE2D-E951-4700-830B-B1508C72A1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4679" y="50028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F88723-4FE3-442F-8AAA-BA64AF1484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4679" y="50028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318279-42C7-41B7-8E6C-370B1643A6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4679" y="50028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2228E7-F135-4BB0-83BB-2297864AE4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4679" y="50028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60FA72-3146-4C15-A9DE-8E630D4A05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24679" y="50028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AF9711-DAB1-419B-A9E0-59C6CDB61F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3455" y="50249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90B8E6-5A31-4C0A-A647-64E34BBC49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3455" y="50249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1C4403-3982-4515-A553-8DCA01F1B3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3455" y="50249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395ACC-DC63-487C-B0F2-AB96235AA8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3455" y="50249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65934C-3B43-43FF-8EA1-13C672036A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3455" y="50249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554A72-36D3-4048-8987-D5C728C857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3455" y="50249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17DA42-57A2-43FB-A412-6DEECD0F02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3455" y="50249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65EB61-959D-4425-9243-A65D3CFE96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3455" y="50249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6AE3F1-B3E9-4181-9063-F2C92A1A6E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3455" y="50249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1FAB94-13CD-499F-B6D6-B132AD70A4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3455" y="50249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A4CEE1-7AF8-495E-9F9A-71FAE35585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3455" y="50249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399963-6426-4CED-93D9-06C60DE62A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3455" y="50249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7BE49E-442C-4E84-B902-51246CCA5D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3455" y="50249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4EEF26-7ECF-4F58-968B-7FD791EA4D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3455" y="50249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6752CA-3479-465A-B8BF-C70DD51655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3455" y="50249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5AE0EA-AF36-4D40-8889-6558A9804D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3455" y="50249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E76897-410A-462D-8344-4A3664EF4A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3455" y="50249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DB1D8D-C234-4A53-B807-1EB1A6DD4E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3455" y="50249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21CBC9-91D9-485C-A077-C5D7C2766C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3455" y="50249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3D88F8-5D02-4F19-81FD-60C4F416AE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43455" y="50249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5597D8-603B-4164-8378-494ECB1E00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271CB6-C7E7-440E-96EC-1ADC4635E9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AA843D-DE2B-4C8B-BE60-92E3D51D3A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9874" y="58829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AF1A07-32DE-4EBF-ACD7-A3A7FDC8AE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9874" y="58829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AD61DB-4259-4EAC-8739-54ACE7E37C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0D6A98-6F7E-43E7-8FEF-8075BCBAFA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5CBB70-9CBD-4E8F-8EC4-5B7EC9DA18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F5CE75-5446-487B-ABD8-BCBC5F420F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E26E57-F224-4441-A093-35E8657C60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E4AC7A-6FB8-41F1-A4A7-E1D3E993D3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BDDAF5-66D7-4566-A554-94A002BDAA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A26239-BCA9-42C5-8D43-F1D828B3D3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09BD7E-93AD-4F32-9C28-1FC1427D22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E9ADC5-EB9A-40A8-B877-844B8B7ABF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F80BD1-AB6D-4C7C-9DC8-A3DB2808B0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6995AE-1F3F-4C6C-81EA-150503022C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E52723-9EEF-4F17-A682-91F6E082B0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BDC336-99C8-400E-AB6F-3770BF0099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C1EBD6-8643-4F1F-970A-30A9A90DE6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85E001-A466-4740-8F3F-B2A4273790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5F3669-2742-4BF9-B8AA-8E891CE398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34949E-A4B6-4F32-ADF5-3778D50556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90BA65-59A2-4554-BB1A-A0699E0397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4CCF64-0CC2-44C4-9953-5151DE2F8B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DD0FD7-4A7F-40E1-BC95-BA1745C04B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903015-4318-4B4F-933B-5527920AFD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50CF55-44CB-4017-A89E-B6FAF5728C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BBFECD-6DB3-4F49-9FBC-CF566A7C58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F74DB2-1841-4530-B63A-4800873662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3172" y="5859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6650FE-A08D-490D-801E-E4A7D8F3D4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3172" y="5859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43426C-A140-4622-88DC-0D49D35C10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10C529-918B-429D-BA19-2EB3FFBCB5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EB37F6-DBE7-4CB0-8837-382D14CA2A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49C931-31EC-49BD-8DD8-CA82BD89E9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CAAC1C-95D2-428F-A1E5-4A9F616BB9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9874" y="58829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0C67C1-2813-4F84-A0AC-871CEE2E25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9874" y="58829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6C03B4-1695-4AFC-BDED-8E87ABC6A1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3A6345-0312-4192-9C57-0B0FAF9B70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C6A355-30EB-4B14-A975-4B3BBDCEA6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6D9182-0C1D-4BD8-97BD-509DA8B4EA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0219" y="58835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7249CF-8320-4075-9FC2-965A421774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3665" y="58659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A61784-AFAB-4185-B6F1-B182397BF2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3665" y="58659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34751D-BE68-4E75-9FDD-E9C322350F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3665" y="58659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D03539-9653-4B39-B838-0E7C0AF114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3665" y="58659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A51726-6B66-476A-AE8D-D4C4014761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3665" y="58659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E420AF-7954-4FC6-8454-B380971889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3665" y="58659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864709-DA5C-4128-8757-B5F3098E11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8341" y="5889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677799-96C5-4156-B186-1D7AB7A1CA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8341" y="5889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ECC975-F66A-4FD9-A641-5AC7A5045B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7254" y="58523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A0A6A1-6596-47A7-BD89-108D4B8FDB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7254" y="58523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F912EA-8BB0-4733-8A58-06BFC91888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3171" y="5859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AA717D-9547-445F-B59A-EC3FE9F135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3171" y="5859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EC0FFB-85AF-46E0-B396-C745A03B34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3171" y="5859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F99513-A4F6-44FE-8196-8582D295DB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3171" y="5859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EF1303-C54F-435D-9261-DFC05FB160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3171" y="5859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F9EE12-2646-4035-9057-71D70A30F1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3171" y="5859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94694C-E94C-4038-8CFD-B61E71E519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3171" y="5859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114F43-4AD3-4914-8EEB-B4D280A481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3171" y="5859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6077D3-E6B1-4998-A97F-9A185216CA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3171" y="5859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15719B-D390-4C5B-9C99-463F4E7117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3171" y="5859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DC9592-88B6-4B82-9319-D29785AB1D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BB987D-C909-44D0-B62C-E4BC2EBFFA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C3F550-8C87-4EBF-9B8D-ABB59BBC1F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50B89B-8059-4D05-BEB7-4B07EDF85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DAA207-5E91-4796-84FA-90DA60B195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71B973-A382-4F33-AC88-3B5C7A0B96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B5FB38-307F-44A8-8746-14245D3A48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524673-9257-4B5B-86C8-24DB22C800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8BA31F-24AC-4796-B2DA-83F0E4C07B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FF89E7-D210-4153-A481-FD9D6CEE91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4CCEF7-7689-427D-8E85-A42A53315D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B86E6E-20D3-4353-B672-B559E8269B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7F0521-E7FD-4C39-8FC9-E84FAA8623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443666-71C7-4E65-AE4D-6D0F4182F1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BBB510-040F-4055-A297-3381D8ADB4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087877-633F-4692-9AB5-5AAAF7AD92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774B70-7E34-49FE-B650-08B43133F6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4C9164-43FB-4259-B116-BECDAA1340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AD9C74-4D0C-4C5D-96C7-BC80692182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3B31DC-D25B-468E-9BA9-2CBB12E715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55C638-C816-4227-A52D-EC6342DDB8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09C985-50D3-46E9-9164-119CDF6029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296890-BFAA-4043-A70C-BA0D7E5EDD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B95184-635B-47C8-90F0-2DC7A6C0D1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EFA4B1-48AE-49B9-900F-FD08F2F0DF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C222AA-A25E-449F-931E-DDC504D370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891DB8-F317-4C47-87CD-B73291BA6A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A63CAC-AE6E-40A7-98AC-2520D5BC5B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FF64DA-1365-40A6-AB71-337A7DF81C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5212A2-97F6-4476-B911-C84134AF76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EFC8B7-231F-4714-A1E9-A5D6F3AC3B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195DD4-108E-420A-BCDD-A2C26609D4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919045-97DF-4EC0-94DF-6C3F418034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6017EC-5169-4378-A96D-1C8B2FA6B1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49E836-4E52-4CE0-9579-6DFB509B00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60B0CF-7537-4F1F-8182-239376AB0A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1ECE8A-0F01-40F9-A290-9AC30E610D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6EE8CB-6DEA-473D-8620-B184D5D15D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F8F338-E89A-4AE2-996A-268A9BAFD2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893339-2725-446C-8B97-1161C2299E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07EB0E-49D1-4E9B-B46D-C196F84585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D6D297-167F-4C3B-A0BC-8789292AFB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245504-EC0F-45D1-B237-162F4D5E52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D5A549-E737-4953-9252-AD1550011A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0B09C7-1F63-4717-AC5A-2A1F27BD50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815F72-548A-4119-8A41-DD6E9554F8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DB176A-A865-4355-ADE2-310E861E80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65C700-1011-491D-8937-A6F2B43535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1985FF-90D3-4EE7-85B0-3120DC749C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80DBCF-4D94-475D-85F8-6CB559AE37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54EE6C-1FA1-47B9-B23F-6AFD03F6D0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66C50E-D475-4CA1-B47E-0A225D1A5E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AF3201-E124-4E34-BB83-55755E0189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626F1B-1292-4912-93C8-919B482EB5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75CB95-8587-4F48-8E19-CD19CB5623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A5E0E7-3DAF-4459-BF83-C81A64F5D1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4DD1D2-75A9-4426-A98C-3041A97C67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D3B4E7-4EB4-421C-94F5-23A97DFDC1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831ECB-BC8A-4729-AC9C-EDC9975506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2A6D67-8307-479D-AAB1-7C950D586F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8" y="5268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94D6A9-7F25-480D-8BBB-649000B979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12A981-C946-45F0-BB99-9D7D14C565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3E7C46-7DB0-4A68-AA82-6F6D0DCFF0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978EBE-1D44-4686-A447-0B6D3D4B5C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120B79-228F-4762-B62A-AF64E8935D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078BE0-21AC-4735-B259-F47C01EE5C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1EFE6E-46B9-4C3F-AA48-CB7DDE9C61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FBAF1A-753D-4A57-802E-2A78AB3726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442FAA-7FC2-4854-B60D-F90320A5A5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3F7374-7A77-4EE6-9CDE-8AACE26D42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199122-DB34-4CBA-B25B-9A691F5C81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69999F-6F0D-4A95-957D-992CE7BA61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C19524-25CC-41F6-B422-F0C80BC84B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C42683-E423-4C65-98BB-50568AA3CA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7E45DB-CCCE-4FF9-BFDE-754121A087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D7209D-9567-4683-979B-60F4A3A38E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8F112D-E452-4DA5-9908-1F71783B63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7FFDBE-B720-4AED-A87C-A30D70C476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C73744-95B6-49E1-8DBC-A51932AB03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E955C7-9F11-40F5-B3C2-C3D223CBEA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B25E08-5426-4090-B0D5-32DEADF424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7256C9-D289-4D9A-BB33-F136FB8592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8DCB41-5754-4381-901C-B8F99F1A97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F595AE-BD46-45F1-BEFA-C7927F7823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2B2DFC-7360-4AB6-BE4B-12EFE96859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F7CDA9-39CF-4A84-8C9C-8DB514FE0F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9D1EE4-375D-40D2-B003-71BC540A0D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EEAB9E-6105-4C18-8A3B-E671E4317A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2A2BA1-6509-45B3-B553-F366CD32E8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36A103-A616-4AE8-A11E-6776E980A1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55EF5C-5E1A-4526-83E0-6862375A9A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3819E4-0902-4C14-99A6-FE3D5C35A4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3B4ED0-DB3C-46D4-B34A-525607C88E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A63CD4-1F40-4D46-90BA-389D987CF4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C883CB-E8D1-484F-AA56-19BA48CFDF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455D66-CD63-4AC5-B86B-0655051D10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B0D724-77DD-4A6D-86B3-0480202852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82D121-E2EC-4360-9522-688C07491C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E25B11-3F09-4274-BD60-0CB70F93A0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01E207-BDDF-475C-928F-78AF6EC18B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025D4D-04FA-4819-B6A5-E0446CDBCA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C5AB99-63BC-49A6-ACB1-DAAE8EF533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277939-014C-4CDB-8D65-AF3ED67543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6CF403-E500-47FE-BC53-9B95241253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7E5332-60FF-42D0-9754-48C61C715B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115424-BE0D-401C-8FA0-AB6B36224B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8710C3-F1C4-4986-A97A-1C479BB0ED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930A3A-A749-43C3-B713-5CEA15F815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9C4135-E529-42C4-AE03-AB7790BFA0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9FF1CD-94A0-48B6-9410-DD7A8F93F3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4B1D79-F0EE-4850-B9AC-1F88569DFE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1C3750-DF6B-49C3-9474-106407015B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FBB4FF-BB17-488C-BB2B-865A56265E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AC2A42-7E3C-4157-BEA4-FBE9116027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7603" y="5774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11CF42-3438-442F-8FE0-2DDE0D43ED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7395" y="58023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DDF916-FFA9-4C13-9002-E70DCB72BF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7395" y="58023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B0DFB1-40FC-43AA-B536-37376DE30D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88FDC9-90F0-4403-A736-9FD340C3CE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0866F4-301F-4EEC-A070-55B68BF751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76C642-0ECA-45D7-9A30-D3F6DAECA6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62CEBB-5E6B-4060-93C8-929C06D9D4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4158" y="53535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2C8BEF-2B51-47D3-A8A5-3A31752AFC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4158" y="53535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87B57C-193E-4075-9820-77537ED8EE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9638" y="53420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DB4CCF-0FC8-46EC-8113-21892DB4A2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9638" y="53420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24D8AF-D196-4F02-BF40-8A7D027D5E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0777" y="53266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8A151D-B884-4488-9BAF-5D24B94D9F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0777" y="53266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8EBF10-29E5-45F8-8EBC-A33A5168A6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5459" y="53809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458C8F-3807-46FD-B992-81BF41261D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5459" y="53809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EE73DD-2A7F-48C0-A1A0-72AB6B6A07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3899" y="538018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0A5F07-3D8A-47F2-8CA2-C296BBB805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3899" y="538018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D20B89-9CCF-4DD5-A6CC-260FA83A05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7962" y="53359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DA9C22-7E23-4B30-B239-3E7BA20C94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7962" y="53359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A9576D-5EB4-4C30-B611-607C43B9A1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46" y="53416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B29EAE-23AA-4383-9098-791A690D58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946" y="53416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B2F09D-D945-4A0B-852B-CED251DF33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3272" y="53676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0D2F2B-D5DC-49F9-8B8F-15F2A6FFF9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3272" y="53676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90FA20-7F84-4FE1-B95E-40B638CC76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8056" y="53528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599429-289A-443E-A9E7-4FA5845BAD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8056" y="53528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88E306-8DD9-4101-B8F8-F1D953C6CD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7962" y="53359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F014E8-C6A6-4540-A514-352E204523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7962" y="53359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BF867A-052F-4D0F-A78E-36FFCEBF68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2479" y="53678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73443B-D457-48D0-A376-2A9FCE9AE2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2479" y="53678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C02D2F-E1D4-430D-AC4E-2A83FC95B0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7962" y="53359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B6C4CA-89CC-401B-B81F-9FAA8DEF2F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7962" y="53359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A57A0E-3401-4CAA-9A80-51272BBC5F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7962" y="53359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5C58AD-A5E3-4DAF-AF63-DE8C190156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7962" y="53359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FBED9C-BE61-472F-9868-D78468943B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5465" y="53591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8BC2A2-BB7F-4F62-9EAF-166417B739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5465" y="53591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63141B-E508-480E-8BD8-335B9D3117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5465" y="53591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6B57D1-FC9F-4D3E-BAA7-1AA226F2B3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5465" y="53591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794A26-43EA-44CE-AFA8-C203693FB6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5465" y="53591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CE945A-0751-45BC-896F-F9E07EABBD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5465" y="53591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C5B470-D8EA-4E5A-8628-CB3BDAF5B4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7462" y="53604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F8482D-ED5B-4CA3-AD80-6EE9D11889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7462" y="53604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F65E0B-5273-41DF-A053-61991F952A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5465" y="53591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30475F-0580-4C4C-A185-092BBFC2D5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5465" y="53591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BBAF6C-D266-41EE-885A-5BB3F81186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7096" y="53795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200E98-3E5C-4685-A466-EBE9919660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7096" y="53795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36A95F-E770-410C-84E4-B1E5643316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8056" y="53528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49CD07-B155-486F-98D7-03D357B1B1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8056" y="53528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610914-D528-4E08-B260-7BE6EC07F5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8056" y="53528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B28C08-C8E3-4732-8107-F32379A3F4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8056" y="53528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33F935-2007-4BB5-BD44-446FF73F32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8813" y="53719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37DF68-BB28-48C7-B8EA-6A14293155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8813" y="53719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032470-80F1-47BE-BDD7-93EF3918B5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8056" y="53528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67CD46-F989-4FF3-AD00-9CE54D1613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8056" y="53528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21C4BB-2EA6-4477-858F-026EE43E26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7962" y="53359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331616-793D-4968-890C-32B1120097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7962" y="53359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C986F4-299E-4041-A5CF-BE4018194E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7096" y="53795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FAF285-F25A-4F4F-AB58-92D294982F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7096" y="53795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4336EB-D87F-4E27-B760-B847473423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262" y="53892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88F01C-D8A9-429F-B127-051ED933F5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1262" y="53892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A74947-9981-498B-B3AA-4578A4E99F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7962" y="53359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170900-4425-4B86-99CF-4EFA543D91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7962" y="53359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E71661-40BF-4FC1-BF99-E720CC2BF4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7962" y="53359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5F0E96-F951-4E6C-B100-D23E465480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7962" y="53359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188DD6-02F1-41B4-A09A-387E66FFF8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8056" y="53528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9C1D74-6CF5-4956-B3B1-BDD2577782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8056" y="53528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377462-9B26-4618-B2F0-D9CA1CDB0C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8813" y="53719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5115B2-8D58-4ED6-A478-A302159757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8813" y="53719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8F0AF4-2578-4193-8C90-90F1A819D4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0095" y="60016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DD235D-36A5-4E6A-A313-F36C5EB0FF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0095" y="60016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BD4EFF-97A8-4EC9-B2E8-3F2CB94D3D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6898" y="60051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CF7373-8669-4833-8524-9B9C365AA4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6898" y="60051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E6BB69-0E58-4099-85BB-495A55970B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6898" y="60051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FB050F-1DFF-41B9-8EED-46AEFE8598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6898" y="60051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266CA2-1D1F-487B-8162-23A59A32D0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6898" y="60051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01FE15-F704-46CF-8C77-5838EA39CC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6898" y="60051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EF9545-0D72-4288-B74E-DC0690F2EA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6898" y="60051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FD26FF-CBC9-496E-9F7D-FAAE24CD4D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6898" y="60051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E3A2DE-B042-42DF-ACAF-8DFC352D23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3921" y="59846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76DB3C-DE84-433B-9100-4B71F1C6E1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3921" y="59846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69EFF9-415E-49D7-A1EE-65E1E38D7C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6898" y="60051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784B76-9FDB-432A-B40C-0CC1A85D6F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16898" y="60051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E954DA-D1B4-45C4-8D9B-1BECBED8C2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3921" y="59846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2E7A23-7795-4226-9F79-37C7F8811C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3921" y="59846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ED8AC9-1321-401B-A5A7-B80E7EF69B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E0E4BB-3764-4D03-AC77-7EBCD71216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91D0FD-A1C4-4AF2-AB15-3EC87A5EF9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1346" y="59850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245479-81B8-43AE-9A3C-9040FDDC4D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1346" y="59850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3EE633-61C5-447D-91FA-707BC7DA5E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8548" y="60211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E784E2-BD66-4330-A168-54B95E1FC7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8548" y="60211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2A09BB-9735-4270-94E3-3EAC989F47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68C7FB-D4E3-4ACE-B188-CDF2D0F854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5C90AC-C916-4922-8CB7-AE2011B1C1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3290" y="60398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8E5923-3471-4BC0-8D40-0AD11C7DCA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3290" y="60398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343D8E-E1D3-4502-87FA-A586EAD3BE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1E7717-1A26-42DE-9D64-326359E1AF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35E8D4-7383-46F9-B213-01B5A781FE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EE42AC-50A4-434E-B67E-006FE66F1C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F0584B-545F-4661-B83B-373A7D4C22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3920" y="59846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F52751-C2A4-4F52-9C97-BFD8BCD74D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33920" y="59846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F36338-DE00-432E-AE09-CA0087FE58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7F2399-152D-4B1A-85DC-CFF703AD84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D532ED-D176-4E71-AF09-AB57AEFC7A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345" y="60290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906B12-378A-4DB4-82D4-8B9E9969B5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345" y="60290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25DC6A-4CE6-4E49-ABBF-F5E6E72FDD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CB4CAB-5281-48C1-A664-412064B9BC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422066-FA5C-4613-9DE8-0CDDC92BFE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6C05F1-2F85-4877-AC87-263C833532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BCB0B7-1E6D-4D53-A365-878A5C14AC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676785-60B9-4218-B381-B5538EE5E8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B206BB-1866-40C2-AF5D-2DB29D5265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1345" y="59850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E20FEB-AA36-488C-B2F7-ADFBC3C7CF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1345" y="59850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A1F70C-7EB6-4A43-A87C-E7220B11FC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1345" y="59850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556A7E-301C-4EE4-A1AC-4DABA2B74C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1345" y="59850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D57996-73D1-4EC5-9799-D0DB782030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50D0CC-4DE6-4A53-8B4A-464709DFF7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A11C3B-C833-47D2-88CC-AB94168E3C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E585A8-7AAB-460F-99ED-1F449C7C40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896249-66D5-4523-BD61-01A931711C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345" y="60290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AE7F76-C09D-4C74-9805-1E5C262A4B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0345" y="60290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438133-C369-4862-87A9-DE840D6677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D7F23F-DC7B-46D6-8A35-BC32641621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FB1997-4FAE-418F-A1D3-8A579D3501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659528-2636-430B-B055-A6159A62B8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3A5B00-89E4-4E1A-99E7-7C23A11900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9CE939-2733-4269-A542-192DA86335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A0B68B-62D2-4A6E-9C53-A41A779DB2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F846D4-FF59-4188-8B72-DEF0FCBED1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9B8922-6B7E-494B-BEBD-D27C205869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0524A8-88F1-43D6-9630-7A28603D92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5A4686-6A8C-4591-A956-D52A211791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048" y="48316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20563E-F7F3-44BE-8C4E-E2E56BA828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048" y="48316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54ABBD-EFAD-4DB6-A0AB-4D5FDE4B2D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048" y="48316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5561D1-68B8-4533-AD3F-543492080B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048" y="48316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4835C4-7D84-4C34-AE31-B712716BE6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048" y="48316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A9A4A1-756B-4342-A6EC-F1D64C708C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048" y="48316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1AB3C5-80D2-403D-A5BF-8E676860D9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048" y="48316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40B483-660A-4565-A73C-2565A89273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048" y="48316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DEBC9E-B891-4ADE-8192-9A7444F326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048" y="48316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B02CF2-22D5-4A29-A44B-C7F8ECECA8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048" y="48316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4E36ED-BF48-420A-993F-71D5FD271D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048" y="48316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81BA2A-AF9F-43EB-A415-2CF61671D0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6048" y="48316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378C4D-CE2D-4859-9E7E-BAF53C9DB7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CC815F-3C07-4013-86B8-C51D49EBF9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0AC50B-52D2-428A-B071-CF4F5F6DEA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59447A-08CF-4D58-ABCF-5CDFE59B27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561F47-5204-4159-BD0E-C87327C73E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D23FD0-8B28-48A1-BF98-9FD722E478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063FCA-429C-4C5B-AA66-160BDA5C14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2D9454-9959-4428-8F04-463406593D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92D6F2-6E7D-431A-A26F-44745BB6B7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18A4F1-AB27-4D68-BE13-077F8801C8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883990-F0C4-48BA-A22B-3C9684D097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BE3766-C60A-4C8A-ACEF-2FF190A69D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369F05-F691-4B26-85D5-32C500B87B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7175EC-FFF0-4AF2-A962-744DD338D0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0AF566-B66F-4AB0-9842-A8DACBA6D5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F53408-D51F-4117-9A41-557DC26D2A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4A003A-1D1A-4E78-9461-D894DD16F6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5068" y="48486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00380C-1738-43E5-83B2-5D734846A7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5068" y="48486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445151-C156-49F1-B7B1-7DDA1EC868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0BB635-C84F-44DA-91D6-4214181228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B833EA-65F8-4DC0-A59A-B3DFF74779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358CE1-608B-4093-B72D-897903FC98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15B0EF-E921-4DED-95F0-794D9A1491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2E62B6-3656-4D0B-9CF6-C288324E59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FEFA22-11BA-4F58-94F9-D07DDB26D1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5068" y="48486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CBEAFC-07CE-47CE-8D29-2FBE790F74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5068" y="48486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BBD78D-AEF3-44FB-A509-1379E0AFEA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C03B61-9944-41E8-A301-C57D6CD203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E6541D-E6DB-40AF-8C82-3AF35D6F0F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A81309-8AAF-437C-8B15-E04212E659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8DD887-5315-4F04-859B-F827995C44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F4E429-B9A3-4755-BCDF-C7FEE9C2AA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8713B9-E8EE-4095-AEE9-AF832CDF33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77FE33-9EC8-40FD-AEEF-BEC7F41A0F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A55581-F9FD-4A65-9372-3405959872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9B51E4-40EC-4107-A9E5-C671839059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90FC56-530D-4B01-B0F0-FD7355D3A2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C9E16C-51AC-4AC5-A237-79599FDC60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B841AB-B46D-415B-AF0A-B300A4833C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34251F-FF82-40A5-9571-00EC532CC8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377CC4-1029-4604-9177-4B75ACA17B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4601F9-3B98-43C2-87F9-1E70C649D4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723631-1577-4118-BB8E-2FB28D1253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859657-08FF-428A-B448-50D5984ED9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D20BD2-786E-48D9-94F7-3C72FC8165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404F91-A857-402F-9A22-CBAB414E90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D01775-7EBE-49AF-9F3E-DEA580590F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6379A5-4F5F-4FF2-9BE4-8E78536DEE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561781-7338-4478-B3F7-0CF0DD3B4A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E50DE0-BDFF-4546-93A4-731098E47C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253964-ECAA-4E17-8A76-6A44FD9D4F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7B587A-E6E7-4120-A87A-8D0EB73A61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ABC23F-F715-4BA3-A985-86BCA27DB0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104F9E-1DED-48A2-90D6-9E9E9C674D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E013CE-D9B5-4FE6-8D9B-112BCD6F82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343AE8-5CCA-4F9E-AADA-B23E434F0B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C94E7B-C0D1-4EAE-9A3B-E6AE522C12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3D0FC9-D8C4-4B7D-A3C5-D72E1DF8F7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9AA1A5-0805-4320-ACA9-67FA0D13A9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00A37C-CA4F-4BF8-B31D-6848238686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3A098E-026F-40B4-9F37-AC9EC89E55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EDA952-96D3-403C-9F17-64CAEA7AA0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12B4DC-AEA3-4E28-A19B-76DC752DE1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790559-6C15-469B-8C18-FCB589335C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40F562-37C2-48A3-8D9A-A44F1253C6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9B61AC-BCB9-4A85-9E21-8E6ED3FA18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48593C-CCE8-4E05-AD26-B375700ADE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EA236C-543A-4DFC-9D33-99178A44DE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0D58CE-79D7-480F-AD92-83AC3B9006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FA3D6B-20D5-4CED-B7F1-5E77216F97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B87D35-DCBF-435A-A522-B94CFB7D23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B9DDA0-32E1-4515-874D-60C684C11F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E95EE1-548D-44C0-BF21-7A409C9D3A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539771-8B56-45C4-85BD-C18A9B86D4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60C48C-606F-4108-81B4-993E0A5114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F74472-81D6-49FB-8573-AD6E9D07B3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52EED7-3484-45F5-B5DF-647BD114F8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4A36D0-91A1-48A0-B213-53EA8229A1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C72B2D-08A7-4AC1-8446-9DB8E76199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794D23-C069-4977-8BB9-01ECFD9A4B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183DBE-853A-45B2-9E35-7C172B3A8B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EB4034-E7AC-44A8-A42B-FACF47B8C6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25EC93-1C92-40CC-AD66-1B8791BF58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0689" y="54137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B10FC4-FE15-40A2-AF79-EB1B12EB59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0689" y="54137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239294-015E-4A3D-B654-57CC2CF22D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0689" y="54137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D6A504-7F2D-4844-9C14-5102325DB4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0689" y="54137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9D8E32-9F26-4811-8853-4C7381275A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129FAA-3909-4B09-B654-4EAAC1239D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6ADFB3-E467-417D-97D5-DC234B8CE3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0689" y="54137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C6DC66-7F3F-402F-B19B-0E8EB2CF99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0689" y="54137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30B955-70D0-4BFB-84AB-54966A52EC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0689" y="54137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5368B2-903D-4852-9671-AF3E3DD26E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0689" y="54137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1C4C5A-2A5B-4018-8AF8-D03DE81A57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0689" y="54137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6412AB-7899-4A57-BFC7-6637F32A39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0689" y="54137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F843F7-A2A3-4843-8B9E-2800241390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0689" y="54137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2421D6-7381-4364-AF19-AF68EA4C50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0689" y="54137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1775AE-D973-4A35-960E-A9676F0C3A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0689" y="54137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D1879C-9ACF-457A-89CE-48FD2AC983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0689" y="54137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109BD2-459A-4733-BB4B-A5BA0303E8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0689" y="54137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EC05D6-4EDF-4F77-B2CA-4899A9C0A1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0689" y="54137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218C64-C9CD-47D2-B581-D8EF3EA867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0689" y="54137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E3D27D-DC3A-4B5F-B46C-D4D6963961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0689" y="54137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973923-E3B5-4151-BA3B-B5C9F2F3DD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B4D2B1-735E-478E-8EF1-61C0CEF94C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62DD98-8EB2-4A69-B316-DB3B8C25C2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0689" y="54137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6C54D4-7A1B-48CB-9317-3DF75A9688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20689" y="54137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8EDBAF-2F8B-4F48-A7A3-D33156FFDD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8620" y="45404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9E3DC9-A891-4015-B078-D27583E68A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8620" y="45404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67E3ED-9805-4548-B68B-BDCF685342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1339" y="45498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B4791F-9D88-4C76-9034-54CC4E8CC5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1339" y="45498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D00C91-BA1F-46C1-9982-2F91E9CF21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1339" y="45498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80DEF9-72F2-4213-8D32-8E3EADCEF3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1339" y="45498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67C3A0-DF2D-433E-A058-B002F85969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10" y="4521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A1FE5D-2B35-4A83-8261-B26C0A6DE8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10" y="4521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2C695A-5E64-4577-9F67-162E7B5597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10" y="4521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90869F-C49C-475A-8CFC-7312CD3C66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10" y="4521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D8813D-8E11-4B1A-A237-F8E384E0D6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10" y="4521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324FE9-A2DE-4A6D-BCF9-D5136F4088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10" y="4521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401F9C-21DF-400C-9D1B-13BA4766F8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10" y="4521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B0D13F-FEE2-494F-BDDE-C01A608A50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10" y="4521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4EA91A-DCEA-494B-9D3C-E7F7F41D33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1339" y="45498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DC82B0-658A-44AA-B2CC-4241E66E8B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1339" y="45498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2D4E8C-1CFF-42F1-B4A5-85CD7CCFFD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10" y="4521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89F53A-C9A2-4EE7-9CDE-EF5D17668B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10" y="4521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9B3EE6-0AF5-4C6F-AFEE-FA14036BB9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1339" y="45498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1D1DCE-CFBF-45B9-A0AA-DE94BE3E48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1339" y="45498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12C3BD-16BE-4A25-87DB-C6E91795B6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8620" y="45404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933FD3-5B88-495E-A10E-085984B80E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8620" y="45404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EC0FC8-F6F6-4DDB-A989-B0FBCECFDE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8620" y="45404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F16187-5DC3-403F-9A66-FD8CA53B6F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8620" y="45404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398146-7529-4928-9204-8DE9B20A7E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1339" y="45498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81F9F6-26A9-46E8-A5DD-6A8109792D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1339" y="45498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24856C-313B-44E9-9C67-E61C89A568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8620" y="45404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45FBF6-F1F6-4970-81C4-4D11D92E96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8620" y="45404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F94BB9-559D-4A2D-AF0D-D5F5D7B8BB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8620" y="45404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79260A-05CB-445F-9C20-EAC597E97D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8620" y="45404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57F30C-C108-44AB-8505-C0D20C5676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8620" y="45404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48AC1E-90DE-4516-A432-494FB0772A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8620" y="45404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CDF117-B757-4661-ACEE-148EEA7A18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8620" y="45404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801D59-6BD7-4DC2-A0B7-1802DBD36C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8620" y="45404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0B4262-8012-48A6-B28D-D3A0763142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8620" y="45404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0A2C4B-D58C-41DD-9DED-70C0E6808B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8620" y="45404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C3B4FC-586C-46D3-B438-E044E2F62B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8620" y="45404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1E7160-09E3-4538-8F1A-A1E9161E4F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8620" y="45404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9DD494-7662-4479-A171-3F53CE5626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8620" y="45404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25E464-1C83-44F3-90A6-3EC7C23503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78620" y="45404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91915C-0F48-4472-817A-357B0D0681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09" y="4521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597549-A24A-4E5D-B84C-40EE1F1B07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09" y="4521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6332B9-1D1B-498A-B58A-CC08655308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09" y="4521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1DDB41-CB77-44AF-B772-C867BB8BAE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09" y="4521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1FE709-8AE5-485D-B153-3ECCD2CD7C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09" y="4521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37E941-F103-4986-85E4-BFE31ED683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09" y="4521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B30AA1-6251-466F-B8F0-125A13C028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09" y="4521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80C9DD-C5CB-451D-9210-83E6FE4790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09" y="4521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5E42A8-1542-4ECA-815F-4583B51270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09" y="4521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D58152-AE29-4EB6-BF27-88EF3EAB99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09" y="4521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5A39EE-146B-40C4-B0D1-2EEA373900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09" y="4521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2350B8-9AF2-41E0-9B93-4C9E925F96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09" y="4521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9BA64A-6929-46A7-A4EF-9C73501AF8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09" y="4521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D32DEA-E9AE-46DC-92BB-A6CAD960F2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09" y="4521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55D820-71C8-4688-91E0-D563CFA90E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09" y="4521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907A8B-98DC-4E7C-8689-6FC4124A6F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09" y="4521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98F771-C823-4424-8E6F-F9450B9FFC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09" y="4521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6A48BD-1483-41F5-8B04-EFED7F771F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09" y="4521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8BD50F-DCBE-4A17-9352-33AF98E2FE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09" y="4521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A52B83-A320-4D2F-BFC8-1672F04084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09" y="4521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36843F-796C-4C4B-81AD-2CD7563F30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F6E2C8-C197-4C80-9E5D-32CE46A4FA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3FB0E2-847C-42E1-A207-B69DF0B5E3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E4C7BA-602E-4AEE-BC39-DE45381CAD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312B74-0FE0-4344-B91E-F6F1B6F7F5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1802" y="65384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FAE1BC-9B01-4A6A-BAE5-1A83C90CBE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1802" y="65384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7EF2BE-2065-46AC-90D0-61EC7C957C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1802" y="65384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D40719-B961-4F32-9F67-FC12A07BBE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1802" y="65384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49072B-D2B0-42A4-AEEF-196B3BB6CA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ADF897-372E-4FCA-8212-2BBAAA5137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6D0035-005E-4112-9ADB-7B0CDE2D6C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6C2150-8026-4A4B-A9CC-4D6355EDE1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7D43A2-A4EC-475A-9402-5F97A6DA63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7987" y="6575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794719-D16B-47A1-9737-D99ECD7770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7987" y="6575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0FF5A9-AE57-45AA-A519-D3D68BC337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BF2E30-D5F0-4794-A24A-60B43B420E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83A42B-8D6B-4F86-AE7C-A307435E7C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174406-83CD-448B-93F9-75FC5E4C1B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53CE5A-46F7-4FCD-AC0F-3880626CD1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7703" y="65571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E64F64-6E12-4432-A308-9F75E45030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7703" y="65571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E4BAFE-DD5D-4088-9101-B244407E60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C52FBC-D10F-4655-B87C-015B42AEA9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57175F-175C-4AB1-B271-17CD98E688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D5867C-7B10-494F-9D3D-7E370B43FA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A24484-82B1-4890-9F3B-CDBB88C1AA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3CC3A8-B72D-475A-98A3-8E1BA41302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E77587-17D4-48D2-825B-87E65E6F08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2197" y="65800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F8B861-5456-4C16-97C0-E23A9A002A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2197" y="65800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956668-8FC2-4487-890D-AB90630045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0225A7-4964-416C-9D94-8DFDEE1825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7B65F0-579F-433B-AAD1-C89A9B7EC7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E4E33C-7752-48DC-8F79-7415DD51C8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ABA9BA-4200-4A15-A86F-88B283D8A7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872892-9273-45BC-A42B-B3CC9EC0B6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9E57BC-C85A-4AB4-960E-331416A11F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AB9311-F197-472E-A08F-0EFED7F9B7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B4D933-1BA9-422F-AFBB-5030B042CF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1802" y="65384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41DD0A-0029-4E35-AC2E-AB453C94C5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1802" y="65384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17AC88-57F9-492D-85EB-24CE7D77AF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3D3237-0ABA-46DF-AB58-90FFF47E01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7BD854-7F37-4FB0-8B9D-5CB92F811D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7E6EC5-C9BE-4499-8AD8-6D93FD00A6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2C8159-2664-4D0C-8EC4-81E9FBFDD5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0A9F33-80C9-453D-A13E-2EFBD763DE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526CAD-0E12-4078-8717-564DC7AE31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B8347B-05BC-4BF9-ABF9-6B30D740A3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ABCE1B-B46B-4B98-857D-4A4DF1F2A7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7987" y="65751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F2303D-2240-447C-A79E-48BC1224DC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7987" y="65751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5509A9-E327-491D-A235-9A437FC8A5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F886EF-E5C7-4374-8CD5-0A7F975945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3721" y="6551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C3CE21-15D2-4D73-B9FE-B6815F5A9F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2164" y="65790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D50647-6A1D-47A4-AA35-F7F1A7E5E4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2164" y="65790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B36C80-E811-4704-A18A-95A8B3B412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2164" y="65790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0FF264-8BFE-4D39-9ABA-1B83CFCBDB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2164" y="65790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5A92D0-736F-4018-BC29-7D1665E1E8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1802" y="65384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37B333-C05F-4697-B8A5-257A6DDAD6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1802" y="65384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B984B0-BCA1-4EE5-B904-11B853CD8B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1802" y="65384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9D5932-EEE1-4B1D-A3F3-A813447351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1802" y="65384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47075C-AC3F-4ED6-8348-B2F2DA6DF1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1802" y="65384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7BDA33-5A75-43C9-A982-1E97C3A6ED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1802" y="65384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1139D1-FA78-477A-AA62-7DFE0D19AC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5112" y="4892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87876B-8F3E-4D83-8020-8BEF4D69E5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5112" y="4892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1C6B46-CDFF-46D0-A464-3B7361D2C9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1346B2-C7F2-4D10-BE12-3B50E252C4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292B70-6B8B-4D37-AA0B-E5A884ABC8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5112" y="4892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121EC0-3179-42CA-996D-B3776FF504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5112" y="4892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14FD07-86FD-4C4B-A831-A579D0EFCA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5112" y="4892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B14ACD-9DBC-4E4C-9E58-5AE88E08CD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5112" y="4892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19204B-ABD4-452B-8745-AE5E7187AF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269442-4CC8-4798-912E-77081F8655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0D0516-B0AD-454F-8106-EB3A9FDE95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5112" y="4892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A16E9B-CAD3-4253-977A-47651ADBAB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5112" y="4892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15E84B-DEBA-42D4-B7D3-C94FC358A9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0E2DB0-BA02-4402-8921-0A224227FA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07ACE5-27EF-4EB5-8D77-49AAE8137B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9BE88E-4B86-4C94-B451-699BC6BD21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85A2D4-947E-4991-BA74-E9E7572066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5112" y="4892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A17EEF-665D-404B-8530-C0A278B2AF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5112" y="4892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DB9DB1-4782-4CE4-9232-A95DE0A2E9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74B24B-B377-4A8A-9A06-958D62D1D6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1521DE-9426-42A3-9417-E90F4AD1BB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5112" y="4892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809230-4E67-4FF8-864B-1473458F01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5112" y="4892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D26E05-4A52-4D85-9838-AF6EA0EF90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F20B10-8036-465F-97BA-41C33DD203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131CFB-8089-4193-BC6E-409D07EE42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1607B3-871F-45C8-9AA6-F0EDD2A60B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1C2990-744E-4138-8923-93247B2B1E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BA3762-D9F3-490C-9697-822F6866B4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386A50-0596-4697-8055-F4ED5F98FB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5112" y="4892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C48B90-762D-4F5F-9EA0-05915B78C7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5112" y="4892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C73AE0-B61F-46E2-8C3C-8904FA8161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5112" y="4892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B86F01-D1EF-4CED-8B23-2AD6BFB559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5112" y="4892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A229AF-9C3E-4AF5-9F6B-16418431E4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5112" y="4892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A23457-B98D-489B-B947-94634A742C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5112" y="4892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176E26-D6E9-4F0A-9F4F-AB19C93E2F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391D13-B2D9-422C-B12B-D00E0790BE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3CFA1D-1251-46BC-B1ED-F7806C8A04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C8F0A0-9381-409F-BA65-1F03C45715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1BE84B-BD86-46F2-A69B-02239D788F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F94FA3-C3B1-4470-A8DD-3EF6BF5489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87A0EF-1DB2-4D10-8887-26C70E8FF2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2877E9-5330-47BC-AB20-C2014DA8D6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7C4EBB-E971-4653-AE56-696377E6A1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3AFB39-69B5-4D61-A42A-A2A0F74BDB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1ED6F8-684D-49A7-BB43-E9004A5700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282A0F-7785-4D7A-9908-B0AE1C0C30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B249C3-7EA4-4541-9A96-469769B609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974D74-2486-476D-8DE6-F80AAD4650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8B1EB1-BCBF-4F26-AB26-2BDBF77357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0A486E-1F0A-4042-ACE8-656CEC2B49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23F9F6-BBCC-48FC-A5D2-59C6B25827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B69B4D-7EFC-4911-8824-313E216016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9E60E4-BFAC-40F3-95DA-5C01817469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B21E18-7CCB-47C4-A745-0738204DA9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B5EF92-C9E8-4979-9C3C-7FF8826DF7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5EABCE-3522-47FD-8CD5-8FE9D449C1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1A4304-1EBB-4353-9B86-09610B5A0F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C63116-E411-4400-AC3F-11841EE310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DFCCE1-3105-4EEA-BAC5-72D601D9D8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796D81-068A-4291-9FEB-7F4346ABA3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06E881-0121-42B6-8AE2-6771EB96E0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39BABE-138B-415D-942F-96DF28214B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53195" y="54150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78030B-93B4-4B11-AF0B-0629641DA6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7D0149-2E77-40EC-BC7B-1C070CDBE1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6" y="57966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F91984-7B48-4596-952C-E2FF24C561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D4441F-C402-4FA4-AE03-54DCE019D4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F77859-705F-4A4B-BAC0-39FB6F3757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ED6B2A-6559-4EA5-AFC2-21D83582B2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2910" y="42276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D11B70-4FB4-46BD-B16E-9D093BAB7C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C016B4-CEFF-4EA1-B5FE-7B7FF27295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987969-8126-4D74-B0A8-93369AE887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B80FDD-AF7E-456A-A150-62C0BF41FE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3" y="60119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FF669F-20E9-4CC1-924A-E9CF6CFFF3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5111" y="4892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39B041-A17F-44D9-A6EA-685C0D149B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5111" y="4892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5B3126-77B9-416F-B5FB-A3599FE715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3290" y="60398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67A21F-804C-4A19-9D34-BF9D3F1000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3290" y="60398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533EED-CD92-4309-851D-89A743D8BE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0" y="43638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012B5C-7BFF-4180-8FD9-B28C8F2271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0" y="43638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10A936-E3AE-45DF-8315-78EE903F0B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D66BB6-D2E7-4C26-AD57-042B270DC2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3611" y="4907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8C4316-BF58-4E6C-8057-7989DD9EF1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0" y="43638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D63FFF-76F8-4FC9-B382-DFAAC2716F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0" y="43638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2F2A0B-8AA8-4967-888F-087F344941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3290" y="60398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DE4386-F000-4F16-A437-8E4CAD0AD9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3290" y="60398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7C2B96-5F38-42A6-8852-A69C4F66F1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70A4C3-3717-4AB8-BED7-75DE5E35EF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7" y="48178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E45569-DE24-49CD-9C5B-02CA72DA84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6" y="61271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AB0D5E-8ED1-420F-8DF7-E4EC78044E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6" y="61271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C59865-A263-4DD5-BAEC-BA9B70FC1E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903762-6027-48B0-A3E3-597D8812B5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1404" y="62666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FCB082-BDD1-4FB6-86FC-5C43D16607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D2FBC6-2999-44D8-A8A9-2A6657F267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307390-2AD9-4C1D-8F1C-FF3D774502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324687-F3C6-4400-8528-F1A0038555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3362" y="45140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E5010C-23DB-4F28-B35A-3412A11F3B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0" y="43638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DF527B-6AB2-4C67-8D2C-B4CD9CC7E2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20" y="43638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A8B968-18EC-4CEC-9A11-72C1D243AC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6" y="49893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6456FD-042E-44C5-A500-37BDE4DA00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71316" y="49893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035223-0E36-473A-8CA8-8E1B8715B7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6" y="52682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F97012-10DC-4E0A-A402-C2FA7318C8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6" y="52682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A370B5-BF65-4CF0-B16C-8D5810B6DD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6" y="48178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71258E-53B4-4C7D-919A-CDBA2F3827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6" y="48178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16A7B3-211E-48C6-ACC6-762CD25E82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8055" y="53528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E428BF-C0DC-443A-B572-87DCD7CFB2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8055" y="53528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D36BC0-A701-427B-B34A-A23E8E2372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6" y="61271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0B6193-D9A7-4DC7-BD6E-4E2CA85BBA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6" y="61271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72BF8E-4E07-4CA0-94F2-AAC7DE368D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18" y="43638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0CC606-08C1-4B9F-8380-51063E4FB8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718" y="43638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935687-6FAB-43CB-8DAE-8B09A24DDD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6" y="48178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63DDE2-B715-42CF-9455-A01980E99C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77296" y="48178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C5BF98-FE85-4080-A144-B13AB39456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5" y="61271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094797-BD10-48F1-A87E-6C4CCC3857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045" y="61271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10483D-0C05-4CC6-9D33-C07C5A7B99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4DD840-4C67-4C46-B0B4-8BFB92DB38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8331" y="43861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4D7FBD-E1FD-446F-8ACB-BE2DEA6D1C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7252" y="58523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91B35F-2019-4F24-A874-3F018F7455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7252" y="58523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B6E43D-7BDA-48FE-AB39-C760F4D206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1263" y="65643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D978B2-BFDB-4C9C-BF1D-54BE30E5EC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1263" y="65643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BAD87D-4CA5-4614-A27C-F0B9380A87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4" y="57966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A7AAC0-55D8-40BF-9278-C56AD8A815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4" y="57966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E7FC13-F869-4F4A-A1F0-7025E13BD5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1" y="60119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91C346-9400-4EA6-8F2E-C394C6DF3C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1" y="60119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E5C777-8511-47AF-850B-D2A44E536F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89" y="52225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EEAD90-4986-4777-8E3D-5AD00B492A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2489" y="52225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0E1130-3C0D-4C09-BD72-5B7E67B992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06" y="4521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D326AB-2B67-4AA8-9E6F-2E740DE0C3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06" y="4521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A8F5D9-A7B8-4507-B1B3-5FF87995E0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1" y="60119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097764-FB9E-431E-BC4D-5248720D9E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1" y="60119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AB64D8-0404-4AAD-876E-F12FC7453D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06" y="4521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51C9EA-23FD-4634-A149-053B1F3549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4106" y="4521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0AAB69-9111-47C2-9298-DD2881A13F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6" y="54912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A4A83D-C4DA-43F4-9158-72DAD5CA51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6" y="54912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917237-F75B-46C5-923F-62862C08BA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2" y="60119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73C35A-B762-4749-B816-C9B12D8B12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702" y="60119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13AD85-DC2F-49A5-B91D-ADA87E8958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5" y="57966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81569F-6BF6-4AB7-9FA2-758216720B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0205" y="57966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D54D3E-B006-4B1A-A646-E65E530B82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1265" y="65643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EFC23C-B694-42DE-871E-00CD7F01BD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1265" y="65643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6C83F7-5BA2-4D9C-AC4A-4DF5899948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6" y="5268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C6763F-AC44-42C6-9333-4DBB6D4851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7206" y="5268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E7D159-0427-4250-97BA-7456DC21CB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0F52F8-1CAD-46A8-9297-75EF6E9297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4967" y="54912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8F1000-485A-411E-9933-82A0E0217A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6691" y="59135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FE2F63-0390-4AB4-B44D-F60448BF8E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6691" y="59135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0C46F6-AE18-47E6-B11E-347D7315D7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1336" y="45498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1068B9-9F80-4C6F-ACFA-B11C368887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1336" y="45498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EFDCF6-1C5B-422B-847F-00B4F311B2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098" y="58042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23ECA9-85A0-47FF-83ED-5554CC55CA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098" y="58042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90AD2C-5325-4759-B6C2-8E89ABA0C3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098" y="58042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0B052B-3469-4C6E-BD49-F2C8B6C72E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098" y="58042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636A64-045A-4D90-8F9D-3057FF6472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098" y="58042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C811F3-1CD6-4F88-A53E-390B29D0D3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098" y="58042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4E1C0A-7EA7-4375-A900-390A68C223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098" y="58042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B77B5D-F050-4974-903C-099ABA7F01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098" y="58042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F44B3D-F7E9-4EE7-87C5-EB8EC283E2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098" y="58042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A94E6B-710D-4A7B-9C3A-3917421166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098" y="58042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A7960F-17B2-47CA-BC0E-CA30BF95EB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098" y="58042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0C32D7-0A12-400F-8683-9C4F67EB6A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098" y="58042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AFE6CD-BD2E-4F0E-BE94-F77B774798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098" y="58042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CA881B-15C7-4A9A-B93C-BC7FAB1C2A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8098" y="58042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7347FA-C6A2-4EB6-A420-C00FBAB02C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456" y="48493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06C9A3-147E-4A9E-8129-DEE2703F90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456" y="48493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3FEA32-9483-4BB5-97EB-986691F358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456" y="48493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EEDC91-93D0-423C-BBB1-36EB1C258E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456" y="48493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B50126-3F50-4983-971E-01E480B2B9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456" y="48493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CEDD6A-76EF-4B1D-AC80-6519659894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456" y="48493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9EBFAE-994E-492A-85B8-91061ECBA4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456" y="48493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EE4151-8B18-4DCC-B4F0-10812C0137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456" y="48493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4F8D72-475D-4742-8D9B-B623474184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456" y="48493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8064A6-59F2-4CA6-AF8B-BF29BA324F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456" y="48493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B1BC98-F240-41E1-BDDD-55316C350B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456" y="48493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FAC074-3001-4C03-9E0C-66CFD77078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456" y="48493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F86FD9-4DB6-441E-B1E3-32A1AEBA3A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456" y="48493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8325B3-6C41-4BB2-82C6-2B053EB0AB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456" y="48493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E2CB1A-B0AA-4681-8758-C48991FA5A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4582" y="4365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E11BB6-C78B-4895-8346-7A3EC82F79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4582" y="4365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8734E4-7D02-4D89-AF8C-52E72BFAA8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4582" y="4365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9A211F-60BA-4004-8813-8F9CD851C7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4582" y="4365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53CCAE-8D5C-41B2-BCC2-1BC49006FF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4582" y="4365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3C2623-BB5F-4148-95B1-EA307FC4E1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4582" y="4365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555EAF-772B-4103-907D-E28430880F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4582" y="4365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9C59A5-D437-4943-AD94-0493EC84BB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4582" y="4365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013E44-FD40-4B2B-8A25-BB0A4022FA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4582" y="4365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245556-F2FC-48B2-8C75-AB42C23A26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4582" y="4365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5697BE-A187-4F42-BACF-3556EF2F17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4582" y="4365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002830-9103-4B9B-B5EF-4845EBCF8F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4582" y="4365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F5F4E5-CA24-4956-9B39-DB2CCEBD9C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4582" y="4365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DA887B-4640-4A27-95AB-AC06A46603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4582" y="4365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79449D-29C2-412B-94EB-7B7BCB2BE5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2235" y="48249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1F9E1F-E705-4CDF-8258-630A4A1FF6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2235" y="48249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0CE998-75D3-4A32-8249-962BCAE722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9733" y="48276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CE27F5-3E32-4533-A741-116FCBF8C5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9733" y="48276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B4749E-1BC2-4150-B4C3-09C1AD7BB3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2235" y="48249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BFB31B-FCA5-4607-8F04-F888B70292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2235" y="48249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ECF084-CA22-4502-B241-E7320D4D92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2235" y="48249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7B1C3A-07C0-47E9-931A-96A8FACF34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2235" y="48249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CB55BD-7C2E-45D7-B2A4-7A19E904E2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2235" y="48249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F835F1-96BF-43C8-ABDC-C33D388D75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2235" y="48249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09B1D3-076D-4CB4-87C7-A7C5C8447F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9733" y="48276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A6FE28-1161-47C0-AFE8-99B6D8C714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9733" y="48276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FA7FDD-9DA0-4A53-A105-DE6CC78BAC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2235" y="48249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AA4432-708B-4F54-B762-BB3F91A571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2235" y="48249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3A3F49-0B3E-46B8-9B3E-DF635B677F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1675" y="58895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90654B-7385-453B-8F84-10309A3049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1675" y="58895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0D66DE-77E0-4549-9199-7271475393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1675" y="58895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683A89-2756-40DB-806F-AE51BBA518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1675" y="58895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C1899F-9762-46B3-A2D9-5DEAC6382A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1675" y="58895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280790-BBB6-40DD-B6E7-B7C64BC313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1675" y="58895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C4B1CA-D01D-45E9-97B9-960E130278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1675" y="58895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95EE06-7717-48B3-89EC-7864D0F8E9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1675" y="58895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009411-2A2C-4649-9DB6-AF66D12EFD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1675" y="58895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4EE241-D302-42D2-BBAD-D7CA214920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1675" y="58895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762FA7-585D-461F-B1A5-A1630C116F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1675" y="58895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25776C-232A-4D21-86D8-055C5D5B92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1675" y="58895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DB8D60-9FFE-4340-A8AC-6F9DD934ED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1327" y="587458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F6085B-DF53-469E-8451-FFBAAA2E1C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1327" y="587458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64F86B-B5EB-4A0C-92B2-C7F4E1CC4B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9729" y="62579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66D2D4-C240-476F-ADFA-10C9E78F82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9729" y="62579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2EB402-B308-4273-94E1-F3F04F1B35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9729" y="62579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365248-2A0E-47AB-9EFE-31345D99F4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9729" y="62579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6520A2-329D-45AD-A591-B6DCC99D17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9729" y="62579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E1A7C0-488D-4588-A316-72991F134A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9729" y="62579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860221-F7F7-4142-9C94-9DD1A07ACF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9729" y="62579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FFBE0F-F35F-4587-A502-2B182A725E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9729" y="62579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A3AFD1-782C-41B4-9B7E-4258531B34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9729" y="62579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3BE769-0166-403F-86D8-46D5867E50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9729" y="62579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DE69A9-E2E1-4F72-BE91-293FDFA270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9729" y="62579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D7FD49-EB0D-4D71-866D-6AD8657E0F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9729" y="62579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F10BFD-0083-4F95-8E34-DF09C25AA4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9729" y="62579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92439F-448B-42AB-9FDC-2491EFFC79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9729" y="62579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8C3918-8B70-4843-9CCB-AB352B7AB6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8515" y="4275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272E32-5AFA-4C3B-B3E5-69AB5E9234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8515" y="4275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DB4127-9B10-444F-A77A-4C63752C3E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8515" y="4275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B0516C-C103-482A-8CBE-6C6751D0B4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8515" y="4275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0A5159-4A88-4E93-AD06-F2A8AB018A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8515" y="4275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82A6DB-663D-41E1-AD12-9EFAD57377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8515" y="4275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51BF0A-60F7-43D6-AA9B-E04A0EBDDB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8515" y="4275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70A558-2AD1-4136-9D0B-931EEFF4B0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8515" y="4275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01AC98-1366-4B24-B8BC-3226A08299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8515" y="4275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2C3EF3-9401-411B-A6BC-F19A94042A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8515" y="4275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7F621C-0BAC-45B3-B09A-2F03B076ED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8515" y="4275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DBD223-094E-4DD5-9758-9A68B91D61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8515" y="4275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22F6A2-EE1E-4A19-934D-C7B26B3DCB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8515" y="42755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261191-7378-4024-AA52-4DBFFAC070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8515" y="42755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81F5FC-B516-447E-AA99-5F8C2183E6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8755" y="42422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8CBBC7-DD66-4243-B83D-4004D9274F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8755" y="42422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B1DA72-6215-423F-97D5-DB58033EBC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8755" y="42422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26B4C1-B67C-401F-8BF1-E25CEFBA8E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8755" y="42422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60EA35-E433-49F1-A223-18898585B8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8755" y="42422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09806F-CB77-4EE8-8BAE-0BC71E586C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8755" y="42422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1E6FD3-57AA-4FC4-9C0A-FE7EE93C85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8755" y="42422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9227D1-983B-4D36-9332-CD7B31BFE7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8755" y="42422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780EA3-CBFB-4D6C-AC56-1200EA6969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8755" y="42422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CB9D3A-E78E-41B4-8D9D-0870235F00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8755" y="42422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20B375-2BB4-4655-97E9-3C042DCA7A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8755" y="42422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920388-6D47-4561-9FD7-9BDE5A95ED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8755" y="42422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63036D-5E7D-4D1C-8D91-672A4C552A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8755" y="42422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8F6552-D0A8-4034-B10B-44C7004DC7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98755" y="42422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0FD34C-484F-4B1F-B780-D573DA015B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894" y="64541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C91F0A-F92F-4BF5-8552-21A7090814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894" y="64541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C3F7E9-2F72-4570-8844-21DF2173CA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894" y="64541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79427E-4946-4EC1-B9B4-857E4B31FB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894" y="64541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E4C861-1D34-429C-BA77-6F1A1319C8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894" y="64541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F891CE-E6C0-4A12-BAA4-1D188A70ED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894" y="64541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C64EFE-5009-454C-807E-D473DA4384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894" y="64541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4B8E8A-745E-4727-8ECD-7D4C311526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894" y="64541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869E1E-1E3F-45AF-A9EE-9373DEA576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894" y="64541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9642FF-75DC-4F36-837F-1051E97CC6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894" y="64541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829B3D-949D-4C73-8EA1-4FFE2E355F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894" y="64541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350523-F91A-4DA8-9E87-2D3BD983F8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894" y="64541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42E0DB-FF8E-4160-8057-7A50DD15BD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894" y="64541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B0108E-2699-4776-B1B7-EBF9E06464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48894" y="64541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958CF7-0352-4B02-A901-128F7C4B2E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3616" y="65094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5BEA8F-658F-4148-8930-4E6D7B8BFA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3616" y="65094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847E1E-235B-401B-A206-CD40BA1DB2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3616" y="65094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565671-29F4-4744-9CB5-41AB928729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3616" y="65094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33DEEC-EE4B-40D8-AB51-DA9F51C38B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3616" y="65094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954EA7-BAFA-4340-8821-FE73165AA2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3616" y="65094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192B12-6D1D-41F9-9A23-523947E151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3616" y="65094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367B28-F899-4588-9590-8F1425C335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3616" y="65094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5A0515-2A9F-453F-982A-6DF6B2BB30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3616" y="65094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77C3C2-788F-4940-AA5E-2492D2654D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3616" y="65094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19667B-0823-4889-9A89-3FF958FCC9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3616" y="65094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78E940-0CF1-45F5-9AFF-51FA9E0D03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3616" y="65094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19D246-FF18-40D5-9A7D-2AD5A4D06A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3616" y="65094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DB2FEC-6620-4F5C-9399-D5BD389F06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3616" y="65094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2E47F7-216D-4C14-863D-A2B2C319A9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799" y="5208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E29FC2-AC3B-4D8B-9170-93AB6E8C2C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799" y="5208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50CDC8-F2AA-4363-ACAB-3FB7929BBC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799" y="5208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6DC9D5-BE40-4A44-9313-27D3E57773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799" y="5208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05F81D-6E9E-4FB9-AAE5-361BE90950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799" y="5208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E04DD8-4411-4530-82D0-9FA0EB5D73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799" y="5208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B462BD-1A74-4C49-8D5B-C727D0A8FE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799" y="5208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680D5D-8C21-4C46-A9C1-308A8B0892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799" y="5208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EBA311-3897-4647-9E04-A2382888B7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5145" y="52054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719F3A-99D6-4E87-A2A4-409711C52A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75145" y="52054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32C6A6-B059-473C-87D8-B36B10EA31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799" y="5208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8FC31C-1B36-477D-B711-0F842A333B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799" y="5208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7C5F29-A48A-4AB6-B20C-E43767B1CB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799" y="5208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14FE59-6967-4D05-84CD-27108F91E2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1799" y="5208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28E9CE-3502-492C-92A6-B11A497A8D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9026" y="52094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C3DAAE-92A8-454C-8590-7D937F436E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9026" y="52094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572FF6-384D-4CE1-88B4-1B4B1B2121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9026" y="52094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0CF5D5-78ED-400B-9646-014640699D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9026" y="52094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D4FDB6-BF62-412A-924D-2E07BEFBCA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9026" y="52094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260FD6-5CE5-4431-97C4-9A12396EF5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9026" y="52094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31A037-394B-4A08-A1C0-31EE0F3EF7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9026" y="52094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6B0465-2786-41BF-821A-E117D89753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9026" y="52094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9B4724-300F-4787-8EDA-23EE64DFEF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9026" y="52094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FA507F-F9AB-4E33-B3A3-0375096CDE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9026" y="52094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63C1BB-1112-4C59-8EBA-472A74037A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9026" y="52094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AB3016-93A8-4969-872F-67636173CE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9026" y="52094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35FF42-B71B-4900-97B6-E17BCF835C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9026" y="52094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F54DE1-EA00-436A-960F-212C7D3233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9026" y="52094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BDF8D5-5359-4AD3-A3AB-5E0BF259FD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16" y="46267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810836-D2CD-483B-A41A-7676B89D26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16" y="46267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1A39F8-C1B5-408C-B6E9-B9B570B67E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16" y="46267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9F7A43-13DD-4C5A-A6FA-5F6B8883CC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16" y="46267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8E2709-3BDE-47DB-B4D8-D1BC903529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16" y="46267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865042-9CC9-45BB-A136-E5FADBC492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16" y="46267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3011C6-056C-40A1-A095-7B00370728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16" y="46267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554DF1-E8A2-49D7-8701-4A1190002D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16" y="46267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20DC9F-E3AD-4FBD-AADE-0BEFD9FC4A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16" y="46267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9729D9-C590-4FCA-9F52-D3F5AAB1E5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16" y="46267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7FFFEF-E08E-4C68-AC88-DF16873CF0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16" y="46267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69374C-1818-48A0-B6E0-26B3E5220D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16" y="46267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13E32A-C35C-4515-BE61-1D9C2D3A98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16" y="46267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FA1451-9545-4746-8BCB-35A6F05628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316" y="46267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1EEF2C-75F2-4F1F-A49B-692539789C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3571" y="53272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FAEAA7-9028-4BFD-A31B-A46BF25DA9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3571" y="53272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62346E-298C-420F-A686-8D367A85BB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3571" y="53272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B66586-D395-4580-9E62-2C1398B5CF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3571" y="53272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061905-AD91-4B37-BF11-BA583F37C3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4146" y="53385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F78F82-1802-4FB1-8419-6FE43BF72E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4146" y="53385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560FDA-5848-44F5-9032-8B48F61CF4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3571" y="53272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A8C816-E232-416F-BD1B-0F236F2C89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3571" y="53272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57B2E1-CF41-49E6-93B8-522E9FB184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3571" y="53272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8B2DCD-B2D8-4B64-9477-27B11146F0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3571" y="53272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C2FFDA-B9C9-4C16-B259-64BD944A47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3571" y="53272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A3166A-8DB6-41A7-8432-1AF2423A7F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93571" y="53272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DB0C85-4C97-4DCA-91B7-68F67C9DCE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4146" y="53385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477BFF-15D0-4478-9EF2-96F46849E0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4146" y="53385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332573-7EC8-4C62-AD6E-6DBDC716D0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2971" y="51752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A1D4D2-E222-4C3E-94A4-1D8D68B5DB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2971" y="51752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97156D-D58B-41CE-BC60-6FDB09CB18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2971" y="51752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1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07FDDF-A90B-430C-A4E8-28D1BB580A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2971" y="51752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1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B5DB4C-CB79-4A21-912B-B905A53E8F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1440" y="5185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22B4A4-1E72-4695-8391-581E7B5ED6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1440" y="5185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C9C86F-488C-4466-90A9-BCC2BAD88E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1440" y="5185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8C706D-44C5-46F1-AB71-FB8F7EA6D7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1440" y="5185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517F26-450D-429B-9555-5465365E1F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1440" y="5185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E06296-D0D5-4385-8D58-CAB7D406DA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1440" y="5185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C5217C-C11B-4C08-80B5-16FAE01213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1440" y="5185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A58C0B-18C2-464B-9A95-CE33DA98F5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1440" y="5185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078C12-FD6E-4C0F-AD1F-7E6FF3D297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1440" y="5185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EC1577-9FEE-4D3C-9AD6-004A9972B4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1440" y="5185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631755-D03E-42E6-BDD2-0DEB213B95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4382" y="60681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34F719-1976-4F31-A55C-DC1B7ED6BB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4382" y="60681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2EE194-1AC2-4162-81EC-6B172A88B5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4382" y="60681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C5587F-6C4A-4028-AE4E-7758E8125D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4382" y="60681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6223CA-893F-45B1-800C-C0568B63F9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4382" y="60681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E544E0-7C7A-4A64-93D5-CD9FB78772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4382" y="60681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7CE4BE-9E06-46F5-B012-328A3E909D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1480" y="60634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10D01C-D8C9-4AF9-AD98-9D400E6D0E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1480" y="60634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EC34D1-948D-4994-A5F5-8BC4893B90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4382" y="60681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4B71D0-DB86-495F-8BFC-BFA5F64BC7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4382" y="60681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B2C8FF-A937-4D22-B2A1-5A65CDA116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4382" y="60681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EA5CD9-D39A-4866-A48C-FD1A9386AF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4382" y="60681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634592-7CA4-4C93-BBD6-E40A76FF63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4382" y="60681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4F0BAA-D280-47EB-BFBE-B07A6BE4CD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4382" y="60681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AF04F3-56C7-4B60-AFFE-79835D7DDA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6012" y="45537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FBF902-3B12-4791-9CE5-9D8F39C9E3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6012" y="45537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034E1A-F3D5-4BAC-88D6-824C59F693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6012" y="45537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F5DACA-86B3-4214-8A0C-31048CCC9A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6012" y="45537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265FC2-E72A-4678-97E8-51A9FEA6E1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5336" y="45399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F75B09-8991-4385-B98B-F7FF5B6A7B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5336" y="45399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847BDE-C191-42B0-8510-C5DBE8D3BD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0693" y="4548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028F18-F818-4685-80DF-968624458A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0693" y="4548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32F105-FBA9-4B34-B9B7-A465462274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0496" y="45585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E562A1-2BF8-41C1-99B3-6A95266175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0496" y="45585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56287F-5296-4741-92C1-D419B50C14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5335" y="45399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54615E-6A4C-4058-A015-1B765D2BDE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5335" y="45399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555312-18E1-4D0A-BBF2-41F9013817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5335" y="45399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0C32F2-6EEE-4EFA-9D72-AC04CE8F38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5335" y="45399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AF5DB7-DA48-42EF-95BF-2BBCEBEEAE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7159" y="4663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7AD965-F013-4653-89D9-07E8855C09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7159" y="4663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24D0E2-D7B0-4C39-BC85-D41AF8216D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7159" y="4663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706C17-285E-4437-AF9E-E99AEDB776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7159" y="4663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B1E7BB-E0DC-4F66-9689-CCF252E24A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7159" y="4663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827FCE-ED42-4209-9531-DB6301489D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7159" y="4663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6241ED-C44B-4682-AD48-9B625666E6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7159" y="4663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CD5272-5B77-4241-A6A2-A53B64941B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7159" y="4663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3C5CC5-B196-41F7-A81A-0367B8D3D5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7159" y="4663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1D875B-4170-480D-B3CB-C4AE53FFDC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7159" y="4663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93051E-5964-4BFF-9EAB-63C1D92B05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7159" y="4663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592F2B-325D-4201-9C63-791CCB3A0A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7159" y="4663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42A954-AEAE-4284-968A-0518AE72FE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7159" y="4663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4602AA-8FFF-46AD-A5B8-729987CDEF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7159" y="4663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03783E-2C62-4F18-8C65-C54CF2307C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7682" y="60516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989DF5-C12E-42D0-A98A-0BA7F8171F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7682" y="60516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DE3276-7566-4C77-BD92-A4974850B6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7682" y="60516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53D53A-4970-45FE-8BB0-518712983A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7682" y="60516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DDC04B-E5DD-4D5F-BFF2-E20FC7A5EB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7682" y="60516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9448C2-2D03-415E-ABAA-BA6ED9DB9E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7682" y="60516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16BDA2-DF5C-47C9-98D8-A3CBDC49C8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7682" y="60516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A53D12-F5EE-4884-99B1-7FD26E9445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7682" y="60516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5CA603-22E4-46BB-8A30-B5D2175119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7682" y="60516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200F2F-DCDB-4551-A320-4C4645E5F7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7682" y="60516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48E257-57CC-44CE-AE77-C53332844F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805" y="60591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CA3ED7-DFD5-415A-804C-680AF31AA6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805" y="60591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BC6713-F3AA-435E-8D17-9914B067B8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805" y="60591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B66BEA-8F2D-409B-AACF-53DC090846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1805" y="60591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366F7A-1D45-4B44-9F0A-6F98485520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0452" y="44436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ACC2AE-DA28-4E19-9466-5CA2BB6356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0452" y="44436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DC3495-8ED1-4422-B2EA-0FBAF9A6B2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0452" y="44436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05F873-E4D1-4CAD-999D-E21032DEBD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0452" y="44436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4FCFCA-A10F-4BF8-B42C-B34DD0D7F8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0452" y="44436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B7675B-2A20-4680-B538-64749EC0E6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0452" y="44436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090EB9-E79B-4F4E-B668-D537D74831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0452" y="44436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0DE241-188D-4B2F-AA7B-185C3BA1E4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0452" y="44436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02B0E2-2995-456F-B567-94C8378743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0452" y="44436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438BF1-3C3C-48E4-8233-6D3802E19E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0452" y="44436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AB9A30-843E-48AE-9947-DD63F54443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0452" y="44436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AF833E-7000-4183-AE6A-AE64D91420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0452" y="44436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4AA7A3-85B9-4A26-81EF-CA8A7540E7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1015" y="44387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8C9FE1-4B56-4B5C-AA85-57A21C45CC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1015" y="44387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2F8986-F8BC-4355-800A-1D76E16451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0691" y="5622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E9881B-F69A-4DFF-A42C-80EC08B549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0691" y="5622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A0B3D8-1DE1-45BD-92C5-D0570967E4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0691" y="5622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FC51FA-BBAC-424F-B792-F516B33C39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0691" y="5622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FF5171-62A9-4690-AF3B-F733EBC338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0691" y="5622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DC7CB5-36E9-472E-BF38-3993A7F882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0691" y="5622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32A02D-FD0E-40FC-92DC-6E8C3136A5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0691" y="5622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99AC47-A472-447D-916C-29384321C4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0691" y="5622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F3B74C-198C-40F2-9353-8B0D0CE37C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0691" y="5622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DD080C-C755-4BCB-B6EB-B2487E93F3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0691" y="5622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5F0B7B-7B28-4A9E-83AD-72356B0C93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0691" y="5622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65D88A-FA59-4499-9359-70557CE0CD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0691" y="5622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1EDB67-0A46-49B7-9217-2A01D1990D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0691" y="5622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0ADF87-9571-4371-9882-84B53CF269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70691" y="5622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04D843-F441-486C-9458-A8F782A525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1355" y="54914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C8D6E7-2486-4637-A1B7-FC9555F068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1355" y="54914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F74C45-62B9-4111-8D32-68E307F823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1355" y="54914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A4F102-8119-4CD4-9761-1635AEE758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1355" y="54914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1A6451-E783-4B3E-A9A8-A9DE3F1D36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1355" y="54914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AAD141-6569-4EFD-98D3-7D6BED2375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1355" y="54914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EBFA7E-2BCC-48FA-8C7F-2D4EBF76E1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1355" y="54914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A40606-F2DF-4DB0-9DF8-4F15109CB1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1355" y="54914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E8D959-FB88-4546-88D4-B535270838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1355" y="54914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AE3B1B-C1C1-4991-A799-57E89A1916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1355" y="54914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81EF14-E1A0-48CA-8087-C70C4FBEE8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1355" y="54914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81DE9A-2E17-4467-9D38-5F51DF7ECA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1355" y="54914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879777-6F3B-48F8-962B-13120D7509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1355" y="54914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B1E441-AC47-4E58-B704-5B495DE6E6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51355" y="54914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5CE67A-69ED-4921-AF1D-C3A15AB080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5781" y="62328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E9605F-024F-4023-A591-8BF4E4CBC1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5781" y="62328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5D27A0-C4DF-42C9-A817-3FEBB5C1C2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5781" y="62328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833DB9-F320-4438-8EBC-AD8548919F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5781" y="62328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81E971-0CF1-4ED4-813C-BE384E0796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5781" y="62328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341B08-16AA-42D5-9DF7-E0326CC2F4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5781" y="62328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A14B57-14C7-4401-B05A-08EF6300D5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5781" y="62328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165AAD-60EF-4BAA-B9D8-E09BEA2E05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5781" y="62328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CF24F0-9330-4D13-B7A9-7D2AFB6F7A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5781" y="62328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DFE7CA-1327-416D-A568-39A0454424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5781" y="62328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3C5D53-1AA2-47CA-AF99-EC55C1FDC0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5781" y="62328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CF67B8-925E-4ADE-BBFD-88EAA72A30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5781" y="62328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195F98-C303-43C8-B54D-C792B4DFDE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5781" y="62328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37D43F-FF4B-49A4-BAB6-5913693A7F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5781" y="62328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4C7A67-6298-459A-8E24-248B97C86C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0175" y="48101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079545-756A-4BB0-99E7-9FD51E9383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0175" y="48101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393C9C-FB36-4854-BAAE-20AC3145DE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0175" y="48101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F96E55-32FE-4226-8F58-9383CEEC5A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0175" y="48101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BFDD71-8030-42AC-8FD1-8D8FE71773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0175" y="48101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03ED79-FAF9-45FB-896E-245C40F3F6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0175" y="48101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F68E64-4076-4751-BF39-03D67CAF7E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1970" y="48206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41FDD7-E4E9-4791-B047-62312F6737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1970" y="48206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8DC514-7BD2-4DCF-9A66-94990B8D9A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0175" y="48101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7B60F7-A258-4821-8C68-A3C6E270A0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0175" y="48101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CA14AD-BA62-42D4-84A7-E7CE27C34A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0175" y="48101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62ED98-D697-424B-8044-FD6E7349EE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80175" y="48101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827ED7-08FD-414E-AA86-7DB043710A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1970" y="48206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59DB86-D65B-4DA4-9181-C3EBDB8536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91970" y="48206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EA8865-68AE-4AF6-8F5E-A9024B3FFA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3260" y="58638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A1F1E8-858D-463E-98B6-CE04028226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3260" y="58638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BE3342-8FE7-4F30-B992-DC855B4368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3260" y="58638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5C6329-25DF-46FC-9A23-8C4048F64B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3260" y="58638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5F868D-E6B9-4CED-9983-E739BF6A93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3260" y="58638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1C5368-55DD-4921-9A27-FC2C5E0ACE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3260" y="58638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8C0AB4-FDBA-4B08-8507-44E7A65E0C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3260" y="58638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6877B4-BEF8-4A03-8259-19FBCDC58D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3260" y="58638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E6C021-DF2F-4B00-97FA-906835B08A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3260" y="58638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7AE5A5-640D-4FC2-831E-95297351EA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3260" y="58638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6943E1-071F-4AC5-AE6F-B5F7141007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3260" y="58638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E502F0-4514-4D48-8313-824443B65B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3260" y="58638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A106A5-23C3-42A0-A3D2-2678D0B540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3260" y="58638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3D5CF4-B1EC-4305-A86F-944702F0E7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3260" y="58638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75FD27-724F-4353-85E5-02F52199DE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6533" y="49512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4DECE2-4E06-45D8-B93E-3DF3953E18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6533" y="49512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5FA1EA-1A58-4A12-9CC4-9379C8473F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6533" y="49512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927439-4C04-4278-9BCC-8709076AF2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6533" y="49512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A8544B-0547-4420-84CB-A89A2C1B70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6533" y="49512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9101CC-1DDF-4D68-9579-126E112BE4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6533" y="49512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2243D3-B995-460D-97B2-6C15F89966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6533" y="49512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0DADCA-989B-4B99-880A-53CC9F7888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6533" y="49512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32E99E-2304-494C-9626-F5F0174D66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6533" y="49512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57B777-0A3C-4B2D-B519-AE30E1C862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6533" y="49512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BD8EA5-4333-4897-B053-136D85E183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6533" y="49512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F8B150-C0F0-4DBA-93E7-5D4A2D9704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6533" y="49512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0E1EFB-4A95-4664-88C9-3A3779D4CA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6533" y="49512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103714-89FF-4D2D-99FE-F217FC56CC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26533" y="49512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4F9886-A1FF-4A3B-86CF-D0F7674BDC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4264" y="62783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1B3B61-99EF-41E7-8EF6-D1456F8E98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4264" y="62783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EE9126-2FA0-4469-AA36-27902AD4CD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4264" y="62783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67599A-79A3-49A8-BC05-183465A9E3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4264" y="62783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EFCCBD-AB5C-450E-B2E9-5229E4F0C7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4264" y="62783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1A5348-1C00-4B7D-A60C-B596B70865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4264" y="62783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8B0D7B-0C4E-45B6-AACD-109265569D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4264" y="62783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71748D-C2A2-4355-91A8-0DF1FC70F4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4264" y="62783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1B8686-5F4A-4557-9551-98A19FE0E0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4264" y="62783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083CB5-04ED-41BA-A948-AA477E512F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4264" y="62783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4C298B-7DC2-40AA-AC2A-6DEEDE1779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4264" y="62783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39D2E1-B14B-4A80-BE56-772BEF27C1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4264" y="62783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4B4C98-70C2-455D-A5D5-96D447A293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4264" y="62783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AD907D-11D5-4685-B8E2-EEA5C3158C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4264" y="62783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A3055E-304C-4F96-8697-343E638404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4573" y="65671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9AEC8B-7CD4-43A2-8ED7-C99E653752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4573" y="65671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98B365-03E7-42B0-8622-C10A939A85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4573" y="65671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73A662-8D4D-48D3-BAC4-A1E4ED10E5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4573" y="65671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3A7846-8758-4FBE-96B9-72C23971C5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4573" y="65671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CB6AB5-2E2A-4D15-BD14-6B63057526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4573" y="65671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2EEC17-BC55-433F-8DDF-526069785E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4573" y="65671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7F14CF-568F-419A-92B5-9C7BBB5922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4573" y="65671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329983-3CFF-465F-B28E-768D160C62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4573" y="65671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E3744B-55D5-40C4-A7D5-F551ADD890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4573" y="65671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234934-CEE7-45DF-A27B-6000DB5F05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4573" y="65671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43ACBC-2C42-4B20-8A27-A0B791A7C0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4573" y="65671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DC47B5-0D92-4B3D-AB88-852780611F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4573" y="65671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E1B809-E1DF-452A-A503-0818757C36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4573" y="65671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A92C7F-8607-4EEA-BA61-4E8D5D8E05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1539" y="59461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B5F50D-9BEC-451B-AFF2-BCB90294CD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1539" y="59461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7AB182-D4EF-457F-863A-76D2AA67DA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1539" y="59461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699B43-1C99-4D8B-83CE-FB39CA3EA7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1539" y="59461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F7DF79-B974-441A-8FE7-CA3F219DB4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1539" y="59461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BA627E-9F02-427B-AD07-E7A9B2CC23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1539" y="59461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CA5D9D-8A26-4171-9694-B8091C1421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1539" y="59461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C08FF3-51D6-4D12-AC25-375E08B3D4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1539" y="59461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7AFC8F-B938-4A1D-8204-D16DD7C667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1539" y="59461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F175D3-C57D-4AAE-A5B5-3D20307393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1539" y="59461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357E56-A701-4F67-9ACB-D0D38031AF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1539" y="59461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B53265-6144-4DD6-B8DA-99F2C1E55F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1539" y="59461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F3BB16-30FC-4455-95E0-5B8A8771D3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1539" y="59461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59F08C-614E-4D49-ACA8-C86324E10F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1539" y="59461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7ABF7A-5886-4359-AE04-97115F4B6E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0862" y="49569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5BE96B-2DA0-4B34-97A4-316F53EC3F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0862" y="49569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65E981-5F46-4D70-8F64-56F00F2128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0862" y="49569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210824-BE36-4ECE-A10F-6B6766D90E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0862" y="49569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10DCA6-FE85-4169-A08C-877DC4CA66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0862" y="49569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D2DF60-48FA-4E41-9FF0-FE452A95B9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0862" y="49569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CCF499-9BF8-4B10-AC1B-4386A5E390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0862" y="49569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E86009-2F3D-4F61-AB9D-E39C6C7303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0862" y="49569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A5E1F7-1C5B-4FAD-A63E-AF798C6784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0862" y="49569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5F03C8-129D-45C6-8032-5B99AD314A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0862" y="49569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CA2E2F-1E99-484D-B35A-90AEE00339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0862" y="49569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4A4738-571A-493F-85F9-4D113DDC99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80862" y="49569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082F5A-0C5D-4663-8FAD-5488BAF559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4420" y="55647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9A0C1F-C7AF-4C8D-BDD4-DE43846E45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4420" y="55647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949C4F-4012-4C6C-BDBD-AC95104F39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4420" y="55647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302AA5-E50A-4E50-BC68-8A975E6E4D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4420" y="55647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FD6174-8A7A-4608-BB49-BD3D2C2108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0592" y="55800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96F645-D12C-4B6C-9A6D-F132AE64E2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0592" y="55800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841FFD-264A-4F88-8DF2-043BC2FC7A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4420" y="55647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06F85A-754A-4B8F-AB4E-5F0D5317A6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4420" y="55647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752CAC-4E62-464B-9BD6-5B2D1928C2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0592" y="55800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E6F0E5-EFC6-414D-B021-F8EE3FD6D0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0592" y="55800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D3314B-52FA-47F9-9CB5-9FC905EBE2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0592" y="55800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4F17CF-A57C-4229-B1EC-B19BA4A25F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0592" y="55800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71D01A-492D-4DA3-B518-1BD95024CA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4420" y="55647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BA2415-A11E-4845-B15C-145428986E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4420" y="55647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A09947-0B73-4010-AAA5-27CCF7B297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7828" y="57393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71A7C0-4159-4608-A561-F582124CA5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7828" y="57393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52A181-8E48-413F-B97C-07BC61B978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7828" y="57393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F80A63-3003-4348-B8F6-D63BD858EB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7828" y="57393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1ABD23-8108-4A19-B773-2AAC08775E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7828" y="57393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D5EC61-B005-4893-8E2E-199FCE2163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7828" y="57393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83ADED-E76B-457A-B977-98DDD958CC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7828" y="57393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ECCC6F-4A29-4B2D-A809-E74D6357F6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7828" y="57393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E467A9-F8BE-42B6-8986-533A87FAB1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7828" y="57393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BA9D5C-CFA8-485D-AB7D-94A9C7F123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7828" y="57393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A6EFDB-F95C-4627-B233-6E4BEBAECC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7828" y="57393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0806BA-04B5-44DC-86FE-9628028C4E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7828" y="57393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1F9455-981E-4FD9-89CE-4441A90F2E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7828" y="57393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DB4870-AC48-4882-B700-FDDDE59BA3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7828" y="57393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B0C350-6152-4E98-BE5C-3788C76ADC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3779" y="64977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228086-8BC6-40A2-A055-A3D6B6C151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3779" y="64977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9BE5C6-C012-4F89-9027-0D3F48219A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3779" y="64977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014CE3-E390-448A-822C-F3A59FF439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3779" y="64977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BD6D92-E0FE-4E57-A987-8655D6EBC9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8895" y="65117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F4CEB1-AEAA-4A56-A0DE-D4D9E8CA57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8895" y="65117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31FF47-0D7F-4256-B818-87AF422911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8895" y="65117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538B29-3127-4114-A1DF-0153ACAF40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8895" y="65117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21D899-36E8-41A6-B22E-2365587660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3779" y="64977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8DC7DE-9AF5-4934-89FB-367D2C4942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3779" y="64977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695E71-6056-4F0B-A4E4-AAC7142EB5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8895" y="65117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F29642-E7E1-4484-A486-895CFC6EB9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28895" y="65117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96333B-7B4F-43D8-B7C0-860BB2734A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3779" y="64977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986D6B-507A-4C6B-BA5D-EF5AD6E63A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3779" y="64977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0E5754-AF71-44FD-91FA-E385F75D2E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8310" y="49000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3C3100-469A-4441-BD71-3C05EEFDB8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8310" y="49000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1E7175-5647-403D-B74D-FB3B3917DB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8310" y="49000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C764D5-4D97-4D69-9994-DDDDC679F9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8310" y="49000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AB3EF0-82BF-4247-9D34-F6770F4755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8310" y="49000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F9D036-8972-4056-A63D-12D7470502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8310" y="49000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C5C31F-6783-4ED7-AC51-4758A678E0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8310" y="49000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B39FA9-15CA-44D9-B46E-1287232DA2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8310" y="49000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CC64C6-3E66-4FF4-957D-71DFF73275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8310" y="49000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558569-2EA5-4699-90B2-5ABAA80B28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8310" y="49000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F0546D-41E1-4D23-83DA-038A651952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8310" y="49000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41DC49-172F-4A6C-9B06-D31B64094F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8310" y="49000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CA14A7-88C4-4F63-A984-0EA6095A93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8310" y="49000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653D76-B431-47E1-B472-12E9B36402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38310" y="49000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BAE09D-58B3-4B78-9929-BC7FB1898F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2691" y="5085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5024B7-60A2-40BC-B766-B9C6F81D6F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2691" y="5085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D36075-303A-4F07-9165-6835AF878B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2691" y="5085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A4C624-6D7A-495E-8491-8E8FC23475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2691" y="5085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FF5542-9EB1-43E4-A66C-FAE290FD6B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2691" y="5085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70C144-1987-479E-BA3F-9F7EC3DDC8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2691" y="5085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28CCD5-F190-4BCD-83F2-B097260A63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2691" y="5085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4E6B3D-D917-4554-A8B1-114F1C297A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2691" y="5085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F41873-E413-4742-8CCA-0860CD5A8B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2691" y="5085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514737-A2CB-4D99-8C15-B441861417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2691" y="5085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FA6CCB-282B-460C-A6C3-E6DDF85EA4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2691" y="5085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DF4469-9269-49D9-B621-8AD133F63D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2691" y="5085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3F56BC-86F4-4D3A-BB87-9129CCA18C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2691" y="5085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F82B4E-905C-47E7-BAE4-A0FA78194E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2691" y="5085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FFE87E-1A66-402F-A11D-AA71D85B98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3413" y="60041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C9B694-37E4-4F6F-A5C9-F55409C5A4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3413" y="60041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876E00-146E-40D5-AF80-C91F23A25D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3413" y="60041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5BBA37-17A4-49C3-9319-3954B50680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3413" y="60041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81329D-D9D2-4E65-BBC3-40FDD9B194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8608" y="59979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CFD837-A875-4BB5-A186-6567503079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8608" y="59979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C11226-9763-4FA0-9B24-3C21BED25B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3413" y="60041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ABCF98-DB5F-41E7-9F55-339FC5BEF7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3413" y="60041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C265F6-6E08-4608-94C6-A7458EE130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3413" y="60041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9C07C6-8EEF-43DE-8746-413DD03706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3413" y="60041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6A59F9-EC8E-49F7-9DC6-B74591E936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3413" y="60041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95EA2E-3930-45A6-8F9B-B482107424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3413" y="60041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3317B8-E49D-4E93-AA02-456507CFD0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8608" y="59979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EA22FB-5A52-4649-B94E-9E1C5A913D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8608" y="59979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3726A9-A1CE-4864-8724-CBAB15445E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3641" y="50201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19E8DB-0838-4799-AF4F-BA5A74AEEF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3641" y="50201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3A84BC-6B49-420F-AC50-0289D9426E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3641" y="50201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996990-83D4-4656-8EEC-6DA4BA4C58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3641" y="50201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C66AAA-6DF0-4F18-9F37-71263BA2E1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3641" y="50201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3F87BB-A257-4E6D-9F0A-7A56F0694D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3641" y="50201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214090-2E5F-4292-B7EE-7BE24C2EC8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3641" y="50201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62F423-85FF-4593-A61D-29620B3FE3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3641" y="50201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99E471-6D20-4A31-A044-6295FE15A6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3641" y="50201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951AEB-383B-4686-804B-D57A1EE5FE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3641" y="50201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50E6BF-6D34-4232-855D-84ECF4A220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3641" y="50201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D8DA16-6E94-4A59-9ED0-3210CAF37A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3641" y="50201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608277-C282-4A41-ACEF-E089F9A826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3641" y="50201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917B28-D225-409C-A6BB-A6D077C5BB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3641" y="50201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15F472-AAAC-42B5-B846-36AD58C26E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9591" y="58101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7B5027-B3C5-4EC9-8FC5-7A4143796C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9591" y="58101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963B6B-61F6-4BD3-99DC-F1333E79C7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9591" y="58101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C91D3E-ECFE-43A4-AE8E-E1723D6B76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9591" y="58101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C27FF1-AD50-4335-86B7-0570D55AA0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9591" y="58101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77B1F1-BCCE-4B2A-B390-9680E84A5A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9591" y="58101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DCC4CC-0F51-4E72-B52A-EC5B1036BB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9591" y="58101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532593-B43D-45FF-9627-C071787840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9591" y="58101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8DE2F3-8BDF-4D8A-80DA-17AFC45C25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9591" y="58101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0A9C21-E2E0-4B67-8DB1-63F7925AF3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9591" y="58101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7B6708-A643-4635-881E-490ED3F0B6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9591" y="58101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6480EF-5642-4CE5-A3CD-1EB4F3A3CD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9591" y="58101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057537-D4E6-4060-A735-97D065BA78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9591" y="58101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BDF5FD-BBCF-415B-87EF-8B7BAE4FD9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9591" y="58101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5EA8A6-514C-4596-80CE-2AEE40240C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73954" y="56791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330392-DC41-4666-A8E8-142857E26B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73954" y="56791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E3B184-7629-402E-9E52-2804ED5CD9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73954" y="56791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001597-8C23-488B-9727-0DFFFB3C1F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73954" y="56791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3F0D16-0923-4B6D-8094-E355C05DF8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73954" y="56791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1E8CAF-2ABD-4926-90A3-498503309E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73954" y="56791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2F4933-8E6D-4C5D-B271-3868AF2616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73954" y="56791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F631BF-C2FA-47AC-9DDB-510BD8259D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73954" y="56791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1A43AF-902D-4CC7-9161-0CFD8FA25D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73954" y="56791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3C8523-C047-4CBC-9EE8-7B123FE52D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73954" y="56791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A94ABD-F77D-4B63-8490-4B10790C5F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73954" y="56791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B7F63E-BA2A-482F-8583-B46975D8BA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73954" y="56791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F16049-9592-4DC0-9A49-DEEC414671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73954" y="56791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A3BA09-B942-418F-982C-5B9A396922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73954" y="56791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C0CC53-48EB-492D-9305-CCE13CB1D2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137" y="5940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49F418-5A3B-4131-9922-04028A94C2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137" y="5940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8A09EA-B7C9-42A0-8996-764F037654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137" y="5940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55D284-5C7E-4676-9422-DF00CB2F22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137" y="5940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E48EF7-36AE-405C-BF64-57447410FC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137" y="5940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A4A3E1-FD87-420F-8F15-B08E0367D7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137" y="5940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434328-8B13-456A-9ECC-03ED6130A3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137" y="5940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91DB27-1E7A-440E-89C8-A328634069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137" y="5940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F2E89B-EA7F-4691-AF6F-4547CAEE49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137" y="5940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499E7C-AFF4-4409-8208-CCBAF7460D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137" y="5940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9266A1-835A-4087-836E-5B690B0D48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7601" y="59551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DF9F77-3A1E-462C-85C6-0791D0134C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7601" y="59551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BA1810-C5AE-4A60-8F36-97E48832AF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62041" y="59446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E03080-49BA-4427-96DA-582DBD1A98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62041" y="59446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E40958-77C8-4DDE-9C2C-3BEB4A1038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9942" y="55242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260CC9-5484-4332-81CA-525B236027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9942" y="55242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88D4A8-DFFB-451D-900F-4B83CFBF3E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9942" y="55242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208F7E-458C-42CE-8807-226CC0CE0C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9942" y="55242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5A50B2-78E7-4754-B3DA-D1418FFB2C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9942" y="55242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298D19-7D75-4B8F-A983-5B9F061EBC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9942" y="55242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284224-DD10-4568-A689-D49C1297C1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9942" y="55242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6CA150-0415-48C2-8CE4-2334C48517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9942" y="55242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53A4FB-6403-49FF-BF1F-7C84628491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2537" y="55112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D82CFF-3123-4474-B472-9BCCD626F6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2537" y="55112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4BBF8B-5B9E-483A-8828-445A876ED1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9942" y="55242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C7B2DA-17C8-4F94-9999-5AB2AD8F20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759942" y="55242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1FFC60-BD15-46A4-8CDC-0657AB25CA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5897" y="59458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6AA1BE-D10C-4434-B31E-59B2A380E3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5897" y="59458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09A86D-133A-420B-B59C-CFAE1F7AFB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5897" y="59458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E0C7FC-5C15-41F7-B45C-489C8CA223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5897" y="59458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DA004D-E05C-49C4-8152-23B980616A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5897" y="59458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8D1663-0124-4644-8A90-87CC39D51A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5897" y="59458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C0473E-7483-4232-A6D2-4E43E0781D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5897" y="59458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8E40E3-D29E-4F70-AAF2-96D05A6331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5897" y="59458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5F5D05-9DF2-4F2D-B825-24953BBFC8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5897" y="59458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B90FAF-106B-440A-9859-820BDEDE91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5897" y="59458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A56CEF-42FA-4A24-BE6C-236886506D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5897" y="59458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4F4992-503C-452B-81A6-075FBB2FAE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5897" y="59458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C3417B-7A00-4C30-B1A4-B1A5EFFF76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5897" y="59458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FF8E01-FC45-4C3D-AA9B-EEC6FE6609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05897" y="59458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813BA4-B700-46DA-90E7-0F1C9F7404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8571" y="48205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8D84AE-806E-4BBF-904D-80A1E5B64A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8571" y="48205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19797D-2932-46B6-A583-04FB18B9F1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8571" y="48205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E53430-776A-4EA4-AAEF-4FBCBCA14D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8571" y="48205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17A09D-A9FD-45A8-A950-FF26200A5C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8571" y="48205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2C012C-E174-4305-B2F0-5A1D446E65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8571" y="48205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CBAB49-5AD0-4169-A75E-F99DB77921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8571" y="48205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98A3C2-7417-4268-A895-C2BFD0F684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8571" y="48205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A13FB3-6A44-4F2E-9550-0E1796DD5D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8571" y="48205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1D80B7-F2A5-4581-94E9-09D246614F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8571" y="48205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0C7FE0-B83A-402F-A05E-8AD85A1601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8571" y="48205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3411E8-E8E7-49F5-8170-6FC0D9D2A6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8571" y="48205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64DF8A-F145-4132-B376-BD92195766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8571" y="48205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5B6785-6238-4100-8D73-F05101C851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8571" y="48205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7960CB-2DA7-460E-A700-063B59A4DC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9222" y="58580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6EAC56-F301-4535-A80F-AECF136365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9222" y="58580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BF5400-1194-4801-BC14-2E1DF6F458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9222" y="58580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29F99E-2EAB-49D0-BFC7-63D10B2748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9222" y="58580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3983B1-80D2-4C4B-B684-92FC5A38F0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9222" y="58580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8225CB-5D28-402B-AD70-46002DF044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9222" y="58580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21152F-1314-4BBD-BAC5-CDEA78BB57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9222" y="58580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1C93BB-DFC8-47BD-8D1C-CC976406D2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9222" y="58580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D956FE-71CB-44E3-9818-9CF55F5BAB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9222" y="58580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945081-8483-4CB9-8410-BD50D58392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9222" y="58580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6F48CB-76AE-4D4B-BA89-4694D07724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9222" y="58580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C0728D-12C5-4E50-8438-4908A283EA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9222" y="58580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14FB31-2F20-4553-9496-85BBF84B79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9222" y="58580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6E1161-FD89-48BF-9B20-302098938C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9222" y="58580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966A2F-87C3-4A4E-BF05-14BBEE1454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68071" y="48489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59BD39-C299-47B5-A623-F3B1150383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68071" y="48489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B3E147-F9DF-49FC-B375-F31148D20E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68071" y="48489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C039C5-F736-484A-9436-A813D70804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68071" y="48489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887FBD-C952-42B7-B3A0-2CD8EEDE85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68071" y="48489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BA7FB1-3FEE-44BE-ABB4-1B9388D2CF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68071" y="48489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598649-1DD0-4D75-84E4-01FC98DF11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68071" y="48489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649FF6-615D-4530-A595-377FCFBCD3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68071" y="48489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7E1B0C-7B9C-4924-B8BB-39A6911194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68071" y="48489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07C7DD-E0A4-4548-9C68-0507A17E35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68071" y="48489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9C5659-6759-41FC-8F24-E2EF1F49A5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4086" y="48528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A9AD14-6AC9-41A5-BF36-4D95A9C559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4086" y="48528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A83454-846E-49C5-9944-4A4599E57F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68071" y="48489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0B95AC-74DF-49AB-B956-090509A293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68071" y="48489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DD97D1-898D-44EC-BAE7-BEF4E4B99A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4953" y="63616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1213B7-6947-4E59-9F89-E59786E8C7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4953" y="63616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38D0BF-5B3E-4A4F-BBA4-4B4384F5F9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4953" y="63616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E62E97-AF5B-452B-80A4-D0F9B832C0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4953" y="63616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5BC4C6-BA60-4FDA-BAA5-EB0F93529A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4953" y="63616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607813-1B8B-4080-BC08-9335A9058B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4953" y="63616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9512B8-74DC-4077-B775-02F9BDC56E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4953" y="63616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DAB91B-0455-4FFC-8798-A5155C4C17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4953" y="63616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C68D96-B532-43AC-9417-B388FAEC4F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4953" y="63616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7F3A87-8F1F-4DF4-92AE-B411F6A0B8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4953" y="63616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68450D-9E74-46E3-B077-1A66CEA82A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4953" y="63616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1F2A83-6677-43E9-8442-692D560AB8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4953" y="63616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811A7C-BD86-43B2-B1B2-6EA82D133F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4953" y="63616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F9110C-941A-4067-88B0-E8B884BCDF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4953" y="63616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E1B735-31ED-4A61-8808-073765DC6A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9542" y="56335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AE8C77-4F46-4B38-885B-E54F73029B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9542" y="56335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CBA940-9CC7-4DFB-8D29-786221375B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9542" y="56335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A92776-599F-41DD-8E13-B5B08C8816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9542" y="56335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1F449D-7F6D-4BD7-B728-038E256EEA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9542" y="56335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F6C29A-6821-4707-BE50-9252DE6233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9542" y="56335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0EB981-FCEF-4F9F-A0EE-26748E553D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9542" y="56335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48E2C7-E4E2-4D5E-9B1D-E3668DF8E8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9542" y="56335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FD72A6-B722-428D-A3B3-19BC81C57E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9542" y="56335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4E43EA-0507-46EA-B3A2-443FA7645D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9542" y="56335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897BCF-5F1E-4D99-B309-E79C99F9AF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3238" y="56335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8224AB-924B-442B-9ACD-6468414766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3238" y="56335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2AFDAE-5492-49EF-8D9B-BE31769E77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3238" y="56335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3F9452-E592-431C-BDD1-A3B70E4518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3238" y="56335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9557DA-29C4-4641-A448-8146257FFE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1614" y="57768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914C6D-A36A-4904-B16C-2E03186092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1614" y="57768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B7636C-6B74-4F50-AEC9-A04471E133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1614" y="57768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07CB97-D5B3-4B73-A3A7-5F04CFDA2A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1614" y="57768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0D07C6-DBBC-4535-A5B7-B7C1779237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1614" y="57768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D4D544-5E45-4E28-914F-210C908963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1614" y="57768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2823F1-4037-4EA6-9546-987B6489AC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1614" y="57768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D0D54A-EB85-46E6-9BE1-6B54A0114E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1614" y="57768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CC68DF-4402-40EF-87FA-CCAC76DC8F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1614" y="57768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5CF3D7-C805-471D-87B2-7708CCD13F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1614" y="57768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3F5EBD-9097-4344-9A84-282625E726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1614" y="57768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4442C0-4ED6-4522-8CEA-6DC44DCD90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1614" y="57768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5A9633-41F3-4E1F-88DE-BF89AE526C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1614" y="57768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8D4912-9C7D-45FA-98EE-67D544ED5C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51614" y="57768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BD32AB-98A0-4880-8FBA-D105B23076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692" y="59023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610868-601F-46B1-AF08-FDAAF95654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692" y="59023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CED499-9165-4FD4-B69D-D20D8BB75E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692" y="59023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ED2B77-B2F7-403E-8230-D7CB5890A9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692" y="59023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5A2CDC-3EAA-4BE6-91AC-09EFB035E1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692" y="59023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CF7A5F-1D4C-48BB-A525-811283ABE2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692" y="59023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3945DD-925D-420C-ACC8-BD468CA4F8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692" y="59023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851BBB-FB7E-4DC5-89A9-0EBB8798A7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692" y="59023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B963E9-46F0-4225-9FE1-A082AEDEC5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692" y="59023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7E4CA1-C7DB-4CB1-9654-DB6954F97F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692" y="59023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2574D3-29FC-44F4-93EA-AB086B191A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692" y="59023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8BE8D6-64F7-4AB8-AFBC-53A7FE0D10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692" y="59023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5EC0DF-D63E-417C-B262-2313CDD3F0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692" y="59023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074A1C-FBD7-42FB-B9FB-1F959AA447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692" y="59023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4119DE-36D2-4A64-9E67-C616B4DBDD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821" y="575277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AC390E-886F-41A3-BB23-565620AA47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821" y="575277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455DD0-26E0-42DF-A743-4EEED83A2F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821" y="575277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27E539-D305-4AC8-8AE6-B339586A4E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821" y="575277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0ED2A5-EF8B-418B-8C76-AFBEBEFCCC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821" y="575277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3CC85C-F7B8-4EE7-9CB6-550D7B66DE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821" y="575277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D18663-9387-48CF-A136-5FFEE764C2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821" y="575277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BBC8C4-45AB-46C6-B45F-773C3DD23B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821" y="575277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9A3044-AEF1-4755-82CF-3D1BD26793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821" y="575277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2EE066-4A5B-48DC-9315-F1280D1B3C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821" y="575277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7DF9AC-A6AF-4897-B782-9120F622A5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821" y="575277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EE387D-39A1-4AE1-B0DD-CB9D0D062E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821" y="575277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54893C-54B0-49C0-BE12-12F50E6127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821" y="575277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B4E4AE-3DE5-4558-91C4-9E5A3A3AAF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821" y="575277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F4CD22-30D0-4551-9EC3-37BD23CD5D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3910" y="5295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D169B6-9B7C-4E2B-B115-A5CBEB1CFF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3910" y="5295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FF5BD2-F97C-4FD0-A854-97E9399341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3910" y="5295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1697E5-FC5F-49C6-BAF1-4F0BDF1097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3910" y="5295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C8FA9B-8060-4C35-96E4-BEAFBECDC5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3910" y="5295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8CC01D-A4FF-42E1-AE3A-60E8FFFB85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3910" y="5295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81FDE4-6EC5-4823-BA47-60415D591F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0441" y="52986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510CBE-E518-4B76-A4B6-54FB9FAAFF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0441" y="52986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FE4642-D54D-4277-A42A-D57C6C912D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3910" y="5295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CFF6F2-23B5-47C6-8B78-1B4BB74899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3910" y="5295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58D390-4526-45F5-BC4D-15A304D9F2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3910" y="5295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924EBC-80D0-44C5-B4F4-BDF6B83B5C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3910" y="5295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8CB1B1-B97B-48CD-A9CB-CEBC56F1DF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3910" y="52950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248B93-2582-4628-B67C-18502B6E75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03910" y="52950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383C8E-6DAB-408B-BA25-9C8FEBAD9C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2364" y="6639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F92918-BC04-48D7-89CB-F4C5082894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2364" y="6639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B85BA8-5F49-4C43-9C0C-8472F2C677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2364" y="6639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6E9528-9726-4899-BD72-5B2BFD9414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2364" y="6639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FD499B-B4CC-493A-8A56-229242946C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2364" y="6639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3C945D-F910-4EF2-AACF-442AF9D7CA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2364" y="6639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83F010-9AA2-4C6F-9EB5-19A507692E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2364" y="6639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19FB5A-A1F5-496F-B740-68A860150D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2364" y="6639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59D58F-A8E2-4A5A-AEA7-0E2DBFC98E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2364" y="6639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38C21B-95C0-4254-94D3-BD04AA12AF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2364" y="6639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CFB2B9-13AF-490E-BEB5-78C50C8F2F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2364" y="6639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4A26CF-92E2-4D5D-84CA-132135766A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2364" y="6639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CCA67A-46D2-4F7D-A3D5-D672419FE6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2364" y="66391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3189BD-73BE-4C10-AF1D-54C7685EC0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2364" y="66391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B444CE-EC66-4BDC-93BD-2C0CC05001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6439" y="60554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BE308F-51A1-46EE-9945-42822E01E2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6439" y="60554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F53EC6-B56F-4A16-BC5F-5E34959661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6439" y="60554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6EFFCC-B726-4160-8D8F-375E8DBA27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6439" y="60554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903984-ED23-461F-8D02-AC1C48D827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6439" y="60554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D5817D-58FA-4ED7-8117-A8B789B38C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6439" y="60554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84B78C-E471-4463-8576-33765DAB76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6439" y="60554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C8B77F-D61B-4B16-BBEA-32D194DF17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6439" y="60554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427F88-4755-415F-BB22-BBE4B756F4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6439" y="60554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647D23-0BFB-4632-805E-9F052BC39E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6439" y="60554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FD87E0-FDCF-4C80-8CAF-837DC67E23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1155" y="60660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1A6632-288C-4ABD-8F9A-7F028C9A22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1155" y="60660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15B997-516A-43DD-BD31-0B8F20306D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6439" y="60554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95ADF2-2733-4104-A6B1-5B9729D03B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6439" y="60554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68A24E-28F4-4225-AE1F-612F69F225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4198" y="64529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7F6D2A-E6BF-4868-ADA0-8D758DEB49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4198" y="64529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5075C2-B4EF-4279-A16A-0F29A40DDB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4198" y="64529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8E32E4-6861-44AE-BFFD-5821CC2A08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4198" y="64529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514607-5405-4B95-973A-F5D36E0539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4198" y="64529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92860F-96AF-43FE-96F4-53C7301F29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4198" y="64529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D13FF4-3A31-455D-8321-35435783C2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4198" y="64529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7C81F4-AF59-403A-97EF-FA713DC6AA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4198" y="64529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E6070E-D137-4DE4-B231-8C4F1FFF8E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4198" y="64529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A9495F-173F-4A00-9062-FA007977DD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4198" y="64529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B34C72-FA84-4C26-8165-6501348F06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4198" y="64529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19B692-C9D6-4F60-875F-8DA5EC92EF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4198" y="64529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3CC58E-481A-453B-A18C-94BDC1925B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4198" y="64529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BFD97C-F5E5-455E-9748-42D4DBAD21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04198" y="64529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9F1E86-F803-4B5C-99F7-5C6EB09C09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6134" y="54451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7066FD-6E07-47EA-B3CA-C3ACE17C1D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6134" y="54451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6128BB-5D2F-4834-9C3C-D8478746E6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6134" y="54451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A6D6C8-5F84-4385-9483-733638578F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6134" y="54451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D42A17-2066-4EA8-BC35-03634CFE33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6134" y="54451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99D4D4-941E-4407-8AC1-DDE3054537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6134" y="54451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CFC1C8-F51F-4AF7-958A-C131B3A952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1628" y="54461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AA8678-8EB5-4173-9DBE-C6BF2CEE6A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1628" y="54461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4D1DF6-3A36-4889-8630-66F54DFE0E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1628" y="54461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8C0158-C6A1-4A58-9F8D-637712CA49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1628" y="54461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F8E9FD-10F9-4F96-B4E4-620C24B34A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6134" y="54451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33576A-D8F5-402E-9B6B-68BEDE9E04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96134" y="54451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52D7E1-D72C-4442-96C4-31841B9465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434" y="63904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1E36DD-8C8C-4136-A565-DB4D0DC3AB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434" y="63904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C973F8-91E2-4BD7-A9BE-2A69D131D4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434" y="63904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D118B3-2578-42BC-8273-C56ADE01AC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434" y="63904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60E425-B5ED-4AF9-8E6D-498A22A46C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434" y="63904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C54C9B-2412-41C4-8853-0AAEE8ABF3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434" y="63904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CD79A9-4609-45E3-8691-5472E025F9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434" y="63904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35273F-0005-43F3-AE54-F7075380C1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434" y="63904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10FB59-4BDD-4585-BF5F-401E2678FD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434" y="63904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8C4C80-AB63-41B4-8184-E4BA718655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434" y="63904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6A6E21-FF4D-4F79-B55C-427E6301DB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434" y="63904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BF4367-708C-4269-BF71-A1CC965AAA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434" y="63904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E6942D-9447-4117-8FF6-F35650F04E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434" y="63904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69B50E-32C6-4A0C-9AD3-8CBFB0DA29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5434" y="63904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D44AAF-46F7-4347-8C3C-75BD2D0603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314" y="49427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905A3C-1BC8-4D57-BF23-86A4ABF838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314" y="49427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1D48F3-454D-49AE-9C69-218CE13F06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314" y="49427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1AE9B6-8F43-466B-AF06-67BBA42EF2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314" y="49427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5A0E39-75BE-48EB-A0C6-AC43AD4788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314" y="49427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97A864-6829-493C-9C5E-317A911AFB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314" y="49427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EA9AF9-E149-4A1A-816E-40AE521B93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314" y="49427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16A770-E0FF-4C59-8ACC-1C6815BBC2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314" y="49427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F1E91C-5701-492E-8761-A74BC64C11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314" y="49427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10076F-6EEE-4C68-870D-357DA7E94C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314" y="49427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58801D-B95E-4697-913C-05D2F01A47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314" y="49427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D29BD7-D200-4B47-AD3D-BC1E0420D7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314" y="49427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22E239-B3C6-49E4-934A-8F700E0F65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314" y="49427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9B33F4-B16F-435A-A1FB-9D7128994E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314" y="49427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59B9E8-872E-40D6-8713-AB7C6FEA35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3368" y="49235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1D503A-4696-4BF9-9197-27CB7D9256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3368" y="49235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BFE231-9125-4A84-BA63-626D3AAF90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3368" y="49235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2A70D3-CEC8-43A3-ABF6-B4C86CB829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3368" y="49235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0E8913-97E0-4183-A29F-2D92113DA6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3368" y="49235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703B6F-E909-4473-82BE-F3004E695E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3368" y="49235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10B0A0-08D8-4ECB-8E7A-9207090F87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3368" y="49235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ACAE24-1076-468D-88B6-4991F037DC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3368" y="49235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5D181D-4216-4F06-917A-2E134C9557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3368" y="49235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0DEC3D-BEB7-4979-8359-14770876EE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3368" y="49235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3D390C-7405-4610-A0E4-A434EF0CE1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3368" y="49235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4752CF-84F6-4C89-B5DD-C9B3E6BB95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3368" y="49235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B17B3F-D794-4D09-8472-464FD2F62E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3368" y="49235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0E64D1-A476-4151-8D90-94D2FAB861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3368" y="49235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F621E3-A1C4-4983-9552-90920C2797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6888" y="56871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254922-48AC-4715-9AD3-A859C1B320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6888" y="56871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2DD9BF-8A45-41E1-B1F7-E5826219E3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6888" y="56871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869F5E-03A5-4584-A168-BDA033A47C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6888" y="56871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CF36CC-22B7-451D-A774-3C650DD57D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6888" y="56871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AED81F-059E-4040-93E9-BD7A989140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6888" y="56871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B4620B-C6CC-4E25-841E-8849210153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6888" y="56871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5C3545-01A7-4A31-B795-1D6B2EDD18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6888" y="56871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B8B58F-0A93-4154-9300-8993495560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6888" y="56871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1E60ED-7B06-4A87-AFD1-316A9B053E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6888" y="56871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1941C4-9A27-4150-BA0A-A892EC2AD3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6888" y="56871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23A2BB-EB60-4DBF-8620-3517503245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6888" y="56871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CC8611-E390-4FCB-BE35-CB750A1939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6888" y="56871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BF57EE-83F4-4AEA-955E-1E90721347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6888" y="56871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0AE187-C0B9-41DB-BB2F-5830C391C5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786" y="4515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5201AE-36CF-4052-95EB-5E1DBE70AC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786" y="4515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BB3D48-9C4C-4916-9DA3-167C9A413B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786" y="4515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63F384-A18A-4EFD-BBB8-DA20E8853A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786" y="4515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0A9B2E-205D-47AD-90B2-88F9E685B8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786" y="4515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C80774-415D-4470-BA9D-33733A6A5E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786" y="4515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6EA1CF-C0F1-4B31-9B37-5B957F809F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786" y="4515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001CF9-10DC-44C4-9949-25C62F2AD7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786" y="4515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B44AE1-7263-435F-9677-8E81F17E9D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786" y="4515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D0E0AD-0925-4AB3-A2CF-C29B703820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786" y="4515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ABA51E-228B-4445-81A1-2E365C69DD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786" y="4515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B2A2D5-FF53-465C-95B4-4301BFA7EC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786" y="4515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88D13D-632E-4495-B28C-5247A15854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786" y="45154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546865-38E9-4EE2-839F-955F24B06E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786" y="45154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76E0C5-17A1-4789-9544-F7EE42A95D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8804" y="5641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AC20EA-034C-40B1-A3C0-75B9D6B4DE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8804" y="5641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02459A-062A-4545-9160-8E59F1A30E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8804" y="5641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F7E891-1CAC-49B1-B01C-F3F589F007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8804" y="5641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80FF8D-5A80-4BA0-AC3E-D53A039630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8804" y="5641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E58457-6852-4E7B-BA6D-4D1DFD491E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8804" y="5641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08F03C-96C7-4622-BBB6-7340408D4F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8804" y="5641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67CDAE-2896-45EA-BC42-7105D6FF57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8804" y="5641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61FD6D-7C1C-4035-ACE7-A3C2C0BAEC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8804" y="5641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40632A-1D71-4C5C-BD18-E4063512C4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8804" y="5641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EDCAC0-98C1-4416-99A8-01DFABB75A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8804" y="5641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48FE5D-4608-4F78-AFAD-2DF5963D25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8804" y="5641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35855D-6B61-4823-B7E8-A94AA9E3C2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8804" y="5641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661FC0-DF19-419E-B092-BAE3EA3C0A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18804" y="5641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8C3695-A9BA-438D-AC9E-AEBA8E1232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012" y="60027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BF4CD5-03E5-4AD9-935B-135222C049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012" y="60027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60326C-D58E-4250-ABE2-26B5AF7582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012" y="60027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65806C-3406-44A2-9B68-B49F11B7A5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012" y="60027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3CC36B-4D4A-4E70-969A-38E632B825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012" y="60027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CCB610-903E-414F-BE8F-4E7AFA63F0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012" y="60027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5DE2A4-C6AD-4B96-9745-B40A9179D6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012" y="60027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EBD5F8-D16E-46A4-B180-0091FA6E48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012" y="60027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0E9DA6-0EAD-4F56-9424-0E08545FCC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012" y="60027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2A16AA-04BC-4BD0-A9F0-AD3CF8A437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012" y="60027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B7EA9A-226C-4F5D-B0EE-9097CFE14D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012" y="60027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4F24A9-9F00-4E98-B1A1-749F57ECDC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012" y="60027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DAEB90-A2D7-4364-A6D8-049CAE0F00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012" y="60027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6E8221-38EE-4468-85C9-DB2E41B894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3012" y="60027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1ED6D6-9CEF-4975-B89B-A95BA97377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539" y="61066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395D49-930A-405D-AFA7-56955ADBED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539" y="61066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92C789-A268-4049-8BC4-C17C4CA5C3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539" y="61066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89FB64-FFDC-4118-A137-5073E3AC49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539" y="61066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0D17FD-7C43-463D-BA2C-CBECEC4FE6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539" y="61066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417D2C-F53C-4046-8337-22D678F897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539" y="61066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788460-5424-4F51-B745-CC608C3068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539" y="61066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FB77D0-2280-480F-A8A1-0540FC92F3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539" y="61066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6299F0-974D-43D0-ABBF-A82495480E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539" y="61066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B50E0E-FC46-4CFC-AC60-2EA1C81DE5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539" y="61066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7BC7D1-1F09-4C69-BCBA-4C5ECB0D70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539" y="61066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81848B-61A3-4B1A-8548-5619A92E7E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539" y="61066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296811-5395-4C1C-B454-F9A5B10FB6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539" y="61066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E2FE5B-6362-49C0-8D90-F6D3959F4D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539" y="61066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0261FC-5EF8-4072-A65E-2233361727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5906" y="482086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DB8869-29ED-47E6-8D36-4F22946A7D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5906" y="482086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87B816-AB79-41BC-BAB6-21B937AED2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3297" y="48213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63772B-C803-4D9A-A8B9-3A3A0E244E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3297" y="48213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AE5CD9-A64C-4101-ABFF-B2F8A0C7C4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5906" y="482086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1B8DFC-4992-4E44-93E8-8E5811EF23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5906" y="482086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28C9D3-344E-417F-8797-8E1CD471AF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3297" y="48213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6C4400-D77D-4D17-9BDF-CBE629ADB2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3297" y="48213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5B3F03-2378-45EA-A582-094AF2C3B4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3297" y="48213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31D4B2-5AA4-42A6-9122-E39E7F4A23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3297" y="48213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A963CA-DEF2-43CC-96DE-89873F66B3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5906" y="482086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094DD6-2553-4349-BE60-8500D2DDDB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5906" y="482086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6E496C-2C0B-47E4-84BF-5E1940F23A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5906" y="482086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DC72EB-80CA-4219-87A4-2E853A31F5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5906" y="482086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AE0551-A0D0-444E-AFDA-AF3AE6B9F0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949" y="55071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914A36-E7C2-45F7-BA56-F892CD0CF1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949" y="55071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60AD71-F976-4177-866A-F453A61051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949" y="55071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9C23BA-860A-40A1-8BDD-117C1CFE09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949" y="55071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42E46B-869B-4FD8-B7EE-99EB55E65F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949" y="55071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1FF0E3-AA29-47D6-94ED-710C612062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949" y="55071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0C3DE9-7F79-41AF-93B6-2C74F03C7D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949" y="55071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2F8223-C30E-4653-99B8-7FFE22F608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949" y="55071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320EC3-6C13-4351-B75A-E118AE2711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949" y="55071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4925FB-2986-421A-B2B0-ECD4FFE882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949" y="55071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15FA3F-3EDB-4EE3-9DA2-0FCCB99D90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949" y="55071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F36ED7-AF78-4E39-8203-57A8CDE8E7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949" y="55071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E05581-1F10-4C49-8909-79B4B1777F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949" y="55071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DA346D-0299-4D3F-AC23-34B355A125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2949" y="55071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771A7F-5F19-4E2C-9340-02D8C7EFAA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5308" y="59463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FC6302-27CB-48AE-B09B-FF294C0B5B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5308" y="59463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65FEAB-F6CE-4045-B9D8-94D7F6542E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5308" y="59463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03684A-EA37-47D9-A011-6BE89F2769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5308" y="59463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BECF75-2CFC-436E-848E-88C0953F41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5308" y="59463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29B877-48B5-48E6-B4AC-51019553C3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5308" y="59463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76CBBD-5E1D-482A-A439-219B469ADB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5308" y="59463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F42114-2C5F-456E-A079-4C7EBDB37A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5308" y="59463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F4638A-F528-47D6-9511-4BED226CE8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5308" y="59463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D3FAD7-C3D8-4A94-9CE7-C5A0D7E079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5308" y="59463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198C0B-9962-4705-93AF-74BE932E3C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5308" y="59463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FCEEF2-5519-4531-BC9D-D3981F2561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5308" y="59463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86172A-6A53-42AF-90F8-4E6BCF718E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5308" y="59463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613FFD-3D20-476E-92B2-58EE6E1C45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5308" y="59463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FDB4DC-43D1-4DF0-8E91-40828C867B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9205" y="56150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2751BF-FA5B-47F6-AE42-84080A5F48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9205" y="56150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73853D-37DC-464F-8BC9-E1E960EA4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9205" y="56150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B74D7E-013A-4AAF-BB11-51E45D47B4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9205" y="56150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473278-8FD3-4BA6-901F-91A6EF7648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7155" y="56278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6834BC-CDC0-4778-BC89-7A84AB92B1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7155" y="56278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40B373-EBF9-4CDF-A2DB-BAD069DEBC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7155" y="56278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3D8E51-C343-4FB2-B4F6-93C2FBF3BF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7155" y="56278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2FD2B2-FE3E-4833-AEF8-7D514CD769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7155" y="56278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67FD02-0E37-4660-ADA8-5CA1848871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7155" y="56278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6EE7E0-9AF8-4B38-AA88-428DE88F0F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7155" y="56278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DE664B-BD4C-4FA3-82D9-9A9A8AAEA5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7155" y="56278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DB91A6-6840-4F04-98B0-0CD596E013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7155" y="56278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DCE356-68E8-418C-8C28-C288C20FAC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07155" y="56278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F42BFF-83DA-4BDD-BEB0-92F8AFFE18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059" y="63525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6AF3F8-CE35-4EC0-A20A-4906648B2B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059" y="63525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AE7444-88A2-45C4-B34B-BAA86273EC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059" y="63525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C0158E-EA9F-4605-9C05-D11458190D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059" y="63525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0E0CE2-3E51-494B-A07C-0D3B16EB6A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059" y="63525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0752FA-E29C-4462-8F29-D925F3DAF2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059" y="63525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8574AE-796A-4288-97A0-8B31038E0B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059" y="63525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045E39-FECB-438D-B810-327F4A448F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059" y="63525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B766C2-D9A0-406E-98EA-F2C86D4315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059" y="63525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B0B4B1-CB21-4CCF-B2ED-274E1A0B75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059" y="63525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38204F-AC7C-4710-85D0-E6A40530FB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059" y="63525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A2E5C7-2710-4D11-B37D-EF7051B646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059" y="63525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90A0C1-5097-4C43-810C-DBF2BEDD68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059" y="63525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E2F903-72DC-4CA7-8743-0498FA7D7F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059" y="63525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560A0C-0BD7-47F0-B537-BD874283D9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280" y="53518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879430-FB7A-4909-8666-0645E9D419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280" y="53518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329F62-F5DB-4B4A-849D-24E6257075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280" y="53518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9C114C-ED34-44EA-A023-58ED08F7D8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280" y="53518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7CC920-3685-47CB-9A3E-6185B2FD56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280" y="53518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CCA91C-8C30-45D6-B60F-426B0A5F29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280" y="53518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D2DEE7-3EC6-4B90-8842-9306BB7187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280" y="53518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09DAB6-9A31-488B-9359-0E44097C69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280" y="53518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74FA24-C443-4CC4-8D75-F96007706D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280" y="53518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1D0E42-FB26-4DD6-B6EC-9A0BDE06EF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280" y="53518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9EF9BD-725C-446A-8832-FBFF3D7FA8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280" y="53518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F006F7-8535-43B3-836E-EE3524B4DC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280" y="53518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1F198B-080F-4FD9-93F8-EF1EE8F1A5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280" y="53518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9BFBEF-D274-4B9B-AACE-A53BAAC1B4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280" y="53518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2366A5-9926-49BC-90AE-36293BBBBB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5842" y="4599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397D0D-3505-4D98-B5D2-D9729EF18B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5842" y="4599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0584DB-C79D-40F4-9ADE-A87A7BA964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5842" y="4599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973613-A0C9-4EAA-9216-05D7431B61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5842" y="4599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2DD20A-BFD5-4792-955A-58424BFEEB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5842" y="4599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A55352-AD97-46D6-8E3C-E4C31697E3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5842" y="4599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5ED24C-7771-4B5D-97ED-C55A4F9F27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5842" y="4599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64E6D6-C055-42E7-A521-BA17146932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5842" y="4599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958CFE-409C-4F05-8E7E-52E3741EA0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5842" y="4599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AF4CFE-A8FB-47C0-9B9F-C9E297ED42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5842" y="4599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BEEB7C-00D1-4904-A1F3-1184840AA3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5842" y="4599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F3D639-E654-4001-A75E-6D433B7FF7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5842" y="4599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8BF010-4654-49FD-BA8E-396CE894D5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5842" y="4599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CF43B5-0874-41AA-9D17-A91CC412CE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5842" y="4599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F094C9-3257-43C7-9E8D-BE49FF232C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2184" y="56284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AB4C23-5F6B-4116-A739-C71FC69165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2184" y="56284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926361-DB54-40A2-828F-AABA2DB225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2184" y="56284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0529F3-7A5C-478C-969E-387E9BFCC6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2184" y="56284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CE3EE6-3876-4973-9464-7E77D23E2C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2184" y="56284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B9F5E9-15BD-4864-BFF4-A396752436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2184" y="56284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23AFA6-67B5-4938-AAAE-3B6DB417CF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2184" y="56284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1EE3E1-AF7D-4E8A-B65E-06B972B253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2184" y="56284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FCC7F8-CFAB-4926-B6A6-0BF8B98835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2184" y="56284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CD88C3-DFA7-4ED7-BB61-34E80A66D3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2184" y="56284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2DB3B4-C240-4F82-A145-3183572E4E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2184" y="56284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0AB3D7-8687-4A9A-99EF-4FFC528796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2184" y="56284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2A21A8-4840-41B5-B361-6EA7864DB4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2184" y="56284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DCDCEB-3A16-427F-A586-4F61112806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82184" y="56284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ADE35C-D188-4CFC-B9AD-BC16AD9595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6702" y="57114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12D6DC-CAA0-48CB-A5F9-DAC336CAAC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6702" y="57114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0133DE-54F7-4A67-9DCA-66B503441D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6702" y="57114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D5B9CC-2228-4E53-8C27-D9CA550E44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6702" y="57114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1FA74C-FA74-4507-B581-794B0EA1F6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667" y="56883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5A2D28-C1D2-4AEC-AC56-4612B625C1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667" y="56883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622BB9-FA88-4CFB-8D5D-D8612F7170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667" y="56883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DBD1A4-C4EB-426E-98B0-87808C0BEA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667" y="56883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6C87D5-BCC4-43F1-8207-1430C205EA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667" y="56883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D6FC89-5588-4677-BCAA-19C785D777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667" y="56883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873484-62B4-4A18-B347-830BCE8013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667" y="56883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13B8D6-BF7E-4DB3-8AD6-CB5B14D1CA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667" y="56883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FB0777-BCB8-4F3C-85CC-F6A0A9611F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667" y="56883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B57F15-BA3B-4AFF-82BE-8B080B0BB3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667" y="56883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A18983-9C62-436B-9FBA-D1534C3627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667" y="56883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88F4C6-81C5-4DA8-918B-2664357EB1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667" y="56883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B3DEB8-9F11-4567-A623-4ADC210423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667" y="56883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C1D6C5-5FE8-451F-B076-851B03298F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667" y="56883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C59427-CE01-48E0-9E16-EA1BD2D785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4018" y="58490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2828FC-75B7-4791-BA6E-FA328CE3D7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4018" y="58490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94D8CA-6EAB-4AB7-ADDF-49DF8129A4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4018" y="58490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140FCE-1C94-4A43-85F3-932D5272A6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4018" y="58490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46037B-BBF8-42FC-8FA3-809217018D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4018" y="58490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C9508F-2C52-4D3A-8734-315629442B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4018" y="58490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47CCEE-5205-4582-9C6C-5649E91D5E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4018" y="58490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7050BD-E09E-4D9E-9090-FED061A5CB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4018" y="58490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C6C691-FA71-41C8-BFDF-DBDF3D2D1F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4018" y="58490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9D141F-CF61-481E-81BC-DA88C51E2A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4018" y="58490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ABCB9C-3E1B-44BC-B6D7-DD8676B401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4018" y="58490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47EB9C-0947-4CA1-B1EA-6ED4F7C1B6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4018" y="58490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827583-A5A3-49AF-B8F4-3A4145F80F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4018" y="58490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BA6287-F669-4F21-B8AB-BC007E0D93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4018" y="58490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79DD2E-4EDB-4BDA-A849-3EF3AA3F73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9639" y="50587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DABBAE-ED17-412E-A529-DD96262551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9639" y="50587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EE1947-FB44-4CBD-844C-829B4D01C6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9639" y="50587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01105F-815B-4A49-9910-90185CB283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9639" y="50587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A20626-4E2D-4E37-905B-064392E1C2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9639" y="50587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81ECA0-E45A-4243-B45B-AD5FC6A6F5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9639" y="50587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013DEE-D847-4D09-AB02-59943F9564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9639" y="50587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7869E5-5A9F-45F5-9CC7-2D4A2D409E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9639" y="50587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1D7A82-0E09-4B54-96AB-E017ECC355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9639" y="50587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AA49D0-72ED-4473-A381-E9B5E133FE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9639" y="50587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19CB08-D50C-4AD5-BD51-0F7644C533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9639" y="50587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1337F5-CD07-4699-BC15-0EF94B157A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9639" y="50587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0C9EB5-3019-46EB-A5C4-AEE4551B88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9639" y="50587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2FE860-20C3-487C-A981-89791466AC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49639" y="50587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27D4BE-9690-4378-BF44-4B91EF688C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1877" y="49577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54D29B-F360-48FC-9735-54BEF2131D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1877" y="49577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BD1A8D-0A5B-4F59-AD41-CD4E8F43E2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4467" y="495192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B11741-E1AA-4648-886A-35A83C6BE0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4467" y="495192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04F84E-54EE-496A-832C-03D5B06B62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1877" y="49577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461B83-42E8-4616-88D8-14A6EB4CFA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1877" y="49577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1C75B9-B831-4F7E-8502-B48368C54E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4467" y="495192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0FCF87-6381-4C0F-B419-84E50BDC95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4467" y="495192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893B42-C50B-4EFF-896F-C47E6DD5A1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1877" y="49577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B2CD5D-58D9-467B-8402-5A3C8F1DDC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1877" y="49577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D53194-548B-4F71-A606-383DB84E49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4467" y="495192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4E27B7-2D1E-4F9E-9512-BFAB097252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4467" y="495192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5CEEF6-EAF3-40B5-800E-8F2FFC5865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1877" y="49577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A2ECB6-9260-4BC6-B919-52328266BD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1877" y="49577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F95A9B-8D4F-40EC-B4AD-E3E1EF7B9B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5547" y="54396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46285D-0625-4876-B0A2-8B70815B73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5547" y="54396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FEBFF0-FD56-48BF-851A-11B76F1506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5547" y="54396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6B481F-A166-4681-9761-60FE9CC35F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5547" y="54396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F77A39-17A4-4F92-9428-6AD8EFAE84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5547" y="54396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726A42-515E-46B7-A2FB-1C9C976D78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5547" y="54396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4A0CB6-12D6-4E50-989F-2B9A910DDD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6761" y="5451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B50C8B-FF0C-4A59-A052-80F3DE4404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6761" y="5451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EDF93D-FCEF-446B-8DF7-F4B9266F60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5547" y="54396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CB7F4F-DC4F-47B6-8F9E-C570FB56D2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5547" y="54396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586331-BCAD-4AB3-A96B-1E77ABB33B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6761" y="5451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42E484-A77A-415E-A926-F33814CC02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6761" y="5451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81516E-030E-41B7-A7E1-94D54265BB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5547" y="54396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7284D4-5AD3-4899-967D-B99094DD1F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5547" y="54396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33484B-F6BA-44D9-8BFF-4FC114F7D6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8503" y="63522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5ACC3D-2618-41C4-8792-08B0492E3F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8503" y="63522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1F5B07-C167-4CDF-9A1D-418BDF2327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8503" y="63522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A0DA55-CF0C-4B06-A7DE-3EBF2A326E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8503" y="63522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D09AA7-C3D9-4AD2-9F53-DD75C98179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8503" y="63522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162A39-BDBD-46C2-BB16-695F6186F5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8503" y="63522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B37227-3B03-4E13-85E4-CE34C00D05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8503" y="63522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564092-7499-432B-BE06-64D17FF8DA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8503" y="63522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EB671F-8FF0-4F09-B0B1-9D3A45A3E2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8503" y="63522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ECCCBF-29B0-4906-ACF3-4D56ACEB4A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8503" y="63522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B26CE1-EEFB-4B31-AEFF-833990172B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8503" y="63522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813A85-FCE4-46C1-87A1-D803E12CC4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8503" y="63522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D11802-B01F-4148-9548-D13DC6E121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8503" y="63522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CF9EC3-5F03-4883-863F-56D537DD45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38503" y="63522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8C38C9-088D-43AE-A764-F9ACC298B6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7436" y="46078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CD93A4-CD97-4E81-8C6D-A98CFAA77A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7436" y="46078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FC373C-CE27-4A3D-A2A5-91E7ED0BAD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7436" y="46078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8EA842-8277-4111-B762-3D8C514D21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7436" y="46078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540C4D-1D38-42C8-BDC6-BCD28F3C43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7436" y="46078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820EFF-3637-4205-B0B1-C33425EB1B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7436" y="46078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985A0B-C4CD-47FF-868A-D3F412D30F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7436" y="46078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9EEBF3-D873-448A-A20D-9DA5556883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7436" y="46078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1A1193-C61B-45CE-BE39-09114C78AD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7436" y="46078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3C1F5F-3B0E-43DC-9BCA-2E0E4DF7C2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7436" y="46078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FF867C-73BA-42C1-B1BC-8CD14C6CBC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7436" y="46078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A02A74-9FE0-4678-AD60-09BC65BE7F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7436" y="46078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820931-B207-4A6A-816D-FCCEECE06F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7436" y="46078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D725CB-43EC-4737-BD4F-37AED5E52D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7436" y="46078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E30D91-48BA-481C-8832-F10925D35B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8521" y="53882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84B022-346D-4CFF-A9C1-FC1DE0867D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8521" y="53882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519DEB-EBDB-43CE-B2C3-7C100D5836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8521" y="53882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1CB946-59FD-4325-A15E-E4D2CE6923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8521" y="53882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1E3763-B2B8-44AA-8D4C-E1E8556431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8521" y="53882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C3750A-824D-4904-BA40-508EAAB36B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8521" y="53882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2A2883-26AB-4989-B582-5A07FDF249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8521" y="53882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06588D-6FF4-410C-BF69-5C15C98C9D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8521" y="53882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853C0D-5D88-4502-883F-99B6CE7A01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8521" y="53882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604831-E473-4232-832F-5AD8E59108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8521" y="53882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70BCBA-486B-49C8-8EE9-D85D1419FC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8521" y="53882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C57194-A459-413D-95EC-20F26C4418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8521" y="53882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BCA603-A470-468F-917E-9E4F071AF7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1040" y="53949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4E732C-8CF5-4513-8320-9400AE702E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1040" y="53949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ABB797-A9CA-4431-8A3C-715F19A73B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5842" y="4599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D3DD95-98BF-41EF-A8F4-3C23FAB31E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5842" y="4599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821713-6842-4FD8-9EE7-E76971B6C6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314" y="49427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A5A307-4DBB-4D9E-8ECB-79F2214A75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314" y="49427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A343AE-34A8-408F-ADC5-85630BF5B3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5779" y="62328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43A5DD-777D-4A42-A8D4-ABACC389EB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5779" y="62328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E55F01-93EB-4FBC-96A0-B2408CDBD4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4262" y="62783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50B93D-5D14-4122-9A91-71E65298B0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4262" y="62783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4DC2A4-DD8A-4418-9B40-F39750ECFE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5842" y="45996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8E3C29-5EBA-4284-9BCD-B9B7366BBD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5842" y="45996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ED4432-514B-4FC8-B096-22B7A48B5F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786" y="45154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ED608A-D479-485A-BAD3-CB44636AFD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786" y="45154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289429-3225-4B0D-8231-1B01D662C4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786" y="45154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5CA383-3ADB-4422-A8FA-FEEEEC528A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38786" y="45154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C32388-3C8B-46AC-9C13-2EF9187E85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4953" y="63616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67FBB7-D724-4FAA-8101-544FBF3860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14953" y="63616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6DD588-5375-4349-9F53-B79FC548BD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821" y="575277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40FFEB-4264-4CED-8450-BA654B2057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821" y="575277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E0B08A-7233-4447-A1EF-F06E670AF6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62039" y="59446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98FE9D-6C6B-49B8-96FC-B5232E8491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62039" y="59446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AD68B3-2D34-4353-88BA-A5A0023B57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7825" y="57393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7B8DAC-6A24-430C-8E51-93C7636235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7825" y="57393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0714AB-88CB-46AB-B6F4-49AD3D1890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5308" y="59463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2DF750-BBAA-4CF1-9BE5-7EE9AC8EA5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5308" y="59463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D8237E-9A6D-4C37-8B69-8BE72065A4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4571" y="65671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78DF67-BA4E-442F-B204-79C2098940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54571" y="65671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1AB5DF-C6A1-4A1F-ABDA-A55B9C64C6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2323" y="59564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FB2CD9-966B-4B6D-B6B8-F1E7E77FCB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52323" y="59564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5D37EE-D488-46AC-8534-A32E13B66C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8519" y="53882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50E8AE-0363-4D11-886F-E1EAB9E3F9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8519" y="53882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950E55-082C-4BDE-8013-55CD462219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4417" y="55647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35F021-CAD8-4334-97B3-94C5307713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4417" y="55647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64B9BA-F262-414A-A1F6-6D45327846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058" y="63525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49A76C-C7F0-47FE-9CFB-3E357C658C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7058" y="63525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AF9800-9C8A-428E-BB16-020857F3AB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7434" y="46078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62B14A-08E3-48F5-B8AF-4D8A6327BA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57434" y="46078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71449D-3C92-4DB4-BF8B-9B82CB219A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666" y="56883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FBE2D2-C296-46C8-B9E3-BF08E4A255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666" y="56883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6AB26A-A774-4B5C-A4A7-1A9A7101D1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0449" y="4443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DFD78A-FA9C-4866-B84A-03A96FD33A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0449" y="4443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7A4B6B-50E8-40A2-A88C-0FB9D6BD59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2364" y="66391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1036E5-3BEA-42D3-9871-E0E2494D05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2364" y="66391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CA5C73-1149-446C-BB22-039DAEAAFB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821" y="575277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5E9B57-7848-496A-96E3-F08FF1B43A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5821" y="575277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61BF39-89B0-467B-9023-F32EE8F888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5545" y="54396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829A8C-9F8E-4635-A1BE-6D8B875875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5545" y="54396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B8F4C3-70E1-4A2A-AE3E-5FFC911B19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8521" y="53882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7E1026-116C-4A43-8EEC-933E6A49F8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68521" y="53882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E84A05-AA92-416E-B486-D8FB669633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2252" y="6218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446A77-B8AF-4B3F-B989-D97F1B4CE6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92252" y="6218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90BF1F-9425-4B10-94DE-CD889C0AE8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692" y="59023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FC3D0D-3623-4E56-9023-A814EF1CD5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5692" y="59023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88DBA8-54AF-441A-AE02-9D20EAFA40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73953" y="56791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5CED44-C9DF-4AA5-B707-0DAC46CEF3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73953" y="56791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880EAA-4496-41CA-BBAA-2585E01647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2365" y="66391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E2F3D2-C5EC-4BA4-8EC8-AAEC5BD023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2365" y="66391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E70B16-FA41-4FCE-B0A8-AE1DE0BDD2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281" y="53518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8B17CD-F34A-4457-9C0D-9CD984B092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281" y="53518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0A3A8B-FCE5-44A8-BDEC-77F2DFB4A2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281" y="53518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BFF500-476B-4E3B-A0B8-F2F5ED24B9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281" y="53518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2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BE5761-945A-49E5-BB52-F61C58641D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5FC405-1C07-465A-877B-1559127FE5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2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C34627-1B60-48CE-8F0D-B4AD28A1CC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753327-D5D4-4B77-93F8-77C844CA12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2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CB60DF-89DE-4381-87F9-4A2E628000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662370-7CF8-4CE8-822F-0F88B56493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2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9132F4-120A-4965-84FD-092AFA50EA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0F1181-719F-48B6-A32E-B3E71DFB95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2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273D3D-69AB-4DEE-A3ED-AA54E2054F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6F3EE4-6DE6-401A-9D74-BB520475B7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2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A5F9A8-94D2-4CB7-9E99-826CAA1838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2E9F0B-FF2C-4A06-83B9-A5C09ED18C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2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F46B84-CD7B-46BD-BCB0-6465DAB367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788059-2AF5-4637-8918-0F8D098145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2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7F3FAB-4CBC-4998-933E-A1232A98FA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9ECAB9-0D1A-4779-BAFC-FE1080A868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2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57C5A2-F87D-4BA3-B1C0-265227A12C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047E9A-A5B0-44D0-BA79-85906552B2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2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284AE1-662D-43A2-AD98-BE98B3B829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BE9A1F-F576-4502-B4C5-7C4A7298A0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2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2FBD5D-71BB-49D3-9862-613E45EC49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4EEDC8-7121-4CAC-8869-7F547B1545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2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EE2C18-AD16-4849-B1A7-42AED3185D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5A0953-3CDE-4654-92B8-BBFA94CB5D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2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2E6937-D151-44BD-ACDB-B156BFF7B9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2F559F-AC8F-4A0E-9EF5-9ED2C70CA8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2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DC582D-34E9-476B-A192-833CC0A6E5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856AC3-B95A-429F-AE4B-A8D3160946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2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F84CB3-4FB1-47F7-9489-D34990799E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B31992-EFEA-4637-901A-EA388E840A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2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7BD7DC-F8D2-41BB-800C-EBBEFD0530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315BAE-3025-4FB7-A59E-8CA80B0E52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2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8CC970-2BD6-4556-9346-02DE97C457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A8B78D-84C8-4BEE-9F9F-5259383FCB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2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C20311-0953-47FF-AC0A-C5BF3BDE3D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2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AD952A-A72E-4A01-853D-62A6B94E49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2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593998-BE81-45D0-8CC3-8EA60D0CDB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787B64-CE98-40EA-9F7F-CAF69D4099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3DC841-FC61-4C66-BB59-12ACD604CA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BB3E61-3EBA-418D-AA7B-659366BDF8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126C7F-21E9-409D-ABD3-40AE5DA73C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A6BFC7-D1DD-4FD8-ACE8-AD97C3FC85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53C5CD-9FA6-4551-9444-FE1C365FD3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B118FA-971F-4675-B906-FA166732FD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A8A4D8-DBF3-4BB7-A3BB-B41C7D2A19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B5FA4A-6B9C-41D7-9005-599B951D1A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82755E-71D3-4E60-A1FA-56AB9496DB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6C6CC3-DFAA-4A1C-A451-E8880A484B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622919-7E15-4AAE-BEC9-E19C1E1EDE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8844FB-E48E-4FC3-9600-A809F1EF9A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E71FA4-DD4F-438D-B973-B77C886662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F1E9A0-C3F6-48FE-AF8C-CEF4642A35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8073E9-51C8-4CC4-B7FF-BDBAD52D88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17508E-B159-4DE8-A537-BB38544738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674433-400B-4B3A-A5B4-2BB5C9C487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C1F6FA-93D7-4F25-A5A0-D666641A36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2DEA43-14E6-407D-BE2C-644B7F8823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943BD5-1FC7-4482-88C4-5B31D74EF4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BFA418-E196-4E0C-9BAD-27219CE3EB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FAC3D5-1E4E-4FED-AFDC-FD9C49BF80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09" y="66577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B97A8A-F901-43CE-9D8E-46DBD7A2C8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7575B9-5833-4765-BBDF-A4B719E448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4CEC6D-FFD2-4800-968C-B68E90FE16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0106" y="47541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3F69DA-258C-41F5-A16F-B36851B7A5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0106" y="47541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E274B1-0BC0-494C-92A7-D2F68D805A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DBBDFA-EFC0-4E52-849F-A9407D410E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46BC59-B78D-4FC1-9465-E7FA6B3A53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0646CE-1B05-45C2-9246-864F6ADE7B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396B68-57FD-469F-AA26-49F26ABAB1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7B3DA5-6B4D-4F04-8233-0A3BAEEF55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C4ED30-AF28-4B18-A2E4-2649B20201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FAE9B4-E4A1-4265-872A-86C80F5F14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BA876F-BEA5-4FD5-9C70-7AB8706536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0106" y="47541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87408F-F996-4526-B1DC-CC4EB8C69D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0106" y="47541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8E1A28-31BC-4D93-9640-89829893AA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0106" y="47541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03ABB7-270B-450F-B945-E42EA2413C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0106" y="47541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15CF85-C838-4E1B-B7AC-F4B87E9D89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0106" y="47541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4E2E8E-3698-4015-B149-8093483484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0106" y="47541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0A89EF-675D-4B6E-A799-01E2C2EE53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E5D3EB-5E96-43EC-A03A-395E52FBC4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B53695-CE5E-4130-A5A0-E751C37AD7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521E36-ECDB-4F44-8A12-ABACE22A3B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E5EA5C-BF65-4538-8190-5E43A7F0A7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0106" y="47541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0A009C-1BAF-42D4-8901-E5E809031C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0106" y="47541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BD82FD-D806-4AED-968D-D8F483FC72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0106" y="47541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F348C8-BE44-4707-8CAE-6CD6D7AE9F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0106" y="47541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6DA328-7FBB-4473-A5E1-0C4512CEC6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16DD7A-B47F-44CF-A30C-74D3C6260D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2017AD-C583-45C8-9C90-0BFA26CE78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FCCDD7-177B-4161-9DB2-B66BBF56D3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5EFB4C-6074-4E0B-B94F-DC7152844F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1BE80F-BF17-43FF-84F2-18AA3EA7D1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D7F6D9-78B8-479C-A386-57BCEFFB08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388F85-60BB-4EC4-BDAD-F14605141F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155C5E-0AF0-470B-8A36-11E422945B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48384D-60DF-4246-8614-26B7EE6E78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E64C3D-0202-47E2-800E-9849E4D223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621BEC-AD7B-4A20-A6EA-EDD2BE7F10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174246-0764-47D9-BA14-EF14096C2A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BF5E67-5C10-4C25-A3D9-DE953C1A03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72BF06-CDD2-4CBE-9EB6-A0A3EBB2CB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0106" y="47541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28943D-E1A5-4071-8E35-C77399205F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0106" y="47541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452755-4639-45B0-8E54-1204307D47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3EEAA7-AECC-42EB-81B7-43743A006B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91C545-0B8B-41E5-8C35-97EB93F0A1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2585F9-0CEF-4BC4-98F5-98EF6DB888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C87E03-9C62-4800-BEA8-C8EC8BCB17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0106" y="47541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2FA24D-89EB-49E7-9D9C-D6C8BBAF1C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0106" y="47541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709C21-89ED-4602-8044-317404879D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C01019-10B9-4E54-ADB8-7EE5FE5F02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FE24B2-9C49-4D98-AF6A-6EEEDAB3CB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0106" y="47541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EFC67F-C025-4FC8-BCDD-B21EC33023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0106" y="47541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F8F182-A92F-42AB-863F-437E0FF8C5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0106" y="47541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63E10E-AB00-4982-81E3-EBA1B919AD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0106" y="47541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826C0D-A8D6-4AF2-B4BD-C25CD1EE38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0106" y="47541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2DF6E2-ADD5-4956-855C-E4C1A1EC13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0106" y="47541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401AA3-E660-47F3-9330-CF33074D1A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8FEB2C-5F92-4207-8EA1-9D1EC18343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5943F6-18E3-4378-89A4-BDF791BE9C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7339CB-D491-45D6-A05A-4A420F8FBF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6533" y="47379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254C80-8B60-4886-950E-52C80EF62F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A97A9E-1C24-48D7-B6E3-7E77DFD1E1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D90EB1-5EF6-4DE8-831B-F1644BB5B7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23B2DA-1481-41D3-8CD8-04B58795FD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300642-02B1-4BA8-88BA-1DECE16205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B74533-7CFD-4C10-8F14-962F77F650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60A68F-E5BD-4869-9920-E52E84AB5D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7EED92-C227-4865-AD7F-FD98E2D61F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C23265-27FF-482A-9E51-78A623DCBE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8C8531-FDCC-4D15-9161-784F76F1A9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9440AE-F207-446E-A582-1AD997325E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5ABA6A-C79A-4972-AA60-0A881B77E5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38DF2A-2E9B-4AF5-A8D2-025F5EF017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2FAF79-FDA0-4EE0-A047-1801AA250F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0D6F15-AB55-41F1-BA05-4E01947286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F283F1-2EF3-45B4-82E1-E0E06D7A97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D93B84-8927-4DFC-9FA3-724C1E0D0B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1B0900-B2E5-4302-95A5-C738CD6BC6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B653C9-13FE-4709-B0C3-D09956E681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31E447-03E3-4806-B1E2-A126E93AAD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1EDA24-43F5-4CD0-9D3C-A7A2302070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E496CA-C11A-41B9-BFBE-091918EB9B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FEB4AF-A0B5-4A59-93BA-7F83C6BA60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B34EEE-0820-4BB0-8276-067AE09BB7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FF3C6E-9A74-4FEE-874B-7D5E7DB1A4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4E11A3-92E9-466A-9678-261CECF949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A28BA8-10A7-4228-B2FA-8C5E991E79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CE6E0E-2B24-4B69-8DE5-28573B2C9A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C32D35-EF95-47EE-BC3C-290953E6A5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73ADA2-17F0-4386-BABF-90C8A87D0E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80CAF0-9166-42EF-8896-70D5DD45A8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17F9DE-C923-4F96-A4C0-021F665FB9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21E05C-CDAB-4FB9-9EB0-F972AC35C2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A3D1F9-2EB0-40F8-9CB4-31825FAD46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AA36C4-304B-411A-82AD-CE4540BF18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C08738-8FD9-443A-B9CE-9929B3BC83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D90678-24CE-483B-A4B4-1807D6BF75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88C163-EB41-45E1-838C-53CD723727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D8B36D-1438-48D0-A2A7-42AB33E83A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56608E-FD36-45D5-9F3A-5AE6BC5F6B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7CDC00-CE41-4217-BCA6-95513CAF86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0D0496-9318-40E8-9E27-2B4BA12F74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7B6E3E-03B4-49FF-A419-AFB26D6721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6BC25A-1E8F-4040-BFBF-BC25ED1BFD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725BDE-5261-4622-89B3-985F27CE2B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7DD5DD-D3E1-4620-B8C5-8452ECA3EB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1687AA-78BE-484B-A791-E5C080A593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725C7D-4800-46DE-812B-82F27D740A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A924D1-F198-4340-B139-9E108E6BE2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53C38A-8189-46D4-AB6D-FB724CC77A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5EF414-632B-47B8-BA4B-DC982C87C3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31FFF4-0A6A-426D-8CB6-EC85FE4976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FE4137-4129-42ED-B5A3-E6BD8FD5D6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8BBCF6-041B-4EDC-941C-FA0430C8C8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EDA1F9-A16F-4BCE-B4D7-98B3BC597E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B46532-ACE0-4B5C-BCCF-550C145E6C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234448-B7B2-4452-94EA-9B04637AE0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C53CDC-0494-40EB-88A6-14BEDFFCE3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45E2E8-E814-4800-B51E-A8BF666814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D1AB7C-8B35-4908-A586-ACAD8FAEE7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2513" y="67469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130CB6-39F3-4876-8895-76BF6E4D6E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2" y="62198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AF2A8D-F523-43CF-A224-D24FC4E808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2" y="62198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672AFA-6565-47EC-AFCB-1776239061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2" y="62198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9B61D7-539F-4549-A155-9C5FEF8DE1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2" y="62198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6894E7-17C6-4D68-96CA-EBEE721D7B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2" y="62198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F43A20-6CA8-4F77-A78B-3FDECA04B8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2" y="62198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348876-40FC-4279-BE65-E59A7B2144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2" y="62198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63A3F8-5681-44FF-9461-C6375AF94B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2" y="62198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E6EB45-7913-438B-80F5-5CFCEA966D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26B6A7-1124-48BD-A7B6-6024D78994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51B37B-94D6-41A1-82C2-71FFB69AC5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05B0FB-20A6-4182-95CA-79E43704FC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68205A-3EDB-446B-8DC1-0DD56F2606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2" y="62198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DD67D7-658B-423B-BCC2-8E410B9C73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2" y="62198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9EFC67-4128-4112-8CB2-83F0F18498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588DA7-D370-4615-BD8B-664C7006F1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85696B-93C5-4B13-9608-8B7B242308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2" y="62198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04D950-7F82-4E1B-B66B-E0EAD76F51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2" y="62198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718C0F-0080-4DA5-A45A-2BAE963CE2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2B45F3-D171-4EC4-8A99-866E213869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44939C-EB78-4F6F-8D5D-933BD303CF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28A838-CF39-4565-88A8-641DDF49E9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A6BFBA-6CED-4197-8046-26ED8CFC40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1C9304-049A-4B9A-9211-ADD32DCF45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0975CF-50BA-42D9-A467-3DD3836ADD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72800E-F883-4403-9130-D4281AC975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57041C-81DF-489A-B70C-8FB1624FD3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3C2E4F-C96F-4FAA-8B7B-9FF76AB5BD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6363D1-B990-4C3A-BF47-AD86C1691B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238B64-8221-494D-86D6-CA86B298F0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55C786-6C53-4C80-82C9-9F2C7C1706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55A8A1-A1A5-4D8C-B311-379B45EB6C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CA06DB-5513-4DFC-9F8A-33207D620B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047A7B-54AE-4CC8-9EA3-FE416650E9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0118FB-5B10-489E-B6E1-32E3A1FBAC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2" y="62198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0ACDD7-8DA1-4A3C-B9FC-225616A83D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2" y="62198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932D22-5959-4BAD-89F1-4EC61E5FDF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2" y="62198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36E5F4-F539-4EBC-A361-0651F03DC6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2" y="62198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D204BC-97F1-4786-850F-64B1834012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2" y="62198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CA8623-45F5-4938-97FE-2CDA5F798E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2" y="62198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498C4B-E3B6-4638-9B0C-9DBA4CA332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CEB7AB-2269-4C2A-9A44-8464E3201A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E3765B-8D25-4B05-8CAE-3C0D68D0F3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4531B1-5B19-4A6A-B576-419FEA4412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8C8C7A-47AF-41DB-A824-7A123C3915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BE313A-3D46-42E9-A3E1-81BDAF23BD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343DF7-AB3A-4262-AE4B-9BBBF8665B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492816-DA9A-4E2F-9410-7DBAB1CCB7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B61886-5497-4514-9843-D1F387894D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267DE9-F74F-45EA-A4A9-4564B0C88D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D030C3-6E8A-43AE-A7FC-F56BB6A040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31DF29-2DAB-4BF6-B7E6-DE013ABD85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44603" y="62224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5F1B7D-56E1-43BF-B642-6E1FAFF8EC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2" y="62198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E3B530-28D9-43CA-9562-7E37F6BC7F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2" y="62198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EB5FAD-9705-49D9-8620-46B123669E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2" y="62198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7663D8-FCA8-42B3-AD51-E65DE112D3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2" y="62198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CF41D3-68CB-4E5E-8007-CA6C190BB0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2" y="62198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A7697A-B4F5-4456-A232-5F57642D30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2" y="62198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D715BB-0F3E-4169-B1B2-E1BFFE1EEA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2" y="62198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B8578F-D835-48D0-A8CF-DD42EA2A1E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2" y="62198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978F89-9885-4F2A-98A8-A2F2DA45FF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CAAEF1-2E25-48A3-B8F9-7C6B3B2486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5853AE-9965-45B7-A4E8-B80C3D6687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C40E92-5035-4D4E-8FF9-0FC41409F4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4C256C-8B21-4AF1-B5A7-F0FE08ED67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3621" y="66246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4A0834-3FEA-49AE-9485-84DE26F7B5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3621" y="66246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1A6EC1-F1F1-40DA-BCF2-20E100C3F2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FD4F3F-B94D-4248-B8D3-743F30BBC0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208677-EA5F-4ED3-8FC2-537C381ED8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D787F9-3D09-491E-AF9E-17C7222072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692A1D-2D08-4128-A74E-55E319F32E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32A978-9D5A-404B-A244-95625040C3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5BC711-C3AB-47AA-9629-9BDCF78A02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3621" y="66246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54B8BD-7484-4BEE-B8CA-545451EE61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63621" y="66246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7C7F35-D430-40A8-9AC8-DEA6E097A4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7633A4-5508-4B4E-A70B-C5C4CF1F65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5D8479-A8C3-4973-974E-A760EEEFA4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12D2E6-E0A2-4D6E-86D7-7B90231E75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11D384-20BC-4E0F-BACF-509BBA18A4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2E5347-C969-481D-904D-D83D64E7B6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CB9320-A41B-4A37-A0BF-4D30B25CBE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95667A-CC71-4DEB-BAB5-EA95BF309D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31B1E8-83E2-4B1A-A94F-2FEF793EB3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B618EC-D3DC-416E-BDB4-3F7A62669C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811FA7-7FD3-4F45-AB29-833A7F1C9E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9F091E-2788-4892-A7AB-CD246C7022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882A87-0CE7-4D58-A2BD-D8B98A6900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BD3247-2B1F-4226-A5DA-D9CA63A93E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A8A01E-56B1-48C3-8F67-84C89A5E26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94E99F-520B-49C9-9E26-427ACD99FC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ADB2DD-440B-4756-9154-4F18BCDF1D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751583-95BD-40D9-89D9-E5606487A2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9BFF52-055A-49FC-9172-F9437E65FA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DB08A3-882B-45DC-A966-9B72AECF63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CEFB3C-E7EB-4ABF-A58C-6A9E1E5493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6358A4-E276-4336-B580-108500E5DD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B4C947-EC46-4816-B2DA-97AFADF0E2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01A1B8-D6FE-49C4-BAF0-5CDD4E8D71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CCB604-68EF-4102-9D53-7C07838C9C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ED671C-3D07-42B8-88F6-B2D208D88B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C7693F-5050-4028-A6BD-FFB1782C21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6A21FD-A3EB-4603-A42B-B71C521D5A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0BC97F-0959-4D73-B774-922CA27C7E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28F45F-6CE3-48F6-AFCB-E2D27413CC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773CD3-221C-4A81-90AB-0612704A9E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397F22-B256-4F42-BFC3-D052145E15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9C5E65-A771-4759-990F-8F5A7B5B93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72DC09-48F7-43D3-AE62-C41DE85179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15B47D-E842-4CFE-BE15-4A13EB7239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0306A9-662C-4D33-951F-CD6865F573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E86CC0-BD4D-4F72-85DE-F45A2D8808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2AB826-BC8F-4DA3-AC77-BF6DF3B3ED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339F3A-5783-4DE3-9BB6-86C3CFBFF3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A83085-14B4-4092-895B-B9BAF3A278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CC995B-6912-4B45-B21D-27734AA3BD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6A1E05-F0A0-44B2-B03F-06512EAAF7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895D7D-7101-4394-A2DE-E2044C8DAC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28E93C-BA76-4AE1-A205-8F99B64775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9D2225-4F85-453E-AC70-1D274C3F12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507D30-5A7D-4626-97D6-485B78918B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6303" y="66397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89867B-6579-44A2-AE22-289DD0D7FE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2628CB-5016-4C4C-B8C6-455B388921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37EF92-8644-466F-8795-5E742C2308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366659-03F9-4C6E-9481-1F445BA49C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CE5C16-1F3E-4731-8282-D78CD5BB92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A3FA4C-69D6-486E-B5C1-20E844D303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D03E3E-D206-45AC-B8AE-2540C50666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8D7698-5F2C-424D-88E6-A808984AAB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683710-99EB-48F1-97AD-697F41702F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B0F0D4-CD18-4FF7-8B4F-19F3F7F47A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172962-D3B4-4311-88B7-1707E115F3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679E2F-865C-4D1A-8571-D633376181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B0D982-7088-41F0-9932-5F7AC372F1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6FF9D0-86EF-4E47-86E6-EB6B28783D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9D2B60-2264-44C4-81F7-1B607312E6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86E791-150B-45B4-B03C-948E972388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7A5671-12EB-4445-AEC2-2A40A1BD6F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9D5C64-C4BF-4F77-960E-2356B10BA4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7EF1F0-90A7-4267-B6BE-3899E6D0E9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860699-5B47-4EF5-9C0B-1CD3A9BEEF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4B8F09-0EF0-4A11-88B7-CE54737029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A6CD8F-5C07-49D3-B6BA-2894C4B4F3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9CC25C-8CEF-4A7A-AAA6-92D5391863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04ECCC-3BA8-4FE9-AA69-4135BBA735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6636BF-2ABD-4B67-9444-D9BB557C58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203166-22BB-48DA-8004-42A6F3165C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CCDBB0-839E-4D20-9B69-7ECB6129DC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E38866-556C-4968-A93E-9CADFA53C2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A6E86C-4982-48FF-BE14-EAA05186CC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7677CB-F48F-4BF8-9EBD-E570BDD963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209426-723B-4F21-A0CB-0338BF6349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E93F8E-A2FB-47B2-95DF-FD7C56F86C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F446DD-993D-4BE3-BDB4-B6D1E1EBB1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DC80CF-DFEF-4DB7-8CF0-212A130B42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307DA6-9E20-4AB6-A941-8DF2B75A61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188BBF-2620-4FF9-B77C-2603E8E754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211B3F-75D6-417B-B351-686B50E690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282525-305F-4F0A-833A-14BC7FB72D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A5A862-447A-40B9-950F-D29E05D927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F1D7A5-4C7A-4AF6-B237-6388D28A56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5D2A70-ED43-443C-BC4E-EAA4239CC4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213414-60C6-4058-8448-9DD7461ACA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AACBB4-8E0D-43A1-927A-C5A2AA1A87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D9BE67-DD70-43F2-926E-DE8BDC58F2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4EC10A-04F6-415B-AE83-191C38850F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4CAD0C-85D4-40F2-A376-40D0274E78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50D429-1EA3-42DF-ADCE-674DB519F7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26BDCE-56B1-41CE-B88B-368D66DBAE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73BD74-8273-4B86-8EA5-B935D8A05B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E53D43-A68C-46C5-9D3B-F37AD58E50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2" y="5495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169D01-5FC1-43DB-8323-28638657F9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8933" y="54962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50B8E9-26FC-45EC-A471-F24C84AFF1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8933" y="54962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DFC0F1-8CBA-48BE-A33D-8BB60C83C9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32A418-F7EE-40EF-B398-66D8B9168C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F93EE1-7D44-4DFD-ACC5-017771CD63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8597A2-52A0-4482-ACA3-32DD4A4C7C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2C0074-68A9-4256-B603-65AB3CFE4E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66775D-F8C2-4677-BE50-060F3A3B5A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3406" y="54702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A32922-35D0-42CC-83AB-83F034B421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8933" y="54962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37418E-CA87-4E50-BFF1-C8B16E297F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8933" y="54962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5022C2-59BB-4147-9BEB-35FAF1899A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6862" y="5008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FD0224-0ADC-4B16-8912-8174B8039D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6862" y="5008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BDEA61-2700-4889-885F-6DBF92AA6A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6862" y="5008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CABB01-7B3F-41AF-B8D1-77F03BC648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6862" y="5008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61B37C-46CB-4838-887D-541E285379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6862" y="5008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CCB22D-B53C-43EF-8B04-4617CE8D79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6862" y="5008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434D7B-2D25-4628-ABE1-F2C3128B0D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6862" y="5008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F34C9C-0C0C-41EE-8B43-0A0898A41E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6862" y="5008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E29239-90FB-4C3B-A9B1-9DFAB50B5A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6862" y="5008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DEDB0E-26C0-4F2A-A1B8-8DDE8FB42E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6862" y="5008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57B6B0-9765-4F15-8C24-E255B65B3E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6862" y="5008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5CC5AE-DC06-4CE0-8592-992DB4D3BE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6862" y="5008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9C5FEE-C00C-4C86-8385-F300F8A473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41828" y="49840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F54FA1-8E39-4C6E-82B0-98B96D15A5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41828" y="49840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435FA6-0DEB-4412-B52D-F23961D700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6862" y="5008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CEC1E8-ADCF-4489-9F83-3417F6F857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6862" y="5008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D87293-08C6-401B-8ABD-0761FBFCB9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6862" y="5008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2CF1CB-D957-4887-8744-4CF1AF8CC9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6862" y="5008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910C04-2254-4AE0-8797-D4928D21E7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41828" y="49840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A69DFC-0D0E-466C-979D-E22BE3A5C8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41828" y="49840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E39CEB-BA63-42FA-A050-0A74D645E2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6862" y="5008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885C0E-EA95-4B80-A5EA-0B979A25F2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6862" y="5008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6DF612-7D88-4F37-965C-955B8031CB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867" y="50071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7EB5E7-5CB5-4151-8437-FD50896C80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867" y="50071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1BF889-F3C2-49E1-AC21-295965BEA9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867" y="50071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F3ABE2-AE85-4A31-A272-2079E37978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867" y="50071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BE7A79-3BFD-44D8-B0A4-2C511DF2EA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867" y="50071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BAA9D4-0929-4AA2-A940-F54D34467E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867" y="50071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3D5C3F-8633-40FA-BF5C-0D808BB732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867" y="50071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70EC23-0D2D-43D6-830E-4F7815ABFE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867" y="50071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24FA89-2FC9-4785-BBCD-6ADACD8CDF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6862" y="5008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83285C-2440-48B6-863F-8A6318D622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6862" y="5008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1728E5-5290-44B2-87C9-78CDCEE384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41828" y="49840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740C8F-B316-4D7F-84CC-F903CC2DBB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41828" y="49840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3DB67B-10E6-4572-AAC5-13ED78A247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6862" y="5008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D1D0F4-39E6-4E57-B2B9-DD18795861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6862" y="5008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0E00C5-C721-40A2-8491-C45193DE98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867" y="50071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64262C-958D-4D78-971C-7225E97F5D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867" y="50071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1B53E5-1FC4-4F6A-B914-7051B47FEC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6862" y="50082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A43BF3-2E39-4774-828F-4E96F21771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6862" y="50082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5F968A-20F7-4AA0-A1F5-115728383C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867" y="50071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5518BA-C2F7-4743-A62F-75181AA649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867" y="50071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332463-BC74-4579-896B-14F4EDC287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867" y="50071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059767-389D-4732-AFE0-EB7804283A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867" y="50071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FB4BF7-4C0B-44B0-856D-50A8137137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867" y="50071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9081B7-F0B9-4D3F-97B9-885B6777DF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867" y="50071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0F42FA-9BC1-4CE6-897C-AA1BDCD644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867" y="50071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4C350F-0CD2-49D8-82E9-D766B54669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867" y="50071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0BE758-D70A-4048-A28F-B0DCAB51D2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867" y="50071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9A1EEB-2734-439F-ABC5-AACDFFD6A1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867" y="50071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40D99B-231D-459E-9D1E-9FAD03BA24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41828" y="49840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8D30F5-05CD-446E-93D0-8322403616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41828" y="49840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1ADD01-882F-40C3-86F6-0B799521EB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41828" y="49840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7F8606-8874-4001-A718-5D3A25A6E6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41828" y="49840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35BBD1-71E1-401F-AA46-BFCBFC522D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867" y="50071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C5F29A-79E1-4626-93C0-B444A31F03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867" y="50071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1089C9-1940-4C64-BC80-7EA501F2C7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40983" y="50291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79119B-8666-4092-9909-27FFE37015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40983" y="50291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227593-E862-41FE-ACF1-2B5390C8A8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8289" y="62818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9483CF-5A87-4ADA-9597-9A4D7E27F6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8289" y="62818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DBA88A-0728-4E50-86BE-BAD65D6D2B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7960" y="63063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334732-3C86-4641-B5AA-A4979AC4E1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7960" y="63063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3F2287-13E1-412B-9D34-067D6C7A09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7903" y="63251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C31E95-CE51-47A2-8B15-051CC81A2D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7903" y="63251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F388E7-623F-462F-A8B9-BDD3228C4B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7960" y="63063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1BB00B-A154-41C4-AD71-D4CD058FC3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7960" y="63063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B2F9CF-26DA-4B58-8685-169DEA2345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533" y="6300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8AC5C0-8AF4-4395-AB9F-A6200788DF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533" y="6300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5A00AF-E2B9-46CC-B37D-2E667D9E71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533" y="6300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D41090-F43D-4FF9-8998-CF500DFD8A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533" y="6300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93AD84-3DC6-48B0-A552-3D45C77430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8289" y="62818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CB4008-D728-4F1B-B593-FB598A72ED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8289" y="62818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142802-16B4-477B-A4FB-722EDE36B7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533" y="6300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51B816-CCD2-4D80-AFDC-6C7782027A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533" y="6300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EAC0DF-B910-404E-89A9-593A155F77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7903" y="63251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C27FEC-6B6C-41F7-A443-F7B09DFB37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7903" y="63251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090DB4-C9A8-46B3-964C-E44D86A6A3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533" y="6300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768D42-FC03-45F0-AC7E-330EC2F5E2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533" y="6300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67AFF9-2EC7-4D0B-9DDD-DEDAEE6A7C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533" y="6300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8963D8-31A2-43C7-8058-59D65C1CED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533" y="6300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40E150-D056-4C93-97CD-728D3AB8CB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7960" y="63063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BA66F6-4E52-4491-9493-9CAA95C7A1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7960" y="63063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5AAC04-52EC-4555-A510-533EC96CE0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7960" y="63063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6A5715-1287-46E0-9059-6CD4196C9A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7960" y="63063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601F61-54CB-466B-9121-AF8EA763BB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533" y="6300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BA4AAB-1B66-4A59-AEB9-BC03EFC2B7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533" y="6300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7EDD15-CE86-471F-B0D4-2E49FEEBA1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533" y="6300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3EC73F-BA7F-4053-B9F4-ECA03C50BA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533" y="6300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662B4D-CA4D-40DE-B7E4-9C92CFBDDC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7960" y="63063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689571-23B3-44F7-A5BD-175AAFBEA6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7960" y="63063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7121DE-24F7-4AC9-82C5-C9D1D5A138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533" y="6300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F307C8-E8E7-40AA-8C6B-8A5CC651C9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533" y="6300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AA3DEA-0C15-44E5-B688-50B7F74FC6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8289" y="62818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E01101-7C7E-47F5-90F1-8B5CF7D6FC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8289" y="62818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656CAD-08FC-472D-9254-F428998FBC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533" y="6300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534F22-37B2-45A6-B849-DC4E9CA896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533" y="6300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4215DF-79E9-47B0-913E-4FD33D887F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533" y="6300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3EB44E-5CF1-431F-9B2B-726647A455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533" y="6300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622D39-C7A7-4CC4-9A00-73953CB0CC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533" y="6300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2D9D41-96EB-413F-9F7D-AD401C6D24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533" y="6300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E6DE95-7A29-4E85-8B39-AB74B9A7CA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533" y="6300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DE1F41-9EA9-4BE8-BA1B-67A88A01BF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533" y="6300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2EFF98-B2A6-4C1A-8290-4DDF8D2146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533" y="63008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523DDD-4D57-4526-8C10-2CE57D4B81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10533" y="63008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1C2F2F-72D7-46A0-B1E2-F4D2A0FC39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7960" y="63063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720402-27B2-460B-AF35-37D70AB765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7960" y="63063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3392FD-DFF5-40FE-AB85-A62310F3AA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8289" y="62818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783D15-6F43-400C-B7DE-A967C1526D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8289" y="62818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45DF35-13CD-42FA-927B-39B60114D7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8289" y="62818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65F53B-5BB0-482A-AC2F-017853B489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8289" y="62818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B4D0A5-6110-46B1-A03C-17F801639B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8289" y="62818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1840FF-7BE2-493A-8175-759C008F20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8289" y="62818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91F848-2BB0-4988-A6CC-5B6CC7A459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7904" y="63251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1D1BC6-2B3C-4D05-A1F0-CC67FC1D47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7904" y="63251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0D0E04-1565-4ACB-ABAF-C48A7A57AF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7960" y="63063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B31CD1-3B37-41A0-870F-74D9ECB2B5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7960" y="63063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A1E2C3-E5E7-416A-8477-95B38B14EC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7904" y="63251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170EB2-A143-4205-A503-0564772F3E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7904" y="63251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B86512-8382-4AAC-8E81-A8E4F25B05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5692" y="45649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E89253-DA27-42FC-B995-F045CBE296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5692" y="45649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47793A-45F1-432F-B2EA-2AA31E54C7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5692" y="45649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6FAFE5-4994-45C1-BF9A-EF2F57B41F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5692" y="45649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CB737E-D0EC-4C31-97C9-04382EF1EE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5692" y="45649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B3A3E4-F296-4FCE-97A4-B488A2E1DE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5692" y="45649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D2C1B7-7F88-4B46-8089-8FCD3BB684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5692" y="45649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A7E71A-2ADA-4946-A273-9B13AE8303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5692" y="45649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E82875-D985-4725-89BC-E5038721AA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5692" y="45649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72ABDE-3DC0-46EA-9A13-C5FE78B5CC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5692" y="45649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F76C3B-7942-449A-AEC0-5664737A0B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5692" y="45649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C0B316-1B58-4FB9-923F-3E5F4F4167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5692" y="45649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B28244-C782-4013-87CE-35CD0C0153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5692" y="45649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12249A-9AD3-4391-BAAD-CC95851B1B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5692" y="45649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5E0322-0A98-4193-8CB6-C83618A7CD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5692" y="45649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A86538-EA70-49AA-A1E8-FCE70480AE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5692" y="45649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722D47-E3C6-4371-A163-52DC03A211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4695" y="45640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3323AD-4405-463E-83F1-A163BA7808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4695" y="45640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992373-E0C5-4935-8F19-0B9585FB22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4695" y="45640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8EFDC9-D2AC-404C-BC0A-AB80179DE9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4695" y="45640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8C8513-97C5-4B0C-9B4C-2AE8265E5C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2BD477-BED6-4688-B550-35FB23C624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86C3C6-09CD-413B-A7EB-8292C5758B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27E632-2FBE-4309-9076-7B460652AF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73118B-5B42-497B-9CB5-88D89BC04F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4FE484-DD08-4B42-9937-148119447A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93CAA4-F542-444B-AFB4-6949C2B19C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489C42-F618-4F79-94FF-404DA25380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47E714-1B90-45B5-AB10-EEC84A644C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82F77B-C6C2-4795-8B2F-60D2E96069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C365CA-4245-4D2B-89F0-7DDAC6B76F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600AF6-3789-4E59-BFAF-2E218D2C74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46A280-8A9C-40C9-92E0-7CAF94C92A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FE2471-434D-41E4-BB58-302129A608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FE392F-8E63-4D4F-93E6-40E7A5D0A5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879E25-61D3-4A8E-A23C-2008767D22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8D4B1E-DD4F-4D82-AB14-6AEEDC87D4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4DD67D-3030-4996-A6E4-AD59F9334F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5B2D64-F66D-4C3B-86DC-BED3B48FED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4695" y="45640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0877B7-6B8C-42FA-AAE8-FC436F9DF3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4695" y="45640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250F85-C18D-48E1-9BAC-B5711C39EA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0AB0DD-924B-43EA-8EDA-0459D55B8E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42FD11-BEC0-4637-8906-604C231DD0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BFE606-03DB-4BB2-858A-6681A35B7B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43EE07-9005-47DF-BC59-F68FF9A06B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19C566-6C6A-4B97-90E2-F0A7191B8B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C66246-62A8-4FF1-8A09-F3F21384E3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C381B8-8B4C-4531-AA1E-BA2D906266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F059C9-073F-4A56-BE50-491B26199B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9CB3E6-39E0-4425-8118-9D10DC93DA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60AC8B-BD7E-489B-832B-F46F35C2F4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5D2B5E-8266-4F59-A42B-69E378569F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CB4504-96AE-49FD-9533-1AF275D757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4695" y="45640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F5B4F6-834E-42DD-8D42-CAA63D0C5B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54695" y="45640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2990C8-2936-4939-857E-EB5B159048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200" y="45430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1ACDF2-93ED-4E1C-BE8B-FC9C25DBB8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200" y="45430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CAC66E-605E-4927-BC01-2D32EFEC16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65C0EE-6C34-4CF6-9CEA-06BE1687F6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0074" y="45397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5F98DC-B0CE-466E-9933-356DA5F33B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200" y="45430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C334E5-C091-4113-8103-F650E7C993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01200" y="45430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A79861-7B8C-4097-9486-B510A5ED4B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092641-6CD8-427B-AD50-A8A1B0FCDC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19D590-7CC6-4872-8856-44C8B6039C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0791" y="62075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B634D6-E2EF-49E6-B63F-432352B62A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0791" y="62075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E3A4D9-6409-405D-99ED-8182CBA44A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0791" y="62075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87A8E8-6AF1-4F14-99C7-49073C690E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0791" y="62075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38F53F-35B3-46E8-B1C8-B6356B4F69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AC47CC-BAD2-4489-BC19-D7307ECA0F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4D77F5-BE0F-4678-8DCA-D4C7897BC6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903B5F-97D0-4E82-B3B9-3DCEA311CC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B4A2C9-68E7-4E17-9C2C-53F76EDDEF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0791" y="62075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AEE6F1-163A-483E-B935-3E0768BB01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0791" y="62075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C26E83-8E39-48D9-BDBC-08970B8EE8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21D57B-887F-46DD-8F18-665A2A760B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14286B-46BB-463A-A657-8A5368DA4D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F2C59A-3AE1-4423-B17E-DCFB7E5E28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04C19E-4236-4C5F-9779-7227073E6D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8933" y="618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873319-2015-46B4-B5D9-6B8464208A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8933" y="618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263691-4E88-4205-BC64-6D5708CB84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8933" y="618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DE0C40-5B54-443A-A078-B237167F62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8933" y="618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A97BAB-1E3D-4381-8243-39052C01D9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8933" y="618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877826-B9C7-4446-84FA-67E95E55D8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8933" y="618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6DF505-BD50-4B84-BEFB-129DBEBB28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8933" y="618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C3A4AB-AB48-4F0F-84D3-B3A1B7A1D1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8933" y="618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3D48A0-FCF9-4DF8-9FD3-797783CE4C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E0BA19-A252-4978-B3CE-4A1CCAD8B2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D2DB93-6F95-4A72-AF32-1EA1C2A6ED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C5263F-FDE6-4096-A327-9F62FC0089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B9707C-F554-4FEA-B8F1-930B95561B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AB4471-BE80-495D-B1D5-4DCF0B595E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4CAC9A-2173-40AA-BFDB-5E2B7DAB8A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DDD737-DFD4-433D-ADBC-3302BD857D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C061A7-DCC3-40F2-9260-FC96FEA781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8933" y="618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EFE03C-C453-4F91-9E1D-434DC4DC92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8933" y="618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A2EF7B-5D02-4A94-B9AA-3B126B8B41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8933" y="618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28B4A3-9F98-4A0B-93BF-AC1B506BB3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8933" y="618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343483-FAB5-49CB-B501-C03C7C79E0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8933" y="618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AAB0D5-59E3-4CB2-9479-F9EAE4494B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8933" y="618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FED1FD-B2C0-4061-9395-3B0800C9B3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1A3427-A868-4F8B-85C6-EE54EDE091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36AFD6-9DAC-44A0-A586-EC50EA3859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0791" y="62075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CA704C-C229-4E7D-A6FF-23A7DD504C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0791" y="62075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8E5648-D145-4B7D-8760-5AF0FC9464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0791" y="62075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7C5BCA-0460-4DBA-BE7F-2719E9EA0E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50791" y="62075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2E68DF-E1F6-49BD-8D0B-FAC19DC4AA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4B2FBC-F395-4D37-A326-1FDF9FE1C5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AB7AAF-8357-4D64-BC0F-5D07A5FA9D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D97E5A-FF30-4711-BB69-64946312D5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2A7329-B76C-48C5-A881-932DB065D1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50CF88-63C1-4B74-AE36-E1FF585441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2631F6-5B61-4949-95CC-73425A1578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C4AF1A-E9E4-4D6A-A9F3-D12E0B65B3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F85312-EB14-46B3-B6B8-BA95AA7CA3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86E152-7E5E-48F8-8D5F-DBE12E3281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18367" y="62031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E7FB7D-8FF8-480D-852A-2C7EB13A6E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8933" y="618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8F2C66-CE24-48F0-9591-47431326BE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8933" y="618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1E3AB8-618A-4320-8222-4500693A66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8933" y="618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1E026D-A29E-4830-AB27-2D2F1B7182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8933" y="618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70674B-87AB-425D-B6EF-9385F1C05B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8933" y="61807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F6C2A5-561B-40AB-84F2-5C5297182C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8933" y="61807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F6E753-4D7B-498D-95C8-23DF12B3B2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221A24-0FC4-4CA2-B910-811670AC87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298B86-9F51-4D5C-8121-0B997A20E6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0B0332-E9FE-4262-8D9D-63FE9FABD5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29B93F-7397-4249-89F5-5305DBF9F1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3151AA-A841-42E6-BA61-7E80EEF1A7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F2BB7C-087C-45D0-8BA3-2566D09E02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544D32-F8EC-4664-9197-A3DBD285D0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838279-32DF-4DE3-80F2-91E88EB8C0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59CD1B-E7AE-48F1-B79E-1BBC863EE7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57A901-A524-48F2-A033-31BBAE6F49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9053DA-7D91-4031-8A98-922D13CED7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0F31A3-E747-4053-BDC2-43A0591C0D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DC67E5-4161-4E1E-960E-49AFA74E34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9F6AB2-1167-4D50-ACF4-3347F8B2FB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B94E61-DB63-444D-AB9D-8C8247B176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660A6B-A9F1-4F72-A55C-AFEDA444FB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5EABB8-5F5B-4020-9AF5-CA8418540D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C33083-BD38-43F9-AEBA-41CDCBAB08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E490ED-F451-49DC-9BCE-9BEC2703B7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928300-1F3A-46D6-90C1-DC148EFC67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D2C4DF-9F87-45E0-A6E7-9E64992DDA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6E10E8-A0EA-4DBA-85CA-117AFE77B1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690" y="46544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D18FC1-7A9D-433D-B603-04C22C96AF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690" y="46544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E257CA-411E-4331-B1DF-8E7B2DB817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877FCD-8A8A-4C67-9D10-3DF04A642C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06C842-F194-4BE7-8658-7B45492418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690" y="46544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3BFFB6-7576-4859-B5C2-F5F893A453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690" y="46544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C2B134-3150-4A44-879E-2360EACEF2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8850" y="46636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E38018-322C-4FE7-AA1E-E658317360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8850" y="46636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300C60-A9FC-47E1-AD00-C8F9A1EAB1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B2AE41-61F1-46B1-AEF0-E0E0D58008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64C3B4-3A31-43AC-8158-05B128C896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004298-8E5E-49FD-A2A9-A43CF4C9D2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380994-A366-4065-B521-605040ED0B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690" y="46544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0D3F44-B7B0-4A71-AA31-A5765BE81F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690" y="46544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D086BC-A9F3-4366-B2D8-73D6799BA4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8850" y="46636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9543F8-0F7E-4B39-BC12-D87568F643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8850" y="46636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DF904F-0E86-4BD7-9E61-F0915F8722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690" y="46544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6378F1-A133-4EAB-9BF8-2F8BA8C5AF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690" y="46544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47FD39-64D1-4A4F-8503-E34AEFCFA5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690" y="46544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262C88-B629-451D-8E17-5A5CF70F1A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690" y="46544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207F20-9238-4961-BE70-F68C051919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690" y="46544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A7B3C8-5E61-41D4-8592-52BFECCA8C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690" y="46544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A1C380-2E59-45CA-8C50-8CB3810344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690" y="46544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2C2253-ED3C-466C-9EA5-FFCDB5449C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690" y="46544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216720-9163-4B17-B388-08CDB3BC9C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690" y="46544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212C87-FD65-4E0D-BE1A-DC886FEBCC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690" y="46544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FA9DE4-A219-4133-9BDC-98D9C9B9F0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690" y="46544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152683-6048-4F80-8A92-7A177D883C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690" y="46544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636F32-176C-4A41-93E6-15D07DA127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8C916E-7D70-4855-8AF8-0E852540C6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C1A7C4-E413-4144-A948-E59B76E946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690" y="46544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20F781-27D5-43F7-83AA-A325819D18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690" y="46544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36AF1D-C3D3-45C2-821E-1303115335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690" y="46544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0BD84F-F0B3-405D-A8CB-239C971B05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690" y="46544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59A230-66A4-4C58-A48F-FE9629F162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B34C0A-6A74-43EC-921F-4B99BFAD54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BCB598-AFB6-442B-90DF-A96E702367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641" y="4651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9C483B-3061-4F97-B2B4-0A10ECC17B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6641" y="4651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D08CC4-2958-45E3-BCA2-8591D7C35E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C02F62-739E-4594-ABFA-DBD57E58EE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C41246-536D-4198-B847-BC131BFFBC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53920B-DFA9-4432-9E53-AC938C0EAE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56B1DD-360E-42EE-A6B0-E4489370C2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9E195A-0AC2-4465-B9F6-A6161B3575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277A4F-E7D9-4C90-A5FA-3E94A391B7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BE84D8-C79C-4C73-A014-7D37108C46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D8204E-504A-4417-B26A-71BFB4C637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D2C3D3-2A51-44B0-96EC-2C29B71080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476F12-DB8E-4CD7-B314-DC26D5A07C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045D2A-9192-4AD1-9C91-17ABF96C87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9A5239-D6CE-43F8-83AD-00A8AEAD18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F80AFF-CA98-4142-AFF6-68178AB6F1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FDE5ED-1D5A-4DA9-B0BD-BE6038C97C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8128" y="57008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4D6328-5F65-433A-90FA-01FE2671B5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8128" y="57008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0F14B8-C3C5-441E-AA11-6DB03D8679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8128" y="57008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AAC8E2-B1C0-4A03-B4B7-695E6ACFD3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8128" y="57008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755146-AD2B-409C-B060-4A87174B9E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8128" y="57008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9B7B0B-4BBA-4AC5-AD5A-B2A356E39B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8128" y="57008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B9C041-2D09-41F6-A679-74E552E1F5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8128" y="57008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59BB64-C5E9-4F7E-8579-C6F0A429FE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8128" y="57008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0CAB67-9FA9-48E8-8CD8-9586CEB858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8128" y="57008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8D7329-637E-4915-81C5-CC8F2F21B6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8128" y="57008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114066-5A05-45DB-B0C1-9512A96058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8128" y="57008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159320-24B7-4987-B648-1A5489DB80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8128" y="57008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32CEA6-2759-4154-A96D-50AAB78E18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8128" y="57008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517DD9-FDE8-42F4-A80E-34724FAA66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8128" y="57008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7F9622-8766-4EA2-BD60-3F2116877A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8128" y="57008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967288-916C-40D1-B37E-A66AD66E22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8128" y="57008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1993B7-8195-4D4B-B26D-CD56DE9347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42737E-49F9-42EB-8A60-48487C947B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2E1265-6705-481F-A1A7-AE48CABD8D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949205-7EF0-4B9C-8A7A-28505B2628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1B3304-C9B7-4528-8C1E-00D2AF6B14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8128" y="57008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E16462-A958-4FE6-AB08-C98ABAEA8B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8128" y="57008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D3AE2C-27EA-45DC-8964-60DAA0B1D1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44F1B8-D856-42A2-83E1-2C16171D72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BDBC40-E66E-488A-B47A-98AB0B3880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D9EE2D-410E-407F-B227-F748A57153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891F0C-3B68-4C43-B900-DCCBC059A3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3AD691-9B39-432A-8065-D94FD7D9E4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228AE1-02CC-453C-9D00-150B563E59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D6CA7D-81B3-4A94-9253-877B800EE4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0F0ACC-0847-48D8-A536-C4A235774D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9121E8-B0F6-4493-A768-17CFDA686A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CB1832-431F-4231-8048-A9ED5F3442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D50B3D-D3D1-43DE-82FA-643FD7A304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27B462-34FD-4FDB-A560-83D2FEE93D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E94723-968A-4A8E-B04E-27974551C6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9B9A2E-E3CE-4E46-9843-160A252726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46A3EB-26E6-4AA6-9F5C-798578DBC6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9B6DCE-E00E-4D59-BD3B-C0BF9B8150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75A579-8034-47FC-B46A-60EE6D1B29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229399-FC5B-4D49-9871-876E88B8C6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9F5CF8-E6F7-480C-BA7F-62BF0DFB64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D106A1-2011-4202-80C6-11C8953CEA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238A5F-9D4D-4E63-A0F8-70BB5E49D2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2E6CDF-C061-4AA1-8B8B-C90280B614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A066E5-D36B-4C09-B447-C3FAA54808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1" y="56940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A252BE-07A8-4A5E-9924-1AEF369D6A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CD04CF-744D-466D-8DDD-8F560BFA43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2AF6C9-A141-4721-A123-B53443D40E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C5D2DD-5ADC-474A-BE2A-C2213CCD34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0F46DC-97FA-4182-ABA9-1EF94A663D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68DEAE-0666-4C75-97AE-6ACAAC6A0B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4ECC5C-B4C1-49A5-B0A9-37C6761FC9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0EEB43-3015-4E13-87F3-7678FC4EBA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CACE59-D253-4EA1-8F92-A54B592BE0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1175A8-1F54-4092-AD5D-296A7FC8FC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86C111-6EB1-4DFB-B6B3-67F41E5075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0BCD09-73F4-4D70-8AC9-1434149633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FC2B86-9D15-43AE-A909-C93F1C48A2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C2B5C2-2B18-4F33-93C8-8F0A9BB9DC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BB7555-50E8-42DC-87AB-B35DC94FB4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360E74-B1ED-4C80-9EA3-300E990EB6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4FD805-8DFA-46B3-AEEA-096D21C017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4498" y="57840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1E8C7F-53B5-44C5-B27B-A36A092E0F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4498" y="57840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F0878C-840A-4B11-8A3E-4E51F22908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30E76A-D44F-4E41-8DCD-E651B9E60A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67B419-FCED-433A-A3F6-82A60CF10C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2CA115-C377-4549-B897-DDA39DDD22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B50D7F-6130-436F-B734-B9B0690D4B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2757" y="57804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9DBE77-7475-4F7D-8768-64B52455E5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2757" y="57804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ABADEA-9AC5-44FC-B20A-AFD76F70AD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4498" y="57840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BC05FA-5426-4D3D-8293-586BED73CB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4498" y="57840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7D7118-7F55-4D6D-9BEF-89F8900483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14C198-F171-4DC8-9ECF-60C10F7036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11F2A5-0318-4C03-ACC8-72570D9DEA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4142A6-3FB1-483F-82EA-B45A1CC25A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E9DC09-8D99-4B7A-AA33-731780FC08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3583D8-F13D-413B-8714-606ACE1073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B70193-5910-416A-989B-0E52A4CB1A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79A6DB-7254-49E4-A8CC-1DA1C4563F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274F8F-B286-4EA7-8710-00EDED1152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A835B8-D3CD-475D-9CD9-9EF694362C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380253-136F-4AC8-B6D2-C9C6A69C12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AC1A6A-2763-4D05-B365-374F9003D0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891A9E-31B2-4186-A62F-FBACA688A3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C232D5-AC70-4315-A6C7-BC16386806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7CD03C-A795-4278-B724-59F47D6754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5EFFF6-AAAD-4778-B0C8-4F8CD0B6DE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DB4FDB-494F-417E-B425-9B041E02DF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1BE879-E7B9-4754-8A67-050E1439ED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C57F84-D645-482C-8828-27AC4D77F6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D3C062-2AE3-4607-A062-5A0909CF6D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851C85-C7FC-499B-AF69-B43968B273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D82494-FCBA-4BBE-85F6-CFDE1B8B05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D80FED-8255-4FA7-9817-EEE04016F4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2757" y="57804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BB8128-53C2-446C-A35A-966A241D31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2757" y="57804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BB7FAF-C712-4A4C-B3D3-7CB8F47F4D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866B38-6FBB-4D3C-BC6B-DC4A4B0AE1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6758B0-D032-426F-82D8-B6CE29B3A1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0D7288-A1D9-4CAC-95E7-6A7CF94F95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0486DE-F51C-4117-8110-82BBCC1DE9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823B38-1292-4AA7-9201-653C7A373D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149C64-F505-441B-8AC7-C621FAC972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EA4164-8ABC-49DE-BCB9-1619A7D54E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FEE9D8-10EB-4A22-9BF4-65329E46E5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D48987-654B-4664-ACE0-1795A36B08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33A9A3-9096-4C82-8D33-19395C0437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1097" y="56386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CFAB9C-2584-4E01-AFDA-997DFF7A85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1097" y="56386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7F0C48-09C6-49EE-B26E-AE145BC585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1097" y="56386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11A563-81AD-4E69-B698-FE972C7A30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1097" y="56386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F1E5F3-65D1-4FAC-816F-43F3946A0D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1097" y="56386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EADA09-E58E-4B6A-AB79-25957600B2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1097" y="56386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0A7768-0896-4D34-8FAA-FA1A9A8348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1097" y="56386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68C8D1-CF34-421F-9C37-45D95C63BF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1097" y="56386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ACA371-9994-4834-B9B7-6861608967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1097" y="56386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452329-5822-4C29-8E43-E9B05B03FF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1097" y="56386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4EA467-6BFD-41DD-9A4B-60502C66E5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9164" y="55999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7C6E5C-40DA-403D-B425-0804F95BEE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9164" y="55999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1B746D-0D1E-4767-9B6A-D6FE20C7A6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257122-248C-40CE-A8FF-80578F35A1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B99F40-3BF8-4258-AC88-5D2FE09390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5775" y="56123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F4BA35-D9D9-4DB5-8E4D-0D7DC2F875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5775" y="56123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BAF0E6-D5E9-413A-B314-FBA87207CD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350E29-BCA1-468E-B5E4-F2FD1F9A25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CCB254-D3EC-4885-94DF-C84A51F10A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0F5696-A589-42A7-AF78-E64F96DDDE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276F09-95B5-4653-9FF0-9DF8B8671B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32E4D4-4A45-4AD0-9CE1-37AD5EB097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B38469-2487-4734-A62A-F7735ECFF3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1097" y="56386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858E38-8BE0-4332-B199-230DA49AF1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1097" y="56386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FF765B-E54E-4F7B-8E83-A283F1BCF8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A7FC09-D2DE-446C-9166-C44782B449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396A74-F9AA-4C89-898C-58C55F922E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E427D6-F7F1-4A3B-943F-F226472245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D8FA66-E3CC-4A24-88DC-0E8C573AA3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513B27-FED1-42A1-9B1B-529C138D24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DDB239-B64A-4A83-A524-AF0A4AAA3B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1097" y="56386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2D6400-DADA-46CC-AA82-580D6B2F6F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1097" y="56386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BAB2E4-D1BD-4238-A45B-16E122700B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1097" y="56386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016FF7-C926-42E9-B325-03303B1FDD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1097" y="56386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B94DC8-404D-4EBB-A73F-1167211CEE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CD27EA-C50D-4263-944C-A685F65C2F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27EBC1-5915-459B-8657-36621F288A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5775" y="56123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61F0A8-4734-4BD1-A3A2-131386CF18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5775" y="56123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2465D3-B2A4-4BD7-8252-3BBE7A3176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29EF03-FC90-4214-93E5-06905747CD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A665E2-901C-486B-A2D2-F9D733A751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C91480-C55B-402E-9153-AD3D6ED70F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7751F9-B98E-4113-AC3F-F37C24F565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A124B1-CD4A-40B3-B08A-22B5A6BBB4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292A09-249B-44C7-AF04-7E0B0BC9CF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B3FE93-EA32-4B18-94E6-1883F119D7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0030B9-D2BD-4A36-B96A-26ED12E4C3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1097" y="56386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8436AE-DA71-4619-80F5-732203E081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1097" y="56386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481E12-A9BA-4143-A2DF-3F30C0C2A8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1097" y="56386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95CA67-02B7-4606-AD5A-81156FDD1A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1097" y="56386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22FDC4-F46F-47A7-89EE-EE6B13DCBD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B6F3A8-6270-4535-945C-C90F0CF1B1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E11E76-EF67-40EF-88BD-5FCD3FBFFF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9598D5-9529-452C-9352-B0C6079A1D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2C231C-5BD9-415A-86DD-FEB3179E70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897C98-C3BB-413A-AD4B-89D47D775C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7861A8-25DE-4F47-92FA-3C41631EFF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1097" y="56386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46A163-153E-49FE-840E-3D5258B882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1097" y="56386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881A4F-8FA7-4DCB-9B82-64BCD523F0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CF4655-8F2B-43D4-AC25-FE6D85238C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4580" y="56229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A04B9A-07FA-47CE-8C73-B02F4C9471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78FE47-DB83-4F71-A187-8F1F0E4963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64CA28-72B7-4A6E-B890-35D75C4B9F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7092" y="46413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4CC69F-CF08-4658-B756-09C01F190E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7092" y="46413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587BAA-11CF-46AA-B551-EE1C08F79A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7092" y="46413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4D8747-2E82-4BF3-9004-47CD546831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7092" y="46413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4E1D35-AB0F-4ECD-9FC9-E1C7572855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46CC00-9242-416F-B035-ADBC2FE07D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848DB4-2613-4D1A-AA48-4071F8D875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E4F287-6761-4B52-884D-23AE738157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88917F-F32B-4FE0-AA9B-17C6FA29F4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7092" y="46413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E9943B-A91B-4427-833A-EB6E5AB15D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7092" y="46413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46A292-A235-41E1-B174-D6A1E74B3D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7092" y="46413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D868FA-A498-4E78-B22D-E3261C949A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7092" y="46413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74130C-057C-4AD6-93B2-FA8D095CC6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823424-6CF8-4CDD-85D5-CC59F75B5C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451918-232D-4E86-AB3B-23EAC64E74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859" y="46282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58EBD9-9853-4CDC-B393-75C8BC7A5D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859" y="46282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2B4322-40CF-44D3-84BC-64BBE50204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7092" y="46413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44FB75-E545-4872-A540-9C15557BDE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7092" y="46413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6E8A61-1D94-44E3-8DDE-70313C8E7D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7092" y="46413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9A352E-8FA0-4281-B81C-BD5BFE2B87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7092" y="46413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3A96DA-D0D9-4CAB-8F9B-47F98A59E2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2E4B66-5E01-4D69-AFAB-39401A0EFC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63AEE0-029D-4104-B2D3-EEDF89D0BE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3056" y="46811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0C738A-FD34-40E9-AAC1-1B581D1210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3056" y="46811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34B957-A9A5-40BD-B14C-DEDF38677B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6FE10F-B025-4008-ACE3-C21FF31920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E87CC5-BADB-46AB-9E49-FE0BCC6FD7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A03560-0B2F-4E4C-AACA-6777555872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C06038-20EB-497C-84B5-34934EEA40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94EBFB-112E-48A5-9EA7-B934C2E6B6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05BE69-F009-40B4-9280-9275F96F05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7092" y="46413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0044B6-BEFE-467E-94A6-C39D93EF8A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7092" y="46413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CC034A-2687-4353-941F-DF1902FEDC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BF5405-A760-483A-A23C-D352DCDB25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21C0F1-19D1-46DE-9AE4-CD4395B27B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C3BC49-767B-48A5-A44F-944DA0D0AB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D06107-7377-4C0B-ADB3-274BA56428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7716AF-C7F0-4064-BC0F-5E3917A79B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086284-D471-403E-BA9A-6DF87A346C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0382" y="46679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039250-5C7F-4A21-B3AB-CF1824C3F8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0382" y="46679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C807F7-12F3-44C8-B316-52C8EBFEE8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69D399-A8DF-4A5A-9305-F19B232EEF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2A856F-D7C8-4101-B73B-2A0018149F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859" y="46282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444F72-B7E0-4F4D-8D6E-8895115A37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859" y="46282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BC8649-8664-41A5-858C-0A7EC0E16E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7092" y="46413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7746E4-F61B-431F-9E10-9F621802D5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7092" y="46413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C1A7B6-F77A-4102-9E94-7AB66581FC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1158C4-9EC1-4135-A842-5D1C3F384C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418C77-1AD0-4F2E-BB86-A83F76F714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0382" y="46679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346913-AE4E-46E7-A9F7-A1F8FFAE27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0382" y="46679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BD1EC5-9EBE-428B-A64D-1BF179E9C1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D0A6F0-4D37-4D44-A699-0999CBCEF2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730540-BB8B-4AEE-89CD-11E66663B7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57CD0E-3D4F-4B2E-BE0B-82759D7ECD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5C8222-5610-486D-B72E-94FCD6352A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515B9D-BA6F-4184-8A09-4D1D123974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CD449A-CE32-4D98-90F5-4227EF6DB4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17B8FC-4863-4088-941C-2FB7B3EEE8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20" y="4656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DAB6C6-D04B-4E2F-A244-61AE8C46F8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B59544-F59B-49AA-9267-3167D34174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039BA5-5EF0-439F-A378-05F05C8628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9D4FD5-CDBD-429B-93F4-6B8AF27D3A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A230F4-3E59-4FCB-AF9B-0B2A3D0C03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C06EB2-02F4-45F3-9491-CD344BB69D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180917-F8D5-4728-AEDC-189BE78E79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1C5A41-929C-437D-A74A-A8A73ACD31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F603A1-E8C1-46F8-9C98-AA61246B7B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682" y="55514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A07FC2-B3CF-4F60-8867-936F0BA10A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43682" y="55514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123885-AB50-47D3-B7C4-82546E196F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A7973E-588D-4030-91A2-8F3B5B71ED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37B9B0-E8F8-4602-ACAC-A6251262E3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291277-4A61-4079-A3DC-418B216EA6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CFC88D-8DC0-480F-9207-21801C9FE2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B9C712-51AD-4BCC-BF65-CE27B1F082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EA6FE4-4889-4EAF-A131-4ED2ED23D1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13B39E-17C4-4827-BB38-E5C0EA92AE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B51CA9-7F0B-408B-8548-8701E5B9D9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E325F9-50EC-4C41-9F3F-553F835854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9CF82A-2B29-4403-8FBF-B3110A822C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0709" y="55739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EF36F9-5299-470F-ACEF-4B64D5F210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0709" y="55739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A0FB07-8442-4F77-92CA-A0A46E41EF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0709" y="55739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DE91B4-EF52-45BB-926E-1EB75389DB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0709" y="55739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53D5DE-E984-4FAE-B858-7964E22B5D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0709" y="55739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D1E87C-D6B1-4214-922A-D86BC4D2C6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0709" y="55739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B7E3FF-6C85-4BCB-B81E-D7F689C852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799234-9B2F-41B3-A0CC-3696CD005A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77B1E9-E978-4853-80FA-CA6470BB9B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7B300E-9508-455A-B55E-C9D69BE1F9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EAF685-45F7-4CDC-8AD7-609131034A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54724D-96D9-4E73-8685-CA8E880DA1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D4B6C0-A184-4926-B26A-3531A736F2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0709" y="55739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462708-FEDB-4E34-8B33-C0D35EC688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0709" y="55739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5DE5B8-F416-4391-8BFC-B8363A7957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0709" y="55739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0BA96B-32F2-470B-894B-8C45539B17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0709" y="55739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6FF88C-1DE8-4D63-A45D-C7DA2DAEE3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0709" y="55739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7926D3-734F-4B0C-8042-19050EFDD4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0709" y="55739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F122D0-2692-46C8-9AA7-9F0BA74D7C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E6D75D-BDCB-4203-8303-EF5C2291C4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C24EEA-E2D9-4AF9-8671-E78F65470C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0709" y="55739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2E1881-12BD-4F77-9E85-78A94AD9A4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0709" y="55739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7E5802-80AC-4189-9BAC-DBC5DF9BDB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DB3F03-A5D9-4D49-B899-483D9AAEAB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28C0BF-2301-4C8C-8D64-EB5F4745C7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0D455C-15E1-4C1E-8933-CAB28A7F68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9B62F3-F359-4746-8A86-75AFAF696F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08D393-14DB-4C33-90DF-08EBCF7185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8508C5-3F41-482D-B4B0-5761CCD423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63521F-B353-4E25-AB8D-7565605AE3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9EFE79-E14D-4BAE-968B-1749DE12A3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EBD98E-3FC9-4D91-B07A-B2934C0C64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30D4B7-2BEF-45C1-879B-61D75C65F9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0709" y="55739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1E4A3D-8C49-48AF-9437-A1616898CA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0709" y="55739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E1D913-0C79-457B-8713-724F7057A9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0709" y="55739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F326B8-0BA7-49AA-9EBE-913A179600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0709" y="55739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49153A-B5AB-489A-8A12-3D559AA0E8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4334" y="55366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74E1DE-A33F-4DEA-8C8D-69BE82F322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34334" y="55366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59557D-A78B-44DB-9467-52A8DCEFCB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C32B47-D962-46C7-AB00-C7A06F493A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5" y="55524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DE99E0-AEA7-4B16-99D6-61FC866B90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DF1759-EFC1-4E48-92A5-CBF1C44213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C41AC5-9E7E-454B-B49B-A8218CCB90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28C5EC-E600-4C15-9383-6803E66221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5143A7-5F65-4EC7-A9C7-DB222518F3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17C373-ADC5-4AFD-B05F-ED23450765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C8DF41-5E15-4460-9BF4-2F20698C69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7F3A59-7DF2-4768-BE32-C28A588D5D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FB732D-29DB-4D88-BB3A-EB0FF687F3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294544-4EB0-48B7-91C3-2D313DBEFA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CD315F-471A-4221-9D89-E2454B8A6B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EB2437-FF7A-4982-B2D4-E3569FBAD4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60A6CB-1C03-43ED-831B-5C2CC01307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ADF4E6-C568-40C8-9E33-5734F50289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34E557-6A11-402E-A28A-08118CF2E2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35F51D-883B-4B9C-89D9-5D6DED4E5B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B3E9FD-E28A-4CFB-9156-90FF33B249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58E6A0-09FC-48EF-86CB-32BBEAAA2E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E15068-937D-4EC7-8F8E-9D589C1574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F93AA7-26D6-4C65-B798-E20F40176B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F03A36-8D34-4750-BC0F-9884F127B5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27CD7D-2160-4F76-93A7-57A576E2E5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FD52F1-3E6F-40B6-BABD-C6E2CDBC55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6D7801-138E-4A87-809B-F67C63804E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26B2C4-1836-468F-9C38-A772B77F82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E48086-BCA7-4820-881E-A7031B653E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AA4468-9286-4F57-BA86-50D760C070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19F8BF-E154-446E-AF0D-3A18A15F2C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22F236-6C29-4FB0-8DD7-455DDAF545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5F0B38-76A4-46F4-A960-856D11ABEA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0BA214-5F63-40E1-AFE4-35F9A0C8E3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FF2EDB-F587-40E9-B9C5-8AFDAF9487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E56150-FE9C-4B76-B76A-AA441B4124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C4269C-6E47-4966-95D1-F2B7ABB220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3CE010-0B3C-4648-B99B-45B7651A8D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7A678D-A77C-435C-AA70-2B96BE38AA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0EDE6F-986D-4876-8ADD-65C71D0B61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51EF6E-A066-4A2D-9D39-5DC8570A87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DBAB05-1485-4356-B6A6-96ED2EF811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6B8BCF-719F-410C-9125-9264DF5826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E6239C-2956-4FCF-9461-4A3B19A2B8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DC03F8-8858-4B0A-8E7B-51460F1AEC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66B41D-DCA4-4A33-A4CD-E344F2D81B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8F1974-1273-4CEA-81D6-A78931A0D8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8A990E-06BB-4D68-AECA-73048FB1D8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258385-AF64-4E8C-9F7B-BEAC679E92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FFFB5E-3581-41F5-ABAA-B08742212F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DCE8C8-87C2-4259-9627-6ACEF1F34E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494F6A-8006-427C-8008-5D1DE821DE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A63F08-BB4B-469D-8988-BE066A6068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BC3BB2-624C-4476-8065-A330F82A55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86CA46-E414-4D8B-B019-24ED0A354F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087B21-E8EC-48BA-AE38-D5B6CCAECF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43CEF4-9540-4B54-9978-8666167EF2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3176AA-140D-492A-9494-9291D71D26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82101C-BFFE-4C80-ABF7-6D4496D250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655614-AD8B-4CDF-8445-D0F7B80F60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CB11A7-E0CE-43EB-8088-851D28F3A8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90F858-8650-4F60-9DE9-E65BBB9D54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360234-8A31-42AA-84A1-79058C05ED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5" y="41926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E8E4CA-DDFF-44D8-885C-2B2F94B85E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553CF8-7E59-4F56-910D-58DD7FA724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92A297-B3C9-4640-88EA-3D235D9417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B3D9EA-DD85-4761-A7C6-FBB2DA919F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2D2A8D-4338-4429-A072-E0DDC1FF3A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3D9334-45C4-4DC6-8EA0-E0E561AB1A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0939EB-8AA8-4513-BD8C-A161C94119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B5AD46-E8BA-4042-AD65-0E0286A793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7483EE-4713-47BD-BEDB-1EB20184FC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03273E-BC6A-47E4-9CED-6F9DA09C3D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64A29A-7B2F-43BD-B69A-174E594734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5EA7E5-5A59-4662-9020-14A9B7EAD2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4E7463-6EC3-4D19-883F-24FA619591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5C39C2-6F0C-4EC0-A0EA-03E0A977AD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179A91-99B0-4461-93B5-B304FC732C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BE1F59-E873-4721-BBC5-7CF72B307B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2D0B98-C1B6-48FC-BDA5-A3A510A766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3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FA08B5-3C31-46E4-B27B-E989DC14C2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3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FC41EC-12D8-4797-B061-3346D840AE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ECEEE1-3292-4A33-A548-FB5F8670EE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548456-E4B5-4791-AF14-0C155D15DD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C2BA66-0142-4869-991E-009AA457E6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E45664-1791-4329-8976-3881DD243F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22084E-F6A2-4B3F-8C84-D38D9E61F4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103AA5-7B07-4104-9840-FADD5E3B59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C67327-D74A-4ABB-9DE0-F9A87A6899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4C22A3-596E-46AF-9C43-ECFF26C759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479CD7-6FC6-4759-9511-F58C172474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B3EB9D-9BB4-48DC-ABD6-2662958F63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9FB9AD-3351-476E-B589-0323A805AA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A8A0EE-AAFA-4C0B-AE47-A7EDF1E6A7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357DF2-1111-4767-88BD-31110A574C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9DF715-A5F2-43C6-8765-76D86F6755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C76C48-ED6F-42BD-9475-5D883C8159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68AAD8-B444-4A4A-A25F-E56B1F6B21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AA1640-4BF7-463E-83D2-8214750E8C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61755C-78A0-4EC6-98B4-52EC34E272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55D7A4-4D30-46FE-BA76-F7ABCE1F54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F368D5-BEC4-4D2F-A5DE-6699FC89C7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A84A6B-C368-4FA6-95EC-63BFE04A5E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345A30-5FB7-4196-A41B-47CECAF1FB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777C12-9798-44E1-B990-589805E34D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836E31-4D52-471B-8A3B-82DFB222BB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C15E6F-588B-4876-8960-4F20597C71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745F61-0993-4688-A886-E072C994C4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D42452-31AE-4727-97F2-368CEE320E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5F355E-6608-4DF8-B924-D2F1F67125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9E4515-391C-4247-BFEA-15E54FC2C8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AFDBC1-7F99-4445-817D-8F4F646938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D390CA-D387-48A5-B306-C04E8FD263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5C2E3F-8389-48FD-BF48-DC68EF5AB3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34909B-3EE9-400B-98FF-D5AD35B85F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88DF3E-F5CC-4B80-ACA9-1BA3494330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74DFEF-B7CB-4804-8B8E-781427DD7E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4DC6A8-FD2C-4E03-B412-46DD8D93A5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2E0D46-CD70-4CCF-A53C-F7887C3E93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9C4C7F-0B05-4780-9A75-7EA9CECF51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CFFEA8-C5EF-4675-9F9D-2A0314A978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EB4E78-5890-4AFE-A7DD-3179C9B42A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B160D9-4B65-4FFA-AE34-F8DFB82FEB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50A06B-376D-4A44-B557-EC8300DF0A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5520" y="47368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64D842-6EC9-4ADD-8A4C-14DEB79C87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5520" y="47368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17C995-8262-4A7D-A981-77A7C7C651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5520" y="47368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B38AAC-20C1-429C-BADD-5E05084E65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5520" y="47368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EABBB4-D816-402C-ADC9-A16301F6F5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5520" y="47368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E86E90-D023-4779-B368-1F59C7B755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5520" y="47368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67076D-7A25-4BC7-AE39-80220F0910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4946" y="47153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11D093-DA31-4E63-822B-819D5406D8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4946" y="47153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B8D392-86A5-4A2C-AADF-5666E3E199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4946" y="47153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1F9D35-F9E0-478F-B223-2278E6D55A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4946" y="47153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8D6DC8-DD94-445E-9283-A44D7362CF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4946" y="47153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9C039B-BCC6-4D26-AC3E-1690CDF0A3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4946" y="47153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895C66-AA53-410A-9F8C-45E3B50E04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4946" y="47153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6C2A43-90EA-4667-A647-744A07AD91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4946" y="47153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30794F-FDC6-4FB0-9D6A-B8751C7092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5520" y="47368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AC8115-383D-4B2B-8451-C61589F906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5520" y="47368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A83A51-31D7-45A3-B0EE-DFB869F433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5520" y="47368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B3AAD7-5DE6-4798-9EC3-D31F084246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5520" y="47368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9F560C-3110-4BBE-99A2-37148102E8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2727" y="47318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D7A09F-51DE-492E-BDCE-A88D58A934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2727" y="47318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EFAA0F-BCA5-4395-8B84-6B84937A14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3428" y="46907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9A94C1-D8C8-40C2-94B0-9FA8714EE8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3428" y="46907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A19E65-A64D-4B95-904B-A9A90B1667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3428" y="46907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8B3272-A482-44DF-83D5-5192671F9E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3428" y="46907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DBBB42-C9F7-4A1D-BF52-E8E1E8F6A6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1" y="47103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56B6CA-351A-4219-871E-5427634FB7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1" y="47103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A22C22-A6C0-4D28-85B9-E27C9034AC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3428" y="46907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9EB506-B252-4103-9524-5E15251A9C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3428" y="46907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7A4690-8574-4DB6-BBAD-1BD449790D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1" y="47103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40587A-1895-4AD1-9663-47E0360266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1" y="47103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2F6065-796A-489D-8FA2-6988279F96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1" y="47103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35A64A-A2B9-49CB-8746-01BD1AAAAB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1" y="47103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84395D-1A35-44C6-B7A3-BA7A3A5368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1" y="47103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839F1C-F0F9-4B1C-AC8A-C01064E136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1" y="47103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09187D-7D40-4734-9013-4D0A56095C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3428" y="46907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CB49AA-8187-49CD-8704-96849039EF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43428" y="46907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62B4FF-9810-4513-A8A5-D5B77EE3A5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1" y="47103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80F6C5-EBA0-4C03-8435-0A5C50A300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1" y="47103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97A967-67A3-43C0-BB84-8789A27405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1" y="47103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A869F7-F4CF-4023-8F76-E6201B2BA8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1" y="47103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01B357-FFA2-4355-AC1D-B65CAFEEE8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1" y="47103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9D1EF4-3ABC-46A5-870E-9FA1164487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1" y="47103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D346AB-C0B7-4EE5-8599-A025069C56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1" y="47103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C28B1F-712A-4FE3-81C3-5FE4CAA468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1" y="47103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25737F-DBF2-414F-B2EF-9CD595B8AE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1" y="47103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8155D6-0DC1-4C4D-9CD2-5271D07C60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1" y="47103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B93D2B-1B0A-4FB6-ACFC-462F777316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1" y="47103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52768D-EEFD-43A8-9B8A-D6B8972DC6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1" y="47103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320407-F1FB-4C7E-AF03-AB17C3D420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1067" y="46992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22D009-6F8F-4EB9-865F-EB3635FEBA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1067" y="46992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FDD93F-7589-4DB2-81A0-8E19C3AAE7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0319" y="47359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EB9BE5-6FD9-42E5-AEE3-8E862E35E0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0319" y="47359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981DA7-1D86-4B94-B559-E872BF02F4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2" y="47103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EEC37B-9CDB-4561-A406-55418B5477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2" y="47103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593516-C875-4158-A32D-C61A62F71C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0319" y="47359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32A8D3-E171-4315-B6FD-A4F794D4ED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0319" y="47359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85B9C7-15B7-4039-A398-0844A95D9C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2" y="47103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064F26-2C3F-4C9C-B521-57B6B0F862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2" y="47103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E9BF57-2095-4868-8CDD-03609B28EC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2" y="47103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A1A0BC-9443-41F6-8447-E37ED3E718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2" y="47103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B4F796-F3C3-4C8C-841E-F354FC848A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9DE42C-257E-4497-97B0-18FF200F97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153866-08AC-4DF8-94FF-A6909A8B4F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54558B-4B90-47C7-A9BF-A35D371854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0C0F70-F5BE-49A2-9D47-71A3E69783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23FE59-8CF2-4D1A-A274-FCF439BABF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5766E8-11E0-459D-8949-8DBA4CD07C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70A09C-1D0A-46BD-80D4-D6EA6EF3B4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0EE709-4FFA-480B-93EC-73571906AE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19ABB7-8110-4C29-A59F-A267C0B75D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903045-BB26-477F-93BD-1CBAB91CFA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5E31A6-44EC-4873-849C-3C0E631296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2A3562-EE3B-4B93-9952-3341B6BFE2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77C920-178F-4CD6-910B-E123449B89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BB77B8-B2AA-4052-93F4-AFA146723C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02C11A-4169-448D-B449-B523F1AB87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837F7E-C066-4AFA-869C-B474E21C11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19F0BA-9D6F-4791-9314-6D809A5CD2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309277-06CB-4C1A-A2E0-2CA871B14F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7E887C-55D7-4650-8CC0-7FC4B611D9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66670D-9F27-4999-9478-6071685FDF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7E9629-25C5-4FC5-813F-8FEA890DA1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B73189-E8BB-4DEB-96D1-4D1EC94456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6563AD-073E-4B94-B5AC-6CE4CAA3E3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BF3833-1E40-4A20-AC22-0471058D26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8266B4-4EBB-448C-884A-9183E909C1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24CD25-1751-4196-A737-579656DACD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282196-0BAE-4E87-84E8-2AAD2D92AB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858AE4-1FA8-4366-AD91-090E3A68ED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DF2F5F-6814-44C3-B27C-93D77A05C8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7E2258-4D55-434C-B52C-320364DE23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4C91AC-891A-432F-9B3E-F07A8090A5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A943DA-CFBF-4FC9-9877-B93F530D54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B2DF04-BA8D-4289-AA52-6A0831A775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1056BF-D491-4A1B-95D9-AA5FB84477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10C9D5-F49E-4D32-A7AC-BA7221B349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3FC489-3946-439E-BEC7-090ADCFB43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A891A2-4C7B-4D96-A515-2718EA0F08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D818D7-4FD1-48E5-AF10-9825F776E0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48A7FB-A649-4FEE-A2AE-7940930C8F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5458E6-8E28-4627-8FC3-DD54F1A521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91AE36-B3CD-4613-8BAE-5DF4D97360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988174-5F7E-44B2-A37F-D9B9E34EA3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CD00E8-7570-4521-9ED1-A145D54FE5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8A0EA3-9E5C-4CFB-B62A-16AE2D5DBC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DD9277-B6B6-4862-B8B3-22E4DB918A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3CAFBE-63A6-419A-80FE-DB79409D3D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872087-0D87-4810-A988-DE527DA48A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2BFC48-484E-4F3E-95B1-E09598467B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00270F-BCD7-42E0-A006-0E13753E34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8207E2-9FEC-4EDA-8557-D4B4F1DC1A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1C3323-7386-4DB6-9694-CC6BED3951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488A29-6D01-41E4-B607-1F40E3199A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991CC0-A725-4F99-9B52-EFC47B38BB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645D87-3EA7-496C-A147-3CF1A72FD9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7496EA-0FE4-4BF3-B5F6-0E9859679D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110414-2A94-4056-8DB6-9B03776D15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063A04-204B-409F-B8B5-C0034D6434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6DB50F-6029-4E48-ADF8-69A7D36A23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A04A10-7D80-4864-AAB8-C8F91A51BA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4BBDFF-203A-4C68-B693-FEB9417C63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908D98-5AAE-4D83-B289-0058453E14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8A780F-1477-447E-8624-530720CC26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824F2C-19FE-4D1C-A20D-06E6D75135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EAA26A-CBD6-42D4-8883-2075C6AC42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12683" y="54704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8E93A0-750D-41AE-A036-C11316DED0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12683" y="54704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ACEFAB-AB83-40AD-9D04-1CE75936A3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36690" y="54527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6F69D4-60E1-4873-98E9-EFDDB422AA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36690" y="54527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9B2576-9420-4EDF-9C58-25EF529BB3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36690" y="54527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75086D-4406-4B1B-886C-48895E4D59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36690" y="54527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ADE78E-A0AA-43B0-9968-CDDDF6D886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7008D2-0C23-4488-BF0D-277866767A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4860A4-2AD4-4F80-B437-A63EDBDCEF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F4A84D-F8F5-438A-BC73-975E5FDEAB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74E1B2-47F2-459E-AA6A-E6373B308E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F6A279-657A-4B33-A627-A625C8A62E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20C3FF-42E6-4CA1-BFA2-43FE8C6FB8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6962B4-274B-40AE-A76D-66D8864329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86F7F3-FC8E-43A4-808D-FF4D6AFA1F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AEB8E4-FB65-4C26-9E93-42A5C7FB99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C5A064-0279-439A-B7B5-3F4AF528DF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816C89-4069-4FF5-82DF-626D1B0C90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A4C1D3-0896-4F5C-80EF-853C9845CB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128EFB-6089-4BE8-8359-917DB43CCB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306308-51A0-48EB-8D45-DD61BE9017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36690" y="54527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7EF1C9-D915-4859-BBCB-86264E0F43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36690" y="54527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58F63B-849E-4A50-86B0-1B13A5B6E3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36690" y="54527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982F70-0416-4469-8489-0EA85FCACE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36690" y="54527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3ADF2C-AFBB-4AAD-BECB-1DC365333B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36690" y="54527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1627CF-61E1-44B6-894C-61527E1330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36690" y="54527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C79351-CED5-4DC7-B361-55519DE3EC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36690" y="54527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61A60D-F3D1-4634-A63B-C969F4F1E1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36690" y="54527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E21ADA-FA02-49BB-BCED-5AA610BE33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A26B2C-B48E-47FB-9A37-BD3B62C0CD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E12AA1-4EBE-4ABA-BA27-9AABDB7EB1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36690" y="54527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99A1F6-E6B6-4663-9B8A-B1A8AFA4BE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36690" y="54527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CD4E5D-F090-45AD-A403-7B4BD99873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36690" y="54527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B3F3EB-4219-48B7-89A3-25E0EB9026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36690" y="54527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56FF4E-038E-4C5C-83E2-C54B910366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6ED094-DA95-4F00-8326-697D53E4C4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02A174-E7DF-4F44-9292-F811C1BF3D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AB74FE-983E-419D-B5B9-CDF3267086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8CE543-9E9B-45AD-BA12-1A7B5910B4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0119A1-FE0A-4D26-80CA-B69A1C4F77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F2B70D-F1BC-41AF-8815-90BAA91C60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E6BB93-17AD-403B-988D-FD33A050A1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5DFA9D-BE37-4DF0-A4FE-504937B01A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12683" y="54704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414F3F-BA31-4DA5-A381-BD3ECBB247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12683" y="54704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B17F44-9655-4B58-895F-25C8FA94CA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12683" y="54704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FE58CD-14A5-4F9E-BDD3-1CA0873581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12683" y="54704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617953-3570-45CD-AD86-0D64691770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E8CA58-2EBA-422E-8204-1A323F249F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0B1731-E0EF-4FB8-A05D-F32A93D5BF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36690" y="54527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6DC4E3-59D9-4B7D-AECB-10DD1DDF2C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36690" y="54527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AFA41D-1219-46B3-94CB-FCEB7134E2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36690" y="54527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86ED83-6806-48AA-9A72-D692540F20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36690" y="54527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06C73F-573C-49CE-9B3A-6CB2673A05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36690" y="54527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E0E66D-F14E-410A-8A72-8A92FBA290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36690" y="54527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301667-66E7-43E8-8DD3-1FE7959AB6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2B783F-E40A-4CA8-966B-EBD143ADE6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06719" y="54422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23A641-3389-44D0-BACE-D68A7A3CA6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842D6A-816E-4112-A54F-3005996F6F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09BEE6-6A82-48F1-B1B4-6694FCFFBA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A000CE-7C98-4D65-AB71-A52C846429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184D1D-60E0-4384-A626-EC18369F22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4EC82C-255F-41FC-A6BB-C448709839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95E7AB-DA07-4E75-9823-634AD9B259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3341B4-84A5-41A8-90EC-C38F590A24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54248D-BCC4-4632-A8EB-5077C0C95C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CD1B55-DE41-423C-8400-792B07CB96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797B55-0575-4C67-AD5F-7F3AF07F74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57F266-0451-4E47-AF68-FE986B56FD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7F9ADD-9F36-4BC8-9107-15FE6358CC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25874D-0DCC-43D2-AADE-7479E17696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F4242C-A52A-41B3-AD60-0263C204B3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2F826C-CE22-4591-B513-D8BE6331BD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9C4682-C2E4-4CA0-9968-8821C4492F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354760-C388-4949-AFDC-BE38342B80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A0EDD2-E942-4EA4-B4FC-824A5A1585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131390-428B-493F-A0A4-3EF5ACA84E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72BD57-2342-480C-837C-BA78870F86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CF1FEF-28DD-4210-A36C-6F59366F23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4C79A7-C718-45B6-A325-41AB5491C4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DADACC-04B0-4105-8A8E-B669C7CC98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600565-2342-43D1-9336-B2CA2450E7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403401-183A-4333-ABCC-BBC956769F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488D5C-F58B-4C95-8C61-16D57AD6CC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7FEFEF-18C9-4C64-A028-F41886758F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B4DCCA-C879-4DF9-A045-5155AC761A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C73767-00D1-4987-BE8E-E66A15B391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6EDC0B-0C9F-4D72-B176-3E477D38D1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448DAD-8667-466A-BC05-90AECB2CC3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D00898-6984-40DE-BDA5-C00326034D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049F15-AD24-4147-9EA7-661099801F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EA4EA1-459F-4901-B219-A6163CF66C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C77AEF-3292-4B8B-A3EC-1D9E731770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37E706-DCD1-474D-AE9C-C2366E2495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932717-17E4-4630-AB60-54C1408038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054791-1721-4929-B52C-6B02D68E59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7D58D2-FABC-4A17-B809-819B682BDF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A51DFB-A5AE-4B86-8E08-5BE75D585C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2663D6-E4B3-4B33-BF41-DC370352D3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C7EDD7-BC35-4661-B1F2-8D85E61B88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19D07A-308A-424D-BB82-0B8E06C3E3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4898C4-9FD7-422F-AE51-D600B40C24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E5E60D-94B2-44AE-8A93-3F6254785B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DA4A0C-A418-4A69-9AEB-1FBF00C50F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397583-7E76-46DF-96B0-390DE09C97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E58BD3-9E92-4B65-B3FB-3D09B655A2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09ACA0-B831-4398-A2EA-C85F0D1413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AA307F-32B0-4968-AA26-BAD20156C0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969EEB-DB29-4CB9-A1B8-D876E4427F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95721E-82CF-4D0A-A18F-C56074710C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CA4FAE-85FF-4FF9-B34A-788F0F5340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3CC0D0-1120-4A2E-9CCF-4216F355E0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F6DCB1-6548-4A7F-8C79-847B2D459E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B159FC-D65F-4DF8-B11D-879E3A1E2F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D00E8C-4532-4390-840C-D39D373EFB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5E4996-527F-45BA-B49F-DD7D44813F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A8C4FA-2924-43C8-B805-7CEF31121A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B556AA-2FB7-4C45-8DB8-FE6EECAE1E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404673-61DA-466E-990D-BADEE085B7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32936C-C639-4459-8990-6A8BA83908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BFD675-EE26-47EB-B30B-189117C719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0C2304-0143-4A2C-BE82-5D3944600C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54C96B-E30C-47D7-BFE5-224FD75AA1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24985E-D835-4120-9839-504758B8F2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C853B7-893B-4ABD-AD1F-CEB3CB10C9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5CAC25-0363-4823-827D-0547A384C0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AB0870-E37F-41C5-90BC-D6F276D8D7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EB6839-5B61-4D4E-AFA7-2FA1664C06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BED87C-7CD6-4BC8-BC2E-B053214E75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20775D-25FA-4B47-9678-3831A91916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54B169-5B95-44AB-9014-DDC68BC761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297D23-091E-4C77-AC36-1B6EB2FB87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FE6228-B8EB-46A9-B266-6C006EC94F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0DACEE-9021-4BD1-8B77-32DB797CAC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6C5AEE-746F-4594-BA82-2B48C11CF3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6509BE-6645-423C-BBEF-207B37E4F4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DA46F7-766D-4064-A7FA-5C3A6F38F0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5F574D-53A5-44AF-8E6D-67DE2D4F3D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E193BB-BE74-4D18-A614-9F2CD60FBF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1398AC-97BB-4005-8F50-27736BF58C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5E623F-7069-4F62-B968-911E925219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7B9894-8FE7-423E-B3EB-C02F51B2D5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14F047-479A-4843-8FD4-E37511F49F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2A7274-7408-4205-9AEA-E26B2EEFAC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5224B3-BB92-407E-BC5B-BA5EB1D0E3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9C92C0-D7B8-4805-88F7-EBB036D9E1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B4ADAF-C21E-4B05-BCD3-4A89C97668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790E11-DCD7-4CF4-AFB2-F5A7687F60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55C6FD-C1B1-4FB7-8F01-B4E4BC6C0E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D5E19C-1D0D-4428-B7FD-CC39D0EC98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06D5D3-DB55-4282-B543-24547CE6A3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B5401C-3D6D-4D05-B654-C3CEBE7A64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3E7232-E951-42D6-B71C-C8A8768E84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F05CD7-FD3D-400E-93B8-75BD0689AA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7EDF53-1320-41E6-AB99-9564951C01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068DCF-5DED-4070-A16B-4FF50D4B3E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148C8E-9133-4EF4-9522-2AD2601383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A2AB2D-863E-461A-83A2-5CEC450305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34F083-A6C8-43CE-95EC-4A2FDA3A1D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976490-23DD-49AA-B044-833524F3A7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F4AD56-271D-4350-8BEB-6BB918B583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1789EA-9D43-427C-8089-213DAC7A50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5967F4-84C7-4427-95E6-787D004CDD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10AD3B-C9CA-4785-A031-72F5062D6C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07DA4B-D1FD-489A-A9AD-A436519172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9D3FA6-298C-495E-AAEF-064EDFBA0E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1C0DFD-768F-4D62-BF64-44D9AB3939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6D2C34-E853-4634-B2B0-7950BDBA87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95F440-1F17-44B0-938D-B850182937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19D67B-8615-4513-90D4-FFF7C02E3B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0BF8C5-A122-4AFF-9B8F-FAE069F07C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26E375-0AEF-42A5-8CA0-D7FC4826AE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968F6C-C62C-4D7D-A2C6-4B91CE72E8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E18700-76C3-496B-A672-C5B9B5FA50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09B92B-3458-45F6-9C55-25C9C04A29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858A0B-AE13-441E-9F1F-AE926A36EA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05AD18-A666-48C1-B04D-5413F17C1F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40C1F6-2A0F-4E53-BBAB-CEC38593D2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951647-6631-4049-AF50-E2BFE2BF33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CCCA90-38C4-4794-A4CF-315A6597FE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1EA900-5235-4A49-BD56-896280C812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F54E4C-1128-4AB4-A661-B972FE393B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134C46-A327-4CC3-AAB6-E4EED1A18B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2FFDE2-51A3-414E-AF83-2656E699AF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039CB3-9384-4E3B-A3AF-3A7E946B87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6F5799-F09E-4D14-B3F7-EEE282F634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D389C1-E21A-436C-AE65-0AD7561850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FCCA98-A08C-4EBF-B6D4-7EB3479B84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441DD6-3997-400B-B626-6A4970155C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C52BB7-7CDC-4D04-8E66-4C1210658B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16CAB4-B9CE-420A-A319-B8C7AE72A4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52EDE0-EE41-4999-8BFD-58549B9473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1789DE-DE42-49CD-9EB3-ACE992893E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F93554-4FB3-4CE3-BE4D-C1DE525A9F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2013BB-8D52-408D-8261-4616886C8E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ABA7A0-F39A-49E9-B54E-F95DBDE691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F10676-E1FD-4272-8AA4-74696D1D49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3FDC83-BE62-4C6E-A974-3F63D45D49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E0F6F2-FE32-4A9B-B1BB-F380020829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B68853-A18D-4C41-AD62-1A036EC6B1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F0A49B-5357-4120-982B-171B87FE8A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6F6A32-8C8B-4DE5-A876-AA961B7D20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EBDB07-60E3-48B4-A4D7-B2BC9C924B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586F07-2E35-4FC0-B3B3-40583D02DC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41BE83-843A-48B4-B372-B6C4481128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749749-10A3-4964-B52A-A29C92C416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23566B-4A1E-4F1E-8E95-B535B3E347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4C1F1C-BE1E-4C23-8BCB-19B31D79C5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9A1920-C54E-43CF-85FF-625A1E8A05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316B63-36F5-40C9-AF44-39B90ED662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DBF3B8-51C6-4B79-9CDF-FCD49A33E3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B533D3-32FA-424E-9FA4-127F604629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8705" y="48629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BF796D-0D72-4DC5-B02C-B59D0123C8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8705" y="48629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2B3826-414B-4A9A-A3D7-B91957232F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A66DD6-FB5E-4C84-A443-613C898F9D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864B06-5D18-4D2E-A26E-04F115F0FA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50E8A9-F16F-4D03-8A3E-1F4CA1EB00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87BC91-71AE-4F33-B433-F9C9194882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800E5A-721D-46A7-9C64-C55315D997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06EFC0-910B-4219-8A4A-AE0CD923D2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46B0AF-0134-4001-8B8D-531790BC15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6129DE-EC2E-4B71-8527-262FD86628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2C96A1-CFD5-4B99-9039-967F90DC38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43F7D5-0C5A-4110-9B54-DE1F2F4A29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B39651-628E-4352-8658-ECECE510D6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997EEF-9E94-44A9-AC22-B4FCAE126B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9E703E-E75B-4775-81BF-21F7AFA236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06F0D9-D253-4D88-856E-E2D2664491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18BCBD-DD8A-4F88-AE39-FE848CF4D4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7BB8F2-F5B7-4854-B8F6-F98F9730A1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8705" y="48629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271394-6023-4F1C-99F6-E06DDDC2C8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8705" y="48629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CA6E09-1F18-4C4C-9C8F-A84593DBEB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8705" y="48629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D710CB-AFBE-4B7B-8587-6272A5A2B2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8705" y="48629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7BF9A4-DCF7-44B2-BF64-1E8A22880C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8705" y="48629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E6C0D0-B38D-4C3A-87D5-6F6D57C8C0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8705" y="48629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1B134D-9851-4DBB-A6F1-D8E86F121F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8705" y="48629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857257-5533-47B8-BAA4-7E84951B51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8705" y="48629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712F66-A904-4371-B9FD-9983EA6FB5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6CC462-0BD9-4D8B-B765-246642751E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0D0B05-A956-4562-8F5E-9DA098FF73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30853" y="52436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CB43DC-67B7-4D40-819B-32A116104F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30853" y="52436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810827-B0DF-4510-8C68-F5AAA77DC0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67734B-7E03-43B4-863A-71550C4FF6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6FF1A2-D3C0-4419-9AE6-9A64E9A489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30853" y="52436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F5B9D0-9EC2-4190-A7BD-2620A90338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30853" y="52436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3E52E3-0C73-4CE7-B6CB-0241FF3ACB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FF2DF0-4F0E-4A2B-AAF7-EE5EAAE0D3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C6F162-E750-4747-AD0B-86C69C6E7C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8194" y="52553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D775BE-D6C1-4460-BEA1-D2479927A4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8194" y="52553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66A3C1-442A-429E-8652-B3A41E6512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86034" y="52423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CEB07D-7810-471F-B401-5A3B9A28E2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86034" y="52423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3DDD46-EB0D-48F7-ABC7-0FC95BEA9E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86034" y="52423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319F8C-142F-4E46-9FCD-B5C502E6E4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86034" y="52423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9AAE4D-5680-4104-9A9D-0DE300D3A5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86034" y="52423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779023-7C19-4CE0-BACF-00D3821A92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86034" y="52423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6A77D2-7B86-49F7-906E-2FBB001005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8194" y="52553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1B9A8D-A320-4BCA-B32E-EF5EED3BD9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8194" y="52553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2D4A1C-D6AF-4519-9CF5-1599E114FA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87449" y="52148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CD6D13-4570-4C16-97F0-6990A58C5F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87449" y="52148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7A9044-3AFA-4D21-8E80-85A4DEDF93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3B506B-E458-475E-8F3C-6281758EEC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77F66B-F76E-45DF-B51D-1C601F422E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129E81-D7ED-4B59-88AF-7C51242302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457C7C-72DA-4CD3-8769-B8EB4008B5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86034" y="52423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108966-3552-4A68-82AC-7DDECE06B1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86034" y="52423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F0E692-C16D-4CDA-948E-E1BBC53B0C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86034" y="52423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0FC311-24E4-41BB-95AC-FD6743561B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86034" y="52423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245F17-B320-4EDD-8F34-27A6779CDA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87449" y="52148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5B4FDC-4A56-4DB5-96D5-A3F206EE7F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87449" y="52148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7EE575-6CC0-4D1B-BE90-CCDFDA72E6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CACF61-7792-4A36-8B72-05E62D043D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BFEA4B-12AD-485F-BA03-0FFD9C0915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B12122-D203-4414-B54B-0801B89725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510497-C71C-43F7-8EA8-9C9B42C4A5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8194" y="52553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8F13CA-F1BC-42B9-8D66-64A2F115C1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8194" y="52553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CC033E-29F5-4D82-9C8D-27F4FB58A9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8194" y="52553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825A70-7D29-4E2A-B43B-13A9B27E55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8194" y="52553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9E29B1-1B36-4023-BC18-B30E49313F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8194" y="52553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374CDD-2B16-454D-9115-FC9858295A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8194" y="52553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C54A66-13F5-47B0-9780-400FDE39E9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86034" y="52423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B72652-3E63-4114-8BBC-375EA35330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86034" y="52423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632432-77CC-4166-B9D2-CE832FC5A9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8194" y="52553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759C38-C9FD-4FF3-899B-0ADECD7018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8194" y="52553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6DAC4B-B595-4666-9946-DD2B7CAC4A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87449" y="52148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B302D0-47B1-4467-8E3B-047A051EF6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87449" y="52148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C3B7C0-0D01-472A-8708-AF64BD38D0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B6CC96-3DD7-407E-91F2-C9862FB7DD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1EC91B-403B-4FCE-A347-185401DDC4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AE618F-057D-450D-A28C-FB5D54231F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46B2EB-3F65-4713-954B-707C9DA7E0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542DD0-50CE-4B6C-98BB-526C778E31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718EA8-EF1F-4EAC-8639-A47688095A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87449" y="52148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ECCD36-05E6-4DAC-BE5F-A9D444F694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87449" y="52148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B8AB8C-5409-44E0-954C-CC7BD2ADC5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87449" y="52148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F4CF1B-88C9-49FB-A2FD-B324AE6662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87449" y="52148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790511-7A70-4313-B393-B243063134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8489FC-BDAE-49C1-B99E-9E33D00591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6705A6-6AE5-4EB7-92FE-F9C94EA45F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D399A1-3C46-4FCD-82B3-99FDD4BD51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75BBD2-CEC0-4919-95E2-42B741BDC1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4B1159-15E3-4E2B-B85B-E21E552076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4E980F-1E90-4A9D-905A-1F8DDFECDA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E43FE6-071F-43C0-ABA9-29C23A5DD6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4764FE-9852-4D75-BE45-41DCB3111F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5267B5-60A5-4F6F-8643-2AA59D4A73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EE497A-579C-43C3-971A-821044EC98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BEA7B9-66AA-4A4D-9F5F-5F7EA5666E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92EE12-9F9F-478B-8D85-8ED2B9C20C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0FD730-CD13-4E65-8FBC-2158D088F8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DCB4C6-86F0-4993-9BA4-C308B79606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22250F-A766-434B-A42A-336DAC1E35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B5EEF1-1906-420A-945D-97B6B29271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48065F-675F-489C-B750-C1C3747181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8CFEB8-DCBF-4574-AA79-4399382B42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9CF9BC-DBB3-40D4-A4A5-4A8AF3D84D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55A04D-4D97-44AF-A81F-1BEFFCC4B5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E6478A-CFCC-47D7-A999-B136ADA4F0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10580F-22A9-48D1-9C1D-B6D15DE075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2F4115-9257-4C3C-855A-10E66E2762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45A59F-663D-4D3A-934D-AACE84FB76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B98B35-7BFD-4D16-8BC2-33C813FB0B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AD8C0B-F6E5-4FDF-BB44-17076D60B6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72FB99-C540-4586-ACA2-E83C723550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621773-DA1E-43CE-ABA1-67727479D0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341143-9D3A-4281-B4BD-5FE51285AB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F7B86C-3367-4323-A1C9-4C243E5617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B60383-815E-4503-825C-366D0CB685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341F75-4FD1-49C7-90AC-48FBBBDFDB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E59D5C-FB8E-47F0-834F-BB2F0DFE77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48E9E4-8B37-4ED0-B9D6-2D7E051E2A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C6ACCB-B492-4CDC-A966-B258C47591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60CC7F-FCD8-4A00-A9E8-81516900C2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B5105D-7C43-4D73-ABEE-73D59FB82F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F01B07-0647-469A-B281-E018C3E628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278155-8C3E-4BD8-B006-7613C46B8F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06779D-EFBD-4B24-99B2-04939F261D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284A0D-FEB3-48BA-9D48-093975E218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19D031-CF8E-412C-9144-FF3A2350B1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09C14E-EB78-4615-85B6-2457282BE1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BB2342-389B-4006-9748-DB9DFDD42D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35E5E3-089C-4B16-A4EB-E979914B8D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AA8FDD-BEC9-4CEE-A470-6D7B92A835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930606-64C5-4373-85D8-69BB686B8F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C53A83-BF61-4AA1-96E6-0FC654458B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47B228-CE56-4C31-A77F-DEBDB59A66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8E9590-9A1E-494D-9326-EEB6CD1E0D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3406EE-5A70-46D0-8C85-5D52BD7D24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D5ADE4-95FE-4449-B93C-D170E5136A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F8A36D-83CE-46A1-83F4-81B03BCDF2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349945-C592-4146-90FC-F71144FC50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487D34-14FE-4CBC-82BD-A0B0B53E8E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CF2C5F-A2D6-49C3-9787-BAF3904879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0D33BB-1325-45AA-84DC-01E6B3038D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2CE1DA-0B2C-4E4C-803A-5C3B07BD43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A5695A-6FE5-4B8D-B44A-CAF086A280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AD060C-54DC-4889-B7DA-6A44819A30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04D895-AEA2-443D-B348-DD3D34E84D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2175" y="70173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9D6231-39FC-4E55-B241-A6341E0B9D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36ED75-EB78-4DA1-AA53-DF8C3FF4E7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C2ABD6-98E4-4375-83E0-B0652A3610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641" y="62642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1315AD-99DB-4594-BD32-F331BA128F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641" y="62642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DD0FB0-6984-4618-9766-B2CF72661C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310F92-C178-4204-A863-09009C219B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C396B9-E484-4B4C-B6FC-38C23F0956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6E515E-6035-4CF8-9F04-8091BA5046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C99F5C-6395-4041-895C-4D93EBFEA6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CA4D5A-E00B-4D10-AA63-8D2D37F445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3EDECA-79AB-40B3-941A-689D6FE05C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3791" y="62797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BCDAE7-F4B7-4132-B04E-46E2F573D8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3791" y="62797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F65203-A7E2-449E-A971-D2C635E143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3791" y="62797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F4AB2D-DD05-4B7B-9384-4246BCE557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3791" y="62797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F5C0DA-A43C-41BC-8536-8735E85816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3791" y="62797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816D91-622F-49FF-B42D-4918ED4156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3791" y="62797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2131D3-0402-4E7F-A0D0-64DA87B3C1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3791" y="62797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EB8353-FAB5-4763-9F14-AE8689158C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3791" y="62797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44241A-4E3B-4446-8729-AA9FC2D27E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D6E2DD-AE1B-4AF2-A7FE-EAC528B8DD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3CD9A6-9130-4D6A-970F-8437247E28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8C4F97-232D-4717-94C8-A70D91EDE7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C49520-0D75-49D2-A666-ED77001FA7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C84150-7544-4420-B40F-AC0E97F512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D34D2A-FDE2-409E-A953-78477479F0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D0F452-5D60-490C-95B3-6FFDE3AEF9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C3D76F-8DF9-4D81-83A5-E45481A01B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A7B2DC-4C47-4A45-84A6-E5705F9A74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68FA86-45FB-418D-AC36-28B98741A9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6879FE-3FC5-4411-9B60-5BE236BA9A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63AD05-77E5-46EE-B94C-24FB5B2DA9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809C21-3859-488D-AAF2-E8C596A1AE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1A3156-4E01-4FEC-A6C8-DAD8071F1A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A8699B-2AC8-4D04-ABD2-4BD23776E6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34B91B-9750-4896-B043-EAEC6B5052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C6D8A6-E4E5-4D5E-AE24-C3B660331D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CDE3D2-8302-484C-B7D4-A17296ACE3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641" y="62642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C71F6F-E87B-4D75-B1B0-E230CA6C9F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641" y="62642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B6D5CF-A6FF-49F3-96F6-55E0662E5A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1B7D6C-FDC5-4EFF-8467-94C5CEC65B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C260D9-0FBB-483F-81C2-BFDAD7630C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45D516-30B0-4F48-89F2-8937C130D8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1995AA-E539-4C10-A787-1A4FD4C052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3AFFF0-E6F2-4BFF-AB88-0B55CB4823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170551-7B36-4A1C-A858-75D8FA76D2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6D71B3-9C8B-46C0-BD3D-BA9BDB5FC6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B91913-E578-4416-8D97-8F35738EFA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8BC49F-CB22-4042-A075-3BCFCC5A5B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B721A0-82FB-433E-99B4-A7498C8303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3791" y="62797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31270B-A72E-4BFF-9887-334F702DDC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3791" y="62797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251F54-9E04-4647-B337-6135C81AB8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3791" y="62797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AFE9B7-91FE-4E3B-B052-D4DDC23053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3791" y="62797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B7ACD5-792C-437F-9D86-695AC0516E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3791" y="62797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1136D6-6946-4C4A-A0E2-5BA5F44746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3791" y="62797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64B66E-4FC6-4EDA-9FDC-2EC4737922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641" y="62642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CA926A-54EC-4ABE-B243-6E04E0CBB6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641" y="62642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08FBC5-E2C5-4C1C-996E-643E3B6BAD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9B9D22-9787-4F4E-8661-BB1D654F4A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656864-AA3A-4FED-B2C7-5A48F6432F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23778F-C4F8-469B-A0D1-772334B088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6" y="629548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EE305E-8937-4A20-9B69-D3C2F9EBDF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8817" y="52302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9E0643-5639-4467-A1C5-2CD63CFAC3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8817" y="52302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5CD38B-3796-42ED-8895-F5AD514DFE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8817" y="52302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D49510-0749-4FD7-A61B-BA25ADD295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8817" y="52302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319A57-57DE-4B76-8E3F-1BA075F149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8817" y="52302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ABBBC8-8F27-49F4-955D-1089AAA765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8817" y="52302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403030-395C-4881-B8C8-56D261628E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8817" y="52302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1BE602-346D-4CA1-BB8E-94D0944C33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8817" y="52302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5F7CFC-268D-4F73-95DA-13024FB7CA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8817" y="52302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3DBAE1-5CDB-4299-B8BE-8B25FE8372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8817" y="52302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59AFF4-4390-486D-9084-B72F32ABA7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8817" y="52302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BF7695-FE4E-421D-A482-98BD44A127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8817" y="52302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B726B7-14C2-40C5-B6AF-3CB6358F38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8817" y="52302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BB0EDC-F005-482C-BD54-024AA67AE9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8817" y="52302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896330-0ACA-45FC-AC49-4899FE2FDC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8817" y="52302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5CB1ED-0A0A-493B-9163-B9E475E83C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8817" y="52302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9D29FE-AB75-4EEE-B35A-545D592BB0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8817" y="52302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22187E-3067-4315-B0E3-B6B1336958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8817" y="52302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721100-1FF6-4CA3-952C-41CE155685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8817" y="52302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F9AF08-1FC6-4F8D-8D64-E5E8BA5C07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8817" y="52302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4F555A-F658-402A-AEDB-522E119648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8817" y="52302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CA752C-ABF0-4CA1-BDF5-BFBDF1F51D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58817" y="52302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D5B42D-220B-45EE-B1BC-2BFED52825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80" y="52062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D7A82F-C99D-4383-8289-CF6E4C63C8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80" y="52062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664E17-2086-47AC-8AEC-A23E8E374F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80" y="52062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D69D0C-60B9-4DB9-8CC8-8C2771DBD7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80" y="52062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4BBFFE-E950-46DA-86BE-60BEA32DB5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3496" y="524147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007AE2-0ADE-44E5-BD42-6D988E82F3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3496" y="524147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0DFA07-EAE8-4D64-8D91-7CC1E0A2A7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3496" y="524147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C1B4A9-8BBB-45D1-9A6C-DC4C78134F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3496" y="524147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CEFA3F-094C-4789-8331-1A34708142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80" y="52062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4A7948-4F0A-4936-95EA-9534DEC333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80" y="52062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42EDD8-6A1A-47D1-8E17-FDC1A75907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4449" y="52213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6CABAD-84C1-448A-8B05-E1D1A5090F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4449" y="52213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927171-17ED-4037-A05A-7CFC1EBEC7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80" y="52062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AB75E4-C2C0-4866-B410-FE02C96E2C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80" y="52062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18DA4F-45EE-45C0-90B2-D2855D9463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5079" y="52285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2BE856-DEFE-40F9-ABDD-B6EFBCEFD2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5079" y="52285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3469A4-5B1A-45E2-878C-A1A47F1382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80" y="52062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A662DA-2F67-48C6-AFB6-EB70C18FF8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80" y="52062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4712EB-BA3C-48E2-8EA7-C2414CF246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80" y="52062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647315-6F59-438D-BADD-2B63267683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80" y="52062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88A49C-0829-45F3-8EE0-1AD1A81646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80" y="52062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958297-C7A7-4206-B355-2DE43AEE36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80" y="52062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BF7D72-AE51-47F8-B9A8-27ABE94DC3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80" y="52062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A7DBAD-F497-4BED-8E90-B519F6591E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80" y="52062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E99504-0FFB-41C4-B575-D81C25E818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80" y="52062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2E8A84-44C5-430E-AAF9-CC774C2169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80" y="52062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EA21D3-0E03-48F5-8916-28E9FDE191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80" y="52062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6EE4E1-5949-4DA4-8D06-CCFB031949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80" y="52062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9BE1A5-7A64-4A52-A4F8-43B0CB1F1D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80" y="52062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755A7C-632F-4C1D-BD08-BA7DD57A75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80" y="52062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39E070-7211-491F-9B8B-AE45A5C89E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80" y="52062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3FF58A-AAA0-468D-97D8-B17DF85DA5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80" y="52062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90BA61-8BF0-4379-96D7-6CDF746A59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3436" y="52521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F753FD-ED37-4CA6-A152-17FEE9AF8D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3436" y="52521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D616ED-4453-461B-862B-2DE87828A7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3436" y="52521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AC7525-C622-4376-979A-7D8F342774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3436" y="52521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886C49-82F1-4553-97C4-67F9262769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4449" y="52213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4892FE-686B-4EE1-A354-EB62D778C8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4449" y="52213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6328C2-0F2E-4D39-8DC7-09AC3A380F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7597C2-CB24-4737-9154-337EE84C57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6306" y="44787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91F592-A32B-4A5B-9A2D-2C9473714D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19" y="46568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A23BA3-E404-4338-B8CE-9E8445381E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9019" y="46568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10350D-D696-4955-8E9A-F8FCEB2AE3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7" y="62954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3A6A53-5542-415D-B5BF-F89D3B6163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7" y="62954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A706C0-E3F4-48D0-B136-3C77187B44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146D98-3C82-4D25-B00E-2498C44A4E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AD178D-550A-40D7-BA26-A66769C101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112560-B9CE-49E9-B454-C227E566A6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482" y="54632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80461F-F5C9-480F-A7A3-D9FE438BD4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2" y="47103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C6A1EE-C902-4C7E-97D2-2A44C4570A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4932" y="47103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6C1D15-C070-4BC6-8731-CAD822CFC1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5881" y="5200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8EF51F-F767-4AC4-AC59-85681C10E2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5881" y="5200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E2AEBC-2CFA-4D8D-95F7-37A37319CE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0" y="56940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1E9D4A-4C00-49C7-9F1A-2BCCFBAA92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0" y="56940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1A72A7-E40A-4B31-966E-1AEF353E4F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F057B9-24B4-4987-B94F-F0541AC70D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06547" y="48779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F44F23-9441-46A9-927F-FCAADA0AD8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F07A71-78D1-4F37-807F-0910D81E27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B9611F-0DD7-4279-855B-B8319A1708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8933" y="618076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389CF8-B43E-4374-8218-DD984DB14D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38933" y="618076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2A84BD-E9A4-4B28-979A-C974AA09D4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DE1FBA-74EF-44F3-99DA-3A586E5505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34B5FC-2924-4CAC-83D7-9EC8FFBBDC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3" y="54955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803DB3-5E1A-4539-ADDE-FC7143CAF9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923" y="54955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01D876-2939-4F19-89A0-70C6710F2A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3C8C60-25C8-4E98-9E66-91CA77EF50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CFB5BB-7D25-4028-B03E-7F84E5ADC2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4" y="55524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6ED56C-550F-4D23-B335-F8B8F63190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09384" y="55524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A8AA19-4A3A-49C4-8ACE-49AEA1DC8D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0" y="56940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6D8D1F-35BF-4952-8AF0-AAB9D6F069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0" y="56940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045C2E-95CE-4E59-B5A5-48B5EF6CA7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7091" y="4641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B2280D-4BE5-4F17-BA99-741F11ADCD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7091" y="4641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182B2F-E090-4AC5-A745-5B728C4422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387C91-84A0-4A5D-965B-142F225C38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5" y="64468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F530CF-EE17-45F7-A729-FD0706FF69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3AFD9C-A8F8-4511-A391-D25ECA5089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09" y="52250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0FB062-C7D4-4C4B-8DF5-B8D3108713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69B172-E256-474C-AF72-D25142A32D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3" y="65395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DC899C-91F1-4E44-BB0C-5D44CC6957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3792" y="62797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B1E947-7C77-4DC9-BA76-B733B75170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3792" y="62797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93D192-1759-4F91-9FA5-82EC20B2BD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E5FF7C-7987-4020-BD0B-DC80FC36A6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FF889E-8A84-4C6E-B067-24C95B6881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124E55-388B-4569-B62B-2AC6AA8821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2415" y="46332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805C18-891E-41C9-AA0D-6A121E258E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4450" y="52213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D6B63C-B8B7-4FF8-B712-CB2F22E93E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4450" y="52213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53F849-E97B-482A-A08B-F9D4A5C8E3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6AE973-090B-4BFB-BA91-282863F177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5107" y="58071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4AB0EE-A51F-470E-81AD-CF6600C28E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6" y="4192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8C8BD3-3612-4291-8319-852936F6F2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74466" y="4192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385264-E7C0-4B54-85EF-BEEA8E41A8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3498" y="52414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33C765-6FB7-4E49-8290-D70D725485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3498" y="52414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A0FBE8-6649-4FCF-AC9A-ED28703F2D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10" y="522501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F51477-E621-4D19-BFFA-03954C6198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10" y="522501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570E9D-5E2A-4970-9CC2-8C6C33791C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5" y="65395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AEBC48-E752-4B74-945D-6E77F08AF7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77735" y="65395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DD4300-5A32-4191-96F8-C749E88746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14112" y="47192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62E9C4-B871-4760-A9E5-192C31A8E6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14112" y="47192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6510E9-41C0-43FF-97AD-C62DEEDCF9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8129" y="5700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E991EC-2C02-448B-AC5E-97B1D007B8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88129" y="5700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5FA0CE-3649-4CA0-BC71-5EC8A77D8E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3794" y="62797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AAB724-F03C-43BA-8599-767FFDE492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3794" y="62797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7CB0C1-928D-4B01-A9F7-D43BA953D4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6" y="64468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D00580-0E04-4910-B8BA-0B6E2DC576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6" y="64468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076C29-E6C9-4A7A-A73F-07260AA5D5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3794" y="62797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CD6BB0-71AA-4DF8-AC78-4A75EEBFCE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3794" y="62797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864726-FAED-4A6B-B857-D862B791BE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6" y="64468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6F4EED-2C86-448A-A54A-DAC867D8AF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9356" y="64468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5D5A8A-225B-4282-B61F-5C5EE9E3ED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82" y="52062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4785BE-5BA8-4C99-B8BA-F7DF8F1F61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282" y="52062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3BB397-0A5C-4145-A7E0-89096200F2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644" y="62642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F0083B-DC60-4C0F-B916-890ADFAEF9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644" y="62642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6EFA87-1912-4147-BA0C-E3B8EB1E2A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2" y="56940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A20C38-F67B-4724-A0BC-4373560702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54752" y="56940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4862C3-DA92-4298-9482-1B32167940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10" y="52250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47558B-5579-4822-96CE-A33FA0E0D1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10" y="52250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FC24D6-3E22-4C63-A165-960C654E6D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691" y="46544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AC399B-2AA6-4AB0-BB2B-D203AB5ECF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8691" y="46544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4F9360-42B5-439C-AB55-9EB926AAA9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10" y="52250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6C87F0-182E-48AF-A8CC-22F64821D3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910" y="52250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D3717E-369D-419D-8183-318BBF17AA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8" y="62954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C294FA-C370-4359-951B-232CEBE70D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4398" y="62954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9A5D97-5114-4E5B-8C2A-47FA9D3270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4" y="62198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939571-F70C-4443-885B-DC9F3A294C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2054" y="62198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EACDAC-E085-4A22-9605-4DFAD9525B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5723" y="58271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13742F-7C12-4A6B-8749-0437970A17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5723" y="58271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7F4A8E-C290-40FE-B8FA-B0EE09BD2C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5723" y="58271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CE2C3D-F9B0-4500-948A-839B31A179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5723" y="58271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1E4F8B-48CB-4D3D-A16B-4FDD7B4B02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5723" y="58271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DA14CD-5995-49D7-9D46-4DC9AAB43F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5723" y="58271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E6C2F9-5FCB-4910-92CC-14F11FD61F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5723" y="58271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8A3537-C25C-4BE3-B9E8-9384AA3A98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5723" y="58271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E0D122-11DC-4987-9E95-64388F771A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5723" y="58271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BEC39F-60D4-488E-9640-D7BB5933E1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5723" y="58271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6C5C22-6DA0-4D1A-ADCD-DA40554C87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5723" y="58271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A42A75-F485-45B7-AE77-CB3190D316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5723" y="58271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EBA49C-692C-4B4F-8697-182C6E806A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5723" y="58271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4A0F52-4081-4C4A-935D-6BAC121CEC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5723" y="58271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449748-E10E-495B-BF81-C845085F64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7545" y="54780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97C85D-F67F-446E-88D0-DEC6BBC7F5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7545" y="54780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B30D41-F5E2-484E-AD22-558C48ACE9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7545" y="54780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AAE904-957E-4604-9B3E-BE03614FF4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7545" y="54780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FDD1F9-E079-4B45-873E-F21E5DA157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580" y="54937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436C81-63DD-4D93-A120-412F982276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580" y="54937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545F0D-3958-4912-A645-CEE62BABA8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7545" y="54780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8C030E-AF6F-4346-A831-FC717662D6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7545" y="54780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046986-2CDB-4B0D-82E1-86C27BE003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580" y="54937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6EAC3D-1EF6-4AEE-86AC-EA72B65C25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580" y="54937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3ABA28-ED83-4B3F-8614-75E41AE41C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580" y="54937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F33109-9D52-4D28-AB35-C1C0D70EEE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6580" y="54937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2F0CA2-DD72-4B51-BC1E-4A237E3C3D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7545" y="54780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01B990-280F-4693-947B-77B9BB7573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7545" y="54780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89E4F6-520B-4181-96D8-6AFD98F9C3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3942" y="55865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DDD011-90D4-4B0B-9427-9F715A3E60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3942" y="55865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63BB29-9285-4E91-AD77-20DE433091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4317" y="55742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5E1C19-A61F-4807-B401-438DF484C3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4317" y="55742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2897B8-54A0-445C-A45B-BBEF11C8F3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4317" y="55742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BA69E7-1A75-4681-B6DF-C74F623534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4317" y="55742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6F0F6D-B27E-401D-A54C-54562A8C78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1867" y="55669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7E8777-6780-42DD-9F71-252082EC86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1867" y="55669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1568CA-3ECE-4C29-A45A-DE1DAD0029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7462" y="55777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95C4DB-D4FF-4259-9F87-89B9D30A7E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7462" y="55777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028C1D-82DC-49F0-9E2A-B1A39E557A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6853" y="55872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F57943-3C47-49C7-AB42-AD1DA3F70C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6853" y="55872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EA51B1-4B22-4EE4-A074-7E093E074D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4318" y="55742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DEAB6B-238F-402E-B498-5D77E71669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4318" y="55742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92411A-1597-4F75-A01E-52E0CD4D0E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6296" y="661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5E5515-7A4E-4FFA-B2DD-65AB609C53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6296" y="661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B11860-6836-4D39-97CD-A60FDEB64A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6296" y="661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AC8A80-5FDB-4A01-AB5C-2A6E90D3BD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6296" y="661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0B2108-5F3D-40AA-A3ED-6DF46D95E2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6296" y="661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E04387-4AB2-4D39-B4FA-DD8DC99D3E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6296" y="661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3B0E42-5E65-4197-8DF4-FBF7AA49BE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6296" y="661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82C608-FA23-4FF4-8BAB-00337B4D3B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6296" y="661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26ED32-DB5D-4BB4-919F-8975F07254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6296" y="661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03C7EB-1154-48B9-9D4C-CA162FEEA6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6296" y="661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8315EA-E670-4126-B31E-AE818FA7CE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6296" y="661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EEEB98-C6C8-4ADA-A0D9-022E1044C1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6296" y="661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41392A-9292-4B6B-8A22-01083412B9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6296" y="661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C66264-D7DB-4EB7-83B3-9801FDB839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96296" y="661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35E383-209C-446E-8D70-13084E0BBE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1418" y="55634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DBFCC6-C2D7-47FC-817F-DFDE32B376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1418" y="55634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3A9443-105B-4344-AD62-16117B9620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1418" y="55634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F6AEB1-323E-4F11-BF7E-D143631921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1418" y="55634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538318-9163-45CB-A792-B1E38A2EE9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1418" y="55634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431F76-3C8C-49F5-A744-9EECD4782D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1418" y="55634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764F48-B825-4E56-B13A-59E3EC4F43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1418" y="55634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346B4B-E191-43A2-BFB7-80CCEBC8C7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1418" y="55634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D279DE-64C4-4E20-82DC-D307CCAD7E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1418" y="55634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231152-D9D4-4C7E-89A6-5097E115A0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1418" y="55634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C965A2-1D70-46DB-82E6-20C87BA942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1418" y="55634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9DB66A-F748-4EA9-960A-2CB457ADF8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1418" y="55634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1B7E7E-D73A-435C-8C45-B0048A5E85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1418" y="55634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E6DCDF-CC40-4403-8DCC-E09D777075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61418" y="55634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53A8D9-AECB-4406-9B14-A4ECB100D3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6071" y="63370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19FD0B-C1CF-49AD-A122-74FB3E39A3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6071" y="63370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85F2A5-E2A2-4057-B0E0-776DC93B93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6071" y="63370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6B7575-D78F-4F57-B1E2-8CCA4BDBEA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6071" y="63370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25B9B3-7C98-43B7-9CCD-7A2869C8B0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6071" y="63370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A3B8B5-939C-4AF9-A14E-CF5076C763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6071" y="63370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A8905E-6BA6-463A-8971-3C00737DA7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6071" y="63370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A3016F-66FE-45A3-8CB8-6F4AC4E972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6071" y="63370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CC5F3E-B4EE-46F2-AFE2-529AAC2BEB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6071" y="63370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C15955-DCAF-4298-B5CF-24DF51F740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6071" y="63370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28B3E9-254D-4D1C-AAE8-4C92298F67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6071" y="63370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956E91-655F-4BDD-AA11-B3EA18AE2D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6071" y="63370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9743DA-0497-4BB3-9593-EFCBE665C5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6071" y="63370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CD11D1-23CD-4D56-A25B-DA9DD5DA7C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86071" y="63370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D7090B-A94A-423A-A096-C78860B952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16" y="61418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B29727-3C0D-4B63-A2D7-B515E925BE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16" y="61418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62A3AF-36B2-4F8C-97D9-A88F2336A8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16" y="61418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72E961-3D45-4274-96B0-01FBDF202F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16" y="61418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C4D9C5-A92C-41A3-A2AF-FF0A3FDE10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16" y="61418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36E6DA-753C-4A8D-B3CF-87F41E0992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16" y="61418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512DA9-DC6C-4C59-803D-FE19EE9976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16" y="61418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D63648-93D3-4E6A-988A-1B7DC95825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16" y="61418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59F9C8-A877-404D-B1A4-6639166F7A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16" y="61418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E6D154-8C3B-46EC-9B25-9CC3492AF1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16" y="61418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9C806A-C600-4CBC-8553-E94C5ED610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16" y="61418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ACC556-D8E2-4C48-8D8B-C043573B89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16" y="61418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466096-7B13-458B-8C2D-F6316AC6F5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16" y="61418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482F67-13E2-45B3-B97B-212A90B383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9016" y="61418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BBCB71-5FCF-46E5-A6E4-73379DE24F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24" y="6010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0566A3-627E-477F-8523-32DBB454B8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24" y="6010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9882AA-AE6B-4CD4-BD41-D661F55039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24" y="6010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1016DC-092D-4262-8D4E-D47369AE2D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24" y="6010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110484-DBA6-47D8-9698-DE748F7E0A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24" y="6010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B6B845-ECC4-4B94-90CA-7E800A4A23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24" y="6010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E56C3C-AC40-4FE0-BBD5-7C2C653D74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24" y="6010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3169B4-C742-464D-9A91-86D2E09ABE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24" y="6010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F5FA6B-2FBC-4D4F-8C0E-A672E9B9D7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24" y="6010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39618F-F21D-45C7-A76C-43759294BE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24" y="6010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80E27E-5D24-4678-9538-6ACE67B320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24" y="6010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847BA9-79E9-442C-8ED5-D044866658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24" y="6010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3E0C62-B9DD-47B7-90FE-7A2D7E41EB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24" y="60108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AF148B-0E19-4524-91FF-57E79AA015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1724" y="60108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CB3CD2-EB58-465F-B183-1F28616CB9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2094" y="59988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EFA06D-E604-455D-B241-E57C2AE232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2094" y="59988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40B763-C062-4DA9-9BCD-78B308DF7B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2094" y="59988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E3A3EF-D752-429D-8EF1-6994A9D9C2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2094" y="59988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476A8E-8C8B-46AD-864E-DFF222366C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2094" y="59988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A045B7-5FCC-4AB8-9768-773EACEF94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2094" y="59988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E6949D-F9EF-41FD-A2BD-19E9632B85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2094" y="59988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AF26EB-430F-44FB-AB41-9D4F1DEF62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2094" y="59988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05CE18-8BE4-45D3-8872-094F1269AC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2094" y="59988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E0F684-7201-4C08-AECD-E2A902B1EA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2094" y="59988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C1AF80-BC6E-4FE6-A8D5-C4ACFD38FE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2094" y="59988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B44786-693E-48F6-930C-722A494279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2094" y="59988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424B54-59E6-427F-86A4-9C9E4D8D69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2094" y="59988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07718F-CDC9-4205-9949-C3B6A77DD5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72094" y="59988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2A309F-C566-4A31-AD4B-AC9F96482B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0856" y="48050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2EFDA5-31E3-42B6-895B-9D2AD08220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0856" y="48050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321233-A1B9-4817-9ADE-E9789B386A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0856" y="48050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BCF8BB-05C5-46BF-B34F-FC0D34E74F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0856" y="48050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241F79-8CF7-4438-94F1-775C22367E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2176" y="48205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45B31C-3A6B-43EC-AEF5-46CFD8C220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2176" y="48205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0B41DC-6ACC-4C9B-A73D-86F40F86E6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0856" y="48050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E77FF3-C954-4E14-B8FC-023A93E5F4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0856" y="48050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E3DAA7-C968-42D7-8620-E32E7AC3E6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6837" y="481787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94B83E-79FB-4406-A19A-E0F9C15320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6837" y="481787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AC15CE-ED1C-4FA4-9F84-E8DAC29E77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0856" y="48050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57BBDD-F9B4-4506-87DF-DBFBF25E6F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0856" y="48050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A314F2-0381-42E5-BE21-B70EC445DC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3837" y="48060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F8CDB0-EDF9-4947-8E98-A26E185860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3837" y="48060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FCBF62-AC66-4975-B7F6-5E43A09AED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8075" y="66856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E05C4C-759B-4471-9B92-48FE6DB71C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8075" y="66856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3D0ED0-462E-49C9-97D3-18B069F14A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8075" y="66856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B2AF8F-9D2B-48BD-96CB-98208EAD43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8075" y="66856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E0EF5A-34BA-4455-97E3-2180B1D87E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8075" y="66856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86C3CD-2393-4FF9-8001-49BC3480A5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8075" y="66856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63F58D-2745-47B6-8F19-0E916564F4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8075" y="66856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D994D9-C6B5-48A1-84EF-CBE6E21B40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8075" y="66856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F4676A-2135-48D5-AA96-1222F48776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8075" y="66856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35808D-0825-4679-A4CF-F86A0EBBB9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8075" y="66856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1ED952-303C-4397-95D8-469A889F7D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8075" y="66856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E2F049-0BD5-4B94-8FEA-7D4B4B44C3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8075" y="66856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EFF834-9F2F-4917-A3AA-82D2392B74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819" y="58838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A46817-ABD6-4ED7-92C4-F160F56ECB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819" y="58838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E482CC-EF92-48B4-945B-8FA6B45C07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819" y="58838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8BDF3B-565A-49CD-A42A-DDE63E0339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819" y="58838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FF940A-D668-4336-A76B-4341563844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819" y="58838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34E7FA-B1A5-4029-85CD-A78906C5D5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819" y="58838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F63346-D40F-4E3A-94CE-AF7DA38E6A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819" y="58838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DE8AF8-CC5A-467B-9A03-151F962141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819" y="58838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7915E2-0EB0-4735-BB6D-7F3235612C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819" y="58838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265EE5-02E7-461D-B607-83445387D4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819" y="58838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F3C29A-B72B-4C4A-A67A-FB3017097D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819" y="58838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076265-8015-452B-8F38-028B64814D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819" y="58838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333509-D340-4725-8B51-2A608DAA5E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819" y="58838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8D4F03-B957-4F42-BDFB-EB41B19A1A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819" y="58838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E12FD3-8762-47D6-81BA-7913EEB025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7862" y="52626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77033C-EB20-4F4D-8CDD-D9BD7A0A2B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7862" y="52626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6FD101-904C-4791-88DE-07E90039AA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7862" y="52626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239D8D-9439-432C-87A6-E07BC3E2A0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7862" y="52626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65DA49-3D62-4B65-9C41-1484657342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7862" y="52626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6DE98F-66E4-403A-B643-F1CDC5287C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7862" y="52626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BF5BF3-259B-409D-A732-89AAF0605C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7862" y="52626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C6E089-9A89-4606-96BE-94C18799C0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7862" y="52626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10CFFB-415D-4FEA-8BEC-46238CA2FD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7862" y="52626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9FA0CE-152F-41E0-A642-5987F5CDC0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7862" y="52626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7C9D84-B0C0-405E-8D48-78ED36C373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7862" y="52626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875DD7-7A30-4BD1-A1BD-DAA4535B74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7862" y="52626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4346F6-5B3F-4522-9587-C0DD99DE9D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7862" y="52626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835765-5AD7-4AA1-92BC-AE149C8DE3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7862" y="52626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4A05C7-6F9A-4162-94E0-C52052933D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0286" y="52537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A74482-ED3C-4037-BCEB-392130C004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0286" y="52537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5E73A1-63C8-4F0B-B5E0-B6D118E595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4705" y="52386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D3C2B9-D86D-43CB-BB35-0F749F7189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4705" y="52386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A735FE-090B-4958-B136-F7A0D75C3F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4705" y="52386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599775-88DC-4BAC-ADD1-A3E9639B34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4705" y="52386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C8B966-B506-4C48-9B43-3906C717CA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0286" y="52537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279E26-EC37-43C3-88CE-63C6038789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0286" y="52537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02E15F-83D5-4035-9058-3173A559E4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4705" y="52386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F7808F-41C4-4CA6-9CFF-5F5EBF2258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4705" y="52386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07AD71-EE52-477D-A6D4-184D551FF8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4705" y="52386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526068-85A7-4B13-BA13-EC5661DF25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4705" y="52386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DDFFAB-1B52-4749-97F1-28A33737BA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4705" y="52386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E4900F-D681-4B02-818B-3B9AD1DC9F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4705" y="52386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3D5EA6-62B1-40B7-84F3-FA787E1A16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9574" y="60946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F3710F-6C74-496A-957F-5C038BFF7F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9574" y="60946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DAE6B4-9506-4E33-84AD-5531550DEF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9574" y="60946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322AE8-99BB-41D8-9E3F-AB9A7D3156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9574" y="60946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53FA91-74DC-4DFC-956B-9595D844CF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9574" y="60946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70E343-0704-4213-A96F-D87670B9A4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19574" y="60946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15B1C8-F32C-4377-A30C-38B81760C2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832" y="60948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0A4816-26B1-464C-AC8C-C6E70012BA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832" y="60948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E78A82-F3B3-4276-9F43-1A9AC71D35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832" y="60948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BF6A60-BF17-44FA-9449-D8EB57D2DB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832" y="60948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334650-1B61-47FD-9467-52081044C8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832" y="60948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11EAD4-77D6-4B45-9504-85C44E5310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832" y="60948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AF6C19-8494-4157-8D8B-024187DC5A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832" y="60948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61CDF7-E6F9-4EB9-AC60-5CEB801C0A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832" y="60948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396D14-58DD-4CCA-8F9E-756C857C3B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2777" y="60206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DFD1E7-25E9-43B8-86A6-A1365581AF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2777" y="60206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D44EB1-F582-432B-A238-596D29BD46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2777" y="60206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8EE361-F196-48FB-A146-1DD9918022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2777" y="60206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495DE8-72C4-4849-BD7A-C3078914CB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2777" y="60206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B02A0C-D37C-4CF5-9E81-A823437D27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2777" y="60206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D7A2F1-61F4-4444-915D-9C14F70E4E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2777" y="60206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65A7EE-824F-4820-AABE-E6B09049B0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2777" y="60206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7B175A-5165-438A-A6CA-BFCAAE4437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2777" y="60206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7ED365-8388-40D9-8F19-C4C52B7B02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2777" y="60206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165290-E170-4840-901D-780A26F863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2777" y="60206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7EBE67-36EE-4F79-B7C5-E921E5BA44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2777" y="60206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6020BE-C6B8-4D54-AD70-CA120C98E3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2777" y="60206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D877D2-0B3A-4632-AA45-FF1B2C52AB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2777" y="60206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CA6C46-7270-4D25-A324-2AE7931646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1552" y="53105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25FA68-37FE-4632-B322-D2324C3BFD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1552" y="53105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E54997-8E95-49B2-AD2C-59E8B21F27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1552" y="53105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5C8B86-A46A-4837-A7FA-8A39C84971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1552" y="53105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6AB22D-7B11-4C6F-BE8D-0C35564630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1552" y="53105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93E8F3-DBD1-4ABA-BA44-48ADDE1DA6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1552" y="53105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7419EE-8EA0-4529-9196-2516874CC4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1552" y="53105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66C843-93D2-4A4F-8698-DF65A52BA9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1552" y="53105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6DF7A1-96BB-4794-A450-F3A83C36E3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1552" y="53105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93461D-EA84-4B22-B800-8F8C111ACA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1552" y="53105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0A211D-1756-4FF3-A700-CA593A5A14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1552" y="53105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8C6488-3635-4A98-888D-FBFD89A8CD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1552" y="53105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9CCC9D-7040-48D2-A2C5-0BDF171236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1552" y="53105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E83CE5-F13C-4753-87EE-EA5C9FF06D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1552" y="53105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67776B-5BE3-406A-BE3B-D150E07269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2055" y="53967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1C3113-6FD8-430A-8D14-4B61796C90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2055" y="53967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39E83E-0BB8-4236-956E-3D67197BAB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2055" y="53967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4D85C4-2773-4B95-B1AE-D9140D2D9F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2055" y="53967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6516AF-E9F5-4BE5-82AD-2C2C506ED0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2055" y="53967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C14A5F-34DA-4E7B-905A-F111255F4C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2055" y="53967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711C2D-2AE5-43C9-91A3-26F1DA17F8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2055" y="53967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BE809E-6307-4D2C-8DC6-2222C6E6A5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2055" y="53967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C7CAD3-9A70-40D5-B6FB-C825F31B03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2055" y="53967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9D1ED6-C8AE-4017-9AA5-59EE0E6842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2055" y="53967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C8CDE4-AE38-4656-A433-CA4D52D2E8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2055" y="53967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E313B1-1229-45D9-8A34-69BFC2AA33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2055" y="53967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E3BCC2-93D8-4EE3-95A0-B508588479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2055" y="53967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C6BCB8-3435-43C8-854C-0F1EB7F8B4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2055" y="53967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4576A1-40E1-463E-A704-D4DD019D09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004" y="64625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E78FEF-674F-4BC5-A6CD-248AD1D101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004" y="64625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0632D5-104F-49A6-B011-4C2EA0FEFE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004" y="64625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3B243B-3EA7-49FF-88D7-456DF2D97B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004" y="64625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6EF1D0-1118-463D-A638-7D02E7C86A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004" y="64625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D2903B-CF9C-40B6-BF68-C7680B7C25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004" y="64625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828DB5-40D3-4411-99B4-A91AA4FC81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004" y="64625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FF44F2-9FE4-485A-9041-0BA6822509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004" y="64625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5059C4-8796-4212-8053-965F67380B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004" y="64625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76F0FD-A481-4DFC-AF76-5BAC832D5C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004" y="64625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432FFE-C8B3-4481-80C0-3EE8AE3D3F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004" y="64625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165DA7-2E2A-4523-A9B8-D60808AFE6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004" y="64625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26B66C-263D-48BD-9D91-788D8A9EB9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004" y="64625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39458A-FFE2-410A-A56A-28B2615FC0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004" y="64625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338CEB-2DF5-4021-BF8A-F98CD9DA18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8104" y="67991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D30CE6-2817-4D9F-8E39-9D92CE9D4A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8104" y="67991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59B55B-1BA3-4D66-8ECA-AC5B41955A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8104" y="67991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A505BC-AE95-4E35-97CB-0F9DF66E8F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8104" y="67991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9E41BF-55FE-407D-9781-902C45DBFC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8104" y="67991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D285DB-8239-459E-B8ED-3A0B97031B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8104" y="67991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DB61A9-2908-4DCE-BC0F-43A5E98467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8104" y="67991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4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00ED85-065C-4C62-B078-7E63721EB3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8104" y="67991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4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FE2D03-0E8D-47F4-9A1A-1EF0BE280F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8104" y="67991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8E1B29-B080-4A01-A9E7-084B5E10C6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8104" y="67991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0C1CC2-DFB9-4973-B67B-F3BF4245F7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8104" y="67991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4A3AB7-AE8E-4DD0-AB98-B4AD5DC053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8104" y="67991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AABC2E-4AEF-4105-9553-57AD0A84FF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8104" y="67991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9FA306-7E7A-41FA-B3DC-CDDC662720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8104" y="67991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94FC1F-193B-40DC-B6F1-0E7473F35F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8733" y="5694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2B1359-5E29-4E0D-AA99-B6B9ECEC8E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8733" y="5694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C62C2E-D199-44AD-8619-A55F8228EA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8733" y="5694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1512D7-F68B-482A-BE67-B92BFD3A60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8733" y="5694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8072B6-4E38-4532-83FA-EDBB289F8B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8733" y="5694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CE6424-1CBE-4AE5-AD5F-3CF5612DD7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8733" y="5694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039BAE-4903-4F2B-99B2-93D7989B5D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8733" y="5694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A2EF1C-0FA7-43D4-80D0-1827A2B48A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8733" y="5694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B4FE01-6D08-4561-9290-2097E159E4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8733" y="5694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7C275A-F811-44D5-AF1A-11C4E666E4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8733" y="5694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1099EA-4658-403B-B1F5-3D796AF9D2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8733" y="5694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772818-C9E0-4765-9B41-6CD8CCE43A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8733" y="5694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F806DB-722B-4296-915C-E23FF1E9F1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8733" y="5694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677020-7AD6-46A0-9F85-5EBE5E0F95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8733" y="5694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95F3F8-0D76-49C4-BA17-59568D9F81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272" y="64417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15C9BB-F836-41EB-825A-CAFFA49261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272" y="64417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2DA342-9F9C-4C70-A4E5-1515F3A46A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272" y="64417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27A478-9568-4CD0-855F-DD37710EBB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272" y="64417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13DF1A-393F-49BD-A4B6-748483FFC8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272" y="64417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D21378-07AD-464D-A33E-DF2FCA652F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272" y="64417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07BA49-60FB-42B6-BA9D-FAA4711199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272" y="64417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2CB6E7-3DCF-47E2-AEDB-18A59204D5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272" y="64417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86700F-1C19-4C9E-9A46-57E415CF64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272" y="64417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3501B7-9B24-4B68-8C28-F3F6CD83FB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272" y="64417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C66961-E4F2-4107-BC07-7F138B2A85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272" y="64417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BCA14E-449F-4F61-8102-98D8ECAF5F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272" y="64417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34E804-D471-4DC5-8782-67F6E41686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272" y="64417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A730AD-5CA1-47AB-800C-A362A297F4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3272" y="64417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2885F4-5943-4A7C-A698-2D4D627CCA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1803" y="548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68C3EB-6914-4097-B471-B352BC35E8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1803" y="548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B730DB-5BED-4851-ADB8-464EAE0422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1803" y="548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30CE5D-4C2D-4D02-A333-1E42CA3C6F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1803" y="548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CB8EA8-118D-4F85-B93B-EE6DDB2B1C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1803" y="548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8C0D7F-2567-4314-91D9-9C385BA950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1803" y="548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BC59F7-9157-4AA2-B632-09A74E8F73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1803" y="548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15F3D1-8409-4FC8-97C7-1D80C98355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1803" y="548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09596B-D0CC-4649-8535-2989600252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1803" y="548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1F0988-6442-48DD-B4DA-E010C48E3A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1803" y="548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B0AD38-4147-4826-976A-C218C40CE6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1803" y="548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94F66D-116E-4C5D-8074-90FE923176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1803" y="548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25B247-5FA8-49B2-A3B8-5FDAA12FBB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1803" y="54836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1E68C6-26ED-4817-80FA-C7B08BF725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1803" y="54836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0ECAA7-3EB7-45DB-A85E-738AC12768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618" y="50630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0292F5-73EE-4388-BD45-4869974C1A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618" y="50630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A81C65-0B00-4B1A-97E3-AD822B93A6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618" y="50630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543598-EF94-407C-B053-1A3F8D2AA5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618" y="50630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F646ED-8E46-4764-8B74-BB8A71D3CE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618" y="50630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9B1503-8164-4F69-B094-15795A0B80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618" y="50630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5E8159-60A3-4D94-B0B1-42E42E47E5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618" y="50630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13E731-4A53-4767-AFCE-FAAB8EFAFB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618" y="50630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FE4B95-AE88-4DD1-9B8E-3371736999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618" y="50630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E9131D-4C7E-4500-9057-2B0A243473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618" y="50630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1CF818-7FF6-4B4D-8F97-935A06BFAD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618" y="50630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BCAD37-02B3-4862-9565-0A618BCF8C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618" y="50630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178A23-6D0A-4EFF-BD03-6B36784B5F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618" y="50630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6A0FCB-3C87-4557-9E11-DC5504B0FA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24618" y="50630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1A14BD-A4A3-4C21-8663-3A6FCD8DD2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2576" y="61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09D657-E3F5-4D01-AC44-F072E5E2ED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2576" y="61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0D5D85-99CE-467D-8141-D515F4D4B9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2576" y="61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9C658E-FBA0-4106-B63B-62B40BDFFC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2576" y="61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2F3C54-4B63-4ACA-BEF9-2653CEAA18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2576" y="61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E9D7D9-4138-4026-B371-DEB0F36187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2576" y="61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CB25DE-2065-4EE7-B18F-9416940D90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2576" y="61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1A2B9B-839F-4D68-8056-F68B655F52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2576" y="61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F5EFE4-97FD-4DB8-A939-959378A54D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2576" y="61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1D43C8-390F-4274-BC45-9B28B8688B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2576" y="61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77D592-621B-44F8-B96F-8E8F16DF22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2576" y="61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727502-B62F-4FB0-A441-6CFD66FAF2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2576" y="61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90C259-7F87-442E-8FD3-10936304AE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2576" y="61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716A87-E475-40C4-872F-18BDBFB407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2576" y="61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148F65-8621-408F-BFCE-B19A5BBEA8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262" y="62747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94A16D-088F-4687-B76B-D45A6E67B6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262" y="62747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537B13-BB19-48A4-87F6-42588E3659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262" y="62747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2CA92B-83BB-473E-9151-DA23DD1B6E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262" y="62747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CA7345-876E-4FD9-AEDB-03686FA24D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262" y="62747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C5F9B7-594A-439A-AE4F-9AC55CA16F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262" y="62747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080F57-CCAE-41EC-90EC-653324663E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262" y="62747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A82002-60D6-4F32-9708-057869BF9C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262" y="62747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393DEF-D94A-4741-801C-4DF720CCEC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262" y="62747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7F62A5-7C35-4D91-AA1A-39396C5D86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262" y="62747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CCCE5D-9483-442E-9298-22569513C2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262" y="62747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39662F-8548-4A8B-8647-5D54444D13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262" y="62747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A105BF-D9AA-4F2F-84CB-764B67AB6A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262" y="62747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68C35C-B013-4A0C-9AE1-7D9B173B04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262" y="62747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E5830E-B3DD-471D-A356-A7C5119422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6562" y="44961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757468-07D8-4093-9FB3-1648BB25EF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6562" y="44961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000B30-2BB4-42CD-AB56-667F773FBE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6562" y="44961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7FCB96-2498-4604-A5C1-1EF75ED0A2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6562" y="44961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7579CE-06E1-4C6C-AD38-E58FDF089D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6562" y="44961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82214E-C05F-4A27-9C00-E66D0A007E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6562" y="44961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24DA49-8857-4BFE-975C-22941CD1B3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6562" y="44961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8B6C60-4EEF-4D9C-868B-DF62051983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6562" y="44961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3A2F71-B2AA-4FB1-B8D2-3F1A3E460C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6562" y="449615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30E836-DE40-4E5A-B763-E21CF0F8CE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6562" y="449615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45D748-B5AB-42F9-B565-57D0B0E74D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9878" y="45070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5CEDC0-744F-40D4-90E1-BD19E92433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9878" y="45070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A43809-9420-4DCC-A8D3-FEA11BAB53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4695" y="60083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892BFC-108F-4777-A95F-02BD6E95EA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4695" y="60083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9BC88F-FF40-4896-8959-32CDD90936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4695" y="60083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0C5757-C49A-486B-B924-AE4E75B87E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4695" y="60083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B18CC2-7D82-4F32-889D-A137DA2482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4695" y="60083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C6C4A5-A1E3-463F-81E2-1B3A7B8491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4695" y="60083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7192B1-B262-4D38-88E3-2809646E01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4695" y="60083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DF5A77-0F49-4D22-8077-7373578EB1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4695" y="60083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53A492-E3C5-44F1-BA45-6D9C30F3BF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4695" y="60083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97F601-71BD-4867-96D2-1B9F9A199C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4695" y="60083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50C275-9832-4EA4-9AFF-EEE175E6F4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4695" y="60083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EFC6C3-6D71-497D-AFB3-03D59F14DA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4695" y="60083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E3BE7F-C1DD-45A7-B232-124924B7FB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4695" y="60083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A2FE98-EAAD-4FA2-B4E1-E10E3559A6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4695" y="60083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F7321B-CC78-430C-8AE6-B77727CBEB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4832" y="5440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AB4041-883B-4DAC-8530-DFB372E508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4832" y="5440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8F4FF3-261B-4582-8852-397B0F071F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4832" y="5440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2C64D2-E3B5-45E0-8B67-A20997094F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4832" y="5440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EB1DA9-BBDB-42C8-AB75-21EB77ED9A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4832" y="5440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084ACC-3735-4D90-B8B1-A51C9274D5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4832" y="5440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05D090-6CB3-42B3-BAD6-42394B4891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4832" y="5440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291CD5-B9DB-4875-A92D-586B7B6316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4832" y="5440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28C42C-7E99-467A-BA96-01F2701EB9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4832" y="5440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BD0D52-224A-4B4F-BEC3-FE1A548F54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4832" y="5440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B1B33A-6EC3-4662-8E64-5557FD21E9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4832" y="5440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59847A-DF28-479A-85A2-8563A41E25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4832" y="5440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4BFC95-5A93-48AA-9285-617418840F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4832" y="54407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1121B4-B23E-4A40-B633-4A4C19162D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4832" y="54407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76EDF1-628A-4AE2-8908-8427407B26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1397" y="47231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4E9BC9-A87A-413C-A63B-654B23D565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1397" y="47231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21F8B9-4403-45E0-9EE4-55F807806D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1397" y="47231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E374A6-17BC-4856-9E54-0718C74BB8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1397" y="47231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65E96E-7CE6-4DFA-96CA-4FB56B78AB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1397" y="47231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B8D127-6FC3-4F1E-AB2E-023717BDB6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1397" y="47231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1D597A-A0AD-420B-A697-1BBA78ECB2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1397" y="47231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1DA7C5-4D29-488F-B194-46628A26D2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1397" y="47231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0BC175-2230-437C-A3C7-4C25E62B50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1397" y="47231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8773C9-51ED-41C2-8EF5-637ECB56C0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1397" y="47231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50BDC3-C975-40F1-94CC-69445E4622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1397" y="47231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A2A9B5-DD24-400B-A2A4-BC00344BFB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1397" y="47231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260CB7-CDB4-4A6A-96A8-6D8660831E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1397" y="47231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ADE3C1-68BD-4EE6-B54A-7F64481039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41397" y="47231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02122E-B6C3-4D0C-81FC-97917FA4D7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2178" y="56412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11CA73-30E9-4D5D-B5E0-D722BAE718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2178" y="56412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89D1F8-6FC5-4782-A320-D62FA63EBB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2178" y="56412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09CDF8-3C68-4C21-AEA4-37374A9786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2178" y="56412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5DAF5C-6451-459A-BEA4-CC9B2822FF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2178" y="56412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9F422C-5DE2-4600-8832-FCDE918443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2178" y="56412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C27D50-C2BE-44B6-B46E-80D0EBF555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7533" y="56320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06F6E9-96A0-452E-8686-D2ADF5D9FF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7533" y="56320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D055F1-EA53-44EA-8FF6-06ABE5EBBC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7533" y="56320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BE8C05-B24F-4CB6-BDA9-3DF1AB8900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7533" y="56320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89906C-3516-471F-BC65-AD1B03921E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7533" y="56320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12D113-6B88-4244-8510-167F551C2D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7533" y="56320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2F5A47-EB34-4C09-9929-63B5A35729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7533" y="56320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178E9C-D5FB-445D-B6B9-2D43F66A0D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7533" y="56320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55EC86-9F47-4278-A269-9D7FA303BF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158" y="52722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4CA332-1CC5-459D-9461-E8C22FF5EE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89158" y="52722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38D7F5-6288-4ADE-8A4B-A2BDF1A179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4751" y="5273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A3799F-7102-441F-BC05-DD35496B60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4751" y="5273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E3D10E-1083-478F-9050-1FE450B59F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4751" y="5273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5AE00D-15CD-4AF1-9290-09AE183BB8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4751" y="5273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2D259E-D041-4ED6-A85E-307E989B48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4751" y="5273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1D1809-4BB0-4ADD-97F4-5809F5E012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4751" y="5273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17DEFE-58C1-4E5E-A5D4-A8AE90D0AD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4751" y="52737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5594C9-06AB-490D-B391-6E88E590FE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4751" y="52737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4A757E-1D41-4CB4-9C6C-CB1324C7AA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8531" y="57976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6C3C63-E5C2-4C2A-8DBB-1D044D3E3B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8531" y="57976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1EB476-A3F4-4A28-A403-0E845DB65E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8531" y="57976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67EC7D-BDA9-4A8D-B193-2A807192D0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8531" y="57976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68A104-4A4A-4556-A216-F0AB71B318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8531" y="57976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CEEF13-FA17-4546-A77F-7223899321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8531" y="57976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9AF80C-1D72-4373-876E-ED19C4FD06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8531" y="57976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D111FD-90B9-4BA4-BDFE-969F6D22D0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8531" y="57976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1B5481-9DB2-4025-8A32-6A99FF9856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8531" y="57976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D8BD98-E50A-4A6B-862C-40BC7BA7EC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8531" y="57976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D867FB-2FF8-4DFE-913A-C87BF38187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8531" y="57976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DDA67B-C017-4442-A7A7-BC38785F7E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8531" y="57976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7E9FB9-BBBE-4245-A7AF-BD5E737E2A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8531" y="57976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42990B-6B21-472D-A76F-941F522BDA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8531" y="57976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E45C69-14BD-48DF-ABB1-E906DD3E51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814" y="49320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051550-5D82-49BF-88AE-0619A5BED6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814" y="49320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C7744E-4C75-4427-A7E9-7726003DF3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814" y="49320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302315-FB26-49E8-8896-DF744E6BD7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814" y="49320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C437E2-4FAA-48B9-A556-99935DFCB1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814" y="49320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8B3019-A5BD-4D24-8842-2F6D32DF0D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814" y="49320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59D421-DD0B-4235-A17C-E96FF96E5A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814" y="49320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E2EC4A-A674-4114-BF44-F7A31ADFD5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814" y="49320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63C16B-53E8-41CC-8F4A-281E09B345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814" y="49320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7ACB7E-B01C-40E4-B5C5-E9D5612E43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814" y="49320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2748BE-8708-45D1-A30C-273D1CB8AD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814" y="49320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255966-BA98-4C2B-A08C-AEBE2274E8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814" y="49320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2219ED-9BF8-4161-9083-E14033B92A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814" y="49320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FCDA3C-0E1C-4774-94AF-76E14DEDEC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814" y="49320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4A3174-7EF3-484E-8102-7C9E7B6D49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707" y="50595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5CF4CB-4BE2-4176-AFCE-DB3FF2AC34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707" y="50595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EA833C-FCC0-4C67-92CD-C3C4E98FDC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707" y="50595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0CA2D5-91D4-4C50-9C6B-3ACDE89D1C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707" y="50595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892017-9D76-42C8-A7B3-A6EBF42792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707" y="50595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13E8B5-2010-45B8-ACA9-89C859A42C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707" y="50595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A9E065-2781-4F4B-9F73-CFD8D028CC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707" y="50595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AFFAA6-C79C-49DB-8C60-9732FF9883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707" y="50595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4C885D-3006-4C0D-81CD-8FEAF339AA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707" y="50595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063F69-C694-4A20-8C0E-03F974E504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707" y="50595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094D87-EA7F-4FA2-8C87-CA153DF386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707" y="50595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94D010-4E9F-4367-BABC-6576CC86F2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707" y="50595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7EFD57-AB41-4CA6-A9EA-ECF9F15DF4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707" y="50595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8BC3D7-1B7F-400B-AF7C-DCE099748B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707" y="50595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CC6895-CC06-46F9-B180-4E12867A4C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1786" y="60622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130DA1-8224-4D26-A7EC-324BF44BB8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1786" y="60622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4AD1C3-5D69-4598-AD4F-BC3F13659A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1786" y="60622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AA1425-C245-4C9C-861D-BE4130BC8F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1786" y="60622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4DB582-1185-4AE3-AF91-B2D7AA6CDB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1786" y="60622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133677-A99B-4A76-B7C2-2BABD189EA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1786" y="60622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C74B66-47EE-4994-AAEC-5644131465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1786" y="60622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2685D7-14FB-4EB2-A587-494D036586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1786" y="60622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623B4A-3BEB-46E3-8F6E-7DE081EF10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1786" y="60622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E16D62-3323-4D5E-B58C-529C12B8FD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1786" y="60622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B0ABD1-FD1D-4164-A917-7BCD7E6ED0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1786" y="60622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21DC6E-F715-45F0-84B1-9C29B8A9CD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1786" y="60622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ED1BCE-899E-45FA-963C-342A3EBF16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1786" y="60622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44A938-4BEE-49AC-9BEF-68057963FD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1786" y="60622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476C7C-BA75-4E9F-A6ED-5CC9907A6B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840" y="46563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9E3A2A-BD65-49C7-B236-0B0C294106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840" y="46563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074A49-97A0-4037-AA29-8BF6C67733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840" y="46563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5F914B-D4B8-4BF4-94B2-B54F1BD80F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840" y="46563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EF6606-223F-4DDA-86AC-1F2273A3A0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840" y="46563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91DDE0-988D-4D9B-BD19-BE72134E92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840" y="46563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E14DE2-D075-46AF-91AA-DB0C69B525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840" y="46563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98AC63-F396-4511-AABF-7CD11CD88A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840" y="46563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00F9BC-0242-487C-BA80-6DE512DB27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840" y="46563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72E6EB-AAD1-4475-9B4C-82765E85E9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840" y="46563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26CEDE-9EE9-4D5D-B12F-840BFF4B37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840" y="46563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FEA0F4-3F58-42C1-913A-0BC41B7A27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840" y="46563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1AFF12-7A2C-4A16-95B1-E830D7F8A6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840" y="46563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7FDC9E-3A72-4BFE-A1E8-EDEA59CBFF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3840" y="46563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200A27-4CE3-4A9E-8C1F-A3D3C55BF2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4012" y="5255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E7CE42-2345-496E-A06F-6F37DB0692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4012" y="5255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212347-FE53-4D4A-9CA4-66ACCE825B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4012" y="5255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57F94C-62B6-4CF9-A820-3A070FC837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4012" y="5255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A54FE2-7DB6-46C5-997A-20C570C9D2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9700" y="52606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DA7B24-4873-4E80-9002-BECAC72435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9700" y="52606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2C60A4-00A9-4E85-B174-281252F8EC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9700" y="52606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1BA614-9A53-469D-A842-05361F21BE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9700" y="52606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91F0D5-D482-4FF1-848B-C17A3D6ED1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4012" y="52554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C59B64-BFD7-41E8-ACE7-C2073C84C1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4012" y="52554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C02A24-1A3B-4FA4-A921-7E23138E3D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9700" y="52606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32F6C5-3BE1-4895-94C7-FCBE9D244A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9700" y="52606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AD499F-2FEB-41A4-B090-76DF932A3A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9700" y="52606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0836CF-B7F9-45D5-BC43-6CC66F633F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9700" y="52606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862415-7DE3-4B88-BE22-F4116C0531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0264" y="45255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C88032-272C-4D8D-843F-2383B8A4D7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0264" y="45255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6298CD-03AA-44F8-AFDB-5D063B5C38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0264" y="45255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17B7E6-8346-411C-8939-64B5C2E6BE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0264" y="45255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B93F7F-9180-4DAD-917F-87DE72A853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0264" y="45255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ADF102-AD23-4827-A7A4-8788C5B9BF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0264" y="45255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886BB2-6E60-4FA6-A7E1-51211A9AE8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0264" y="45255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14B088-BC0B-4AF0-83EB-CFDC36BE49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0264" y="45255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39D3C3-4D1F-4EDF-8106-852A964810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0264" y="45255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3F3CA3-3B11-43F0-82FE-0CDAFAF4F1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0264" y="45255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994C16-EEC5-4D2F-BAC9-E2438985A8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0264" y="45255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318C1C-C9B8-4A4B-9C6A-620F2AF4A2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0264" y="45255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0997FF-AF54-44AD-9A06-A9258A4769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0264" y="45255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894832-6F41-4B67-8D7D-F9B189B79A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0264" y="45255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919CBE-C7C6-4FBB-83E4-33EB3771EB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7394" y="575166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0F9DFA-1E57-4BFA-A83E-00119C6F36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7394" y="575166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4AE356-BEEF-4561-9493-DDC431B5F1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7394" y="575166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6C9805-9D10-4FB1-B86D-29CF2B09ED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7394" y="575166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243D65-1C7F-4321-9784-87C30394E6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7394" y="575166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03E86F-3899-4314-88F1-908430F46F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7394" y="575166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F5C7DD-8E1B-4EA6-B4AA-6BA6131D39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7394" y="575166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723D90-1BE2-41FE-86A9-072FDEAFF7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7394" y="575166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9FB813-4A0D-4C61-815F-7439A2011D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6050" y="57642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D76028-2050-42EC-BB35-E2D794597C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56050" y="57642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0F0DCE-DBC4-4D7E-9D0E-8E93A9DE03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7394" y="575166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226935-5CBE-430B-B918-4B28AD5B31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7394" y="575166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A9F067-5590-4D80-916F-6F7F7CF7AA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7394" y="575166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34F37D-D95E-455E-B21B-906A105F23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7394" y="575166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510077-5FC5-4276-BE0D-260114C848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1132" y="60445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1BB297-D311-486B-9D19-6B5AC36DC1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1132" y="60445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A29847-645D-43A8-8AB7-EB4AEEA082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1132" y="60445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DD3565-CD3B-49D8-BAC0-107893ED3B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1132" y="60445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88F35C-7CA4-40F8-953A-06416129F3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1132" y="60445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038636-E6B3-495B-836D-E371CBD874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1132" y="60445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3F2F69-8AC9-434C-9EBC-588777B4CB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9785" y="60552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59BDED-E684-4FFA-BA9F-AC78325275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9785" y="60552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56FF5B-5C45-46A8-B7D5-0C5A3D7461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9785" y="60552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823527-DBD4-48B0-A652-B94DD9A6B3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9785" y="60552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400365-D427-4D96-9370-046EC570E4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9785" y="60552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156EBF-2618-4F59-BFD2-C965B8C2A5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9785" y="60552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64B3FA-5E19-44CC-BAE8-46E865EDE1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9785" y="60552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0C0D0E-BC6D-433C-B315-49A0DB860F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9785" y="60552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B303DF-0C48-48A2-AAD0-A7E4BC71F2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2023" y="54911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34CC26-44AE-4040-8594-D3FA879E66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2023" y="54911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198328-9ABD-4DB0-AE43-5477E7DB7C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2023" y="54911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9E1B0B-D970-4A45-9A19-FB1963BAA9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2023" y="54911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86392E-E4DB-4E8F-BC12-0120F1CA56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2023" y="54911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41242A-69EE-4A45-8DED-26234D1EA9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2023" y="54911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76AEDC-B8B2-4B78-BEA6-02F8C0C9A8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2023" y="54911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B3DC0D-7878-4841-85DB-74C57DD193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2023" y="54911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49CE8E-4ED2-4443-8D56-4E952B44AD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2023" y="54911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5AC75F-1D07-48D3-984A-D71D4A6448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2023" y="54911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4F3232-D5F9-453C-A25A-CF7DCB52BF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2023" y="54911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3C1850-4288-4207-811A-80AA8379C3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2023" y="54911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7EBF82-E8C6-4521-8479-35DBE13D3A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2023" y="54911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B02B5A-66CB-45A0-9E61-99AAFAFDA0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92023" y="54911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C9CD09-A69F-435F-B28F-8582CC334D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7556" y="53667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A0AD35-AE9C-48A7-A228-77A4F6DF28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7556" y="53667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9FE8B9-F298-40DD-9784-B3E89594D8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7556" y="53667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8B055A-9CAF-4594-A73A-E6A83B96C3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7556" y="53667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8B3E81-CE5B-444D-BB2F-97F5C7BFC3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7556" y="53667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858CD9-D727-4C1D-8F9F-BA85E24299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7556" y="53667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E35174-BF84-49B3-89EB-A5158F01D9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7556" y="53667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CF554F-9DCE-4EEA-8F24-3A754A208D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7556" y="53667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CAFA44-BAB9-4D6C-84F7-C422B2BC9D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7556" y="53667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83B317-6E2D-4065-84EC-3F93B41928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7556" y="53667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1A5D25-BBB4-47E6-BB00-9B91C68F04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7556" y="53667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20EE18-CE04-4BED-A587-35FAF7F28B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7556" y="53667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FE74AA-CA0F-48C9-B29A-EF0E8A3345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7556" y="53667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32CE2B-C55B-4782-967D-14E00D4561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7556" y="53667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A6BBA5-7726-4358-B9CE-5D44C655AE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7607" y="59879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0DB822-ABD3-4536-A672-C1AA06BB20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7607" y="59879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1B3863-086D-4AA8-98E7-A314AF6846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7607" y="59879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FF2A51-6995-45FB-8EF4-AA2CE80394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7607" y="59879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A7BC32-E9E7-4100-9016-44008B212A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7607" y="59879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ACB536-61DE-425A-857A-4BA697BC77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7607" y="59879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C46B28-9362-43F7-9E40-F833DB20C7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7607" y="59879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C7DED4-4C27-4960-9C16-18BFA882B3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7607" y="59879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B0F754-FF74-4346-8E41-91ABBA6C8F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7607" y="59879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70754B-8FAE-469E-A6EF-21196E4296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7607" y="59879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BF85FD-F927-4CA3-9E5D-A2CF7689D9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7607" y="59879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F9A161-070E-459F-A7B2-C70B1E5480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7607" y="59879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5E75B5-4F73-46EF-B2B3-81E3DC86F6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7607" y="59879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B6C935-BC19-4326-87A1-E491F2F5C8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7607" y="59879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568B05-2514-43A5-BD72-96B0E2BFEB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6481" y="54113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D57C67-6A49-4858-B38C-78B76F61CA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6481" y="54113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2DA0AE-B89B-4581-AC48-59405E63FC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6481" y="54113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724F10-4D1A-4C3C-BD19-080A731E56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6481" y="54113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C3B3FE-38CE-4D06-8255-776E5B6DB5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6481" y="54113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3F19B8-F4F1-43C3-AF1D-7FB8F212BF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6481" y="54113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29E1EB-5231-491C-91D7-498D8AE036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1486" y="54055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3FE17A-DD0B-4DA0-8C2E-A997524BC9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1486" y="54055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E83829-1559-44F0-8686-8EA37367C7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6481" y="54113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0E4A00-EC4D-4C68-9135-552EB5707E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6481" y="54113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E77C19-593B-462E-A2F4-7F17A62AED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1486" y="54055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0788F2-74CD-4A0F-AEBE-D922531B60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1486" y="54055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D439C4-3DC7-4BB5-87EF-0D669FEDF0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1486" y="54055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286F19-C006-493F-B7E3-D952CB4349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31486" y="54055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A3C03E-0557-46C5-817C-2C851C4CBB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0681" y="52362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8E6CE2-5BDD-4A86-BDCD-D20132A997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0681" y="52362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F3BE63-CE6D-4D82-9A6E-E1F9B78803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0681" y="52362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0FB402-6B0A-4C69-9B13-25B25716D0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0681" y="52362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4ABA5E-31F8-4855-8537-7EF4F10483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0681" y="52362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A5346A-AB20-4637-AF3A-2D10EF1452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0681" y="52362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757A63-A1D5-4341-BD31-BFE904924E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0681" y="52362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26290F-FBD9-433E-B266-0EC86BBDED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0681" y="52362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685576-D10D-41F2-8E78-811F9C1D18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0681" y="52362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B49E11-D19F-4DF2-9B8B-9626A994D8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0681" y="52362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EC1EDE-0310-42E8-A602-287F6B2B8D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0681" y="52362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9A4E8D-1AC3-47F6-8150-720F9AA85A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0681" y="52362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D01352-2E89-4EC2-A5C7-EAFBC0D403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0681" y="52362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F43F23-5A90-47E2-B33E-B0A2616476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0681" y="52362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07A742-B0C8-4794-99E8-8BAE7A27CC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4311" y="65679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9BB2A6-9C60-48CA-BDB7-B4D2E61305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4311" y="65679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920660-6CDD-43D1-8874-968BC147E1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4311" y="65679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A6A1C7-C842-43EA-8236-55C73E6B1C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4311" y="65679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889971-4CCA-48BB-97CF-72753CB497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4311" y="65679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7B5974-C9C3-49CC-BFBC-7BFF6EC2A6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4311" y="65679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D50F92-6CFE-4044-BF61-ABA9034866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4311" y="65679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522FBE-F3A4-40E1-A382-EFF6D9903C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4311" y="65679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49ACA9-D234-4E23-9029-B1C43E69FF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4311" y="65679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09F155-4A6E-4FAC-9C59-F7C6BE8393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4311" y="65679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822419-46EE-455B-A5E6-0BA026B6AF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4311" y="65679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6DAC6B-F43C-476D-A40A-CAA9636B1F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4311" y="65679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FC93E7-2083-4572-9D79-D54F2787E4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4311" y="65679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6455FE-900C-4A2F-B38B-3631F39373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4311" y="65679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F04FF8-ED29-47C9-B730-047D1FE1F7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1713" y="61034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75CAC7-9379-4452-B4B4-CEB427DC1E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1713" y="61034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E15F26-3421-43A8-90EC-5FE4C0ADD3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1713" y="61034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3E8782-A390-4867-98B6-7116745C87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1713" y="61034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370CD7-E92A-4160-A8A9-D93DAA7AC8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1713" y="61034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21422D-EF02-4940-8FC7-C5A8D41A9F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1713" y="61034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948FAD-D237-4A1F-8C92-2E4FCDC7C4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1713" y="61034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9524BD-A9E6-48AA-9A0F-EC38454CED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1713" y="61034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D1F61D-2E5B-483A-BBB8-5BCA371E6B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1713" y="61034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C59357-8C72-459D-B299-1B23449BDD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1713" y="61034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AC0652-C99D-46A9-BC2E-6BE95FF9AB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1713" y="61034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02D8AC-8591-420A-84CF-A85EECCE89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1713" y="61034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AEE4B1-3766-4DCA-9C9A-8CD943364F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1713" y="61034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00F44D-77CC-4522-B1EB-DD443B5763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1713" y="61034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3B3A51-C0D9-4B1D-B83E-8C6315E105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275" y="52041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0DBF54-62BD-4BDF-916B-2834143513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275" y="52041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1D1B6B-F105-4886-9D5B-2D6C649528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275" y="52041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EA52B7-8E30-4C52-B094-B3BFFC4D01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275" y="52041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1284A1-1F8F-40DC-B5BA-B67AB79D04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275" y="52041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AEEB6C-DE6E-4EF1-BBCA-10422A7DA0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275" y="52041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CC921E-03ED-4575-987A-6E6B82C2F3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275" y="52041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174805-ED22-441A-BA16-C70DCD80F3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275" y="52041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ACD399-5675-406B-9722-669A633272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5784" y="52187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0EE0A2-885A-401A-B6CA-20C0AD0C9B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5784" y="52187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7A14E0-F415-4884-9B8A-3EF6F6F575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275" y="52041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5B5E1C-13A6-46BB-8CE9-CD29454311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275" y="52041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043964-4F21-4B17-B879-701E73B673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5784" y="52187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01009D-29B6-4199-960F-EE818E17DC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65784" y="52187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7ABD8D-77C9-4FF3-8213-45AC1D738B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446" y="55913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589F34-9AD5-4C90-9FFD-DDA3E8D2E7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446" y="55913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89FACB-0D89-4526-BBB3-C59610C89E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446" y="55913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465930-EA47-4602-8F59-BAE0E63B84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446" y="55913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EF8E11-9CAA-4A30-BC8A-2FE7AC4654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446" y="55913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2EB811-57F9-48E0-92D2-08A51296D5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446" y="55913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3606BD-7BB9-4E76-8A4D-DB7D4E9B04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446" y="55913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880148-9BCE-4781-A0EA-E72DBD9104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446" y="55913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352C86-7E41-4E1B-B428-DA86456717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446" y="55913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81367C-9CDE-4853-8DE7-BE8FB43768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446" y="55913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640852-BEEB-4156-B089-8EC8B5D304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446" y="55913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2C69D0-1FE9-445C-BB25-9EECF1798F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446" y="55913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FFAF48-32C6-43DE-8657-77904A6649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446" y="55913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4E825A-9903-4615-BEF3-517BBEF2BD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82446" y="55913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E729B1-E572-4894-AAB4-1C5BE44D83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1583" y="59399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FE5438-FFCC-4AE4-AD90-08726074BD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1583" y="59399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483F13-5031-4319-BFB9-E1F9211E53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1583" y="59399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F75ACF-D818-455B-A6D1-8DD81DD894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1583" y="59399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30E285-EC37-46F0-81DD-9A27F313EA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1583" y="59399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74EC68-A56E-4897-B7BB-751327A248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1583" y="59399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E64464-36BF-4B17-9B65-149C470056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1583" y="59399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6FA83D-4FD7-4ECC-9318-8FD48A0570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1583" y="59399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6CF9B1-8DA7-4D62-B00C-4B3EDF9F02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1583" y="59399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E54FE6-F54B-4331-99A5-0EEF14111F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1583" y="59399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F21E09-F0C2-49A2-815A-E86A0E7105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1583" y="59399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DFABC0-46F2-448F-80AA-BA013D00EB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1583" y="59399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E8941F-7EA3-4016-BC2D-4CC7B75AC5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1583" y="59399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B8E6D2-0E07-4A5F-9784-FC45236CC4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1583" y="59399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4FC026-2A03-49BA-855A-9E6EE89F24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8942" y="54596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ED0170-64E4-4E9E-8499-D1F109D1D5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8942" y="54596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A171C8-285A-4F02-8CFF-E7759A6CD8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8942" y="54596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072BBB-FFE0-4A42-9F80-4A763D9F18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8942" y="54596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48CBAA-7C7E-4409-9ECF-D0CD361348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8942" y="54596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758F2E-F25E-423E-8D9E-B7A1360A6F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8942" y="54596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712EAF-0186-42B7-A9FA-4EFFA1965C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8942" y="54596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B0D874-CE35-47C1-A341-9CAADD96D6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8942" y="54596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411BBD-2F00-4C37-9039-453196B8FE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8942" y="54596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CFC714-255C-4E74-BF6E-4909D32F21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8942" y="54596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AE586D-48F3-40ED-86DB-416F41BF8F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8942" y="54596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AC9A3D-60CA-4AFB-AE39-4842F04C19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8942" y="54596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4B7A7C-ADC1-4878-A482-FFFEF27495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8942" y="54596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ADFEB1-921B-4F07-8146-7EC9E587B5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8942" y="54596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4AA293-9A16-4AD5-BD2B-C79F2058F3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571" y="6046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C72B44-14F7-4B09-BBD3-8CA17F2488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571" y="6046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57E4AC-59CC-4545-BB7E-DD922922E1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571" y="6046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DE7E09-738C-4F19-BCE2-62908F393D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571" y="6046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E0F658-1AB3-4F5E-9BAA-1D90D6A69D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571" y="6046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A4B717-2DE5-4C3E-A77E-A283B8F123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571" y="6046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59A63A-D8C7-42F8-A2FD-A41CED7A9B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571" y="6046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D2B6E7-8EEB-495B-A3CB-D2F52A470F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571" y="6046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F8A4B1-3FC0-4BC4-A722-FBC9E437C8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571" y="6046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786A16-39B1-4CD9-879D-D69093526C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571" y="6046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9054BD-7165-46D0-A5C0-DA0F876301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571" y="6046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3BF591-B3A8-4699-8EA6-AE36EEB835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571" y="6046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FA1FF2-77CA-427A-822D-3CF5602AB1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571" y="60466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8B8FDE-CA21-4F48-BCED-9B8B68C1EB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12571" y="60466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4576C8-FF6C-4360-9F15-2DAE1A3003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0159" y="54915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0C31B0-190D-4F0A-986F-248E33B884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0159" y="54915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05E087-D6ED-454F-B09C-D3172B8481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72795" y="55043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E57BBC-F8AE-416C-99E9-76DC62B321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72795" y="55043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64630F-7481-4E92-AB71-7D66035086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0159" y="54915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CA05B9-9CCB-4B55-A0F2-DE22EFC718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0159" y="54915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59E678-A576-44E8-B286-8DF57E740D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0159" y="54915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672736-033C-4D3B-AA96-38DD9114B1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0159" y="54915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D11BCA-BADC-4B9D-8F97-F7473A80DB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0159" y="54915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06D6BB-0A25-4845-9461-1E46E87293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0159" y="54915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8BEC05-5276-45CD-B353-AEFCEA994F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72795" y="55043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BB4F3A-B573-4758-812C-CECD0C2B22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72795" y="55043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750C64-D4E4-4D07-9399-5360F56BF9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0159" y="54915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778F97-D9F3-41DF-98A2-FDEC40D517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0159" y="54915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9DB338-50E8-47CD-9FCE-5F537DFEB3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0717" y="59113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426577-9309-4323-8C10-DCD86DED38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0717" y="59113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AA0363-E025-4138-891D-1BE9AD424E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0717" y="59113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F507FB-8906-490A-BCEF-36EB940E85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0717" y="59113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B10A3A-46FE-455F-8DCA-D81210D710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0717" y="59113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DC291B-CAEA-444B-BB41-C60434F32C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0717" y="59113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0C846A-034F-4090-AB34-19D9AC99C7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0717" y="59113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4AC37F-A2F6-409C-8647-E023DBF684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0717" y="59113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373278-0F4B-4051-BBAD-48987371EF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0717" y="59113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CE0494-40B5-4703-8C64-7F11D42D02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0717" y="59113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EEE142-764F-457A-BFD4-7357E261F8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0717" y="59113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788AAE-2EE0-4253-B289-5319E5A897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0717" y="59113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D4F9BA-D41B-419B-9E3A-C785B308FA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0717" y="59113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262232-770F-4689-A47B-5BF29B5873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0717" y="59113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FFE889-7820-4A8E-A5C0-BF02502C24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266" y="6030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A538E9-DAFC-4C07-B10B-1C42093E71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266" y="6030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AAFCEE-C4DF-424A-9752-DE55D9E8FC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266" y="6030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134A48-FE2D-47C4-9DDF-0C524BB1E4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266" y="6030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CB902C-CD56-40FE-A6E3-2E9C59CCB7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266" y="6030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20C90F-7D0F-484F-A671-1B9627AD9D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266" y="6030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2786EF-A9C3-4A7D-B238-BFA571F0AC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266" y="6030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0DD61F-5D9B-43B3-B3A0-BC766AB740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266" y="6030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038980-ADFA-48DC-A132-4A95D8377A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266" y="6030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E2304A-CD69-4B51-8B2D-B6206271EB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266" y="6030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745C2D-7F00-4A6F-9830-3B80E48331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266" y="6030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7F0815-FA75-48E3-A991-7CE8E572E9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266" y="6030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F360B8-A77B-4319-8529-E8E12EC89A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266" y="6030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538069-F2D2-48F3-9D8A-FC8F84E1E7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266" y="6030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F6B977-9AA1-4C3B-8CA6-E35B60ED8A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0144" y="51928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382C32-70F7-4D13-922E-7BA1F5014A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0144" y="51928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8598F1-9DBA-4809-886C-DF60824DC5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8809" y="51812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F723B3-5C5A-4EBB-8723-603807B8E2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8809" y="51812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3165FA-8ED5-4733-9F3A-3FAD9DD17F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8809" y="51812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0CFEEA-952C-4A42-A7D4-7C8259A6AC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8809" y="51812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6F9E39-285B-411D-A620-A0D080673E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0144" y="51928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9DB295-6A53-4CD6-A668-9C22D1B0B2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0144" y="51928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726E41-A52D-417E-988C-EEABE130A9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0144" y="51928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3B0A20-219D-420B-951B-CF53272E56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0144" y="51928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87A9E1-502D-4708-89C3-992321F6B7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7620" y="52019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4549B8-572F-4997-9CC5-17A540B9AD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7620" y="52019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2C44B3-87CD-400D-B7DB-BB6E8D08AF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8809" y="51812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76244C-F46F-4739-B41B-0095A83A28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8809" y="51812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6A2B8F-B7A1-46C3-92A0-41AB8A196B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6556" y="56177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C0508C-FED0-4462-AE30-E1E9832545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6556" y="56177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BEC357-98F0-4579-8F9F-8E47DDE82F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6556" y="56177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95B542-7E6B-42A5-AAC2-A719F4CFFE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6556" y="56177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CB7C9D-14A2-467B-9713-5975369928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6556" y="56177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CFBA0A-CDBC-462F-917A-24508CC103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6556" y="56177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C050F9-E85A-4495-A914-E24D705FAE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6556" y="56177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46661F-077A-4897-8874-967FFAF41F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6556" y="56177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E9383C-8047-4E4B-A552-A0C4F80858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6556" y="56177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06447C-1BA2-47BE-B4C7-238A505E57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6556" y="56177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58728F-813C-459C-AD5A-1B024AEC89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6556" y="56177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F5C701-2BAB-4826-AA27-36839543A8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6556" y="56177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09C95F-8BD9-469C-94E2-A0E29B88B1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6556" y="56177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B5B532-8AB2-4B26-B2CD-415B25F23C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6556" y="56177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6E84EF-CEFA-4C92-8EC2-3DCC834BF9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3527" y="51498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80EFD8-AF68-4EED-8E6E-73BB4CA6C9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3527" y="51498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94DFD8-5EB1-499D-A985-C19A85153F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3527" y="51498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83A425-E807-4145-BA58-5C7D977B8E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3527" y="51498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9BA8CB-DA8F-4AB6-B114-AC897DE561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3527" y="51498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DA0E21-4D47-4740-87DB-FC7581FAF5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3527" y="51498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319688-420D-4A06-8B96-217412D433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3527" y="51498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FE7B8C-E9B1-4768-9B3C-3D398FE016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3527" y="51498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D332EE-815C-40E4-A791-73F1B73F12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3527" y="51498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E0147A-5276-4847-A664-6BB830CC07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3527" y="51498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E5CC51-F37E-4AC0-9BE3-2B1BCF15C5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3527" y="51498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77A00E-1106-4331-AA5B-54A261C48D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3527" y="51498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039672-75F4-475F-AAAC-587D2409C9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3527" y="51498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4F0A10-7915-4351-99F8-BDB10E5ECB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3527" y="51498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EAE53A-4C9D-40BA-A076-939E2E0C43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381" y="52479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3BFFF3-CB4B-4E47-9420-83A1023CB9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381" y="52479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745E34-B68C-4B52-BA07-63B9C82D3B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381" y="52479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AEC8EB-F9E6-4ED1-B3A1-98883CD684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381" y="52479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B75F40-2625-48CB-975A-970F2C9ED1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381" y="52479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6C7BE6-0BF8-4407-9F0B-ACC18B69C5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381" y="52479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39EF3D-0C2D-45A0-84C8-F90BC927A5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381" y="52479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491F7E-58E3-48C3-8406-FD825251C9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381" y="52479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5A246F-CB9D-4EA3-9308-7A3421DAAC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381" y="52479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A37997-5CBE-498B-97F4-5CA2FCF0B3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381" y="52479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69987C-947A-4868-93E2-A3B912CC59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381" y="52479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0E1AFE-CEEA-43C9-8FA0-D083805C06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44381" y="52479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B40E3F-E170-4D18-9224-247F5EB180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9038" y="52423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A75732-519A-448E-812D-EF5677ABC5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29038" y="52423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20195D-E27F-4826-89DE-735DE631D7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1009" y="45643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BF7555-1C05-4630-9F78-D86B49C9B8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1009" y="45643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90DEB6-CF55-4F06-B8E6-6D2C14A4BB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1009" y="45643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13E2D9-64CF-414B-A91E-E9ECFA7244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1009" y="45643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F765AA-BBEB-432B-BA13-3463B023C9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1009" y="45643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177538-E6FE-4A47-B72C-42700F0EA5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1009" y="45643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90AF32-B14D-4CD9-9C93-132B8E82DB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1009" y="45643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1C147D-D7E5-446E-819F-388CE3E1D2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1009" y="45643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F48DD7-89D0-44A1-BD4E-725A4C2E64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1009" y="45643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3681D8-871C-4EAA-A5BE-9343446278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1009" y="45643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736017-334E-4E58-8998-59953C1495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1009" y="45643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F2A36C-3897-4BB2-AF79-E83251C095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1009" y="45643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355949-FDB9-4063-902F-F65BB16646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1009" y="45643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89B482-7CE6-4322-8E74-3A4FA46194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1009" y="45643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05AAF9-A564-4D88-B2F5-0AEBFFABB1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8399" y="55743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718A00-89F1-448A-BFE0-7439E2C815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8399" y="55743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E1DD2A-36D8-47BC-83FA-E7E93B5DA2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8399" y="55743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63C95E-870B-424E-9DDB-085306B111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8399" y="55743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368935-56FB-4263-BB59-6A160F9698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8399" y="55743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A0BA5B-4A20-4C1B-AB49-23659C8BFF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8399" y="55743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7A9F22-C41C-404E-9540-EA2F3C061C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8399" y="55743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36CDDB-22DC-4D62-BBE4-01691E68DB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8399" y="55743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703F6A-494B-438A-A632-EB8F3B3EF0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8399" y="55743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22CFD3-954E-4C2E-82D8-1928EE480D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8399" y="55743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F66939-D967-49A3-8423-B976DA2BF3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8399" y="55743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9C3246-3A83-444C-9A2B-C4CA008D42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8399" y="55743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99CB80-2952-4E3B-A767-EBB9FC50A5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8399" y="55743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321952-8C59-4478-88A9-FA21D83C99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8399" y="55743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741EC7-3863-414A-96F2-F4B75120C8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2976" y="50174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73946E-E4D3-4D58-81C3-4C30BB872B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2976" y="50174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6AD2C9-EB16-4063-835A-781F3742C3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2976" y="50174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B77A2E-43A7-448E-AC53-F1A8E97CB2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2976" y="50174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A402B1-9523-41CE-81FF-B7749DAAD0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2976" y="50174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06D9D9-57D2-4827-9BC3-DCCCA16E52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2976" y="50174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BB6C0D-0622-4165-BEF1-7F2EFE215F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2976" y="50174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627A9A-3A61-48D9-97A0-39FA57CE32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2976" y="50174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53E235-7206-4580-BD06-3AA131889D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2976" y="50174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D4921F-FBDF-499D-9B36-7ED0ADB995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2976" y="50174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64DE27-3F64-4320-AD66-D603E5D69F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2976" y="50174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5279C8-9477-4E6D-B6EE-8098B7B030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2976" y="50174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99852B-FAB5-4715-BB27-7E9474D43C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2976" y="50174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6EFC82-66C3-4219-8597-17FB856437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2976" y="50174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DE5ECF-8883-4B7E-B2F7-EFEFF0C37B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3177" y="53636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2E502A-99DA-4702-A1DC-081BD9C917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3177" y="53636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9F625F-9FEE-4EB6-A389-5C35D4D2D9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3177" y="53636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5B93C0-6185-494B-9C40-C2D5325892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3177" y="53636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77DEF1-8AEE-4B80-84BF-23B813CF9D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3177" y="53636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88E498-5541-4CE4-B9A0-09E547C166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3177" y="53636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B69C1D-77B2-4FAA-8E3E-8F379D67D8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3177" y="53636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BCCADF-74A7-46D2-A8FA-CD183F2C32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3177" y="53636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390464-5E8C-4D36-AB22-991DDFA501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3177" y="53636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3816A0-6577-4950-9634-FF19F7D37B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3177" y="53636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EAEC4A-BC55-48CB-994B-C195075702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3177" y="53636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66525E-646A-43BD-BA10-E2BD953EBC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3177" y="53636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883A9B-E9E0-4147-8B4F-BD83BF0C87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3177" y="53636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74CF75-6F6F-472E-9990-702F738864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3177" y="53636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49C4F0-3753-4483-A02D-AB4A41AC25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1703" y="59115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217271-A540-44C2-916D-EFA788FB8C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1703" y="59115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19509F-E287-47FC-8A93-ED9837BD8B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1703" y="59115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67C4A1-94CC-47DD-8A9F-5BD6E3A374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1703" y="59115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28DDCB-2A70-4EC3-93EB-AE8B581084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1703" y="59115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B6F785-0572-4548-A9DC-C64F56F0DA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1703" y="59115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F604EA-B27B-45BB-A04E-3B57C1B58F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4647" y="59262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A416BE-4D5C-4C0C-8F41-9EB04B4858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4647" y="59262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1706E4-9B06-49D8-AEB6-E80FC9D55C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040" y="591363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3EEFC6-280A-4C6A-BED4-393F6C8FA6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040" y="591363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1B655E-3F84-42EE-ADA7-ECA40191E7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1703" y="59115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10E89E-F3C4-41CC-91EE-2DF26B0150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1703" y="59115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86BEAF-1620-4773-997C-BE37016EEA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1703" y="59115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578A66-6107-4E19-B0AF-D0AE558CF3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1703" y="59115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97B0BB-2610-4509-94AE-0F090CEA92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9085" y="51849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AAC198-A149-47BB-A33E-BB38DE2855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9085" y="51849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C2175A-8BB6-4068-9E1F-113AD0E3C1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4083" y="5178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673ABC-64AC-4D83-BC48-AF3BF5E028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4083" y="5178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60F02F-2493-43C3-9539-1C162B77BE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4083" y="5178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9ECF35-3E9C-4AEB-8D8C-BE5D3A642E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4083" y="5178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E68B3C-10F8-4F24-89DF-1267EACB82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4083" y="5178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7F292A-0EA3-4CA5-9365-5C373E1D11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4083" y="5178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307F8A-542D-4CB0-973B-078712DB9F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9085" y="51849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B349D0-43BE-4180-A048-1C1D3A89A2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9085" y="51849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787A5E-AE6C-4BDE-8806-1C28C3DE13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9085" y="51849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12E3EB-F9A9-4A4F-8BA3-F7D8E3C4F7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9085" y="51849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064F15-DC97-4CD5-840D-2B95C740CD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4083" y="5178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5EA20C-4BAD-46DD-979D-57E86B5B27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94083" y="5178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65F558-B37C-4E3B-A4EC-A526738AC7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1649" y="60297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74E58E-F4B1-4F74-8881-D3099529FE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1649" y="60297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6C6AFA-02F2-4653-8EBC-C16FCCCD35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1649" y="60297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4DAAE5-85DC-47E1-AB4E-3EE772909C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1649" y="60297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870374-21FB-474F-B748-5682B20BC0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1649" y="60297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C1757F-466F-4C1D-81A8-942D14E547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1649" y="60297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010DA2-D275-4FC2-AE74-BBF9E16E7B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1649" y="60297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88F642-6CC0-42DE-8A19-9FF7C1355C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1649" y="60297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EEAF13-5981-482E-848B-3EDCEBA5EC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1649" y="60297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C4376A-1DFE-4426-B001-F98B0B25A8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1649" y="60297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4498B7-8D79-4146-846A-6FED8627A9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1649" y="60297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3E8954-A9A3-41B2-B3CD-59226A50EA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1649" y="60297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3F5D0F-DB83-4373-BF05-6FAD232729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1649" y="60297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B87733-D4B6-41E0-9F0C-E4B962101B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1649" y="60297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51CCBD-FF12-41A4-8F58-DD734BC09B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2504" y="56340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ED6472-BBE6-4C25-8B0D-5E78418FD6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2504" y="56340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907B46-8647-41AE-B6DA-8AAEBC72E3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2504" y="56340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DA3FCC-DCED-4A06-96B1-A440137E0D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2504" y="56340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F6019B-7513-4285-B836-8AE079841B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2504" y="56340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E90231-6744-4A58-A9F3-15C1506F51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2504" y="56340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A26C48-F1AC-4DA8-A179-CF90164416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2504" y="56340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839B99-79AD-4176-AF51-93277C1D99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2504" y="56340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F74759-D4D0-479D-85BC-330A7F3602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2504" y="56340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A262E3-7365-4E3F-8801-C2AC5C7109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2504" y="56340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56D169-9032-4730-AC19-C3A3A23B7E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2504" y="56340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6917DD-BB25-41E9-9004-AAA20F2B8D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2504" y="56340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8B3E78-FB98-4901-87A6-C36A6F1925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2504" y="56340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D1B647-94C2-4408-B7AE-87D803AFEE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72504" y="56340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3EB4C9-E74E-433A-9B1A-CA30A3DF7B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8617" y="53015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442226-1036-48DD-8DAA-C2C7105D02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8617" y="53015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7DE52E-FF40-47A5-868C-DDF7F5800A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8617" y="53015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027D4B-4EA8-4548-82B6-AE42E5C7C1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8617" y="53015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1410E2-D34E-411F-B6F1-0ED6C3CBB0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8617" y="53015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1473E2-D464-4619-9FF7-64795B0356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8617" y="53015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A3910F-2BAE-490C-B9F4-E9DF8F155C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8617" y="53015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3EAC13-772B-4B5A-A1E3-103AC65170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8617" y="53015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5010BB-45E1-4A2D-B90A-3364892012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8617" y="53015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29E23E-BE41-4957-9276-5B4C3E5805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8617" y="53015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2406DF-C67F-42C6-9A82-94521C26CB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8617" y="53015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13A62D-9E49-44B6-A840-EEFF0477B6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8617" y="53015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AA3F09-5FB2-44F0-9813-948B3C8E51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8617" y="53015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718CC3-824E-48F4-841B-4DD775399B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8617" y="53015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4950D6-100E-4DBD-9FE5-6F339C36E4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8108" y="60579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EABBC8-6AD7-4A90-A86B-7F5780EC1B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8108" y="60579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63ACE4-40AE-47EB-853C-EA4C54337B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8108" y="60579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639EB7-282A-4BB6-B57E-66F11AA29D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8108" y="60579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DF1866-F552-4D63-897A-8C3310DE88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8108" y="60579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C2CDFF-EA57-4DD6-B6B8-AF9C65FA0E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8108" y="60579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B33052-03FB-461D-917E-D12E89D192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8108" y="60579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D750CD-9BB1-4C14-B2A7-43D5A45C32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8108" y="60579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D7CB25-6D37-4E4E-A99D-66DA7B9799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8108" y="60579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E9E8A4-BE35-4CDF-88D9-1DD5E56018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8108" y="60579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326436-F9D5-42FF-AEBF-5355CE0D1B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7127" y="6319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2EB950-0694-4409-A33D-6186994716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7127" y="6319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2D4D8D-5DFB-4E23-903C-E05ECD6350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7127" y="6319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F76190-90D6-457F-AAC5-99FB6DA35C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7127" y="6319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48D48F-A453-4D8C-A210-F3F7D0E166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7127" y="6319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DCC710-E00C-45EA-902C-645B79A2B7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7127" y="6319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CE49E1-4208-4533-A17B-F4A288624B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7127" y="6319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1D2C38-00B1-405F-A5BA-99268F250B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7127" y="6319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41769D-53F5-4406-96E9-BBA935F356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7127" y="6319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563EDB-61EF-4418-BE6C-0A3127D570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7127" y="6319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3BE5F8-3DC1-41FA-9E98-7A1E34F28B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7127" y="6319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6D67E5-B497-4638-B988-9E7B68D24F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7127" y="6319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03C773-4D14-4DE6-91A2-D3CBBEDE5F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7127" y="6319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0A2F56-25E9-4929-B300-D1B2248EDA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7127" y="6319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3B5E0A-E51E-40D7-AE93-C4E1CF0DAC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2633" y="66853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BAC532-5D55-4A96-B5F9-EC35D4EAC6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2633" y="66853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A5F25E-4900-4EB4-A3D0-4594CB2E99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2633" y="66853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DC3604-8F40-45A7-AC33-5C44E153A2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2633" y="66853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01A160-5446-43EC-8722-8434C57A48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2633" y="66853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50C359-AC24-4D31-B1C2-1C81F35027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2633" y="66853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5BC565-3211-467F-A9ED-D3A21F4ED5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2633" y="66853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AA5624-F1D6-48F5-A2A7-1D750A899F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2633" y="66853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CE9E92-B797-4286-9ABD-6F9A6542EE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2633" y="66853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B23462-661D-4956-878B-BF86E55E7B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2633" y="66853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1E8777-4C92-40FE-9630-0C8F3CE8B0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2633" y="66853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690856-23EF-443D-8BB9-7952D60B62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2633" y="66853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D825BE-6EC3-4B69-B3FD-9FF7846E2D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6" y="69797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E527E5-1CFA-4446-A543-D6835E962D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6" y="69797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585D49-0747-4E77-A8C3-7E522ED9B1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6" y="69797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F8FCB2-7AA2-4D6D-8C08-CA2426E0A0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6" y="69797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4A2160-43A3-4B12-BEBE-951EEB7E3B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6" y="69797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A0B0C1-C448-48FD-9286-56DE94BBDA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6" y="69797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192FA3-CF7F-4DDF-A6A4-792678B312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6" y="69797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74EC38-D638-44F6-A9BC-3374545189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6" y="69797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10477D-D8C5-4DC2-BE7F-686026ACA3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6" y="69797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2020FA-6E74-4C33-A75D-5B3EC13395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6" y="69797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88F8F4-0BEA-4DF9-906B-E246FA342F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6" y="69797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CA6F50-3E6A-4929-8697-8EEDBFB09F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6" y="69797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7A6AC9-5E40-41C9-B23F-D3FECDC2BD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6" y="69797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B07B18-147F-43DB-9323-2CDAB7E5A5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6" y="69797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A3642E-CF64-44FC-9901-3D9F672972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0576" y="54139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73B60F-B38D-46B9-885A-856CB9AD95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0576" y="54139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1E2506-988E-4EB5-A85A-D4A5823737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0576" y="54139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F4E352-E2F3-491B-9DCE-7A26671FB5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0576" y="54139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EFD057-87CB-4A35-BD01-A8BC4C8F32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0576" y="54139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276A2A-D97F-418C-9D1E-6E7D67BC1D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0576" y="54139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8F3B82-FF33-48E2-A0C7-DD10D3811F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0576" y="54139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30A151-5CC8-4CF5-BF96-E6C3D40D1A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0576" y="54139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E60230-0BB0-4A93-8666-BF14CDFB0E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0576" y="54139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08D19F-D3E2-4363-BDE3-C0359EC0A6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0576" y="54139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268708-08F3-4CDF-9CF3-EAFF5F0849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0576" y="54139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1F9FD3-C6DD-47B8-B89B-CE671CB888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0576" y="54139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F62643-F801-4FA7-9D4E-F7DE4D9DF6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0576" y="54139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2CDA7C-9753-441D-96FC-A621C20729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0576" y="54139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425B52-F299-499A-930F-4EE5EF7BC3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9031" y="63514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AC1690-BD08-4F14-89FA-F6F79BF3D2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9031" y="63514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86C955-DD3A-4E7B-8B45-EC0B9E3F10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9031" y="63514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E77B9E-55E4-4BB0-9957-34368CC6CD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9031" y="63514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DC561D-4797-48E4-8569-6A2AAB45CF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9031" y="63514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F25231-61AD-4ECB-981E-1F9EB8EA7F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9031" y="63514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1C913C-7871-4E44-9493-331CB182A2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9031" y="63514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9BF76A-4A47-4E42-ABCB-5555E7A198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9031" y="63514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75CC5C-AA46-449C-8A3C-7ABBA816A3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9031" y="63514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6D97DB-5FDE-496E-ADA9-25494C3052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9031" y="63514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0DE9C8-5A8D-4AF3-B806-0687E4067E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9031" y="63514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497F3A-D11C-491C-8354-FAF643A611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9031" y="63514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338C92-2F6D-4BF0-BA7E-C9A8E9845A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9031" y="63514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119213-AAC9-4E93-8E0F-67048452AF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9031" y="63514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B1183B-5B3D-479F-B390-9EDD27A86D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6022" y="63286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0D52B5-2338-4814-8747-1960A34E2F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6022" y="63286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8AC82A-5FF5-4621-88A7-2738E8F635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6022" y="63286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820A2E-B575-43E5-8543-FA9861ACBE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6022" y="63286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1B2FD3-2C2E-49CE-BEBF-407B1F3825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6022" y="63286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47E86D-BEC3-4B5B-984D-39559AC95B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6022" y="63286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5DD9AD-4AD8-4408-B6AA-F8A61AE1EC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6022" y="63286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DAE632-A2BC-4C7F-B8A3-02C8440910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6022" y="63286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AF7E08-9E72-4628-A7B5-000F63E926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6022" y="63286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90481F-B5A4-49E0-B6F1-FC2C205F6B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6022" y="63286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388857-FB2C-400F-842B-E51B9E526E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6022" y="63286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3907C2-10BF-49E3-845A-B4B096F4A8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6022" y="63286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4955CB-6C23-4D7A-8CE0-4AED3C9B96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6022" y="63286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96D09F-85D6-494E-8E3A-9A72559504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6022" y="63286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FC8CAC-9D67-400D-BD43-9FE531F52F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5775" y="56468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C9F34C-4BEC-4DC8-97A7-30B9346FEB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5775" y="56468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CC1346-AAD1-4649-B4D1-029CBDD0E3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5775" y="56468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2C7FCD-B609-48C9-97F5-0337E2B24D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5775" y="56468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1200BA-1F42-48A7-8EA0-A3A4EC9C6A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5775" y="56468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FC4C8E-ECED-4D56-8227-11A91DC516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5775" y="56468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5D6E26-2E64-4431-8313-8A0707F24A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5775" y="56468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819B76-9538-4730-81FA-71BDDED1C9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5775" y="56468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69306F-E5CA-4C0E-A675-3B17C3675E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5775" y="56468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9703F2-C072-4EF1-BB9D-A58D45F664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5775" y="56468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B152CF-7859-4089-B54F-35F779B240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5775" y="56468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97ACE2-C6DE-4574-AAE7-0EE410D8BA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5775" y="56468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BF44B4-1F7E-478B-87F9-90EF3F6693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5775" y="56468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A890BD-DCE5-486F-80E3-DBAAADF946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5775" y="56468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B076D1-2FCA-4BB4-A008-E677DC498E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6448" y="51879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F52CBF-060A-4546-9E10-9F729EF7DA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6448" y="51879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3F7CB5-FF60-4D3D-B87A-62911CE36F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6448" y="51879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0EDC12-A9FC-4016-89AF-51F731835A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6448" y="51879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6B9EC0-9197-40C9-AE14-9EC698AFC6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6448" y="51879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39524D-7EAE-4AA9-B89D-0A6D6D5C1D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6448" y="51879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32AA48-3A65-4A40-ADB8-C48E3F84C4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6448" y="51879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AA2374-8931-4C21-AF61-5C9704E0E5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6448" y="51879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27111D-82BF-4BA9-9C7B-8D2BFC4D31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6448" y="51879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E14B9F-2F8F-4D3D-8792-E0E880D145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6448" y="51879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92D5B1-6795-4F70-8410-E57FD1DFD3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6448" y="51879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2C4905-F483-4882-8F2A-165566FC85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6448" y="51879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ED439F-B0D1-46F2-8BA5-DC5E005224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6448" y="51879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F5571D-D5B4-452D-9B64-895BA6134A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6448" y="51879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8932F3-3588-449E-BFFE-BB474477CE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325" y="59022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CE4EE0-5DCA-4162-89D2-82F396CC03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325" y="59022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173E56-ED60-489D-99EE-53AD033821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325" y="59022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48CEE3-1B11-471F-A8F5-379D586307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325" y="59022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A2BC29-1DA7-471F-94DB-A6495D8C88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325" y="59022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10F7D4-7A36-44A6-9D14-555A6CF298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325" y="59022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6AADBE-5C47-4284-9C81-39F422032C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325" y="59022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6C3BC5-D800-41BB-82CB-899D729D61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325" y="59022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860F3E-5270-4E8A-A214-1DA0DBB78E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325" y="59022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643E24-8C06-46AA-950B-C29BED5FB0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325" y="59022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FB0086-04B2-411E-85A0-F99A465C88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325" y="59022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98DF7E-916C-4BD6-8CC9-C31179EC1A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325" y="59022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2B36A3-9BFD-4411-A223-54326C9000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325" y="59022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EDD0E0-D93C-4BFA-9093-D62692D0F0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325" y="59022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9FB422-0B2F-4396-9379-9A3CA3FBB9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1584" y="59399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551F23-ADC0-4C6A-998C-EDA5286D40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81584" y="59399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FAD526-6547-4DF5-9ED2-6D9F227CC0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3177" y="53636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870CA3-2E82-4FFD-A0C5-5A90216FF1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3177" y="53636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02FF2B-EC16-460B-AB7C-391880780E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8733" y="56940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798E65-02C4-4E5B-90E2-1A80D97037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68733" y="56940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735436-A7EB-4395-B0B5-9E3D31E4C7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266" y="6030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EDA0C2-8971-491B-83EF-60FB1E6C0E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266" y="6030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A2D519-C43A-4822-8EAF-BAA00BD7DD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266" y="6030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5F554E-0663-4F4D-8175-7FD5900EE4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266" y="6030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06F8AB-2A74-4E62-90AE-4B82CF0F17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4831" y="54407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3FAE0D-192A-4B21-B1AD-32D96A837E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44831" y="54407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6464F0-BC26-4C84-BE9C-B2113F3C8F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7546" y="54780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EAAC86-6740-46A5-876D-61440F8586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7546" y="54780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5D5301-CC5A-446E-B462-ED604FAB9B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266" y="6030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675123-C042-4985-A603-FD04B15497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266" y="6030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70B9A0-CBEA-4C18-8055-60F4C139F9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2975" y="50174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FE274D-F7BE-42D9-B69D-72DEFE8C6B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2975" y="50174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731CF4-F502-4581-8558-3C88328503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2975" y="50174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1F71A7-7189-43F5-B5B0-E3A4013869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2975" y="50174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FD8C8E-4AB2-4BE3-85D8-73FA91A5ED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7556" y="53667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F1AB0E-A166-4D9E-973C-0F43355B2D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7556" y="53667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8B3051-DC2E-4A0F-AE05-6F4D992844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7126" y="6319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870749-4E4D-4498-A990-93BADE7CD6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7126" y="6319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C94962-0FC4-4F67-B54D-1242A12712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814" y="49320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DB6EAB-59AF-416D-AB0D-75873FD4E8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9814" y="49320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52A7E2-0BD4-41C5-B938-DA49DC6B4D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1647" y="60297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0D7FE4-DD8C-41B9-AE54-D1064E7F41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81647" y="60297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2D4F28-450C-4FE7-92FC-40A2750569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4750" y="52737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BB2BC3-CD7D-43EA-9911-358862E53C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4750" y="52737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070060-5E0E-4670-9515-76F944A241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0158" y="54915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81F4DF-6947-4068-99E7-B19EEEEB0F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0158" y="54915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685561-8B78-4C83-8A11-7913A56FA5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0679" y="52362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D07369-FA59-4CA8-B3B7-65F71A1D78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60679" y="52362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C5BA88-4473-4B85-A94C-BCB13B940C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8529" y="57976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7F8F8F-4B2E-4BD2-87D6-756C8FEE5F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8529" y="57976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07778B-11E9-4540-987A-50DF023F18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0285" y="52537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4600E3-04B1-4151-8CB2-E0B47CF7CB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0285" y="52537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B458D7-592A-4ABA-842F-D4C82D4A1E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9029" y="63514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C0374B-FD16-4853-A02B-9C41B89F3A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89029" y="63514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11B791-0B1A-472D-A1A6-EDFFA50A84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1007" y="456438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DD10CA-3F91-4295-A393-7B7FAA8552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1007" y="456438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65F0CD-5E14-4DBF-AB74-97E42D2557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274" y="52041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FEDF51-0988-479D-AAE4-381700037A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73274" y="52041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EC82BA-D5FA-41A2-82FA-86F1DF008D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259" y="62747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688360-8AB3-4F1C-9B69-AB3457A127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83259" y="62747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7AA340-D389-4F1A-9BCB-1840EB6598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8940" y="54596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AF276E-8135-471A-AA12-BC3E46FFC4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8940" y="54596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914E8E-1BD6-4714-8944-65846DDCB2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818" y="5883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265570-503B-4CE6-8A8E-FE5FA39F60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818" y="5883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D393D1-90BC-4466-99C8-6A50822F08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818" y="58838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D19AB1-A4B3-4C74-A04C-ABE92204BE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9818" y="58838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43B950-DDB0-4BF1-AFEB-42A7FE2B9D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4645" y="59262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0EE370-A74D-46B7-8F73-3FAF4188F6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4645" y="59262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4D008E-3B81-4505-B06F-387591852C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323" y="59022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EB30EA-9B8E-4428-A510-BCFBECEBB8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6323" y="59022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494D06-120E-40E6-85B8-3B8034A6CF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2175" y="48205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1B9807-72A8-46A6-88D8-133A982A9A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2175" y="48205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E0051F-CC61-4593-A400-77C73DD374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2573" y="615563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F38D93-97F3-4089-861E-BD0DEC22BB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22573" y="615563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EE8FAA-0E6A-4994-8EBD-4283536A03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8615" y="53015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D26407-08E6-48C6-953F-5A1FAFECCE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8615" y="53015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9314EC-55B4-4217-82B1-24DA8914C2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79155" y="51928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F0A8AA-0768-435B-B6FC-A500098443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79155" y="51928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0333FD-DD20-4DAD-86B6-6BAD54A178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9876" y="45070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545041-6EFD-4494-90F4-ABC155C1C6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29876" y="45070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97492C-5F87-4F35-ADEE-4344AF807E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263" y="6030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789F1F-F7E8-45A4-888E-0A5237F4CE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2263" y="6030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64BD18-CF35-40BA-8AF5-3EA2A29AD2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4" y="69797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F00C46-03D8-4D04-9B0D-4BA7B95FDD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62054" y="69797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888E7F-6360-47C1-9120-EC1CD4B775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3175" y="53636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6467B5-98E5-4387-9454-3544DD4FC7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3175" y="53636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5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605D26-FD22-45E6-8D36-2ECF605B58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4851" y="5001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ED2159-913D-44BC-8AE6-278AEF4789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4851" y="5001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52C9F5-673B-47F9-8776-48F460A9EA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3579" y="49785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564F1A-67C0-465D-BE4C-3468DFAF4F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3579" y="49785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BB23F4-6FDF-4550-8BF9-8E4AB78893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9392" y="499235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CCE9D8-889E-464C-BFD0-F0CF7BD627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9392" y="499235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DE5B8F-C4A9-40D8-9610-906E5D0FFF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1488" y="49861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E42B05-FE0D-4343-873C-0FAB15459F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1488" y="49861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B573A8-391D-4A8E-9435-C0399A1813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1488" y="49861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952DFE-DECA-4925-92A7-D9D29BB387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1488" y="49861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E31206-3254-4CAE-8714-1478926010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5765" y="49837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915378-700B-4129-9CF5-753079279A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5765" y="49837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4E892C-551E-4BC8-8374-A83B3E0EED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8441" y="503580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502703-6916-4D77-A29F-A61AEA9F47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8441" y="503580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612082-1A4E-492F-9E82-465D7A86AA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8355" y="50285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A1C9EA-30DB-44CA-BBE6-26A23BF859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8355" y="50285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0064BA-821A-40AE-B713-7A78FC3192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8355" y="50285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107AD2-AA65-44EF-A505-9B4C128BDB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8355" y="50285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52B45D-30F1-4C9A-BD45-8EA49C596A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8355" y="50285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9092E2-6FCC-4BE3-9C8E-FA521F6F4E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8355" y="50285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B3C104-D1AD-4C51-827F-C72744F67D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1590" y="50027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34DCB7-2D16-46D1-9EE3-125170B3EE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1590" y="50027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61E13F-B0BD-4081-8FFF-0CD238546F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1590" y="50027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16FBA6-B205-48CC-B9EF-908F6BF3A4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1590" y="50027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DBFB60-E265-4E79-B701-8E708B7379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8916" y="50124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C46651-CAB0-478A-9FF5-2BF5625985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8916" y="50124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F756AD-10EE-4525-AC0A-4FD8788148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1590" y="50027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0D8C23-004F-46BD-9822-96285FD898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1590" y="50027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E0E206-9067-4642-935C-6EFDB08868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2682" y="50201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DD00A2-AF81-48FB-9D7E-6FF7CE9661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2682" y="50201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414C0E-EFAE-4E0D-86C4-C2A4BDD154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8355" y="50285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CC6E30-FFD4-4B00-896F-2C94F99274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8355" y="50285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1DB5DE-2441-4468-BCD0-BF5C0C9D08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1590" y="50027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6A2DAB-3BE1-454C-B981-B8E45E583E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1590" y="50027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96BE92-8752-4621-8096-A8842FF33F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8916" y="50124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44B327-EFBA-4DB5-9C3F-D682E9E157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8916" y="50124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A1B926-8C3D-4C17-95F6-4051554F9A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8916" y="50124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0300FF-A15C-4935-8ED8-D22DA0680B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8916" y="50124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22D72A-C2D2-43DE-B64D-A7DA8B34F8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8916" y="50124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BDFF0B-D1AA-4A43-A9E2-0CA3B408E3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8916" y="50124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B6F1B3-285C-4841-87EE-8261F0E85E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8916" y="50124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738F56-5F28-49D2-812D-B9EA1B42CD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8916" y="50124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3D759E-A03D-42A5-8F64-A0B19C03B6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1590" y="50027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60870B-5DF4-4160-AA80-95B908E593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1590" y="50027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5DCCE4-B912-46C5-975A-39FB5C635E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4850" y="5001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11CD21-8198-48CC-97B1-745930A264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4850" y="5001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A7193A-4AF0-4E1A-B054-9197CCFA4D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2682" y="50201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56D9FC-8182-49AD-8397-2855B57CA9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2682" y="50201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9B9E55-5634-4C73-846F-7F791F7702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1590" y="50027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E1591F-5287-4973-A84B-CB1836A8F8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1590" y="50027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F73EFD-756F-4C69-834C-1FB1682BFB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1590" y="50027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97F810-F83B-4E28-A62A-097287211B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1590" y="50027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FB1301-8507-4943-AC0F-9B2E93AF78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1590" y="50027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486CBE-F42F-446F-A927-B2B62CB027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1590" y="50027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99A355-B5C5-43A7-9749-23BFC05ED0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8916" y="50124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2214D8-9079-40C9-8AC0-6BE3004ADD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8916" y="50124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73C7F0-B95D-4E8E-88C1-4E07CEE058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1590" y="50027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394211-B1C9-496F-9847-11EE81C242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1590" y="50027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96A301-5DF6-4071-B268-1B0D0AA5A3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8916" y="50124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20D1CC-02E2-4435-9E10-38216592A5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8916" y="50124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D0C936-1F11-45D9-A17F-2F20212757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45650C-90D0-41D3-80F3-9E5111278F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8B63CD-D451-4844-85B0-522FC2020F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2950" y="62556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7D8149-A3EA-4824-A473-74F2044391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2950" y="62556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8F2529-A49D-4477-ACEA-8466AD44E2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2950" y="62556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080D25-733E-4217-918A-7844C4BD6C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2950" y="62556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4B92D8-EC83-420F-8001-D6AC43D537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D5A2CC-FFF3-45F8-B872-D787A06C50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65E931-D583-44B1-A325-F69B1985A3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2950" y="62556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037CC7-0E48-43A0-B7C9-23ACF2A1E4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2950" y="62556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2880F6-A257-4DDB-9919-A2B0E28FFB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2950" y="62556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8B5396-FABD-4109-950B-AF33655DAC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2950" y="62556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8AFD5B-FFA8-4DE7-BF06-77D9EA553A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7715FA-BE66-4B03-ADD4-78A6A5DB60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21D585-1DFC-4B8B-B26D-5FE105F96B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053125-FD85-4014-8B2B-CE956513FC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78B7CB-7BBC-4787-855C-26BE804BD1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F1671D-533B-436C-9CD2-E280CD958F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8E14F6-9C0A-4D11-8640-5EC27ACCAE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F4AD0C-0405-47F2-B7CA-73A02059B0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C972EE-16CC-4329-8076-8B4007941E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F21B30-B2B6-4637-9913-81892F447C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2E4DC3-8B3E-4974-813B-7A137AFF8E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2950" y="62556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CA8514-053F-414E-B82B-9560644B32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2950" y="62556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FB9C82-BF1B-41CA-9697-CF73D8F82A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2950" y="62556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4C2312-4E88-4D3F-A4A0-89DB76C8A8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2950" y="62556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96736D-E02B-433A-8749-85ABBD4674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2950" y="62556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897213-4E89-4560-AA77-704941FACD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2950" y="62556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C714F4-8818-4C08-89D7-893E17049D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82BDFB-5913-478B-9751-A0F392D5D0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0E5FA6-3E24-47A8-B25F-AC634E4713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5578C1-2E74-4145-B589-664FBAC60E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DC8F48-D8DA-48B1-B0EA-08BF1B9396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C6F61D-FEE3-4684-B0B9-8479B6BD26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4E3E36-47F3-4F94-86A9-BE6FB94F99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2950" y="62556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CADD79-ABBB-4F3E-8E24-F7861B584A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2950" y="62556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CC64F6-51B9-4113-A871-D359E6CB2D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DB66C7-446D-4FD3-99BF-37D59BD68D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60D117-C278-44A4-A960-C39C55E02D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B4863A-6156-4CCF-86D2-C2F72EE0F4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674515-1A67-4023-81A7-A02299C9F9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47AD73-15F3-4DA9-89C4-8787D37C24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DBBA3D-0413-4FA9-AADA-698E15B76B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B0421C-7505-45E6-B9E1-F0373630D3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D9154B-81BF-4E8E-8874-4799E4BAD0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3D4605-D421-45D3-8557-AA2CDD4527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E068A1-B522-47CF-BE37-6D78ED3A25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2950" y="62556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5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DD1BB1-4EFA-4FC5-8C78-9C14AA5D9A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2950" y="62556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5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99736C-8975-48EE-B0C7-3566DDB85F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2950" y="62556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198D1A-257A-4C27-80D4-8934A102BE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82950" y="62556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6B3577-F41F-480E-8422-640654C6AF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8EA972-54BD-446F-8FFF-830E19584F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CEF601-06FF-4D60-A0A1-E0CF658BD0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9417C2-5F3F-436E-A9E6-214DB03445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196362-A742-46F1-9CE8-0490CDE5CF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1E013C-8154-4B18-8986-55B6DEE37B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A65ECC-DA88-4ACE-9C4E-DDE74EF8BC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5A22E9-F663-4F3E-AFEA-74E32AF4A2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5042B8-8622-4A2F-8AF3-908E92CDBD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F8F125-F719-49C9-8FC3-4DD7BAB1F2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52737" y="62464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F3E308-797D-4711-839E-574213CFCA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6427" y="56239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7E4719-EFD4-4E82-A009-12F8DBAE0A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6427" y="56239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D0149F-9416-446C-885C-3B2AE616F5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0498" y="56068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A6B4DD-6F80-4E97-8B7C-CCAC1858C0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0498" y="56068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8AD976-7855-4EB0-8769-B973497491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B6C191-42DB-4888-8156-2F1170EA92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4BCE48-C3A2-4E60-99DE-2CB416853E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A24038-B658-40F8-8783-5E936A7346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94274D-25F0-4D75-8686-BB9688F7E8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0498" y="56068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2B9D0F-F852-449C-B6CC-7688CABD14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0498" y="56068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6D9F7B-96A5-47A2-B1CB-C588C7781F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D7F325-4D04-46A2-AD61-979EE4EC95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67DE83-594C-4772-8B8F-F1314EF29B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74ED53-54A3-47DD-B65E-A9A50A3BA9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656A13-C2D4-4425-BDA9-CEB9F92956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0498" y="56068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0269C6-232C-49BD-9A5A-4899AF17B8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0498" y="56068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E7E829-9975-41FF-A7E9-51AC94E1F7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280DBB-CC93-4C75-95B9-934CA718CC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8B551E-2613-40B0-AB1B-990E5F8604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D54B45-194E-44CC-9D74-585F6D59D9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5A908C-190A-45CE-9F1C-08433886A6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5C1C11-0E8F-4BA7-B809-A2408D4341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B9F779-B040-49FF-B37D-20BF12981A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1B7C27-418F-4C60-AA2D-E31CBDBF0B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619963-3E28-4FFA-B42C-77E8358B8F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0498" y="56068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563C8B-A113-42CE-94A0-756E182BB4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0498" y="56068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80B258-29D1-4534-96B7-CDFF0144B6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41EDFF-5DDA-4061-9A1F-5AAAA2239F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5895F6-F73C-4FF6-B5D1-3A8A145B33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7B0D7A-4793-4203-B491-5A0C0E2EC8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89A70B-E7B0-44EF-9BC0-29AC59E214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08C8A6-8D79-47B0-B540-F2EE22FD87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44FC77-6CBD-47B3-8891-87BE9F3016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72E27C-C376-4410-A902-BBDBBC6448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2E5F55-5463-4009-A03D-5785D2DF4B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CF562C-1F41-44D5-8268-C0EA8958C3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68CB0F-A590-4058-A6FB-2F5297E102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4DFF21-12DD-4BF1-9377-9AB3A7C8BF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BDBE03-C945-42B9-A7BD-BEEFF8178E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0498" y="56068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DB693B-8A8C-49B1-8897-E18524EB90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0498" y="56068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F06396-2525-4DCE-B6A0-CB4BF300CB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0498" y="56068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A3A650-4033-4CAC-B012-D85875C213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0498" y="56068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C074A3-2273-4EF4-9D39-1715266747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5A7C3E-9AAB-4BC6-9717-ED86E4F493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4BDADF-DA20-4F43-A99A-0D6A9ABB9E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21F87A-E4B7-46EE-AD72-D73713740F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A8DD3C-2278-4AA2-98B0-D60C82DAEF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33B501-170C-49AA-9B91-D41B24B6B8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B01167-C844-42BD-982D-943B59FA03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60F881-B9B5-49EB-A680-6D30267928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EF10BE-8B43-488E-9E63-2EAD7163FD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98F31E-53FC-4361-8BD1-5C67F1B872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8A2F77-3C32-4D27-BE25-9CF112D948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84AA69-10E0-4359-B87E-4E5F309EA8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0CFAA4-9B74-4139-A871-143D156764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443518-B815-4696-906E-41C6E18A6F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7BE0B3-AF21-41FA-9292-38E412C182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4559D6-42E5-4FFE-A509-33477B2023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65328" y="56349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6A8061-9911-4C01-8FC0-9D1C98FB5F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8651" y="56164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230AE1-E862-4B83-B499-1777AF2421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8651" y="56164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83B6ED-EF0C-40BD-8576-DC8438FFCB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148" y="63264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835E29-926C-4AF2-B1D6-9D91D8FE82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148" y="63264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D99BAC-0EC0-4B56-97DD-4F9EE9B90F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148" y="63264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B4969F-7406-45BD-A0EC-85BFC62ACF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148" y="63264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2F7C5D-96B2-4E73-9C51-E270895CC5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16184" y="632222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24325D-07A9-4E90-9F46-BF8D7FCA0F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16184" y="632222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6ACE03-0E20-4DE6-9274-0AC696A719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148" y="63264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096161-D85A-4BBE-A951-45BA58DDAD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148" y="63264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90F4AD-95B2-4F9C-B065-17C7109FF6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7782" y="63383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C6B966-75D3-499D-9BC5-0C093F3E5E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7782" y="63383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EDC190-63C9-47A1-B674-68C293F3E5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7782" y="63383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F90803-4F6B-4851-824C-BDF8660321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7782" y="63383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7951D2-7710-48E6-B9C1-E7F58410DA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7782" y="63383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4DBD98-B6C0-4E5D-B9C8-7751553B9E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7782" y="63383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EACF41-45F3-4CB5-9382-9A2FDC6EFC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CB0616-CF9F-4E99-A019-4623BEFE81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112D81-3838-499F-A2EA-9F7C11F9FA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2BC9FC-61AA-42B9-9A24-B2D43550CE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2844C1-8D79-4992-A8DB-EF9B4E148C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F50CE0-9680-428A-82DE-5E9E7FD5DA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7F7495-8D75-4EC9-A9A6-093283AA0C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BD9E62-EEB3-4D4D-92A1-36D19C6B28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2C2AA5-76EA-43F8-864F-1274075238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17179A-FDBB-4C94-BFEB-5598005282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E207ED-0E5C-4909-8914-702A09B2B6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7FCB78-64ED-4811-B1E6-1275E12FE3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558C10-1165-4A7E-AA11-A412CB2235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C81B82-5586-4036-9591-2588320B8D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563784-7A33-42A0-9726-7F7F64412F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254398-650A-45E3-93EA-FD760B6739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CDB28F-C80B-449E-A3B2-44CF4F212C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83720F-1AA1-421B-A19F-DA7E315B7A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A976EF-B769-4DD9-B91B-F5D6CEA9C2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E72115-48E1-4DD3-98EA-0A55E24365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3B3649-401A-45FC-9765-97ABC2B4DF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03C0A6-051E-4983-8249-BEE14A2D84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F0D05A-F147-4FCE-82C0-40D7A625B9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0EA1C0-3BD2-4461-86B5-7F1C6F4697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92F253-9030-46D5-9332-7ABD4572AC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0C25B6-6E87-4643-A55F-D3E7141D84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C9DD93-E560-4C74-B9BC-80DBDA884E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B20A48-2908-4F4F-8D96-19DFD79BE4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9941FD-0E80-43C9-BDA8-DF6542EA9C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ABD378-0B9D-4D5B-9FC1-7478AB8CCE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3B9C67-6A3C-4D82-AAFF-32F5F0BF1C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148" y="63264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61886E-4FF8-4591-AEA0-AFF25BAECE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148" y="63264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1D6A9E-105E-4CA5-81F4-4E23134569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343FFF-BC63-4A63-B761-92B6FA35AF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298B8C-2CCD-4E43-815C-1761A7FF24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41C114-7BA6-4645-BAEA-B74FFA2D86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46EFCF-29DA-4CD2-BFD8-1FB4187834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6787DC-E4FE-411C-9566-199B4AFC22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BB106B-160B-47D2-B5B0-4D48BD9E7C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148" y="63264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56BED8-804E-4AA0-B25B-D5DDE033B9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148" y="63264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BF860E-EB8D-4A68-8AE9-310DD71FBC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148" y="63264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DB293E-C471-49FE-8917-165C03CF65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148" y="63264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00EC87-4A0A-493D-A446-7A473DEF0A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148" y="63264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CFD300-3BD3-40D7-8E2F-80E877B1AB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148" y="63264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40A187-C462-462C-A48F-8C127CA891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BEDC4B-5431-4170-8F38-A8B011A477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1633" y="63528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AE075F-BB0C-415C-A9DF-CDD92C5A49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20CB06-F63F-498F-8B8F-45F8783848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0F0FF0-BF7B-4A1A-9B38-FF68819F66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12580E-5916-4F73-A5C9-C251C56DFD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61F05C-3372-444B-8FBF-5BF23901C4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4965A5-555A-4201-BDA2-4E81FAA4D1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DE5168-159F-40D0-BABC-8505F21282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E4D091-D8AE-48B5-9098-4FA4F1F736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3D3ED0-EE31-4391-9EA5-0063109F86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CCFC2A-126A-4E7C-8714-CF540A71BB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A9C0F6-4C47-4819-A260-AF61851397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10EDFC-4A98-4AE8-8EE4-886276BDA5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C9CE72-42EE-47DF-B5D6-747C2EF734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410AF5-16B4-4D8D-B099-1E2CD038E3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B0B046-CD1E-4927-AF03-F406CF55FD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95C3EA-7A1F-47EF-BB87-A7338C97C0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E60D48-3D8D-4CB2-9B98-F619CE2AAB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BAFD03-E1D1-4F6E-A81B-AC61724D4A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A37661-0B0D-48C1-A0A1-115651E4CE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B26570-4E85-45F2-A020-E98543929B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85809C-9DFA-41E6-8361-357B2A527F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9A211C-ABAA-4555-839C-A24172ECB0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BDB0DC-6425-422A-B970-CD18BA0F30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42DF5D-35B9-4514-921D-4E1C71BFE6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FFF046-F4A6-4411-8EF6-5AF8020290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E699A9-09CB-4403-A2EB-A3622BE630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A9F81C-C550-44D9-871E-FFE97165DF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B92178-AAB4-493A-A5AE-2A5E9F5F71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22F90E-9032-4521-8EFC-01B933E1D0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99C61E-BAA0-4C41-872C-BAF3709684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F02A45-D9BA-4F85-9227-09B5314B36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6BFA8F-8BCB-4FBA-BEBC-8971A34FF2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39F0BC-3339-410E-AE4D-FADFAF7B2A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28F9DD-191A-4C08-AA8C-62CEC6A83F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323A6A-D685-4925-8F9D-DE88004E28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47B3FB-EABF-4144-954B-C5293A7F03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4126A3-AA51-4A58-A8DD-3B4EBEF9A3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D6F47B-5052-4E4D-BFAF-85F1B46E7E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6EB865-0AE5-48D2-A819-1738BE9679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3DB215-72EA-4ADB-9E56-4C080794B0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214CB1-B6A5-4BF2-B5D8-B000B10F4B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6D49C7-0E18-4F89-BE1E-3E4B7ACFEB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5676ED-8FA7-41A2-8D3A-41C89BC4EE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69411" y="59333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DB3E9C-65C9-45CA-9009-0B00740F7B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69411" y="59333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18F87E-22F8-436E-AC14-B468D836D5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69411" y="59333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898190-CF18-4CAD-AFEE-2EBD428460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69411" y="59333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D5C46E-714F-4D65-A4A0-428F6509C2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1220DA-3668-4FC6-938A-0E02EE67EC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589868-E91B-4890-B36B-648A7CC286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D1E524-CA1C-474C-B202-392FA9D466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5BF027-E604-4AED-BF94-2918329A85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EE1BF6-4626-4481-8DD8-E364A19B98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E5A6CA-CAA6-49D4-AF07-C6A720AC7A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7E661C-2773-4C7D-A34E-64463E84DC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05ED2E-581B-41F0-B17F-A314E5A55B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6F5DC0-384F-4E24-8933-4441E93E4D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FECE40-A2E0-4D7D-B120-217931B2A9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003A09-3CDB-4547-AFBB-E2F29092B1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2C5AB4-4EBC-481A-A209-4180B0C24B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D0492B-F2E3-4077-9C7E-75B4A1B54B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5391" y="5916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D344C2-8ACB-44A9-BC29-7E0CD654EA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4036" y="57530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5E40ED-2328-4AF4-A47A-8A670A3214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4036" y="57530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04DDB5-E6BC-4E3D-94B8-B44CB761E5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4036" y="57530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A883A5-9467-4869-8B5E-B7E39FDC6C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4036" y="57530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0ED17E-8D9B-4470-8F50-21BB67D033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4036" y="57530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2748BB-E506-4211-BD99-865DCC359D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4036" y="57530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096A56-7319-486E-83BC-C65594F4F3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4948" y="57693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6E27F8-9AC3-4000-A4E0-368E637D68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4948" y="57693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90CBAB-2E6B-40C9-997E-055A4700E3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6062" y="57658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4A8064-C750-465A-B8EC-4F8A949013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6062" y="57658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9A7D5F-58BF-4FBC-A40A-1DE714B95A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6188" y="57721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7F226C-5559-4280-B890-82E5712762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6188" y="57721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F1DC04-B515-4860-8FAC-4C2D035B9F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2521" y="57540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557A46-4479-4BEB-91C1-5D29D9B07C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2521" y="57540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E0E33E-6573-4EFA-9DE1-42090F17C2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9342" y="57857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C6CF84-1989-40DE-BDDA-B9D28C6A79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9342" y="57857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386005-2C5B-4BE0-A691-A05462C3D8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9342" y="578579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6FAB66-3E72-4B77-BBDA-2EA29C2C6F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9342" y="578579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B92759-A1F9-495D-BCB0-00A1ED28B1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4034" y="57530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60F92D-ED9B-4EE7-AD27-43CF00368B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94034" y="57530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C7F904-B155-45CC-930F-C274D3FA8F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6188" y="57721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2FE6F7-ED9E-443C-B387-EE7D5F9FDC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6188" y="57721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5E615F-3513-4DDF-9898-30DF6AFFA4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6188" y="57721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68B5D1-F4D1-4138-8853-A515CFF6BF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86188" y="57721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9A6672-7FFD-4AE2-9481-60F3261579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4125" y="57984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5A9B4B-2199-4C7A-ADF0-FC1D3C7F4F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4125" y="57984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947F52-5A7E-4597-A5EF-3BB0C1779F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2521" y="57540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874154-1175-4CBA-94A6-CB426CA48B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2521" y="57540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7C3C08-6326-4C2B-8674-DB4E9C050D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2521" y="57540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E09930-E34F-4737-B107-956A5D2B6F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2521" y="57540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BFA72F-DB84-4A80-B5C9-09D5670E6F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2521" y="57540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E80BB0-BF14-4FDE-803A-7ADE18D7B7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2521" y="57540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9D9FA8-B14E-4ED1-B0CC-281A568D3A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2521" y="57540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9FC3E1-BBF2-45AB-80C2-0C8527270D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2521" y="57540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F5E4D3-C46E-4362-B491-A5FC5E8F97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2521" y="57540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3A52AE-CBC8-4F3F-9014-79D0DBF523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2521" y="57540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37B6DC-360E-4156-BA42-191CFFE624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5008" y="57787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3FEE12-C642-46FB-85C6-45C00A1ABA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5008" y="57787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B89EA2-D666-499F-B312-CBECD7C4C6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4125" y="57984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FD3C10-DE91-4525-AEDC-31C900C8FF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14125" y="57984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D8DA7C-D4CC-4393-920F-2C82CFF926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5008" y="57787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586957-5769-4C35-B5F1-79E4B220D7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5008" y="57787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7B7229-5A21-4878-A81F-77CDC4CDC9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5008" y="57787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B35027-BAA8-4CD2-8825-CF31ABD36D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5008" y="57787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4F6C69-6436-4928-80D3-B755E5793C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5008" y="57787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5B9DFD-688D-4FD2-A9DA-C2EC5282D7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5008" y="57787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072ADB-C60B-4CF3-8578-35766EFB51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2521" y="57540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30BE2E-E2D7-4114-875B-C0CDDF9E0D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2521" y="57540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594A3F-67AB-41B5-98FD-929FD645B6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412" y="57351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195BBD-942C-4378-AC92-ED437DC70D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412" y="57351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C58D84-1403-44B6-A3C5-2D3F3DE844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5008" y="57787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69E104-1DF0-424D-ADAF-4A8648F17B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5008" y="57787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C7FBE0-1ECB-4A86-873A-1A0FB48EBF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5008" y="57787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47AD35-879E-4C86-B512-D3825EB2B0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5008" y="57787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085122-DC1F-4E80-A545-600728F639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2521" y="57540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F8B6EB-B68A-4C81-A312-3E176BC66F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2521" y="57540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95EA75-8C85-4788-A542-D52867716B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5008" y="57787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CA05FC-D0F0-4E53-9413-65CE6A36E3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25008" y="57787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0F92CD-B67A-47A4-9CFD-FFAE708C86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412" y="57351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02D916-0A0F-43E7-8CA9-9CBFCF574E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07412" y="57351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CD8FD1-F8DE-4B5F-A940-7DB516557C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ECCB82-598E-447F-9866-590E8358F2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C8B1E8-2E10-49AF-93F6-CBB550077C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9E5B94-A754-4BCB-B99A-C9109FB0EB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35C0C2-9AFD-4655-8CC8-AECD02BAB1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DA205A-A6D5-4EE0-8527-FC36500C0D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1A98C9-B7B8-4587-84C2-9C17FD5695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1D5CAE-0202-487D-AF7A-0763255EC0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C5769A-B672-49C5-BF81-1680917DEC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C61855-6546-4E9F-B0E3-2516805D92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D36F24-0F3B-42F4-AFB1-FFF24BDF70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60F462-C0FE-4D8E-9FD5-5B035DBDBE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046D63-087C-438F-B514-985864C069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0614DA-0F37-4BB4-ACF9-F850CB441B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45912C-98A1-429D-8503-D639C59144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DD6B81-D144-4421-93D6-D36D41AF97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40A6BF-A309-4B1E-92C5-CF8B813845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9CF693-DE89-48CC-A797-6B882D8134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6B9814-072E-4DEA-ABE3-0FF6D2178A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7E57A7-6FD6-4290-9689-D9DA78AE1A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C6C2A0-079A-4A67-9B11-1195280813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038091-45B8-466B-B538-A456A292CB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33599A-248A-41B2-8B9B-91C75359B0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1108D2-7B1B-4CEF-95CD-6184320880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7B5677-AC18-4B6A-9BF6-A214FE018A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B73F5B-DDC4-4D3A-99C0-79016E1BD3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0E7E7A-33FF-44B2-92E1-B7EA7CCB4C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F24479-6B34-43BD-AECD-E4874B7CED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F977D0-04C3-41E0-A6FA-2322765CF7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47B19F-045A-49A3-A6E1-DF8046B119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763574-FC29-402C-A0CF-139936A69A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95EAAF-897F-413C-8043-D1457C7D0F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D62477-8B31-4ACB-A9A9-BE20AF63D9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0C324D-027C-4F8E-8946-E32AC7AB85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2E5D12-4003-413D-978A-BD67F12803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0B0818-C449-40F4-AC10-3C416BD9AA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22FA98-D203-4B42-A52B-6DFEBFBC35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E62E8D-218C-4EFC-A584-AA19C8DA6F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86506B-710A-474B-9A40-45E304761D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AB366B-5889-484F-9C1F-5D319B3104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AF9E42-3868-4152-9F6F-F54A746937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547760-6BA0-4378-BC2C-3E28A04908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83AD1C-DCF7-49A9-AB44-0D997B93E6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0C9CD3-9BE5-4E6E-B3B7-75C723EA66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B0F084-7C60-4C6F-9E8F-B68B4A3D31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03A936-A580-49C1-A2FC-593261E3AB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80D0FC-3441-4B69-A2EA-8C47CAA3B6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1E27E7-2B29-488E-8A7C-6B17A043CB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83295E-326B-42EB-A5C9-200FA3AD7F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B331BD-CF98-4959-8CFB-F1491A1C9C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CF9F3C-3114-4822-8E46-CB4F8521B4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ABA8B6-479A-40B3-A01B-A623BCFB57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1B7BFC-B5F0-4569-B573-0A5136137C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DF8144-14B2-4103-9FFC-838201D102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0CC85F-CF2F-4228-90CC-29C3259CC0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F592B2-DF31-4EB9-8501-5525AE74B8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85DE7F-5924-42A1-A92E-88527BB46E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BF6279-6314-4850-8614-6FBEAB4723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BB3A2D-B011-4CFF-91EE-5660C142F7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B665AE-BD6B-408A-800A-5B11CBAE6D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1345" y="59455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BF81F0-A49B-404E-9B69-0BC419A2DA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C1E870-5FB2-4693-9B15-F9AE30F85D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2A4FC4-CF0A-4BEB-B0B9-78A73ED066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CC4A6A-B789-41FF-A739-05D863BF72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BCEFD7-B713-4C02-A0A9-F5EF1C4C4C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C6377F-7C79-41CF-A245-344F1667D6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589BEC-F625-4138-B73B-4042100E04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9954F5-607D-477C-AD92-84B7847A89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E4F3CC-EEE5-4EEC-A0E6-DBA35E0E44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D078B0-8C92-4731-A081-562E54A43B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5EC131-03D4-494C-AE50-0510353527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D4928E-E1DA-496D-8F14-8D24E52E20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6BB609-B1A0-4BD5-8BD9-AFF1DBAA20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053245-E05C-4C0E-8158-B4511315A9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85CEB1-7940-4BC0-B544-6467BCBBA1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E3B1D5-954D-43BE-97CB-7A6F8EEE16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D7C113-6DFA-47BD-A9A1-2FB7F67B33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77A8B3-B5ED-43A0-A520-C60B66654C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D69E4B-C1DE-424D-B8D1-A71450C606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59CF8F-6376-40B3-B1BD-F36E073CAD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C24ECB-2476-43EA-856B-9913D1A7B0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F92A31-2A21-4148-8F63-420F9AC1FE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DADB71-7A35-48DC-A817-F015330D1D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17BF5B-C440-43D1-B8FD-58BF8CBFF0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DD4822-3BF3-4624-BF43-6DC29DCE37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DFDAFB-F50D-42AE-BA52-83EF2C6C0F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811FA1-6AEC-418B-9A73-B4BA25AA97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0E9F08-79DA-450C-9A4A-E104DF9DA7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E7A959-747F-4F82-A0C2-5BD9995B48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BBA599-9924-4FDD-B7BA-4A9A4ED951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41E9EC-51BD-44DA-B567-FDF54E6FEC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F3BBAB-BC22-44EA-B113-97C83EF185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E87423-2B08-458C-97EA-C15EB4E325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325F3B-C90C-4C07-918C-3DC590C9AB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F66CCB-89D2-4736-ACD8-7F88012470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4F9CE2-035E-429B-97FF-EE8CECCD9E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07E77D-B80A-4E91-A5F6-8855A1F521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AFE4B0-9B4B-4BB2-A493-6FCFC6CAD1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D0AEDD-5042-4E45-97EF-5860EA4A5B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7716" y="52129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7F8E6D-362D-4CDA-AFFF-494917EC9B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7716" y="52129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399E18-1F3F-4DA5-8C8B-9AD6359EC7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4798" y="52010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7935D4-9A7B-4CE3-9A2F-E4564F1B53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4798" y="52010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A5A777-D879-4E76-A6DD-0E7CD04B22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7716" y="52129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34719F-F45E-4ED9-8641-6426021C62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7716" y="52129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6A865F-A22E-4B58-A723-D1D6DD5EC2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7716" y="52129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4D9607-98A1-4009-80D5-BF1E8DF319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7716" y="52129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8B0883-E167-44BE-9856-305378EEE9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7716" y="52129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006F41-1D72-426F-9443-904F1FF630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7716" y="52129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ABC763-39C5-4462-8D37-97E7E7C37A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7716" y="52129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D24ECB-6827-4CEA-98DC-E1AE534B70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37716" y="52129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888D9C-D61A-4CA8-86E8-CD267E8753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4798" y="52010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A1D7D9-DFAC-4BE8-A663-050BFB74B5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84798" y="52010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3E3339-6C09-435E-A07D-B4EFD37CCF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4373" y="521732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1D00D4-EB81-4881-98CC-6024B8C476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794373" y="521732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00690E-2629-4FBB-A5CA-25EE0CFD07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2466" y="522272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4CECF3-702B-48BF-8ECE-3D9424E8F4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2466" y="522272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13E91C-FBD4-417C-A74A-5E1CF3C685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1B24F0-D784-4F8E-BABF-552C3FA279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383187-EF62-44A1-9713-E308D80563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AB3998-A352-47EA-8260-4621963666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59" y="51924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6325DA-85BE-4B27-A1E3-489CB261F0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305" y="4904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7BEB88-B5F6-4A9E-82D4-AC04F1119F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305" y="4904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AB0CB9-D895-4CE9-B02F-8076FB9A64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305" y="4904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E01E19-9EAD-4348-B2A6-66FDA54DBF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305" y="4904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DE26C3-2D77-431B-A4D0-83A847D2F2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305" y="4904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C5D011-4E89-45F5-AE78-58606DE472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305" y="4904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91329B-262D-4DD4-869A-CE665A9827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305" y="4904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800D85-CA7E-40B8-81E6-EEAD979FCC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305" y="4904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CF76E5-F88D-4551-B594-4AD2F9A41E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305" y="4904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98A1B2-4E9A-4D2B-8DEE-639D8FFE57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305" y="4904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036E79-6BCB-4FBD-9E7E-7B3667044C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305" y="4904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941526-AEF4-41EC-AE4E-893C75EC63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305" y="4904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EA2E27-0BE5-4D31-BD77-C72866844C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305" y="4904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6E1A43-1A77-49E5-9A54-6D3CE18C3C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305" y="4904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524E22-85DE-4E5F-A098-9BD727C08A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6299" y="49265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071DC5-8460-4362-B63D-13DE503245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06299" y="49265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EC7B68-0103-4F3C-B82E-AB29392431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305" y="4904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C2D3A7-7750-407E-ADF8-3CE7E44F3D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305" y="4904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A30A0E-4DFE-4F27-818F-82EEE1C3C2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6067" y="49308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63C61A-704E-4577-ABFB-F08B3960B7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6067" y="49308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F46D87-304E-4E42-9D24-391D806947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6067" y="49308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CFA22E-DB1E-4DAE-BA3E-8306223147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6067" y="49308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996053-5FF0-4A3C-A0E3-059D351666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305" y="4904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C288F9-4D29-4816-A979-83CC4CAD55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305" y="4904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6B1268-DF50-4EA8-AF38-9AD2AB3CA9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305" y="4904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5027CD-31CE-4C76-B037-A5D09AEB94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305" y="4904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A9FF44-605E-440E-8672-3639E31B0A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6067" y="49308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C11F71-1321-4E10-BEA0-CD323E6A48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6067" y="49308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A6816F-C207-4AC5-A67F-4A9E2F7643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305" y="4904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F3FBC8-D397-4E89-AA3F-8A4B6F853C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305" y="4904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45B990-DFCA-4B25-B5E3-B38742BFEF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4952" y="48916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EC1944-361D-476C-BCAD-02B7737744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4952" y="48916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E2450E-814F-422B-A174-EAFEB03CE7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305" y="4904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E192AC-F71D-4DD1-9ADA-E818250FDE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305" y="4904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5B8AD5-422B-4467-B4BB-A10CFED793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305" y="49049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4679F5-91A6-434F-B8EE-5A0343F712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9305" y="49049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CB03AF-8E5B-498C-8403-26E79F88DB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4952" y="48916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2AD4D4-2038-4B8F-BC87-99D0218E19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4952" y="48916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54D4A4-5B0F-4842-971B-999173D48B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9828" y="49143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3EFA18-FDEF-4B45-9A0A-2C9DB814AC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9828" y="49143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691B63-7726-4B76-9906-97752BB872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6067" y="49308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3AD864-C920-48B9-B20F-01D533C871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86067" y="49308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58AE95-01A6-4380-BB92-A8EB33E2A0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0354" y="49394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2D6D65-40F7-4239-BCAD-D36B0D7B25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0354" y="49394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7C75EC-65AD-499C-9B63-0E7B8D38C6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9828" y="49143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673F86-8826-4B6C-BC3D-0D5C538906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9828" y="49143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4DA699-8ADF-4B79-94CB-952722E6EA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9828" y="49143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7C14C1-495C-4789-9846-C965314064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69828" y="49143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0297AD-2870-41FE-BE20-E8E13CEA39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5202" y="49171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8716C4-3B27-441F-9EBF-93FF26BA6F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5202" y="49171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CCD7BB-0411-4317-BB3E-30C441D598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4952" y="48916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DACC95-AAE6-4821-A949-28B4CC6583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74952" y="48916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0C7DD2-DA6F-46F2-9FE7-40EDBD82F2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5202" y="49171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55B8E3-69ED-46AF-B2B6-D46B912EC1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5202" y="49171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460902-4E20-43B6-85C3-5EC484481B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5202" y="49171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95708C-E806-4EC1-8128-74F941EE2E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5202" y="49171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46849E-65BB-4FE8-8E86-31ABD73715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0354" y="49394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000CF5-6776-420B-A11C-28F1C56136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0354" y="49394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D9C059-EDCC-4A81-AF87-A7AAF806D0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5202" y="49171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BE937B-3E8D-497A-ACF8-DBDA86D55A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5202" y="49171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9C8CFC-517C-4D06-A83F-FA815413A1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7196" y="47294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1637D1-500F-407B-831A-37B4FB8C0D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7196" y="47294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FF4B69-BE29-4376-B929-8DF6969989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2692" y="47716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E28A07-82DE-46E9-845D-5589069EFC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2692" y="47716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29C8C7-9A11-459B-950B-2B773718B9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4535" y="47494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2BA5B9-6CE5-4617-8439-2050862CDA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4535" y="47494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79B9EF-28BD-4322-B3DA-2EF188A490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4535" y="47494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39C9F8-967E-4177-AF1F-2A1C0D419B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4535" y="47494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1C7D1B-7111-484C-83BD-BE8FCEB054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4535" y="47494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E03C76-B81F-478E-B8B0-14DAE3069F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4535" y="47494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23A5B2-47C9-45F5-98F6-5AB7B86B32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4535" y="47494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9AF061-7FBA-4626-A2C8-654CA8BFE0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4535" y="47494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DDCA68-7D16-44F1-A477-BCA6459F20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1AF561-4AC7-4A1A-950F-0462B1C13A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6B6004-1FC0-4750-879C-D6CC0D3753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0102" y="47732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0CDAFD-418D-4E91-A3A6-52B3218DEB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90102" y="47732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551D89-7541-47C8-AAB6-3974EB6F7C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2692" y="47716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500BAB-E3C4-4A59-8558-94A3886F4C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2692" y="47716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7E752E-849A-494D-9972-B566F7DCF2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7196" y="472948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54A50F-C711-4874-A21C-C2BBC5C0E6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7196" y="472948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06F9AB-AE42-40E3-A0BE-B75B4BC1E7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2692" y="47716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F51529-242B-40D7-9176-FEA023BBEC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2692" y="47716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6B1C1D-22E6-46E2-B3A8-D5CC81248D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B35F10-29AE-4EAE-A952-EB1E9C5D74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BC4CB9-7EA2-4FE3-94F7-B984FCFDA8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182" y="4724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48DFA0-6F8D-4433-A386-55CC0B9F4E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182" y="4724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43C5AF-6101-4EDA-89B4-8EDFF01A18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182" y="4724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B989CB-CE22-4B56-9CCA-0E51F07FEA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182" y="4724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008F32-2987-4181-B411-49B47AAE1E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182" y="4724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411780-B0EF-47F6-95D3-6FDB97E377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182" y="4724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E63217-DFB6-4B5D-B237-427E6A714B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DE7B68-1C60-4A29-9AED-58386FD2BD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00265E-97D1-4C3A-A86F-31C607750A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F331D4-42B3-42B4-B519-318AC1A109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FC1E4B-1102-4845-A293-A079AF89D5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4B653F-81C6-4678-9C45-52A9E1CF6F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217315-ABBB-4237-8590-B1D1080B32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DA4946-8075-4029-BF65-911B4D2079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B6B134-15F6-4C15-9B2C-A6E5174D6D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756469-A8C0-4AF8-9269-46A800C591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0C3994-9C19-4A7E-8728-C1F3864513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F9E706-DC69-4422-A1F8-84C3F58751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E70693-6F86-4577-A1EE-7DF6ACDA0C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2DE6F0-81E6-4F98-94AA-7CEC37015E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ABD758-D508-44BC-BB6A-F7EBCA3008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236C68-B848-4D88-BE33-BF2A8603AE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C6E2DF-7187-46D5-AA4B-48536AD490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D29A9E-1B30-4C5A-9543-16086B813D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7C3F72-994C-4E6E-8294-E96A69F5B4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EFD687-3215-4D92-ACC2-1E2EAF83AD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A8D2BB-2B51-4677-B426-975523CF1B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31065F-9C4D-4F0D-920D-BC4A75AE7C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C1A52C-80BC-4E2E-B651-88D2810387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7ECDC2-0B9F-46B9-805B-5BC8464AA6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4A0023-6E1A-4E50-BA03-AE5CDF7C02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980" y="47396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2781F7-DB69-4567-91C3-F4AA077C15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7980" y="47396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99CE43-E493-4F4F-8913-44D0B885F2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03F85C-F50C-4727-AFE2-DBD8A55237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527" y="475133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C01F4A-3250-4D9C-9E2F-A255263E1F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182" y="47248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40BA02-C81F-47F8-B405-C50EEB55DC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03182" y="47248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22EBBD-6E00-46A0-B43E-C80DF81524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48CD02-6B9B-45FA-9D9E-82BB831058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DDA1A7-E569-4F9A-B269-72CB52D3C1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63CA75-CBB9-4427-8AF1-059F683580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1B3B02-2B07-4F19-A7B4-99193BD395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6FD1DE-E016-42A9-8DAB-E02A6240D7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E53DBD-C8F9-4E87-8723-FB5C16B578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35E318-1BA7-4305-8564-7DE2959E91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2F3371-2F0C-4DDA-9D7C-D92636CF4D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3820BE-B333-4470-A461-2A2787A9F7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C15430-1CE2-465D-9FA6-2C1A300E2E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154327-DA3C-4CDA-AA76-584A29F9DF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128959-26BE-4A2A-AF83-DA49ADD865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04C075-4DFE-4280-B8A5-F22135E170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196979-E448-42F5-AA3C-E55CEEF1C0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522887-8077-40B5-B350-5F84B01345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171DC0-0D19-4270-AD5E-906E3F19B8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D27E72-D530-4FB9-AB0B-8E853F0BBC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E79856-3435-4B38-8558-A1A18A9260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415CC1-5CF4-4E58-9401-D48D73B102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5DB10D-B632-45E6-A850-9716E00FCE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C4749F-8F1A-4667-ACA3-28B82A68D6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639E71-A1C7-4581-AC04-27AE7190F3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3638FE-389F-49AA-AAEB-94AFA1EE41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AF6A50-D047-4136-9749-EDA553E41D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00F6A4-EA21-4B4A-8E89-856D30A0DA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2D6324-8428-4257-950C-8C2302A775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4B0F4C-8084-4173-A8D5-A15DC61B98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23B266-9455-40C1-9D76-0B1D4697D9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9C573D-F523-4C8A-A24B-964D9C0D8B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94E4C6-81C2-4140-9434-A52AA57211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BB6A75-85AB-45B2-88A2-9FC7F2D191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97225F-249B-4FB6-AE05-C400F30C76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FCCE42-F4A4-4394-9F5E-E15EE39122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CC7930-DD24-4C1B-B6CE-5080D8E898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574C63-0A6C-43A4-8976-661C143DC5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C1CCBC-9AFC-4566-B0C6-B3C33C3938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91C540-56A9-4996-AA9B-A471088D43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5B6C3F-E62F-4F47-90AC-FCD3162FD8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5475D8-FD2C-4A5D-8F77-D93F389EC2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82508A-4970-4F9C-AFBE-D484E471DB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BB8BF7-BC3E-41AE-9CCA-AA3B0F513E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1A0BD5-F24D-4A3B-A39A-952D236A2F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323051-86E6-43BF-BC6B-5037237B09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332578-3279-4696-A09A-C0EA7AE627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0B6D10-E78B-4A4E-8135-A792E8F212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95054" y="63655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0CFAC9-CCD1-49C9-9CDD-B8E09C90B4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278" y="637309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C961F0-0B7D-45FF-8CE4-15527A9EE8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64278" y="637309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F5F4A4-0967-4BE3-B392-E5F978A48D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1959" y="63459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82D329-803E-42E4-85C7-CE8FAB9F56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1959" y="63459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3B660C-63CB-40FE-8F7E-3CC7211A13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1959" y="63459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6EE459-0905-42FF-B2D0-16155FF396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1959" y="63459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9EBFA2-12CE-4BAF-B3D1-5D43805DCD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1959" y="63459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802322-BC57-4D1C-9931-5091135990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1959" y="63459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6416B8-0B47-48FF-B6BA-48FD5B78AD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1959" y="63459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833988-EE42-4E5D-ACD7-8EB7AB46B4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1959" y="63459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533DAE-E7EC-4621-A789-E39F7E6A7C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1959" y="63459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A5F1E1-31A2-4FE3-BF20-0EDFDBA852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1959" y="63459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5C9563-B2F5-4783-9820-E25D057A32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1959" y="63459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DB88C3-A494-4B43-A669-5FE844D1BE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71959" y="63459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F458AC-06C1-4FFE-8590-4A481C2F85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7175" y="61814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905A3A-CBA5-4FD6-AC32-3DB200D038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7175" y="61814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B078E5-5CCE-4CCB-BE0F-8B5F63E3EF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7175" y="61814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996F6B-E7A3-450F-BE49-DA159E8078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7175" y="61814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583B0E-1953-4A30-AC13-D62C687DD7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7175" y="61814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1F81F5-E35F-4CD3-A740-CF1A6CA7B9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7175" y="61814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C1FE48-C144-41FC-AFC6-BB82F9B9D1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253" y="61663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B77868-2288-46C0-9A16-7BB5950E6F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253" y="61663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4CEB8F-F0AD-4E4A-9622-923ADFB913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253" y="61663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2C1078-A57C-4E51-BDCA-5906202A73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253" y="61663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0B75E1-9FE1-45E2-B595-95B7E3D53E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253" y="61663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1F23C1-2981-48CE-90A2-55A8874532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253" y="61663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ADD9F8-6DE3-4177-9947-546F2DF32E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253" y="61663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B505C9-C3EE-410A-938B-176F558E06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253" y="61663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5F9BDF-5711-41DB-83EA-785529C854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253" y="61663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B68F9C-574B-42C1-AB29-47E8D71668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9253" y="61663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AEE91C-D2D9-4571-BD35-5EAFE05B5B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7175" y="61814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95186B-0214-4C91-BABA-314B5A3080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7175" y="61814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4575C8-DB6B-4146-87BE-97DC05B2BB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7175" y="61814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D44921-4380-48E3-9D5A-C4B599A3E7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7175" y="61814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8DB319-0C5C-4D80-8C5C-CB446865E1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7175" y="61814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EBC07F-D044-4E92-B7E4-789A57370C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7175" y="61814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3630E4-8181-46F7-90AD-C6D64198F9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6528" y="61498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04CA4E-48CD-4EA4-BCD7-4AE9E3F56A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6528" y="61498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824DAC-32E5-4B13-A024-93E2F6D3EA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6528" y="61498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118CE9-978B-4DF1-83AC-08A3BDBE24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6528" y="61498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78FD28-6D0F-425C-BC85-B2BCF50387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6528" y="61498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CC329F-2DB6-4237-A5E3-F11176E07B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6528" y="61498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20F0CD-7230-47BF-BE3B-83A2A228E7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6528" y="61498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E77816-8086-4ABF-9988-7DB669A7AB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6528" y="61498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BAB8B5-B224-404D-8496-58F93336E0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6528" y="61498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2ED6C9-1A30-44DF-B127-55C45E39C2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6528" y="61498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334115-B3AC-42B5-A02A-DF16593118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6528" y="61498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71583C-7C57-45C0-8382-429D6AB507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6528" y="61498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0096F1-9A76-4A02-9E69-13CBB943C1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6528" y="61498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9CE120-F07A-4DE3-BB53-B58F882DA4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6528" y="61498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C297D9-7265-4FE8-9D80-6A8798B43A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6528" y="61498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93C745-94E0-4C1B-84F9-44AE64132F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6528" y="61498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17D064-0873-4D58-B455-3316BB1361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6528" y="61498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57767F-443E-4C9D-8881-1C5FF36674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6528" y="61498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FD350B-A307-4E4C-B235-59518A8222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101" y="61670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8769B4-8260-48FF-ABE9-D0788C7F90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101" y="61670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691A91-EFDF-46E7-AE5C-D81415DE4A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101" y="61670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0B9ABF-6481-436E-BDE0-ED72AD3C0D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101" y="61670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08AE8E-B276-4A50-9E6C-C78AF2FC56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101" y="61670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9E522C-C7E9-44F8-8EE5-89A7FC64B5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101" y="61670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0BD4AA-A1F9-4476-BF04-F888DA65CD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101" y="61670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DA3721-2568-4EFF-BF91-DA9B841063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101" y="61670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A7A04E-6B49-4FE7-9AB9-E4DB9CDF22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101" y="61670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B3A3C5-E159-46B6-A3A3-AF2726CB8A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101" y="61670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4D46BD-BFDD-41AF-80B8-5E08CBD49F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101" y="61670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6C0BE2-D996-4B73-8DDD-E0A9EF6116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101" y="61670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923459-0B6E-4BE6-A1A6-D26EDC392B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101" y="61670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A0F319-CAEF-4876-8767-2A8F103007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101" y="61670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7A0C07-012A-4F40-B50D-8125A9CE13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101" y="61670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B08FEB-3D89-41EE-8EF5-BBCC012DD8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03101" y="61670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FDA6BC-45F7-4381-A342-3728A07827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6528" y="61498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75AE4A-1DFB-4CBE-BE4B-D6C03F9B6C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6528" y="61498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4EE02D-3656-4549-A659-77D53EEC4A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6528" y="61498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5832A6-4F15-461A-8C10-25277E0F61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6528" y="61498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9C117E-0BB7-46A0-BCC7-E8EC62783C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C4BF2E-3BC8-4F22-A809-178A6A8A05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BEB709-40CC-430F-A0A9-11C48B9A83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C77B57-DEC7-46E4-8231-040CED610C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6ACB7C-53BC-4CC3-8EE0-52D208559C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29E760-5392-4418-8CC1-6E229279AA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5BB579-0DD5-4137-84B5-89A5376B70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C7BB09-92C6-4C09-95CA-1B6EDF9691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4B929F-1D25-411E-A5D8-ADDADE7CD6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9156B5-09AB-44B6-B57D-B17FB22347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9F019B-5826-43CC-9646-FBB36A38F7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E15B4F-E242-4C9F-9516-B85C68B184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2BEE60-5D85-4958-B320-175093371F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FBD279-511C-457E-B856-0748626E3A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661833-D837-4735-A599-6E0AF16C57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327062-A5DC-4DCC-89C4-C13FD6D074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7DFF10-0032-453E-B47D-EF6B959C8B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8B6631-04A6-43BA-BEF7-FA2D40572F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D8A758-FF79-4E73-BAE1-30B6860411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15C1E5-F1CF-4BC4-8C04-84FF7452F9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1810E5-0717-4D0F-A833-959B52055A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4B108E-1E02-47FC-8AE5-17FC79757B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4863AE-AF99-4119-BAA4-7E73BB6AE7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2FF283-8C95-4037-BE1B-A68558CB44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114919-A26D-45DA-8756-FF9A9AEFC6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8B8282-A19D-45F0-A590-232B5F73E8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4B588E-BDBE-485D-A095-FAEE442832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6BA8D8-CAAB-411D-80F6-B6C9467323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B05C9E-207F-4CA5-AADB-CEEEAA6F2E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E101D5-CA3D-42E1-91EA-8C6AF273F4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B3E132-FE51-4183-872A-C16B751B61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957499-99F0-4AFD-A6A7-4A58744A5C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7BD7A6-E05B-45F8-BCCA-46EE69CAF7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990F2E-1AC9-4D88-AD2C-595106121A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CD2BBA-30DF-4160-BB36-EB01BECB17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B622C0-D518-4776-A387-85529776D9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979BB1-5785-4D52-BA88-1FF9E62CFF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05235C-E809-469C-BFC1-FA9707413C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28DD5A-15AD-416C-981C-970E5F588E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A56FB9-722F-4168-9A55-DD3EDE56B8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E060D9-673F-489C-9A07-2A61F1BF1C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C9DE18-AA0D-4A57-940A-D1D465D161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48883E-4B14-4016-98B9-C8C057CC6D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453521-DE76-425A-BC05-E2349758E0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068636-EE4F-4898-9F1D-7DFD9304D7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FFCB6D-2152-4B6A-8A0E-99C0B04DAA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CD9946-CF84-4B62-A998-D471AC939E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2F3E7D-5BAE-46E3-86CD-07D9B80106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459114-9DC6-43F2-A0BD-63C2D65E54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F28678-FEB2-402C-BEEC-DFE687C07F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CA5ECD-C8C2-41DF-B8ED-05225B9369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8DD9BE-762B-4787-BC87-5873964BB3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901387-3E27-44C1-B1C7-EB1EE7B25B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C0C55F-A741-40B5-A8BE-A3C4F9AD39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8EA03F-31B4-4233-A2AC-C6297C6056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B02798-67D0-4C74-BE44-DED09B01E7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CF520B-E45B-44BD-8B8E-2D095AE2AA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E0C474-BEC1-477F-9525-EF3705E6A9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E9D6FA-22C5-48D9-AF2D-BA729990C8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002693-54E2-4C89-8824-1FF8C83AC0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94098" y="66441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7E2E91-B9D5-4590-B63A-0A8ADDE4FF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4727" y="55416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F09754-02FC-4AFB-8234-2FBC1B215B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4727" y="55416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5C8798-6430-4B89-8E90-EFD993BDEF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4727" y="55416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65FEFA-D2C7-493C-BA83-D3826C3A22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4727" y="55416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7F52AC-715A-4145-A502-B4948EC673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4727" y="55416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1BD66A-B3E9-4E0C-88FA-4A10E3EE13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4727" y="55416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DDB5DF-924A-462A-98DC-5074DBB6A3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7123" y="55625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161532-5837-4470-80BE-C0DEE4D9A3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7123" y="55625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546ED1-1A3D-4CCE-A5A7-60702E06F7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4727" y="55416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844D43-9934-4B8A-B2D4-EDAF528090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4727" y="55416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E4B6E8-D95C-46C5-9EED-D3A644C017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4727" y="55416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47A18E-3324-4FD3-8098-8984002DA5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4727" y="55416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C56406-AE29-4168-81FA-9BB18C7987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4727" y="55416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0B61C7-7A90-4BAA-B838-49D3389C05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4727" y="55416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9BE2A7-D61B-41D1-B7D0-E89D69A456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4727" y="55416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38AE4E-DBA9-4442-9383-AB0348F138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4727" y="55416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AFD1FA-7E5E-480A-9C86-425CC6E4C9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4727" y="55416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FD6EF9-5DA5-4292-8D64-2E19F5C520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4727" y="55416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528FE3-C2D3-458B-9433-48DFD29A86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9861" y="55231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A033DE-3BE2-4516-A353-022C7DB197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9861" y="55231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B3BEAE-3BC6-41A6-B0BF-AA66A278F8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9861" y="55231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8F82D3-BAEE-40FD-A644-138A33BFAC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9861" y="55231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53538A-3DE9-4D97-893F-CB6F9EC3C3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9861" y="55231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421963-B182-4C7D-881E-5444636DB2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9861" y="55231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889476-DEDD-40AF-AE32-1755017C0A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5143" y="5566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4ACB53-8715-42C3-9634-667F48F987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5143" y="5566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35E610-E9DB-432C-961C-25504D40B9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6039" y="55472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09BB18-52B1-4431-963D-8E370C8267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6039" y="55472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1263AC-E3B3-4698-A76C-363686B691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7123" y="55625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3F0539-424C-49F7-B172-6F181B086F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7123" y="55625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03116E-0414-4018-81C8-4483F5D49C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6039" y="55472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028183-5E57-4B68-B335-BB57D5E52E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6039" y="55472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B48600-3F5A-458C-B906-25778CB2CD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5143" y="5566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59E0AF-A909-4113-937B-85956A429C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5143" y="5566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3C2EA0-E904-4AF1-956C-C6B8397CFA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6039" y="55472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AEB68C-3E19-4E27-AE63-BD2E239534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6039" y="55472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B0A2F0-27FD-41D5-B911-DF393F37A3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6039" y="55472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2B6A58-E3FC-45A5-BE45-6930FBF0B8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6039" y="55472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9FC3E4-3B69-4BD1-9E3E-56013ACB96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6039" y="55472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CF8D04-F2B9-4C8D-8FF0-5D5C85211E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6039" y="55472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F7A146-421D-4250-B6C9-4387692A43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6039" y="55472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BCC906-EE2A-49EE-B8F3-7339671DDF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6039" y="55472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DAEF80-3B51-48F0-8534-78D3C6A791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2624" y="55258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9A6ECE-4D42-446F-B8E4-507988CA3C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2624" y="55258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BC236E-07B4-43DC-A607-B6D10844EA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904" y="55183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30306F-657E-4329-824D-F10161CEFD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904" y="55183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0E058D-95CC-4214-AFAA-606AEDF930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6039" y="55472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07C976-82AB-48E8-98DF-4C19E24C96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6039" y="55472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8FAFEA-DD72-4A59-BE38-90192DC7F5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904" y="55183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92C8D1-E77C-4395-9004-C3B5B3D654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51904" y="55183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E4A3DD-F3D6-470D-BCCB-295C367CB0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6039" y="55472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1A848B-562F-4528-9E8C-761401D69B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6039" y="55472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CC95A6-7418-4B89-9BF9-74DF42094D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6039" y="554724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2D4A68-D33B-4198-AD91-B5A3158120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6039" y="554724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9FFA75-CFC6-4619-9476-CAEBBFCDEB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5143" y="55667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80DF55-9EE4-4CAF-9971-1B30CFA80B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5143" y="55667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42E209-7D8C-4C84-A3AA-EFFB828562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3412" y="55706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0920B1-E3B9-4E14-AC0F-175DFD1126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23412" y="55706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E74AAD-752A-4A9B-B8FC-00E6CCABA4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9448" y="55449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BE598D-CD1E-4FDD-9EAF-966EF92964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9448" y="55449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F53FD3-30B3-4134-BB0D-A74C36461A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9967" y="6107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7636EF-A4FA-4F76-9693-9A8016DE9C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9967" y="6107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614B04-310F-4972-B383-7E9F30BDD8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62858" y="608134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DF0BB6-6CBC-4812-A65E-5B6373660D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62858" y="608134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CEBEB9-FF25-4405-823F-52BC75A52A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747" y="60601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E1DCB2-80E0-4EAA-9CBD-E8BBDDD74D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747" y="60601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10A90C-8647-4974-9790-AD045B6331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6852" y="60598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4641E3-5076-4B03-B724-5D9E0D8170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6852" y="60598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33F373-7FF7-4E1A-BF47-4921E39D37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375" y="60841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01611D-C81E-41F5-AF66-279FA10C70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375" y="60841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B8A357-227B-42D6-B35A-3A8642939A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375" y="60841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339FC5-1595-4C8B-BF6A-C8D0EC4C91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375" y="60841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D392D0-3DE5-4C82-89E2-EACB5C0696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375" y="60841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D77D57-AC64-42A7-A72F-1D1B02A95B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375" y="60841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108012-4C8E-454F-99B9-4436DC924F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375" y="60841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D05197-6A5C-437B-A703-D8F4C00D88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375" y="60841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2B1A70-0011-4402-B3F0-C6F6534C41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2613" y="60790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5DB169-ED40-4F35-A189-FCF048333A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2613" y="60790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2650DE-4361-4885-B64D-318B440910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2613" y="60790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109D72-C955-4800-AC68-116C8D7EF7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2613" y="60790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982CC8-A768-4262-805A-B0E11D960A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375" y="60841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DF4790-5F22-41E7-A1DB-CF80A50CBF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375" y="60841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662CC2-98C8-41E3-B5B3-B23E7F7B05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375" y="60841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CE7305-13E7-47FB-B704-0B927621C6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375" y="60841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E8E9CB-D976-4E12-B58C-57D42DC119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746" y="60601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F0A991-3317-417C-BCA4-59D7736035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746" y="60601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1813FE-063A-4D71-976E-51CF74FC14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17252" y="60960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9B3E6C-1E9A-413C-B043-43E4E8BB29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17252" y="60960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229870-101E-467B-A7D7-ED9077E1E1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6851" y="60598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A89D99-B806-4B70-A58A-7B2EE08B7C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6851" y="60598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02957E-02B3-45EE-873B-F6F6CE529F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746" y="60601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EB360E-9C80-4024-86C4-E73D7A45A1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746" y="60601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F3515B-71CF-4E8A-8787-7ADCC4B305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746" y="60601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1C2A2A-0C52-4116-B9BA-87FC9B8FCA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746" y="60601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A352DB-02DF-46FC-83B9-BEF20D52CC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6851" y="60598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C04AD9-FCF4-4869-9B7D-60B6CC4B8E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6851" y="60598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E47B0D-1859-4CF5-A253-99250F4181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6851" y="60598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6CE8BD-B18D-4C32-A7EA-4D248C7094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6851" y="60598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02233A-DD26-40B2-A769-202A13897A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6851" y="60598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0730BC-A8BD-4270-A46C-6022A599AB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6851" y="60598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53B268-4892-4665-A02A-A955613E5F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6851" y="60598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65C394-03F9-4706-A41F-93F4070DC8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6851" y="60598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CD939A-3D55-42D6-A1CB-D9E2C34FE8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6851" y="60598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CA9273-73AA-43A3-B62E-A828407916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6851" y="60598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FF2512-0F32-46F7-BF1A-51F4306224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374" y="60841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D6F976-C8FA-4F35-B439-1B11AA81D0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374" y="60841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4BE093-9130-4D55-8708-40522A0014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374" y="60841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92297D-E4BA-48CE-AC6A-1E92037D1E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374" y="60841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F06ABB-9A19-437F-B6F6-91045610B5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374" y="60841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2F4F05-FD6C-442E-82AA-C95778E107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374" y="60841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A4E504-66BD-4282-9620-A53191A9F6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745" y="60601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E83EA4-54B8-4C96-ACC0-C631062222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6745" y="60601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6A0114-C939-4B1E-A71F-DA76FF0334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374" y="60841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FEE8DD-8101-41B6-AFD8-1BF7AA643A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374" y="60841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83BD15-5817-4A45-9DC3-3FBDBCDFA0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374" y="60841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E833AE-10BF-4F15-B869-BAD428C7CD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374" y="60841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3830A6-1C29-4F5C-9708-E89775F2A5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374" y="60841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CB83F6-7F10-4A0D-B2CF-26440327CF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374" y="60841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EADB5E-7E6C-4D04-B0C3-316F36ED5E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374" y="60841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4D3C69-D513-4EEF-945E-F655C2DAD0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1374" y="60841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6860DD-C9F4-447D-9CEE-234D1E4792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121" y="57285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7F479E-55CA-48DD-90E9-99C0F98C6A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121" y="57285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CAD07D-67A6-43EB-A361-FA3D4584C8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121" y="57285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9B9C52-FB5C-4601-B78E-6D94F95C20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121" y="57285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FD0DA3-A2D3-4169-842C-3720FEA65F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055" y="57366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3B1CBB-37D4-4BB5-84AD-6532970AA5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055" y="57366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A420DA-B34A-4815-A224-F776A8653E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7658" y="570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6CE267-BAF7-4611-99A2-FB2C2DA657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7658" y="570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512550-0309-42D4-B5B9-FC3464143C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7658" y="570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E1D328-DA5B-4498-A6D5-65C3DF9E44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7658" y="570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2A2A58-9152-4A1A-9B4F-23E49DB059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7658" y="570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0DC80F-585A-4425-93B2-4C874581B7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7658" y="570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8090AF-CC48-41F1-A016-4395CE92D2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7658" y="570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1824C4-4EE6-4E05-825B-DA9C87A281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7658" y="570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2CDF39-D24E-41C5-ADCD-5B2FDDD446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055" y="57366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0AC5B8-E9EE-403D-B9A3-C3DA7654AF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055" y="57366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C23028-3340-4910-8572-7620FD7C94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055" y="57366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04CCF6-F694-4D8C-AF5D-3D712CFC00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055" y="57366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371BC7-5EF7-44A6-B6C8-0C1CBAA04C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7658" y="570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9F29E6-8080-4D97-A1F3-FCBD12689E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7658" y="570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3F19CA-D633-4040-A46A-9257DB6514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055" y="57366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803F6E-F93C-4C1E-BFBD-FB285246BC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055" y="57366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56A0B6-0696-465F-A7F6-789C09BA24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7658" y="570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E4FA0D-CC5B-440E-865F-24C071E548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7658" y="570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396028-44C0-4EDA-8921-367A6AD5D2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121" y="57285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F28EDE-4433-41D8-B6EA-04F952B71E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121" y="57285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E59E31-E938-431F-96D9-83033D5098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121" y="57285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8AACDB-B9B8-48FB-821B-ADFDED5384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121" y="57285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4A5087-A700-419B-B3AF-863B8E7A1E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121" y="57285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BC5167-76CD-43AC-B331-F8AD2DF449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121" y="57285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0DEDA1-71D6-4FA1-B3C8-E0F7B95C44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121" y="57285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5E6A7D-65A6-4EF6-9B5D-4CC6D1EBC7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121" y="57285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8C8263-213B-4E38-8E48-AF918BFE02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121" y="57285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387C15-D2AD-4F8A-90C0-9F8D5EC07D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121" y="57285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EFE713-9C8C-43A5-912B-0D4AC16869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11309" y="57526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57B2BF-7838-4BC9-91A4-1DF55E448F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11309" y="57526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458F2C-E3DF-4A24-AC08-45F6797020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121" y="57285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70EA7A-733B-4050-AC11-3655E2C41F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121" y="57285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D585A1-0BDE-437E-8FB7-D9C4C276C2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121" y="57285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411868-1469-468D-BE51-B429E214CA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121" y="57285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29B5EB-0632-4695-B796-4AE1CF1410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055" y="57366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5A71BE-1B1C-429C-842F-04B7447E36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055" y="57366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60393E-16AF-4B28-BE1B-726BB14CA2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7658" y="570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1AA751-B742-4295-A995-5345966E52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7658" y="570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55D9A3-105B-4F3E-86C0-D51EF93827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7658" y="570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B6441B-A433-4F85-A522-CD20170890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7658" y="570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2BFE89-D768-4236-9C16-8174699F81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055" y="57366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1BB409-4F9E-4EE3-BE12-93C6874068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055" y="57366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919543-0C5D-4A28-A26A-5F505BEEDD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7658" y="570979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AEA106-12F2-442F-924B-5F1024B9A0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7658" y="570979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CC7FEF-57BA-4D5D-B7A0-18CE6314E8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055" y="57366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C6CC1E-57CE-4C8F-A3E0-E0BE876148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055" y="57366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31B6EB-0422-4606-BC8C-A44C8EAACA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121" y="57285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4A6532-1642-4764-99EC-E9299770BB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121" y="57285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4C24CF-AD19-4737-BF4B-BCEA3D0BE2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055" y="573662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75BD01-9529-4438-A7FE-27925D9799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90055" y="573662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934343-6097-4F9D-AE09-09E2489AD0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121" y="57285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1D5F80-9A90-443A-94A2-8469AAC415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121" y="57285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3DF6FA-CB29-4BE6-9569-CBD3BD4044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121" y="57285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343DA5-369D-42C7-97CE-749984C299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1121" y="57285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DF79CB-9221-4C60-99FC-5E8799BBCE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21D1DB-3ACB-4561-8046-101036AB32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120E6B-5F75-4C5D-9F8C-01BAD322C1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66D5B6-51BD-47BE-B17D-8B4C2ACACA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EEFDDC-2D2D-49D6-8B03-F260A7393E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0E5137-58CA-455A-8AFD-FB0E2AB32C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7D1CC5-AC1C-4880-9FD7-64FA3B42C3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FE13B8-A2CF-4080-A506-9550E9E04F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77909C-03B7-4FB8-8212-66E640C813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5C5240-3438-4F1A-8297-B77A686EC9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BFB9C9-AB66-424D-B155-83AFB70BC3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65D421-A087-4E7F-AF0D-8F4639E0B9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D02C76-1DBD-45B1-9B21-C82F767BC9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9241EA-AF6A-4ECA-9421-56B6965EBC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37C523-0281-4EFE-BCE9-105C149C90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4FCBD2-1B8F-491C-BEFD-7D5A98CB99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9078A5-4505-4828-958B-2963880DE1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F0253D-C405-459D-8439-E17061AD99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70E511-BA50-4878-A6CF-ADBA12D91D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924BD1-B8B2-4416-8285-8BECA506FF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8B26B2-34FE-47EB-A577-8711ED6E49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8F34F2-219C-48AC-A2DE-0D5166806D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867F41-2495-46F1-A925-64E72CD66B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166963-E9DA-4B46-8F5B-BF5533AD45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826E15-A6A7-4E45-8956-E10CF62C17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3619E6-5007-406F-B929-6593D33D96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203626-814C-42A6-AA01-EDF0F9B360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A9800B-264D-47ED-AEF6-8CBB6CF64E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0D4932-B3C6-41C8-BCFC-9785347141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FD0F7A-D9A4-4451-AB86-7A18001125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002337-229E-4792-A959-CC9581D569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9CED92-2ABE-4ED7-B844-A60D49974E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5EE58F-697B-4204-9951-D6F8377B3D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27FDE6-E0AB-4C67-AC10-9C40A9723D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808298-00A0-4769-B0F2-180B87D439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2990A9-57B8-456A-82F4-29E9472781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980DAB-4FFC-41AB-982E-4430D8D477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996C71-A846-44F4-8B3C-055A7A241E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49DF37-967A-4B97-8787-B0920FD4E4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B5E4AF-8A60-4FAE-BADC-CFCC868D5F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7F0C52-1297-40A9-A8A6-941F67653A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D90B7E-A4AE-45BA-BCFE-B79E5792D5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362CB5-03F4-4963-AD7C-3E90ACCF05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1B4340-2357-433C-81D4-FBF4BF8C0B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CF0004-0225-406B-827E-E8A56A4AD7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31818A-DF92-4F60-837B-44AC0B8FDC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682437-886D-43B1-91A2-8D1397C9E4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432FE2-480C-4652-AF38-391595F0C1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9BA2A9-F68A-4D88-86B8-437FDFE57F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6C5715-47A7-42AF-9857-D89392D889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97CF21-B1F1-4CC4-B887-A0402014DC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298B0E-8F1D-4BB9-909B-8828F62A65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651410-473F-4CB1-B31D-8DD6951046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086B18-E6B8-4580-8CF9-7AA86722A8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9A0B6B-F4AD-4D72-869F-E8EF35936A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7761E5-D399-4445-9E0C-86E19B2B92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CED8BD-83B8-434E-8FA4-3BC87BA682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A65361-6E26-4443-8849-E417171159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056EC6-2214-4466-8CD5-7859094D7B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76BB77-E8F3-4695-8963-DD8F2B3EDB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3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6AD9C6-9053-467F-A3F5-ADA1AD2B4E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0838" y="56178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6F398E-0A36-4DD6-B6DB-17D95BD387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0838" y="56178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ECDBD5-697B-49A8-9D6B-DB4F4D91AF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134" y="56188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E3855D-3B56-4EAC-9354-E39358C19F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134" y="56188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A965BE-08F6-429F-AB01-F9847BF21F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3312" y="55943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0B33E9-0410-4692-89F4-455B83AC09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3312" y="55943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92A4FE-B4F6-4D47-A1BF-1846FBF0AA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34" y="55918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B8A8C2-C16F-49F7-B893-CD158B14CD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34" y="55918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86D2C5-DCE5-4D2A-97D7-9C541B9E6F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34" y="55918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427334-6671-4B6B-B5C3-06228C2359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34" y="55918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099F07-1E8A-4FCA-9768-354557061E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34" y="55918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93F0A6-0903-4BE7-956D-8678D07780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34" y="55918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3E9C30-7538-4A69-80DB-DE43CC0DDC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34" y="55918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157CD0-6F5E-467C-B529-6C2FD93B7C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34" y="55918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5C0396-7673-4182-BEA1-E5D81DF41C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34" y="55918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A7863D-C3AE-4CA3-8606-38F4AE93A2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34" y="55918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C7703A-8E32-4959-B010-F0ADB8EFFF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3312" y="55943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AF47A9-6902-4430-B7CE-4AC5DDCE17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3312" y="55943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03DE18-0745-4EF0-9E6E-987F13751B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3312" y="55943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3F30BA-9DC8-4611-AB8B-B5ED2CC1AD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3312" y="55943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A918E2-3516-4F1F-B7A1-E119666646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34" y="55918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84E839-2B1F-4E85-9ABC-74561C54FE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34" y="55918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4D36C7-7070-4118-B6A8-3B624AE369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34" y="55918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47EF22-EEE4-42DA-8A41-1CAB680ABD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34" y="55918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23A85F-421D-44F6-AFA4-F8786BB0C0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3312" y="55943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AF487F-91FF-463A-9FE3-6FEBF1DA47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3312" y="55943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F5D2C5-5770-4491-9953-FAB5A560B4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3312" y="55943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003E7A-2BCC-4336-8D01-109864D550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3312" y="55943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CFC966-2022-4C23-AE83-E44F363E5D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3312" y="55943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DD4692-7DF7-4875-B66F-EC7B1C9150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3312" y="55943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9BE95F-4EF0-4182-9765-37A3C73712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34" y="55918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379226-976F-4515-985B-8D20AC6828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34" y="55918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51B7AF-E137-4F26-A677-90D1F3CDF8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34" y="55918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9DCC3C-278C-4EF1-A1BC-EB36FF7720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34" y="55918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F028A0-923B-41F8-870B-108A09EA5C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135" y="56188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B2F7F4-B28C-4773-953C-C573967BC3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135" y="56188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34E73E-8468-4F24-BAB6-89CCDA051F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135" y="56188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2252B3-2DFC-43F8-AEF5-497525B3FC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135" y="56188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EB8257-EED4-4D3C-8B40-BCA732410E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135" y="56188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5BD7DD-6920-4239-BB9C-5AD1006EA6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135" y="56188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F7360F-233D-4FCE-973D-B0E2A18D6C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135" y="56188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1EC03A-A644-4626-8C58-CD16EF2634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135" y="56188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1E4D3B-08DE-44E6-850F-B11CBAF74E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135" y="56188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53923D-B498-49C4-9339-0B4FA0E2B6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135" y="56188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32BB54-452C-4D64-9362-55401FE0DC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135" y="56188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7214C3-0A51-4554-97AC-613B7496AF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135" y="56188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7B30E0-A212-48B2-9EA5-709955C54C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34" y="55918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4826F4-B0DE-4A95-A096-0FB0001708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34" y="55918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A9D72A-28CF-4A72-BDBE-C21852F5CF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135" y="56188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028FCA-B26F-45DE-AC13-DE3A658FC0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135" y="56188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A93C40-2ECB-4D75-A5F4-01F86A1481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0838" y="56178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F0EFBE-2D25-4EB2-970E-7B4EE16BE5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0838" y="56178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48C10D-7033-4483-86CE-3AC9B729D7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0838" y="56178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279FF4-2CC5-4B66-9BF3-9AD28852D6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0838" y="56178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A30A9F-A2EA-47DB-839B-7A7AF3355E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0838" y="56178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F74B9B-93C4-4E6B-8B58-A9342E5C09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0838" y="56178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53F2EC-77B6-419D-AE00-DF95855080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34" y="55918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DDC701-731A-4909-AC83-18AF871A9A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34" y="55918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D440B6-119B-422F-BEA7-986A147CE8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34" y="559186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C973E8-12B7-42F3-81F2-C1FCB24DBB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3534" y="559186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77E7EF-D833-4EFA-A2C5-99B86AB195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E4A182-E3F2-4511-A537-7615073211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41B65E-55C5-40E1-984C-1DE85FE294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C4DB0B-C84C-4BCB-91DB-5EF002BB24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3C7FBE-E824-42AA-BD5C-413531A6D6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FDC948-5EE2-410E-A0F1-7A7680E6B3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7825E9-010D-4E44-B8A8-03C31DEF9F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94B336-4F72-43B5-9E7E-DFA983975D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31DE67-138B-4C11-86F0-04A1909519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C58C31-B926-4F07-A45D-9F40A5783B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0E354B-0E15-4117-9BCA-F9880FD027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6175DC-999C-491A-8237-63CD1C0082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4D209F-8A52-40F4-820B-DF305F41D3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F40CAA-F9C1-4EBF-B6B1-3D0D4C5B24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21427E-A166-4023-9CA7-C6465590F6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64D3A0-9133-4835-A466-6AA432886E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F35DC0-C77A-4055-B8C8-9E351C976C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ADA366-124D-48CD-A9BF-52502FD6B6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7AA854-EC8A-4189-BCAA-93EFE086B1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3372DA-BE68-43B3-AE09-758B6C79E8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A5C7BD-30A0-4843-86E3-751852D00C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ADD136-3405-49B4-AF89-7E970AA583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0DE95B-5DBD-4CFD-841E-1B029F2D2C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B1667E-B519-4594-9324-6CA1CE1851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E19F7D-D154-406F-88F8-0BDD6742E8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E6DE05-A2A7-453C-A1AA-1E81124CCF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65C37F-E916-4F2C-A365-594E3D11E9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6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9C0723-43D4-4A82-881D-94E87F492D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6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FDB4BF-5DE7-4C3D-8AB5-D264F25CA5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C25C07-5F91-47F8-9936-D3EF985161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E0295C-4B9F-481F-A111-F44038617D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3174D5-04BC-48F0-B934-FA8896152B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A6BC57-46EC-4AC0-80E7-72E4EFD650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C4CC38-FC3A-4755-839C-2D56A43469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F2AA27-7553-4102-A75A-68B992326A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EE4BF7-3BFF-4304-B084-B971577ACE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DBEA15-FA42-4780-8D15-4CF5915934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600705-B21D-4C93-AA07-5E35860E83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722C3E-5734-40E7-937E-8FD9F5A155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854A09-7992-4005-B58E-DD3E7D25A0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F2BC61-07C7-4CB4-81B5-4F6C9AD337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0AEE88-EEF1-406A-A255-B341E6857C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969D03-6E5E-4FFC-8041-8328D2750B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F13DB5-A0CD-464B-9513-D0F93D4FD8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DE75C7-A328-4860-B01E-463CF6B0B8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5CC6E1-7587-4632-B217-9C603FCDD2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864A96-ED53-45B4-B940-5B4885B005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2F0DF2-8B95-4421-AA95-32E20651EB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206F4A-3253-4A1B-82CE-E2ACDB8E3C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81EF6B-42FD-41E0-8738-3EBE05E94F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BAC405-2A1B-4F4A-B824-18CA6A98C5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1C8BD1-DD06-45C3-AA64-43F69D148F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3FCBFF-B4EB-47C4-BD31-4C91979E5A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AF62B7-91AA-43E4-8DDF-CAC18E5308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1B7EC8-2D79-4E50-9100-3002A5CD44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F96A6A-101F-4989-8086-692E98B068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628AAA-8CF1-446C-9E7A-4CC6785BE9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854D2F-ED52-44D6-B6F7-2D6A165D39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40D257-814C-4A8D-B20D-429CF8E7C7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FE7649-BC61-4077-9B34-093EF7DC4D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D01803-3B94-447F-901F-D0206D14A0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669" y="56214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D6C652-9206-43EE-9358-AFE677F4C6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669" y="56214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01EA9F-D058-4000-A002-8E8F8A1E28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669" y="56214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3FB7B2-2964-4637-AAFF-33CAA5E532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669" y="56214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11E21B-E77C-46DC-95F5-3B33AD2670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669" y="56214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BC1872-8117-4F36-893B-8F7EA020F4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669" y="56214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AB79F0-E5D7-4199-A875-A8C589B3C5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C3AB9A-1C9E-45BB-8BB7-28B2A62620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584157-2DE4-4A2C-945B-C7BDF4B2C0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669" y="56214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A3052B-A8E7-4E85-8D24-C11B97E34E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669" y="56214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140194-1C5D-43F3-9173-FCC1BFDA15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669" y="56214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1CBB1D-F3BA-4FC1-89F1-A49CEF45BD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6669" y="56214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F5C5AD-9425-4E24-B500-7FBDDAB35C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31437B-AC7C-436B-B933-67ECDE77B9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5B0CCA-DAA3-49E1-8D34-B0AF2D6EC6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674" y="56278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1A442F-A309-46A7-ADD8-76DB62770C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674" y="56278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2CEB61-7BB1-4123-916C-644FBF9103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674" y="56278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10B78D-9827-4843-AD2C-9734C90977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674" y="56278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9F454F-F856-4ED3-9C54-B602FC5336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A1C7BC-340C-4448-BFB8-AFC5A7FBCA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2E2B82-1A0D-49B4-889B-EC6C5E55C8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674" y="56278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D98180-D96B-40C1-A444-E78E2F7145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674" y="56278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1768BC-0895-41F5-BFFE-E20F9462B7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674" y="56278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F75A82-04BF-42B8-ACEA-95B2AFCE71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674" y="56278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3C748C-2616-437B-8B40-AB01D13E38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AEA84B-3376-4272-872D-092F27A016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5E7E40-DFEC-46B4-A455-2CF1A8C25B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FEEA14-8D6C-40FA-AB70-3385937C1F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67D3DC-2991-4FAF-AF73-DF056C0ACF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7D1A70-AE0C-4E21-85AC-45D880084C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A0BF3A-07D4-4D1A-9E95-10C1134628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56764B-6C01-4D1B-91F2-8F98FE347F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3BE1D5-CB57-45C7-ACC3-609C0D37BC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39F29F-4AC4-4A67-9374-856C00EA38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BBFB50-80BE-48DB-BC45-B9C942425E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122BE5-AAF9-4798-90F3-55BB30B8A2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480592-8107-41F5-A32E-0C2A5F01BB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CF11B0-1A36-4836-BFCA-5A2CE61532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AEA021-0CBE-4B61-AEBD-023C564ADA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B907CE-B82B-40BA-9E46-DEDD78E27C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7A4150-27BA-4EB9-BC39-C9833EEEEF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674" y="56278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5AAE1C-C0C2-422A-B681-1AA51900E4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674" y="56278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F7F072-B486-4E14-8B61-36FDC02E4C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776BDD-084E-4E21-B3CC-604A2CB019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0F185F-6C77-4E91-8A94-D22C37621C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674" y="56278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612A43-C68D-4E55-88C1-2AA212A9AF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97674" y="56278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D5139D-2736-49A8-B17A-BB7FF2A5D4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6AE81C-7142-4816-8800-B174F6CF11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8DB0CB-FC10-4389-80FD-536CAEC627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AEE57A-0F61-49A5-B87C-D82E0EAD54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EA67AA-2CDE-434E-BE72-8F2CF8FED4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9E217B-5A02-4136-95F2-6F8B5E03A3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17B15C-6D11-44FC-848C-D5B4B85B93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44EE68-7908-4807-862C-3155577C62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A0CD21-DFB0-4DEB-9CAE-FB61A6B18E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E206E7-5545-4EC7-8CAC-188291316B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4BAFEF-7E96-43BF-92F0-061B6C199E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99D518-7F92-410C-9A2F-62A5DAAE17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7636E0-4BEF-46C9-BEC7-3B1771BBEF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A5CBA4-E25D-477A-BC94-FC2D4F4527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88429" y="5600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190324-C1DB-4768-9581-FE1C61FC32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0988" y="61913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691854-4AF4-49B2-9EAF-DE8D8B47A0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0988" y="61913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16908B-2A03-4304-88FA-2ABBABA464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2700" y="6214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539844-B172-47A6-9C0A-9573E4D2F1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2700" y="6214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101886-E561-45F5-85D7-610A13E941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2700" y="6214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95C02E-727F-4F89-8FA5-515193B802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2700" y="6214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3FAA5B-C355-48AA-AD8A-E830701EF5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2696" y="62238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541CF0-DEBF-4449-BB7A-9B2C118D56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2696" y="62238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AD76C4-2905-4594-9648-543CED4285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0988" y="61913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61B775-25C9-4C21-8837-5F80D8F415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0988" y="61913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FFD721-EF8D-4087-A830-9B54F1E25F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0988" y="61913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5BE375-46CF-4550-B018-79FA99FC0E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0988" y="61913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8567B7-0D4F-4B95-B343-822FCF6FE8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0988" y="61913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137A8E-A0F2-4592-B21F-E681768652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0988" y="61913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8831D7-E3CD-465F-87AC-DF66F93C21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2700" y="6214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F79C2E-40D7-4C11-A36F-EC6B7B2DFE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2700" y="6214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8F453C-A657-44F8-BA16-3B7C89BBCB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2700" y="621439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3B8FA2-F1EE-41D8-B084-D011F38128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2700" y="621439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BE1D7C-B899-4DC7-9EBF-9EB9425142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2696" y="62238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8C0B7D-F32B-43F6-A3C8-E2145CEA59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2696" y="62238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2552CF-3EA9-43FB-912B-3C367DE4E4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4323" y="61792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42FBFA-7E14-47DD-8733-3CF62B1A1B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4323" y="61792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4D083A-465E-46BC-A2CF-6140F23704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2994" y="62016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69601E-22B1-4592-80F9-724656E188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2994" y="62016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275785-DD6D-4EC3-8245-069BE2EAC6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4323" y="61792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BD841C-55EB-4A1C-A025-683D22C858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4323" y="61792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BDD851-99F7-4173-99E1-AF0D21B3F7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2994" y="62016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CF3856-0066-4E4D-8EDA-34AA60CDBB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2994" y="62016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078BE0-BF2C-40EC-A4CE-122D3396BC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2994" y="62016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619CE4-3DEF-40AF-92AF-60367508BF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2994" y="62016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B9D68D-E8B9-485E-BE84-82AD8C1240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2994" y="62016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209D92-4DAD-4AC0-94F7-5D6014385F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2994" y="62016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4156C3-47DC-4A0A-81D0-94BE37C3BD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2994" y="62016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78493A-1259-4959-8CF0-36C9294165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2994" y="62016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55C24C-B21D-4C40-9084-110F3E8F00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2994" y="620167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5862D6-20CB-46F4-8B76-8132C616AA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52994" y="620167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1F87B7-AA84-4709-9EE7-863A125418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0988" y="61913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9C5DF7-1B49-44B5-B8CF-749FC45B0C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0988" y="61913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7471A7-3A4C-467B-9E6C-0ED780A219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0988" y="61913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AAE534-444F-48C6-8163-88CE286EC4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0988" y="61913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968209-2522-47EC-9CAE-49CC698C9C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0988" y="61913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353165-7AD0-4302-8443-7D78C79161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20988" y="61913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64B8E9-8705-4E42-9AB0-A11BD1BF6A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5077" y="62123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590CF7-FCE3-42AC-857D-CB71026831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5077" y="62123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DE8023-3900-4A1A-8A4B-67980B3546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5077" y="62123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9F448E-718F-4541-AB6D-6B7141661C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5077" y="62123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7332DD-CB35-444B-9B66-8C458A89E2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1701" y="62306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E9AA61-7BC5-4834-9613-7F710470D7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1701" y="62306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ED1F60-87E6-4521-8656-140FD4E4E1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1701" y="62306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89420E-B3C2-401E-A0C2-478043393B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31701" y="62306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C7E60C-6B5D-4ECC-880C-799E0F3D6F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4324" y="61792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80A20F-0BBB-45D1-A980-5D25C0F0C0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4324" y="61792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593281-5785-43D7-A0B3-2862ED0110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4324" y="61792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EBB12C-E299-41A9-B6DF-F48FA34EB6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4324" y="61792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0C986F-D40F-4DA4-8460-CCA666BC20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2701" y="62143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2F3468-2544-4AFF-B9EB-3DF6BBBB89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2701" y="62143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5B52EA-A06B-4415-889D-1DA0C61DE5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4324" y="61792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21898D-9AA2-47BB-BB8D-0B6C42D0A2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4324" y="61792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89BB7C-526E-4161-A777-0528D0D991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2701" y="621439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307806-5BB6-452F-96BF-C7DFC3793E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12701" y="621439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1FCAC4-969C-471A-A56B-F3EEEF8150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5020A9-B04F-49CC-98FD-197D4981B1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38849D-49E7-4C7B-BC5F-EBE2CF4931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C43659-47EA-4B02-B689-8A131566EC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5A05C3-95FB-4C67-A93E-8C3FE75EC5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C7B444-08D5-453E-81F7-9B98F62C13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F01F34-CEB0-4334-BBE0-B4539EF4D8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A32C9A-2DFE-41F2-8388-B8BE5DD1EC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BC0482-0ACD-4873-BBDF-C03D116AD9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8F93B5-4E75-4F65-B082-0865891416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FC3542-3697-4171-BAD4-F23749850C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92BEA8-603A-4B12-A7C2-5007E766EF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39C8D6-A0D5-4CA3-BF6D-08732D77A4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E76514-7AA5-478F-8E1F-7D997122D7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E94D62-D2DF-41E5-9623-A5AE2EC017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9886BC-0883-416C-83F5-5A11784ABC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BAA26E-7906-4C08-A0EB-CA9859A220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1574CC-C613-4EA7-9167-480E5A0D2A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8CE3DC-35E2-4900-BF0D-0FB3A5C9AA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E9C62B-572D-4A16-872B-05BC16FEE2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3AE2F4-5071-4D39-8796-CA9B725265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034647-3617-43C0-8984-39829DE450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58E516-83E5-4951-8ABA-E02F207262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C74F1C-5698-41F7-B993-7787CBD122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384399-59F9-4668-A712-211241E767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A0B03B-C26A-432C-BCE7-E6301D9A68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E68489-3EA1-44A6-B422-ABD9FE1DBE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A3D612-E57B-4E8B-86EC-63D1903C86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F47EFB-E52D-4914-8F48-8B27286F6C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3BCE44-A2E0-493D-AA43-890F7C89BA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A44C3A-F3EC-4EC2-BD21-829ACDA671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07E3F4-E453-4079-83B1-091BB8DF36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7305A3-5B69-450A-8060-2A04EFF413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223" y="48878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5D65D0-863F-45A7-A9D5-61DF30537D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223" y="48878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AAD958-02F0-4964-AD6B-B6D85BF3CD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223" y="48878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0C71E9-F8A5-42A4-9CF8-C7E94F5B54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223" y="48878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99E10A-5EF4-4901-A3FF-CE684E6758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223" y="48878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4438CE-3E17-4B93-AC29-F5F37D5387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223" y="48878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44E360-66C8-45CD-AC9F-6EA8DCFB69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223" y="48878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C04EA6-65FD-4747-9AB4-F22C6B88F6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223" y="48878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1F9341-82AF-4837-A958-09B01E327A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AB1D47-5ECD-48B7-9A0B-51207E9BA5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636B7B-1AB0-48CC-A7D1-3AD70D20C9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83C3AF-36A1-446E-BA8D-F373000BC4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3570DA-033E-4881-B006-A0C5974208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4528BC-A529-423E-845C-3302714C26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5040" y="491495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700D20-D51C-485F-AE96-5AC94FC85F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223" y="48878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B62101-AE75-4A3C-97E1-DAE8417DB2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223" y="48878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9C4DBC-BAA9-40D7-AB00-1E471C6BF8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223" y="48878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F44150-6D88-4489-9378-416D35A522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223" y="48878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8D632D-C237-46A1-BCE4-55AD969581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223" y="48878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307C4C-1F9A-4985-B0C8-848AC0E3A1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223" y="48878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F50732-5887-40F4-83B6-AF552A1B71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223" y="48878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8E5F89-2EEA-445F-A219-5A95DD9BE9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223" y="48878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5A859F-7357-43FB-9BB6-092B1A5C08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223" y="48878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677F2E-D8F1-4A93-B815-DB125A320F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223" y="48878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BEB046-8782-4D1D-820C-F699CE21E2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223" y="48878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94E7F7-9E7E-4031-B617-A941F4FA6D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223" y="48878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4BA69C-4B7C-4864-96B0-5687309AF2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223" y="48878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74582B-1F40-4662-A1ED-FCD87EDD86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223" y="48878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E43385-A38B-45DD-AE8D-7C421D2911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CA94DB-A04E-4180-8B1A-69727E5A9A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F70444-C02B-45B7-8F70-FAF4E4F613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EA23EA-5D8A-41D5-B106-9D7B69F16F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D3E5AF-CF88-4755-B8CF-E2B05EC085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45F45B-BB1F-4D81-8484-E12C9E156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702419-E9A4-41C2-A3FE-92F1D7F154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8698" y="44251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B1DE21-A111-4D35-AEA2-CB5B631DB4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8698" y="44251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76B296-87CA-4893-B4D5-BD581173F5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16A1DE-E6F8-4E3C-9DAA-25CE86A701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B5E03B-DF46-4643-A3FE-5004E257F9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E98606-DAB1-4EC4-A649-1640316556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CC7D5A-950F-4CB8-872D-EFAC1B3DA6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1183" y="44224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FE7E8F-0B4E-4FEB-B2F3-A0791ADD1A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1183" y="44224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93DAA4-CB55-4ACC-BBDB-B0BE89A639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1183" y="44224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7265F0-B41E-47C4-B80B-777C6B5D83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1183" y="44224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F9959D-A6D8-4902-8BF4-F9DB6EAB70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4260" y="44102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F079AC-0FBA-450F-B558-29A01C49C5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4260" y="44102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D11486-7D90-4A47-8B68-F5FE94361F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4DAA9F-F447-4239-A741-415012DE9B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DC7766-D761-4600-82BD-333C8E961A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BC50AF-DA1C-4189-939D-F41443B94D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609D47-6080-4963-94AA-3E86540DFE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8698" y="44251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859C77-E4C4-47A0-A9D0-67FC5F78C1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8698" y="44251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3C74D1-2A9D-4389-99D9-7D03BA7A45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4260" y="44102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44C134-E601-4BDD-AD0D-FBF0C5574C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4260" y="44102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6130F2-E591-4B42-AD6D-5E82F877BA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5A8B5A-2009-47FD-8F19-1D61AE30D1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85CCBE-E5F6-45AF-8D77-D4B2854554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F26D0D-D7D1-499C-91AB-3BEC07A1D5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EEE00E-2488-4080-903C-CE7FB6C8F8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B79789-AB35-46B3-8261-9589749B79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3F3AAA-09E0-4308-9F66-CE9C22B07E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DB0DFC-CDF3-4CEC-AEDF-9364D2BE0D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4A43A3-1908-4B99-A70B-BE153A2C83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4260" y="44102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511826-9B79-4ACF-B272-C7C3406923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4260" y="44102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C0495C-9E5E-4BD2-BF25-24709F96E4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05B9E8-9448-4E56-886B-4805D67B16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DD5FFE-2568-4F61-9808-882E6D54D3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DF5A98-7667-4B64-9E1C-96DD970ADF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832B7E-5A34-41D2-87E2-0D612E322C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4FDE71-E52E-451C-939D-8B5816C9EF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256DD0-0009-4C08-8737-AD27AFC8CF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E462E1-9EDF-4710-9700-EC849AF743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EFFD82-FC3E-45E0-B615-F757489DAB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4260" y="44102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5C99E9-FF9E-4CCE-8469-378FA3146B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4260" y="44102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129B80-B91A-4C57-A18A-BE6138529C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4260" y="44102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D93788-C0B1-437D-ACDC-81DA30FB63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4260" y="44102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3C5F92-0F49-4B5E-ACBF-9260880B6C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4260" y="44102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B1B9BB-C417-46FF-B06D-B59BF6CD52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4260" y="44102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6431AE-51DB-4139-A7D9-33DC4923DC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F20B3B-77D6-43F7-8AE5-CDFA9E333F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5843" y="44390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4BC2F0-A698-45C0-B78B-72C21A31B8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4260" y="44102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889779-B666-4F2A-8190-4336FB104D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4260" y="44102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6F39E2-09BA-40CF-B006-88FE5A6DF6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1183" y="44224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B80971-795A-4573-9F4C-859FE5E5C2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1183" y="44224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96F8F3-CD0D-4ACE-8758-AC9C0D29EF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8698" y="44251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C53662-C9C7-4C8C-BBB2-D2312A2B81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28698" y="44251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6772C8-94A0-43A2-9875-26DEBE50E1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4260" y="44102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783C86-BE8F-4414-B9EC-FBDE9FCFE6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54260" y="44102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6C70FA-E222-4960-A96F-DD10671CCA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4815" y="50306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A8BC4F-A502-4BC3-9B73-9372273974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74815" y="50306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10066C-6D85-4F07-9F6B-702A5E1B26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874" y="50230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A3BEBF-86A6-4E18-880B-78B3A02619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874" y="50230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46A147-9B56-4EFC-8DAF-F734F5D40A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874" y="50230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58CC60-237B-4DD9-91DD-61AB9748B6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874" y="50230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E745E3-B505-4051-8156-FB8EC3F281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0423" y="50482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6DEA6B-6B8F-48BA-9D94-E45565C4AB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0423" y="50482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89951C-970E-4C77-A513-AD93DAB3E5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874" y="50230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23E0EA-3A7A-479F-B863-4180C1C891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874" y="50230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48DAE7-61EC-41BE-8CC6-4833B0CAF7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3238" y="49973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1F8B4B-B9CD-4A38-9249-01515FC2D2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3238" y="49973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DFDE6F-92FC-487F-9932-2AC438A993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874" y="50230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9D143A-1725-4D05-B50B-F4EF0BC3E0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874" y="50230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7044C1-6AF6-4092-8277-8E5310A1AE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874" y="50230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7A2D77-AA4F-40A7-9883-F2B793E06E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874" y="50230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8DF7BC-8E3B-46D5-848D-9F4DAA812A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874" y="50230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A86FC6-3B56-4FC5-95B2-16BE657C83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874" y="50230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CB4287-5D18-4D6E-B08D-6CE99EEC34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874" y="50230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11C94D-CBCA-4EAF-A932-DEAA23D171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874" y="50230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850FFE-DD21-4DAD-9DAD-751BC06050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874" y="50230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025586-5A4C-4BFB-B67D-0DDD30BA9C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874" y="50230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251A91-A303-4C8E-9AF4-1F9E0BA106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874" y="50230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0D10E9-6E33-4F53-91AC-06C9D74343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874" y="50230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5748BF-531A-4CBA-A002-8F75650308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7457" y="50124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385D2F-EF12-4080-B665-B214297058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7457" y="50124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03DAD5-949A-4369-A476-41F20127F1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2827" y="49956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67D2FB-74AD-4510-8C65-3D304FBD3B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2827" y="49956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01C4CC-C64B-4356-94C1-2526615E42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7457" y="50124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2A8A55-4990-4E32-AB75-6662EBDDB7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7457" y="50124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DFDBDD-42FA-452B-9DD6-F0695FBAB0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7457" y="50124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8E43AD-B5DF-4F3E-AB4B-1A92E5F42E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7457" y="50124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ED43C3-259A-4AFC-A3D6-2DAAC41618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5079" y="50176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65D933-F299-484F-97D7-95EEC14D44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5079" y="50176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60DE20-F1A7-48F9-A5C8-86D2FD2ED5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6469" y="50550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5B560D-DA5A-404B-8228-4D2E887AEC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6469" y="50550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7CEF41-03A1-4E11-9E48-6737818E48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0549" y="50328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BF36AA-46B3-4861-B7F5-5A5D7EBA81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90549" y="50328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1AF4BF-8AA6-4923-A4FC-415CCC5A40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7457" y="50124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CEAACE-4E17-4814-815C-686DB6A554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7457" y="50124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6EB875-C507-4502-806C-4F77792895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2827" y="49956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5AAF6F-6BBC-41A8-92C1-E0C9EE1F84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2827" y="49956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6694C2-C84B-4795-97BD-79E8DC59A8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9819" y="50045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C9B689-8844-44CE-B65D-40B447BD26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9819" y="50045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E1EB91-ED61-4DA6-8AE8-16AB19C79B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3239" y="49973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C631A1-5CF8-4CCD-862B-3C67832BE1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23239" y="49973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E5E087-D191-425A-BD2A-0F87B6D79E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875" y="50230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E767F2-2EBF-42F1-BF01-50CCD5EF64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875" y="50230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2B7889-1781-4E5E-9E97-097FECBDCF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4928" y="50441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4F2800-211C-4AB0-A1BB-78589097EA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34928" y="50441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127442-E063-46FC-B3DA-4B4A5B8F16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875" y="50230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AB9134-95C4-43EB-9466-09A0CBB10E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875" y="50230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AFB866-31BE-4ACC-9394-8DC849F094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7458" y="50124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7B564D-56A4-4398-9B10-1F1AA932DE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7458" y="50124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889BC6-1B1C-4B4C-AF63-8D093A43D0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875" y="50230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11753A-EFA1-41D0-A581-F08C306F98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875" y="50230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7D4204-FBE5-497C-835E-8BEF7F7468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3703" y="50318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1F5173-CB24-48D4-9A08-BA7D8D2E0B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43703" y="50318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98D70D-6417-42F0-956D-B2E1917543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875" y="50230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CA9771-CF90-4E6C-AA41-180A8E8C62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875" y="50230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C06A6F-8A03-437B-A8CF-D25352C8CC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6218" y="5696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996BB1-9691-42F8-9988-FF4DB48793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6218" y="5696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DBC392-FAAC-47EF-BD99-01EFD7637D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6218" y="5696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0722CD-FCFA-4695-9ABF-4E57E8C410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6218" y="5696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95C173-173F-4987-9705-727C3BF4E2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0204" y="5746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2F9F3B-D409-43BA-A972-F1D87133C0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0204" y="5746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CF0A28-A8C1-41CE-9DB7-6646A8A859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9594" y="57359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32B2CF-7113-476B-9219-8003D6EDF0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9594" y="57359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7A6ACE-E602-4EED-8B6A-766F6443EC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9594" y="57359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34F011-3719-44C2-874B-AAFFEFF1C3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9594" y="57359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759042-5391-4CC6-9B6B-0D570D294A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0204" y="57463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CA2167-4A4B-43D9-9DE9-0B86704D38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0204" y="57463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1E9ED0-5F39-4F96-AEAB-DB8DE1E2CD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7553" y="57152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EB2E12-C133-451A-86E8-F6FEA2B49A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7553" y="57152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940F3E-72DC-4FC7-8C74-44C2CCD020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9594" y="57359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3224B0-D272-48CD-B8D7-0C804F394F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9594" y="57359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FDBCF4-51C8-4A32-91C2-C9DD89B210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9594" y="57359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8BC280-BE40-4B5A-AF5C-54C7D50EC6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19594" y="57359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1AE731-B381-47C4-B149-D074102797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7553" y="57152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21349A-C4C3-42FA-89B2-0B9611FF7A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7553" y="57152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88ECAE-6B96-4A49-BAE5-601C003F1A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6218" y="5696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CD2F53-35E8-4B64-925C-EE7E382C24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6218" y="5696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37E67B-93F4-4BB1-AAF8-582887502D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7311" y="57063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330DF1-779E-40AF-8767-9BEBF82436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7311" y="57063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0D2932-71F5-4CD8-AE49-305B87F8B0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7553" y="57152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C78B15-8EA8-463C-84C2-0F91BB8E80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7553" y="57152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8CF650-D4B8-40E6-A5E5-1B0E314ED5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7553" y="57152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37FD96-C441-4A2A-AE4D-0F7D944277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7553" y="57152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D17EB1-12FC-44C0-9289-FA817E52E5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7553" y="57152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88FE48-03AC-4752-95BC-8461A79186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7553" y="57152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E89036-0562-4FEE-B638-28035D1AE7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4862" y="57268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F954DC-4B45-4B30-B1E7-A985F53BEC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4862" y="57268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3B182D-88A9-4C43-82D3-1E29159955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4862" y="57268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AD4D7C-B006-4706-9AFD-DF5E522E77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4862" y="57268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EF5EF0-1C94-4CC4-9D6E-9D5F1FE36C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4862" y="57268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779EA3-A8A1-4D7C-9DD2-5539E7FC5F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4862" y="57268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55DA81-8DBE-4107-BE56-911EF8C4F9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25" y="57356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DB2487-7945-47C2-9B4D-B2747D2907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3525" y="57356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39E491-6817-49F9-94E7-A54B225437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4862" y="57268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BFEDFF-138A-4B97-8EC9-5BDEC170B9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4862" y="57268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DB478B-8CCA-4074-942A-52044BEE24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0212" y="57163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7B3DE6-20A2-4662-BAC3-DB9C484CAE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0212" y="57163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034E3A-847D-437E-A50E-9E62A9110A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213" y="57145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639A2E-D51C-4C3F-B56F-46171A8A4D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213" y="57145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3BD021-3AFE-4ACB-839F-C2CBC30A28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0212" y="57163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1FF5E7-4839-44BD-AC73-084AF4EF1E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30212" y="57163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18CC0E-9719-4DE3-9DDB-D89B453B8F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6217" y="5696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350880-2398-4C29-A431-213BC8171B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6217" y="5696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2AE3A8-3D3B-464F-A70A-979B347A9F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7553" y="57152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D50B89-26F4-4818-B5CD-7CB081C3C6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07553" y="57152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7A514A-AE2F-42EA-ACB2-6A754C5855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6217" y="569692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CE9A75-4973-42A7-9664-09D14E4AAA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26217" y="569692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B4BEFE-A65F-4E92-9B57-7DC46FA317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213" y="57145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C6629B-2F54-4038-ABC3-DD16F38B34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64213" y="57145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FF36E5-C2BA-4274-AE6F-B6D1F66F1D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0661" y="56911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F88433-0B10-421B-A6A3-D23E13FF15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50661" y="56911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C0EDF4-C2A1-47A0-ADD6-1302102C45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7310" y="57063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96A73A-318B-4AD2-B790-AB0A292130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547310" y="57063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F58870-A5E3-42C1-8957-AF0916A6E8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D336FC-E222-41EA-84EC-4DC1306AD2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C166F8-70A4-4122-91A0-85B33D06B3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D4D164-A965-4D6F-BF68-774A04082F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2D0E3C-414E-4423-AA59-8CB05D0DCE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8E47C3-099F-4E21-ADF9-9F812629B6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8A3980-F97D-4B22-9256-BF32DC3FF7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8BD055-97BD-4311-B674-70D9E32A43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A616C6-D438-4BED-96D0-1975BDE998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7232A9-2F9C-4C33-8073-7BB345F6A4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EF9537-5CD3-458F-AB3A-12D98BB782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CE7B90-6064-4856-A5EC-92F31C6468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52FD47-20B9-42F9-A4DE-B4F183F230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1443CD-8EAC-454F-A618-C30D7161F8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0337BF-704C-4EF0-AEE4-9CD293C626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3A6361-D75B-4018-B2C7-78F07B00CE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F2DE85-0033-43D1-A7C5-6AB9F07E04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31DE29-BECC-4FF4-AC9F-98C423FADD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4EB397-B052-4ECC-932B-5F1E59D50B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B8E8B5-60CE-40B2-A457-7D1EA66C3E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0F7307-8AB6-4452-9C6E-79B567B903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4854B8-3AF6-4DC1-8A31-76DF242E51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A45256-C258-4A2B-953F-DFEB400907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78F6F4-C5A7-4F1A-BF63-617FA04C1E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3DA292-3FEB-401E-BCC3-10FEE4F8EA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19978A-2B76-4BD9-B60C-E73B9290E0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57D2A6-2991-4AD3-8065-ABD7B15D6F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018F11-7F22-4A73-A29F-17276240B3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2C09AE-0BA0-4103-B2F0-BED71F45F2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6DD5D2-3A7E-4801-B8A9-BAE3B03A1B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381D7C-FF9E-497F-A722-48E7C94A56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A39D32-E796-4005-9117-12206FBF9C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611A8A-EC42-4034-9151-0D386E0D19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457207-8684-487C-AE98-E8B942EB38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D1B283-CF52-4B05-8B2F-1C75E2D3F7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971A8B-AB4C-4FAB-BDBC-2AA6EB9D15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719FCB-BB33-4EDA-AD42-4A571432F2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4F7557-A44E-4533-8AC3-E0DAD49EB1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0A28E9-3870-454F-80D4-B97B5D32D2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E5B6A5-FB95-4AB0-8C23-55B532141F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7180" y="66500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7D0774-C4C2-4F79-90AA-D019315838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00AE2E-1C3C-4FE9-A9DA-22D17C3EF1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1CEEFD-6752-41AE-BAB6-7E304AEA1D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F50513-6BAF-41FC-844E-C45789A033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2E3445-6D53-404F-B1D9-A9BF27806F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19643F-E715-4602-9A61-37C792EB33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14CD63-462E-4C23-BD83-BDD5EE5395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A99117-4EDA-4508-A6FF-413CFFA921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B4ED60-2E85-482F-A357-AE8D4159ED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F2EEA8-860D-40E5-903C-3B16AF06B5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E99C25-C8FB-458C-B2A2-622BEF295F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9DB81A-0C93-4325-80F3-8063FEBF2D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EF7601-251E-4DC2-B7F4-CAE558CBB3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2B5F45-91F2-491C-9EF8-E5CE238CA5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E4B913-2BD6-4A81-98D8-60025711CF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0AE8D2-9BE0-4C57-A059-7E2D671A64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6F3C9C-8C92-4E92-B7A7-38595F9C73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7543E0-778F-4FA7-BFF3-917EAE9B22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888300-B67F-4425-BF69-B4781A69B3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23600E-D56D-4219-B3B8-C5448F916F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B0D174-BA7F-4688-AD40-3879E169A6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7BDC23-79C1-4095-B4B6-7A552F3507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8901D6-D037-45CE-9C7F-71D67B3779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48F509-629D-4D3C-9399-68CBE408C6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BC0176-0FF0-4A84-A064-892FD5DF84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007767-5188-48A3-AA37-6EDEB9282E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8E1B8F-C7CA-4843-999E-7999202CE3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565CDD-5474-48EA-B699-1218348A61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7A4DEA-5DF5-4921-97BB-085804CDF5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4A702D-DA60-4C44-AB14-DC63B4BEBB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323005-9F37-4216-86D0-98B9C81EE0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DFA06A-5D72-4BA6-A5BD-FAF7062140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478D30-1F17-431C-9308-FA4DFF5475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04B1B9-00BF-4E16-889D-9D63F03CBC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285E45-DE96-47FF-9E2F-E20312F80D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419DA7-843E-40D9-AB5E-C763905E22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2479FC-F709-4901-91B5-26406C14B0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D7A6CD-5450-410A-BE6C-D05D75C6FC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37FFFB-E762-4225-9C45-CB1C3F2AE4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3258" y="46435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E72932-ABC5-47F1-8E71-72D54FC753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3258" y="46435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4040D3-0463-42A2-A7E3-D2967ABCAE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3258" y="46435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F1B93E-A0F7-4F3B-B765-7DF526A396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3258" y="46435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869BF0-1DC3-4DB4-A1E3-8B37C76254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B04203-E8FE-4670-A56A-ABA403D10B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B9C1F3-EAEF-4DAB-AF7E-CDED10FA5D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DE7832-5E31-46AA-826F-EE46947622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A51AA4-244A-44E7-9011-138ED8C34A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9C98B5-8812-43E8-BF9E-2ADFA127B8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27F8D7-2EE3-4B03-9CBC-C2187A8B13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8A625A-00CB-43E7-B1E8-7C953C5268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714CC4-A24C-4A7D-9C38-B5B0BB06A4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5FBA47-B74D-4DFC-99E3-1E55E82678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9685CD-F2A6-487B-AE8F-AB01F7B5B9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03B13D-3E1E-4673-BB69-CE1F6085F1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A91B17-A253-4D3C-9B0C-5554835160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FC9241-359B-4185-8B2B-7E597E4715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AD395C-8C8A-44DC-81EB-7E8B3DBC2E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0980B9-F043-4118-AE2F-36D0F57D01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8C3A75-84AC-4BE4-B8A1-90E31ECDA2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3258" y="46435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06F743-A8D5-4853-B2A2-693FFB2E28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3258" y="46435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865D1E-0B4A-4B3B-9DEF-34711BFADF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3258" y="46435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4C22E0-BE98-4612-9DB5-47F14D7709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3258" y="46435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13D2AE-406D-4C47-9188-A5559090E2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3258" y="46435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4A8DEC-0C61-49A7-BCD8-B0B1E47664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3258" y="46435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4C5889-0014-4E0E-8D8C-01D7BA76AC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3258" y="46435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501038-A327-4A86-99A4-73ABD6BD2F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3258" y="46435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12298E-C34D-430A-8D9A-5CB17EAB95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D422CA-D533-49AE-B287-5F47276849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53C3B3-2C28-46F1-AF45-6B4EC5D266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94A9E2-67F9-4199-983E-B9C252311F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5B1BD1-6349-40F4-A68D-FD0F25BD7F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4D5001-E378-44E4-B16B-BEE312E3BD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D4AA72-3738-47B3-824D-072C9D6A7E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684FCE-50E8-4F85-AD3D-E2849F3DE0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F40AD88-EA9A-4C27-8F31-BA0DA7305D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0911F9-E4D4-400D-B1A9-F9EF29CFDE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E0ED61-FDC9-4E93-BD41-5E9B7D281A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E47238-3600-4973-B713-89DD53D4CA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468309-4C5B-4104-8406-49B0C92583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3258" y="46435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EB9E78-31E4-4C67-AD5B-79BC846DDD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3258" y="46435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5082AB-121E-4ED6-8320-560B944B8D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D0D84F-22F3-433C-A48A-415CD21004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5A81AB-F290-47AD-A701-6D91690620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8CE96F-7C5C-4045-BD37-779B6E42A8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62C266-C774-482F-9BF4-B52BA7F425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2C30A6-EA6F-4924-A00B-4E057A09E6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CCB936-8CD6-412A-BE9F-8F257B7E3F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87A79E-E6A7-4197-A160-272270F816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1B41C3-763B-4F8F-B25D-77F2E2C88F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E003E7-E499-458E-B5EA-509259BB7F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FEFF77-DB1B-497D-B648-A6C4A00241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9136" y="47300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E89F2C-58DF-43A5-979C-0CAD4B129F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9136" y="47300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2EADE6-54D6-45C9-9048-588F05892C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9136" y="47300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95CA24-9ABA-477D-AFFF-665754F331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9136" y="47300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893B86-AC6D-4FE3-A022-88B06D87F5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3BE2E2-58A6-49FC-B774-AE56A6D1E8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422EB3-762E-4A12-B291-78057FA8F4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AB81D4-8D1E-4626-8005-A74189795C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220333-2476-4360-A5CD-A4807C4848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04CBEC-D67C-461F-B607-7C5D2ABF40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CC5AFE-C57A-4CF5-A7C3-C1A784BD49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8EB5BD-9820-4707-8BA5-BF3DAB97F1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D89EC6-16A3-44AB-9005-9C32188187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9136" y="47300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91A051-5A53-4AC9-B754-F37D52C70F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9136" y="47300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38C071-1198-4788-B722-233DC423C3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147DAD-04C4-41F5-B75D-BF459F6E6C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096F52-1D1B-4B10-93BD-0AF5C95BAF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10AC23-A558-4BC9-921E-2A7D3B483E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91763F-3953-43BA-8028-745FA78116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F6EDF2-5B2F-4F90-8C92-6081E9BBBE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C79EB1-AAB3-4ECA-99C6-C0F5736BC4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2C3CD5-A7E2-490B-A6E5-3B6F79AC4F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E1597E-C7D2-4604-A491-0F810B4D6D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9136" y="47300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6D58CA-1882-4859-A768-EEA3DBF954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9136" y="47300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89B881-BE56-4DC5-BEF9-A82EC549F2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1D95D3-3443-42F6-A4D4-8D8D426965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05D361-AF9B-467E-818F-EF93EDF3D4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4032A8-B46B-41A6-962E-4F7C9954A6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876FAA-C4B9-4A41-B872-F8EC6CEFED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A0D469-F1C0-4117-B199-F6F0CC6410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91C755-1122-4BD1-8A5A-0E4FD50C5E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FABD02-ADB0-45F8-AB10-68E5CA3F84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6A6607-50D9-49BF-A98B-04DA2701AC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9136" y="47300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AFC786-3CDA-4F2A-92FF-573E240184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9136" y="47300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BFFF98-1395-43D0-A14B-0612ACA5BD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9136" y="47300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F1177A-0F78-4DEE-9930-6A95118943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9136" y="47300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A9F2BA-89BA-4F7B-8B6F-6E0CBE3AA6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E80A29-3DDC-4796-BA22-DF7DDDC443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3B374B-D951-4AB6-BAB4-9B5BD98EAA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CCC44E-8F28-4A57-A7E3-B99DC10FDF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D053F7-4618-401C-ACA4-C11D676A18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9136" y="47300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5695CF-8F0D-45D3-9966-437E29182D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9136" y="47300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EA7E83-F48F-4D63-A057-FABBB50C04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9136" y="47300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69B6D5-2548-447E-A4A6-ABF088ABED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9136" y="47300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5A1010-5143-4ABD-A6CA-C514CE6CCC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9136" y="473009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B02F9D-50EB-45EE-ACAB-CDA365904B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9136" y="473009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9B4C79-0AB4-48B4-B9B2-7D01D557B7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228ED5-6443-48C5-AED5-6AB2086191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6041F9-C0F4-4E0D-9B83-D8C5DEE196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E39513-9A53-4F01-B232-D444EDE34B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370D4C-89CC-4B69-AE16-F65778A067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98CBC6-BE1A-42E9-AD45-88ACB8DC17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0FF6BC-6D59-4F2B-83C6-47ACB2D711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486AFE-D5A5-4C3E-8B19-5584961447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96CA23-3AAB-4597-9627-5D2169D110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01CFCF-0783-4442-B8BE-E1ECEFA59A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9AE701-59EA-4887-BC42-D99F03782F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D0DA8E-D5E1-449A-8BE0-79CF009DE1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B35FF0-4A91-463E-9AA9-B089E6DA21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1178F3-F6F1-47A4-B0FE-63D6A0795B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CD8CEE-16F1-41D1-AE90-2E4D31F43C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29B6A8-3C7E-46AC-8275-2C978915BB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031AFF-9837-40C4-AAAE-E84C070B37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D0C418-CFB5-4FF8-9EBB-9F0A8C7F73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E14D4C-5C1E-47B0-8926-C64245092B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44B8F8-8848-43C5-A7F1-69C03BF59A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5F2E36-4F24-4810-9AF0-522F9457F8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8EEE5A-5FE2-48B5-B6B5-F5F9977E69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DE950C-236A-4546-9C3E-F5ADA01270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A7022A-F14B-4536-B8C3-6361253675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124CE2-D797-442D-AF5F-ED60D3BE18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CC8EB5-4C77-4716-96D8-9C984744BD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F3A5C3-063C-4C7E-A3CB-B0C3DEB377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8AA6E1-F083-4B66-9321-0E8A06FE16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C6C76B-0B06-483C-8FBD-7B843B6802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D13443-268E-407A-B832-D10122D6F8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F04C52-62EF-412D-86E2-DAE492C0F2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7822" y="62646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460D5C-B147-40C5-9B9B-17A2F700BD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37822" y="62646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A5C2A2-A22A-4E3D-8061-18FE939886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8AA793-71E6-4ED8-80B3-BCD58DF6F1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9E7F91-6ECC-4487-B931-EF120376F1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3694B7-170D-42F2-83C0-DCD5244D5E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ECD27F-7158-48C4-B6FD-BC2A006E3E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08B768-9095-46AD-929E-78F7718884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F609BB-7605-4D9C-9581-03FFF359A7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550F38-B8E4-4352-8988-DF10A48FCE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55E26A-1E63-48E8-A3F7-9D4E1F1D86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510557-5B96-4B67-A932-004DDCEC35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526389-F293-437B-812C-D7AAA953EC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3341" y="62542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5DD1FD-64DF-4CDA-AEDE-4CA1CAF9AF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3341" y="62542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78C0F2-0F14-4E76-9616-91802FFE71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3341" y="62542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09F1F6-BB63-46C9-A120-D92BB2447D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3341" y="62542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B34D26-5F0C-4929-890D-39DB46D78F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3341" y="625424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41AF88-A66E-4924-9DD2-07DFB0394A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3341" y="625424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B5D185-4334-4AC7-843D-608F785D29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7008" y="62683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FE54D2-ABF7-49B1-9A31-F13FB0D204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7008" y="62683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049F0B-F847-415A-83EF-C104915D0A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7008" y="62683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CE9C70-8943-4B00-92F4-EB2251DFC4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7008" y="62683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9F1424-96C6-4CC3-A86E-AE2F285EB3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7008" y="62683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51E03D-D0D2-4BDA-B712-BB99E0930F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7008" y="62683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82FC65-C290-439E-AD03-A2F7236F03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7008" y="62683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116075-D2D3-4128-9F41-4C8DA86295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7008" y="62683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D0B3CB-F15C-4D4E-807A-824C53DB11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C88F85-663A-450F-A621-CCF9A65BD3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E522A7-91EA-4E4B-AF56-28B01522B2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180B4D-0C04-488C-B21F-1B2DB278FA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FC49BC-4C7B-4905-93FD-85B8F28250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0C8939-A948-4EFA-BE6E-D26EA25648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14384" y="62830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8C7C6D-04A1-4BC8-9F8A-1796235C08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7008" y="626831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6DA48C-0E86-4A24-82B5-67B07DBF5A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87008" y="626831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38A3B5-91EB-43F9-BC4A-191E8D9864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2466" y="52227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054203-BB78-4DD0-A0AB-6C39110979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2466" y="52227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DE4AC1-C092-4FDA-8E9F-D76074C797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2EC15C-AB98-466A-9C29-E5D4779380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25127" y="601487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62777F-1146-42BA-86E3-66FE458B6A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223" y="48878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D2EDC9-5E91-4BF8-8859-903CCE5140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223" y="48878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BB0D72-E578-446D-8D8C-F585ABD377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165AE2-0CBE-481D-8358-2E44D5E52B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39936" y="46153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644016-38E8-4DBE-AF7D-BD328E05CB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5" y="57307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7B7B37-844B-439C-93D8-3E82957018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79905" y="57307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FB3A08-CF17-4DEC-AB51-E93233E991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178222-F64A-47B0-877D-0D842BF5C7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0FE837-834F-4C5D-AB98-8627FC61C3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223" y="48878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970855-8AAD-4089-A7BF-4122C0C78E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2223" y="48878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EDCD61-4D0A-4D6F-8A8A-16FFF4CB59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1558" y="50428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DBC61C-FAEC-4423-B4EF-8AC73152FE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01558" y="50428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725BF9-2E6B-45A7-827C-F6E5977CEA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5739" y="50462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38D12F-C18F-4C54-AE9C-3976740D76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85739" y="50462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2D673D-8168-4993-8FFD-58E69F7FE9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4720D7-55B6-411A-A89B-470F197F5F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84898" y="66206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DBA663-CB8B-4CA0-9C72-719ECB05A8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AA766E-4916-4A95-A0B8-6DEDFBDEDF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A12E7A-95DE-4A3C-9792-9BE0401E59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AFF80E-C329-4ABC-A0E0-7589925A3A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74858" y="470111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D33FC5-A45E-47AB-98A2-A2C5E5BC4B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60" y="51924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2F1A61-C0D6-424B-AEF5-5E34FA19A7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14860" y="51924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4BDC4C-AFFF-406F-AB1D-4C05A8B037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6065" y="57152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B37631-C696-40FF-93B6-0CFAD6A5F3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6065" y="57152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8814ED-6A03-4F2C-973E-FC2B591533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6065" y="57152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BA2439-D35F-4F87-B579-D50713179F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6065" y="57152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89F945-3EF4-4C37-9509-E618182449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6065" y="57152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DBDADE-3A03-4296-8E02-D55CAE73BF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6065" y="57152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EAE0F1-94B7-4D3B-82F6-815D0064D3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6065" y="57152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1843B8-FB47-4130-9034-9FA15C6088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6065" y="57152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DA9B1F-BF0C-4B36-AEC2-3CEF099494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6065" y="57152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E27878-F8D9-4321-B66B-56C5AE9978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6065" y="57152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81709F-0AA0-4137-96A9-2ACABC5F24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6065" y="571525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6308CF-1BF6-4134-89ED-0F2E941D97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6065" y="571525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05232F-EBDE-4EBE-BA88-B32177404B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4744" y="52757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55607C-D30F-4BB9-AB12-78AF559543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4744" y="52757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407976-2B1A-48BB-9002-846CA6F1AA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4744" y="52757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844936-8519-4382-806D-FEF038A119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4744" y="52757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64FF60-9F56-4F57-B5B2-38B762EBB3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4744" y="52757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45EAD8-8517-4A4D-999E-FA2C426077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4744" y="52757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B6C474-C465-4E89-B1A2-F2345DE11D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4744" y="52757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EF0A78-414A-485D-979C-DA0FB180D2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4744" y="52757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86CC7E-F84B-4761-9FC1-4C91F5DF44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4744" y="52757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9A5D3B-E380-48A4-93A9-337EA487A9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4744" y="52757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1CC247-07DA-44C2-918B-7129638CBB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4744" y="52757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A237EC-1DD3-44B6-9E3E-9520BE5382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4744" y="52757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F27D6D-3254-426B-943A-5D93C89DC8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4744" y="52757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CCD857-FB9E-49D5-B6AB-EC3F98F1CF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4744" y="52757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351723-A282-4592-AF31-1C3B9BDA6A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3294" y="54146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8089B4-90E1-4A58-8521-9C5F11C122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3294" y="54146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193610-E8FD-4C18-82F7-3F4B59BA36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3294" y="54146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49C55C-3504-46E3-8308-3255446911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3294" y="54146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26322E-A2B4-4314-8915-DF344DC6DA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3294" y="54146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497340-C4BD-4BF4-8BDB-6A4CABB4DE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3294" y="54146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B4D757-1ACB-4AC9-A5F2-3FF3F8FC20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3294" y="54146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DD9D1F-9041-4DF3-8F49-B1A678DE9A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3294" y="54146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3827A5-175E-4091-945D-228870F640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3294" y="541467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4CD3D1-AFE1-49A4-9DDA-1827F224AA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3294" y="541467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37225A-9C77-408D-B3BC-A2C5878AEF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9463" y="53933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F2E548-095F-4DA9-BD85-799C8FEBE1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9463" y="53933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A77300-B625-4BB5-A5E8-357D924000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9463" y="53933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625F1F-1916-49BC-9882-CE2D26A055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9463" y="53933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F49163-CDB0-4F66-8CCF-5C922DD94F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814" y="5596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0F0066-DA47-4968-816E-12D372281E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814" y="5596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E23E50-83C7-49DC-A9D0-B61BE85387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814" y="5596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91E9B5-B98A-45FA-9622-55AA793ED5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814" y="5596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40DDAB-CE4F-4727-B008-7745B205CA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814" y="5596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359145-CB67-434E-A994-2C8A4BBE40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814" y="5596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FABCBC-25E3-4053-A6B4-F3C43E6221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814" y="5596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9AA476-70E4-4682-A2BB-6DA7A380B3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814" y="5596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000DDB-9D87-412F-97D5-62AF510C07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814" y="5596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E604FD-0037-4BFB-B219-8A1872BCD5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814" y="5596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DE8B10-C10C-47F5-953A-343582BC8D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814" y="5596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68B71B-C1D6-43A3-97D4-2061C8D35B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814" y="5596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1B6493-5B6F-4DFE-91B4-AE8F0607EE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814" y="559609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A1C72B-CA24-4A26-8958-2FA859A822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814" y="559609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9DC88B-0F25-4C0C-B2F4-003686A024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7" y="56377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043C8D-15F6-4A26-B107-3184996D92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7" y="56377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E8F0A5-9D9F-4A91-AFAF-D514BEC19B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7" y="56377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A741B49-A488-4B7C-AFF8-B940C8047D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7" y="56377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26D703-B153-4305-BD7F-089C94BC28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7" y="56377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5B2592-A427-4869-A3B7-1EC266183C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7" y="56377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AB8E3D-3B50-4840-8DF9-F5CDCF1CA1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7" y="56377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B358A4-7D28-49DC-8B20-0CD5117F4B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7" y="56377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AD10B2-CF79-4240-8DFF-4695E5F270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7" y="56377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18FAB9-62A5-4994-A6F1-B7761FE1E3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7" y="56377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D944E0-03F9-4C26-A217-9734C580FE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7" y="56377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15EC8E-0ED4-4D97-8506-7F78524F7D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7" y="56377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C56731-C809-4EBB-A25A-E640486923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7" y="563778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4CE839-2F74-41B0-BE69-FBF636D0D7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7" y="563778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7C2EE8-5888-448D-97C2-EEACF85671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676" y="60058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2386E0-86F2-441C-AF65-EB899657B1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676" y="60058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2D80D0-C606-40F4-A54D-44E24F1880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676" y="60058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569488-EA20-420F-90FE-14D4750D59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5676" y="60058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599295-A137-421E-91B9-31C88AC347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0991" y="59914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C5AA56-D2BD-4B91-9BC5-BFF819AF25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0991" y="59914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EFD1E4-67D4-4FE9-BCD2-10EA07CDC1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0991" y="59914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105387-7AD0-4B4E-96F7-C6D9503CF9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0991" y="59914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8BCA59-81E1-4B8A-86B8-7C19D8F10A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0991" y="59914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BA133F-5D91-4700-B3EA-A29E9BCEE3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0991" y="59914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D93BF0-A4CC-4095-BD93-E5A6D59520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0991" y="599142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32D644-FB8C-4135-9FFB-09313DB891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0991" y="599142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E3DFDD-E1E2-45D7-A105-C281B353D8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3429" y="60956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8E4B36-4249-462E-BA1A-ADA5FC33F1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3429" y="60956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048AA3-A12E-4995-8DF3-14152E7333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3429" y="60956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D54EBE-7EE8-4491-9323-773010F4ED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3429" y="60956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71B0C4-0A04-4755-87F8-2F546901E7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3429" y="60956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CC3333-2E82-4D4B-9B20-FC720DA555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3429" y="60956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9D8919-BDB8-49C0-B9FC-E6B09638AE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3429" y="60956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C69F9D-D78C-4042-A2F1-B18C997E8C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3429" y="60956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AB45F9-E057-4153-B405-E11310423C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3429" y="60956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AA0F79-AA77-47AC-B8A1-2377E1FE2E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3429" y="60956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BA33AA-8F04-4723-9A60-85D56FE269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3429" y="60956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FF06D6-39E8-4610-9EB6-4AA0FB23BF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3429" y="60956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39C890-79A4-40B7-8C90-892F9FCFFE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3429" y="609569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39F297-3787-40E0-9D4D-832AA11C19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3429" y="609569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37F324-5BB2-4FCF-A935-248DCD0867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2117" y="60070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41D714D-42FE-46DC-B5F8-8AC1DA3E29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2117" y="60070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DA502D-B3E0-46BC-B0AF-526400562D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2117" y="600700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A617DE-76B9-463C-B46E-B28612AB4E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42117" y="600700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C3D6A0-DB88-4293-9287-AD6A6AE3D6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3772" y="60074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D6F2EF-82A7-4823-A971-580F9D6815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3772" y="60074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F5EE96-1170-4B98-9119-830D3A5455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1396" y="59926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CEEA58-640B-4C95-AFE3-4A7E20783C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1396" y="59926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7FE7BD-1F20-4D1C-9854-97C725FBE9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3772" y="600740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71FCA0-49F9-42AA-80EB-A9BF320D6F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3772" y="600740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930491-237C-4ADB-913A-70CD2FF1AB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2995" y="60235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DA24B5-4B2B-4C6F-B8A8-7B35F6B999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2995" y="60235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A0EF84-7D41-4A64-B922-644D632C5A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2995" y="60235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CE0FA4-B5B3-447D-8D10-DCCDB61F8D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12995" y="60235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3999BB-97DC-44F0-8D37-62AD38F971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6232" y="61765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4C43EF-8019-45BF-B009-8DD2B7931E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6232" y="61765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920ED2-12B9-49CA-AE5E-B6606B8FFA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918" y="61728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A36576-EB3F-4C62-AF49-0C9023CEEE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918" y="61728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1EE3B9-8A0E-4544-953B-5451C510E8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918" y="61728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D284E1-A60D-4C65-B833-EF48BD7F8F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918" y="61728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D122C4-DBF4-4D59-8EB3-8DD33015FB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918" y="61728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7F1ABE-AA96-449B-8E56-F99369639F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918" y="61728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620AD5-7614-46BD-A8CF-B525221D1C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918" y="61728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BCB90F-4C64-46B5-8B33-605721E1FA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918" y="61728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45C472-F483-4896-93FF-A93F4D23A5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918" y="61728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32AA9F-FEE1-4FC0-8981-6975B2BF47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918" y="61728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D1B4F8-E615-41E7-B71A-3FE56F6FA0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6232" y="61765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A384E5-382C-4BC7-8513-B6C63DADA4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6232" y="61765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F2C676-1983-4C0F-BFA0-3FBC21518D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9650" y="57243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A48CA6-4CB2-46D5-B74A-5B2676FD05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9650" y="57243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37E9BC-AA22-4B2A-9003-955B1B1A83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4891" y="57058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0DE05E-B35F-4601-B8CD-9B2D9873D6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4891" y="57058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B2942B-A05A-4E61-9145-48217E3E0F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4891" y="57058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6C24BB-40EF-4D91-9D45-D7B690B416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4891" y="57058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844789-E9AC-4325-82AF-FE3D20E204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4891" y="57058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74BB29-6E8F-4EE7-AC20-F2BF79743B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4891" y="57058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5A7298-6615-4B06-B1E9-8651670EF3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4891" y="57058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6D621A-232C-4F1E-AD43-33D85F9B4C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4891" y="57058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83819A-8075-418D-B78A-EE5FDF0EE4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4891" y="57058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5FAEAF-639A-4A0C-AA3E-5AB19C1DA9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4891" y="57058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C5A9EC-015F-4521-A962-46162E0ABB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9650" y="57243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B377A2-5841-4FAC-9EBA-A044232A29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99650" y="57243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8BF017-4BF1-45CB-A40D-740AF82FFF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33" y="50941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FEACE1-060E-4481-81D1-BEAC8C09E9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33" y="50941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DA8A5E-920C-4518-B9E8-9C5BA653A8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33" y="50941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E535D0-98FA-4709-8B3D-21A9FA2853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33" y="50941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41C766-009D-4C8F-BF58-86458694FE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33" y="50941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287F62-2637-4A90-BAB1-A6B55F3762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33" y="50941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04052E-AC6F-4744-AA60-2741CBB6BF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33" y="50941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F9263A-D656-400C-8A85-71AD1B9AFA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33" y="50941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8613FA-E065-4D44-BB9B-740DA04148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33" y="50941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15DF9F-C4F9-4C3D-B039-8F3EC5210A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33" y="50941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E00806-7BC0-4487-8685-5418976369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33" y="50941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4AD740-0E17-4B15-8969-479D656993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33" y="50941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EA0913-42BE-4FC1-9F8D-02AB65F060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33" y="50941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A7E667-11DB-487C-8A2B-2E83B92F9A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33" y="50941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F9AE9D-C6D5-4CB7-A964-CA5143B90E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8" y="50245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BE2738-8322-4AF0-B648-9183EF1FAE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8" y="50245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BB93F0-D849-4210-B008-C911191E07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8" y="50245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868232-9935-4814-84AA-1958D9C23D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8" y="50245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9774FF-DA1A-4324-8694-564EB2956E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8" y="50245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E09FF6-9D5E-4A4C-87AD-9B58FDCDAA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8" y="50245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4C4D2E-B5E1-4F21-BAD5-52EDC0C6A1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8" y="50245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DFEA67-32A8-4325-B2B7-A9E33421DE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8" y="50245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19E922-98C3-42DA-A85E-AD1A22A3E2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8" y="50245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AE409D-40C8-4347-AC42-BCACCE8922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8" y="50245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5DEF7A-3DC0-4047-8580-2EC2237829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8" y="50245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A948BC-1A1F-434B-9254-84165EC00A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8" y="50245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9A55AC-032B-4F24-83A7-602518CF70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8" y="50245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4A3D1D-3294-4067-9E97-69EB89B426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8" y="50245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86D1B6-C023-4B58-B247-7B46A4B128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4" y="53110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A9B0F1-E8E4-41D7-9BB0-5B1ABAC5D9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4" y="53110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329226-F078-4039-B5A2-2A81CA08B0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4" y="53110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1047DF1-D219-4E56-B7D2-76EA2B9A1D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4" y="53110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2F9F71-DDE7-482B-ADE6-715C5AA131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4" y="53110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9DBFE0-23B9-4B44-ACC7-7AA730F3F2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4" y="53110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72514B0-D922-487E-AE76-096317EA45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4" y="53110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4CBD36-D648-4813-86C3-AC8FFDD757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4" y="53110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D1C063-4025-445E-A358-BE26136E47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4" y="53110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D3330F-B2A6-4DE5-83C9-3D52B1EAB1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4" y="53110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A45DD7-E29B-4C8A-B951-15D7C6D7F5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4" y="53110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EC33B3-B8F8-4FA7-9FE7-F8EE9620F0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4" y="53110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09F4FF-BB8B-4BA0-9BAA-998664B705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4" y="53110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03B4CF-BA83-4961-A3C0-9FC341ED8C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4" y="53110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A60D6D-0336-487F-B5A4-FB526DB382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563" y="47781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8BA8AC-5210-45A3-8F4B-BE30CF05B9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563" y="47781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10AF15-A290-486F-BB2B-AD7A881917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563" y="47781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E88F16-4EAA-4A99-AB0D-274962B353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563" y="47781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DCA4F8-4692-4D2C-9DB3-5A6F627B4A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563" y="47781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1E70D2-B3CC-4600-A5A1-CA9DD60860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563" y="47781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187788-B1B2-493B-ADCF-B90AD2AEAA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563" y="47781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B849B0-0B8F-4808-86B4-DA7C76AAF5F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563" y="47781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BB5695-126F-4563-AA6D-0C26641A08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563" y="47781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5F8DC9-2998-49E2-BD09-FF216785EA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563" y="47781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C765A5-F5C3-48C5-B93A-FBDB3607EB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563" y="47781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53F079-E478-4778-B678-F990617F73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563" y="47781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450CB9-BC5A-4038-A60F-861D83E324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563" y="47781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3F331E-924C-4D97-896F-10FF3A9CEF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563" y="47781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445DE7-35A4-4B79-8DA7-23DCAAACAC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5598" y="51359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348065-9DA3-4C44-9C38-A744C1B668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5598" y="51359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BA6E92-EF66-462D-ACB4-813FD789F2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5598" y="51359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34D9B8-3DB7-4D26-9614-8E253CDF31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5598" y="51359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87D8CB-CCEB-4FE9-A005-D28BE99D1C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9057" y="51453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B685A8-8C06-46DD-A3EA-492CCED9B2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9057" y="51453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93887E-D594-4D27-B6C4-9271D66B52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9057" y="51453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432D9D-FD41-42D7-BFA8-177668B488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9057" y="51453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F8181C-7686-470F-A0CE-C8F81873F0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9057" y="51453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547C0B-09AF-4C1F-AC25-E0843D746A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9057" y="51453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D17105-CEA6-49CC-846E-A8D4129F5E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5598" y="51359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C64C6D-BFD6-4EBA-ABB1-8B09EDFB80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5598" y="51359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EE6593-FF4A-46C6-97ED-58FEF22606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5598" y="51359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FA6A09-99E0-45E6-AC82-23E9BB1836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5598" y="51359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7004B6-5DB2-4EA9-A315-1453272F23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4561" y="624472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79006F-6B86-4066-8C96-DFF5CB779C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4561" y="624472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A71D1F-58FD-4779-93E3-AA8CD8EDD0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7937" y="62597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E6D3CB-D1F1-40B8-B62F-65324FB6E5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7937" y="62597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7CDBDC-C30D-4F3A-9C7E-6AD4682564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4561" y="624472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350E78-0DAD-434E-88C5-4B0226169E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4561" y="624472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08FB8C-F5F6-4D71-A5AE-24B1258B29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7937" y="62597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1BA175-1D57-4D66-A164-A52A4F4E87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7937" y="62597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91D404-CDEE-4373-9426-D9F94C3B80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7937" y="62597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0C4893-FB45-4328-8B58-B0C437F8C8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7937" y="62597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70D5DF-6617-4CC1-A08C-A344F0A761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7937" y="62597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AD9B80-6FB3-4E3B-A93D-6C8BD4A451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7937" y="62597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D38E35-EDE2-4337-8E4F-61E9C243D4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4561" y="624472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080702-FF0B-4822-9AFD-7744D70EBF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4561" y="624472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86D1B9-335E-4FFB-B67E-C55B104999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6407" y="66091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46D7A1-EB2D-47EB-9363-F5D2C49335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6407" y="66091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5E9750-7C1A-4831-B25B-FE6FC9853B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6407" y="66091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5F153F-EDFF-41FA-9C10-3C4958F21C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6407" y="66091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A39F40-5F34-41E3-B8EF-7BC2EDB52E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6407" y="66091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7E4119-8E08-4ABA-A200-0DBC4603CF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6407" y="66091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944185-3729-4FAD-B664-3DC61D4C7F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6407" y="66091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C9E6C3-8D18-4B53-803A-51974598D3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6407" y="66091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5058BA-CE78-41CF-9989-7E6ECABA68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6407" y="66091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5D8CA0-7E19-4172-AE83-6EAA292E36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6407" y="66091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F2D57F-B219-46EF-8D18-F9CA123DAB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6407" y="66091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61B354-C753-4C30-BA2B-A211EE86FF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6407" y="66091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06AE0D-C1CD-470D-ADC4-3F7B67161A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6407" y="66091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46BE46-5F10-46DE-AC08-114A2D1EC0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6407" y="66091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B4F9BE-A3DE-40D8-B826-B75E935379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6058" y="5437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2DF893-1D9E-4F99-9898-70C038641E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6058" y="5437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C0B3F4-EF21-4861-944C-40F5A4F6B3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6058" y="5437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3C5BFD-6940-414B-BC79-3C13952CC4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6058" y="5437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409B4B-48E0-4461-AB47-9A3B6CD44D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6058" y="5437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256B63-A06D-4A11-82A9-C6283287B7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6058" y="5437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917347-B728-4A2E-AC36-B7B7B631FE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6058" y="5437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65F4E0-5F31-4AE4-9176-CC16BFDAC1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6058" y="5437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19EA5A-CB46-468C-B45E-4125B5BCF8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6058" y="5437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8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E3949B-C98F-4FB7-81A6-9E4E602986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6058" y="5437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8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F4FF9C-3FAC-460C-A1E4-B25434D28F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6058" y="5437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19E136-E817-4B50-B7D0-95EB3E4C0F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6058" y="5437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57659F-5D3B-4CDA-87F4-18726E6A7B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6058" y="54376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6FF151-2A5C-4CCB-A8A4-B25D938130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6058" y="54376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434E4C-32CC-4C49-ADA6-8413160002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7915" y="61823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27D16F-8581-46E4-AC71-6AF7860B5A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7915" y="61823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F163E4-FCF7-4842-8ED7-7A442075CE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7915" y="61823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46C825-2729-4A3B-8722-952C0126C7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7915" y="61823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A025E1-2928-4B2E-92EC-3D3F255EE2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7915" y="61823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FBCF3F-ED5F-4481-8ED2-B481CD37F1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7915" y="61823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F9B0E6-3BA5-4A2D-83FC-276C5BBDC2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7915" y="61823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3E34FE-2DC3-41BA-B29E-8C4DA0D0B9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7915" y="61823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587AF6-9841-4B7B-AD4A-5C476BEC12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7915" y="61823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3E12AB-AA1A-4318-A9F9-64EE6B452C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7915" y="61823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367220-7AA7-45C7-9FF8-5C83C8BEFF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7915" y="61823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5F665E-9A33-4D72-A3D1-A482AF6622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7915" y="61823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10702F-D00D-42F7-894D-D99CEE680F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7915" y="618234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C6EB47-D753-4377-B146-1E8B3A83B8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7915" y="618234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903670-696B-4EF3-B835-7152EC4C88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9" y="5195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D6F74C-9D3B-4721-8FFB-6F6EE0AF9C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9" y="5195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70CC4E-EA98-4B1F-B030-36955563CC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9" y="5195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0CBCA6-595F-47ED-BB1D-A8B7C50531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9" y="5195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9B9C13-2D13-4468-9B85-A5547EAD10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9" y="5195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C311D0-CF30-4543-BBC5-1E225B6139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9" y="5195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CDEE5A-7520-49B1-B829-32381E3F22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9" y="5195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9E8D72-281D-4771-8DFF-B51A3EDA66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9" y="5195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7B299C-67D5-4AEC-ADC5-6C2199720B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9" y="5195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9F596C-9DF1-4177-B37C-40540BAF0F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9" y="5195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6E7E49-A2FE-460C-B86B-D7DCFEAB10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9" y="5195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9F61C7-FC82-462C-A025-22D905C899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9" y="5195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D515BA-0D02-4FBA-AE0A-FACED59857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9" y="5195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80C42D-3818-45FF-80F6-62AEDA4C9D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9" y="5195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0D57CA-6646-4327-849C-5DA5C60309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3" y="54630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AE24EA-C71D-4976-A985-F84DD6A6B0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3" y="54630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9EDE71-E17D-40ED-B1CB-57455105B4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3" y="54630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1D622B-7B85-4DA1-9D52-48DC563E88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3" y="54630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3FA348-AD25-4EF8-A380-E3F31A47E3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3" y="54630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64D567-0EF4-428C-B03D-B3A41D00B3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3" y="54630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F9BA5B-2C20-4C1B-AE2B-B492B82155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3" y="54630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F6484E-9EC1-4DC4-869A-F4BC3DF407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3" y="54630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C1B3CD-7849-4EA3-B196-82D213F38D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3" y="54630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29A1A9-42A4-4487-9CC1-9F8E73E89F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3" y="54630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37993C8-EF0A-48A5-B2FA-0B6057A47F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3" y="54630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BE5417-563F-444F-AD45-4326177942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3" y="54630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F40479-D392-4168-AB21-47C6EAE3CE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3" y="54630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4CD022-F5BA-4BDC-9E49-4D484D96EA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3" y="54630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A69C33-5CF3-48F2-B656-C7B020885A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0712" y="55103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4BC76C-7343-47F3-AA3B-02FB91F2BC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0712" y="55103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C9E501-0FD3-4863-8264-AEDE6A2331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0712" y="55103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2730BF-0BBB-49B7-9799-A714B0A76F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0712" y="55103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161B5C-0A08-4BF7-AF16-7A47B7E838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0712" y="55103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E43747-1693-4297-9A54-BC6339A091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0712" y="55103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78BBC2-D0A5-4FC0-AED7-3007CF69FD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0712" y="55103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C20192-E0BF-4A3F-9910-13BB5EAF40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0712" y="55103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C6D4C7-DAAE-4ABF-AD37-EE0AB504E8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0712" y="55103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D1E6A7-D8BE-41CC-B8B8-FEAB66FEE4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0712" y="55103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4AA956-69CD-4AB6-AAB9-320C4B1B76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0712" y="55103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BA3CA4-1BD6-40B3-80EF-058CC12892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0712" y="55103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9B6AFC-0CBC-409C-A2D8-76E70A6534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3069" y="54988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FFC480-6EB4-4AF3-843A-CAFA533D42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3069" y="54988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A1F98A-88B3-4480-B991-99FE6FCD62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1515" y="50743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EAA545-FBC1-4A52-A0E0-0105783C33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1515" y="50743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577AA9-36EF-4323-8E69-0D0299023B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1515" y="50743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D7690D-7642-4550-9D57-7B11539ACE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1515" y="50743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1FFD8F-A2D2-4F87-BCDD-6966E8A1D2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1515" y="50743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9B0C6D-59F9-4C4B-8A68-15FBA0EF2C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1515" y="50743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C8284E5-328B-400E-8F17-FE14E8A4B7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1515" y="50743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FA9721-15E7-46B6-A858-97C372FE73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1515" y="50743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DD139F-A8B2-4E81-BE5A-61DCC83012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1515" y="50743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5EF846-A633-4377-A5FE-95AD9B80D6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1515" y="50743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5D6DA6-37D4-484B-913F-C6E2C5F277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1515" y="50743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C87511-6475-415E-91BD-5A09129BE1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1515" y="50743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956DDD-2B8F-41B0-BE69-7E41C776BB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1515" y="50743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1F1362-675A-441E-A87D-941C331F1F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1515" y="50743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E88AEB-2342-4D1E-9047-7006ADE690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5" y="59220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1E8237-A6B0-493E-B344-40EDA2BCA7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5" y="59220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AC1175-1452-484B-B5E9-FB80453DD4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5" y="59220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644F48-BB44-427F-95CB-92CFF7B8EF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5" y="59220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134CFF-AFAA-4A47-9CD6-866965CAD0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5" y="59220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68349A-5CFD-4C3B-BD0C-D46A9465FD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5" y="59220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9CF0D4-6F41-4F34-B17F-D7FE4B9495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5" y="59220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12C6F7-C0A1-4E81-95D5-51F3918502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5" y="59220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8EA347-18D5-4790-8430-3A3CC7E0E5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5" y="59220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6AEB9E-64A0-41B8-89C4-A24D41A1BF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5" y="59220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5C076F-3D8C-4B52-A9E4-B1AC56F467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5" y="59220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5597E9-13C4-4C23-B7DB-A20085B1D9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5" y="59220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5AC814-7E5B-48E8-A0DD-D304C5D3DC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5" y="59220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3CD12D-AF5B-430E-B285-2C0B3E14B7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5" y="59220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55B0BB-0872-4134-9452-06FBD90C43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703" y="51143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9B930C-6785-471E-8FBE-124F29325E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703" y="51143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F80AF9-E027-40EF-885C-D3B88A4613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703" y="51143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DF1574-F5D1-4440-AC40-3FA81D74C0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703" y="51143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77FBC9-189F-4777-8BE4-50E6B3EFAD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703" y="51143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7C5BE9-332B-479D-B52F-E961F9E133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703" y="51143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C5B37C-4A61-4737-ADDA-9DC46D7C27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703" y="51143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3AE52A-4A2F-4C3C-836E-5D6366871F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703" y="51143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81294B-5C65-41E1-BFCF-6A7FEAA08D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703" y="51143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168685-A3AA-4080-A973-8E9ADB7BFA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703" y="51143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619F64-3859-4487-948F-1D785E9244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703" y="51143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79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B8E7A0-DDAB-4387-8B22-E9AC50C4F5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703" y="51143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79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61E99F-197E-4AEF-B0AB-7C13C72DEE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703" y="51143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05EF77-FA9D-4657-8FB9-3B4268F242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703" y="51143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18054A-C240-428A-93A1-6E1DF37B1F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3067" y="51540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570285-7F62-4C45-A716-EFC03CE8DF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3067" y="51540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9F5E43F-4FEC-4970-AE98-BD5B0866E0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21330" y="51602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CD1D85-0949-4B6E-AEAE-2186EF4F56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21330" y="51602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58EDC3-C9DE-44A4-8376-5B0766029F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21330" y="51602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7FC940-7EE6-430B-A8AA-EA7787510F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21330" y="51602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483132-9F05-4CA5-963E-7EC550E699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21330" y="51602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4DC008-A9DB-4E00-ABB2-184768515F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21330" y="51602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956E2E-9415-40CD-811B-E36199D08F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21330" y="51602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EAFA4E-2E16-44D9-A68B-63F6134C59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21330" y="51602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386846-B66A-49D4-B3C4-1DAA0705B9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21330" y="51602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5E5A0F-2562-4426-B1FE-9FDFAA031C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21330" y="51602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B2FDAC-9B08-4609-8ABA-A042746366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21330" y="51602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E0947C-F9E7-4F1B-891E-037DD36548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21330" y="51602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79F8F1-D288-4DDA-B195-74492AB7E2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6" y="48952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FAE32D-79DA-4273-A9D6-53D1DD26E6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6" y="48952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BEEFD5-5C2F-4582-8619-26D9AE2CE7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6" y="48952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75AA4E-D90D-4D3E-9012-C01E2F7D1E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6" y="48952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9450F5-F457-4052-AEC4-621184DC0A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6" y="48952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DA84E8-D57A-4509-B0D7-A9242FBB2C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6" y="48952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6D8CD4-8BBA-42A9-8D20-6D0B706753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6" y="48952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978A23-0425-42EC-B0EA-F55E18427B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6" y="48952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38E806-655D-42C7-987B-70CDE9C29C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6" y="48952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173C35-ECE1-4D18-B55C-CFEB15982D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6" y="48952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F2274E-32AC-4F0E-8DEA-7D1348DA2F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6" y="48952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8F8D46-98E3-44A5-8297-EE524BA82C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6" y="48952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D4FAB6-78FB-46A3-925A-6BE13B1111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6" y="48952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1058BB-84CD-400D-9708-62B65CA672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6" y="48952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C491ED-C4DA-485E-AEBD-E0823ADA8E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1770" y="5728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4CC3EF-3A36-46FF-AA60-97657BE7EB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1770" y="5728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1F14F9-76C3-42B2-BC3E-691F2222A1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1770" y="5728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B754B7-09E6-4CC7-81C1-D35BCCA098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1770" y="5728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BF50632-45DE-4A2C-B6BA-BD4A8C9F74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1770" y="5728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24472F-6F85-4793-AE53-17DB214627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1770" y="5728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A58A52-E885-46E6-AE9C-E0D37D2941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1770" y="5728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CD2196-698A-4DED-87D6-F5C7AF81A7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1770" y="5728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13EC5A-7C5B-40C6-B24E-FC6B8A0DFA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4149" y="5724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80F9D48-143A-4EEC-BA02-EBC84C1473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4149" y="5724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D14457-0691-429B-AD7F-E55A836501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1770" y="57287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6624AF-1040-4D1F-879C-ED120AB625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1770" y="57287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C59DE5-0FC9-4790-B5CE-B76DEBD903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4149" y="5724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BE8CE1-CC85-41D3-BCC9-CC81EA4EE9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4149" y="5724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29FBBC-02D9-4DD2-B892-DC1BE7C1F7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4617" y="6168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19E7AB-153A-40D9-B0BC-4211E5D6A5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4617" y="6168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944D9A-15B2-42D9-9F4C-C9057C6AFB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810" y="61858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D1DFE4-2298-4BB9-A16E-14A8613260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810" y="61858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6B8185-8688-43DE-9F42-C9E10B6FD2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4617" y="616865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549D84-30D3-4D96-B77B-5529F8B699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34617" y="616865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9982E1-6FC7-48D9-9C87-2CE2AE37B3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7606" y="616168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2FE5C5-08FC-4D6A-81CE-E71613E405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7606" y="616168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BA431E-124F-4DA9-97A1-9D105C0A34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0951" y="61718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E7B9DD-DC35-4C7B-858A-485BEBF6E6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0951" y="61718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EEA9980-BEC2-45DE-8317-B25365DB2E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0951" y="61718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75D85D-B322-40C0-BCD3-0AED413BE2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0951" y="61718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410B58-B1FA-4115-8244-3A88BF7091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0951" y="61718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5666A6-0100-4AD1-9073-34C8864FFE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00951" y="61718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797700-923C-494E-B4D9-CC014B14A2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7745" y="53537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C04384-90BE-4CDA-9D7A-ACFE847C7A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7745" y="53537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CC0EA7-6442-4A51-AE73-6DA5A6F5C0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60742" y="53459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23E005-CF05-471A-A75C-211A8D28B3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60742" y="53459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F0AC92-3AB0-4E7B-8F50-097BC075A6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60742" y="53459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4F6F0A-FEF8-4714-932F-BA7CFCC811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60742" y="53459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C5BEB1-1D92-415B-A922-34E1782DD3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4376" y="58725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01395C-AFD2-4583-B4EF-EA5466B960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4376" y="58725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BD6B68-13BC-470F-A2EA-CDA446B07B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4376" y="58725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11CE80-7BFD-44AF-B9B0-77921BD452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4376" y="58725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769CFE-1E18-475D-B15E-7C744F0B88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4376" y="58725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BE8FAA-50D1-4760-8E9B-89FDCF29EB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4376" y="58725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5EBE9D-C3E7-499D-B11F-F11CC58C95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4376" y="58725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93B663-F119-4E63-88FC-000BA4FEF3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4376" y="58725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9A6971-FE12-422F-9584-E0FC913491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4376" y="58725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24E06EB-BAAB-40B7-8AFB-08A0A6AB40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34376" y="58725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AA57C5-2335-4639-B93E-4B99103E27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018" y="586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950E42-3D97-424E-9E2F-124ECD26E4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018" y="586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0594E4-7B46-46DF-A08E-B1D1F9026A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018" y="586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262FD8-ABBE-45D2-85C8-0A2F0C8734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018" y="586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EE377F-7D45-430E-9F9E-764BFCA9D6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9" y="51105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F9EE51-FB44-4B23-81C8-0ACFED0E17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9" y="51105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20AE6A-C4B7-45A6-A2F9-FB9588CDF6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9" y="51105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8C6207-91DE-4522-B4EB-B0DB5B33A4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9" y="51105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3A8ED3-430A-4063-87EA-A9F8E7AC33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9" y="51105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D8D7DE-D5F1-45FD-9379-0CA838F51A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9" y="51105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261312-D3F8-432E-8283-F5A34D8138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9" y="51105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245722-0606-43CD-90B7-BEDE2F72CF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9" y="51105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CF5C1D-F7A7-43A0-8CD5-7F08473B44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9" y="51105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61BC0F-AF08-41D7-B761-BBD07DED06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9" y="51105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398FA2-8C78-48D1-9DE8-8E74A17423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9" y="51105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06763F-65A6-41AB-A1C9-74227A5950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9" y="51105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419D57-2C40-4BE4-91F3-B8727A2CA5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9" y="51105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CEEA7F-E5F4-4165-A7B1-F28DCF7A11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9" y="51105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0B6C7A-D7DB-43F8-B5D1-0ED749F647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1577" y="48737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0BD2010-8A47-4F70-A11F-5049F76899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1577" y="48737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130CF5-616D-4B91-A308-0CAB22F39A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8813" y="48574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852175-4507-4D4A-9441-9252EB54F2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8813" y="48574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32B031-ACA3-454B-A066-7445312502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8813" y="48574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4BBCAC-6C6B-4A91-B1CA-C180847840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8813" y="48574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CA4A9C-AD4F-4793-A1FE-AE490CFDF6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1577" y="48737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0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AF985D-73E9-417B-9FD8-58F711947C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1577" y="48737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0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9141E8-CC59-491A-8CAF-721CC5D111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8813" y="48574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0DE506-C331-4194-9B94-9296C51DC3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8813" y="48574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BB45A8-54D2-484D-84E5-ADAD256275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8813" y="48574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95ED03-E476-4A60-9D30-308769ACF4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8813" y="48574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2390C9-2319-4535-AC32-A0B421525C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8813" y="485748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5C4920-D071-4426-AAE9-06020B4550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8813" y="485748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CEB1E0-738D-499D-A828-75445DA656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538" y="62506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9E8461-67D1-4424-8D4F-C70EC12CCB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538" y="62506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0D43B9-13CD-4916-B2A5-98E13F709A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5085" y="62686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67A7F8-ACF1-4A00-BBEC-F03DB8E81B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5085" y="62686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8714A6-F3B4-4DF1-A605-D0A474FC21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5085" y="62686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7B9DD9-D0C4-4F16-9804-B76620E588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5085" y="62686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468F08-CEE6-475D-BAF0-4F28A21EAA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5085" y="62686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58BDF1-8982-4ED3-BE45-5CDC5A3373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5085" y="62686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420A5D-81BD-411B-92A7-9465AF708C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5085" y="62686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45E9BF-D01B-4472-8807-7C1E2C70BF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5085" y="62686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456782-53F8-43A8-9302-8BFBFA444E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5085" y="62686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D5094D-7ED1-4229-B3FD-7C5FDB00D8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5085" y="62686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32E351-0A2A-4612-8C70-CB84DBF0A9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5085" y="62686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01EC2A-AD0C-43F3-A6A5-BAAB7643E3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5085" y="62686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6187EE-3FDA-4996-B7BB-2D4EB3AE0F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5613" y="58205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EBEE36-FF36-4DAE-A588-9A323D414B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5613" y="58205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D06DAB-3712-4F0D-AF75-B3EC3C6F4A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5613" y="58205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D656AC-275C-4D78-A204-CE4090E9E9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5613" y="58205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43029C-E7F9-47E3-B50E-01AEF4BB00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5613" y="58205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8CE7DD-A9C0-4075-9C2B-5D41FA05EB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5613" y="58205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E98451-2AAF-45A7-A900-94F47F11AF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5613" y="58205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187932-B6D7-4B20-BB7A-A419D24939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5613" y="58205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A76A41-AE43-4D16-B5F5-885F85A8A1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5613" y="58205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7CB479-29BB-4B6A-920F-4070DC18D3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5613" y="58205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86CB23-D869-4430-9760-D090156140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5613" y="58205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111DBF-1025-47E4-A7F6-8BC7DD1D81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5613" y="58205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5506F1-F876-4421-9101-3D8603F088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5613" y="58205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271D5C-B472-4917-B9B0-301DE9368E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5613" y="58205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AD8196-89B3-46F6-A568-32C005F573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61" y="59806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BBC68E-8940-417B-8E2D-32876DA086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61" y="59806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4A5DE8-3173-4D50-9266-165665AD50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5223" y="59588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E02D67-EAB7-4250-9376-FFDD0AF399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5223" y="59588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DC1316-CBBE-4F60-B9B9-6049A5FCD8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61" y="59806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C1C608-F318-4740-A65C-7882400834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61" y="59806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E0EC77-38AB-4AA8-BF5E-FB31920CA4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61" y="59806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40F3E9-44ED-49AF-A683-9734CF53D6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61" y="59806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F1FF51-B122-407C-AEA4-5290AC3D7C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61" y="59806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3A1EF4-543D-4D20-880E-8A27ED7B08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61" y="59806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1C2E67-9AAA-4C98-863A-AAD5FC214F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61" y="59806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AAC973-4DAD-4480-911C-969582BBE5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61" y="59806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5E7E81-C23B-4875-8399-0DE5F978C6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61" y="59806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175891A-0A91-48CE-86C9-C049B877C0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61" y="59806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3959A0-42F1-45A3-BC3B-CCACDC47D4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094" y="57152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840E2F-77E8-4DCB-9BD7-52B1965DC4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094" y="57152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06F273-B2DF-451F-A934-91B03EF451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094" y="57152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571E82-8A4B-4B96-A4BD-9EB20E7088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094" y="57152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6396474-3FB0-4FC6-9D12-440D46A5A5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094" y="57152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62DB4A-FB80-450E-9E52-62DCD2B70F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094" y="57152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82DC6B-9263-4502-B8D6-B1C1443314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094" y="57152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14074D-A0D0-4E4E-9F23-004AB3E359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094" y="57152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2F43F7-0DF3-4DC7-9157-5D412F24FE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094" y="57152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BBD170-74A9-42AB-95D8-C9D97527C2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094" y="57152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1F0930-2A86-4403-B082-FE62AAB823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094" y="57152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1EAB3D-6FCD-42DC-9A86-67F624A5BB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094" y="57152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099E94-ED59-460D-9B4F-09D931B9B7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094" y="57152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AED4EF-5DF0-45AD-875F-A315913E72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094" y="57152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61BF4E-D1BE-4A22-8515-206F0C9495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4" y="47368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CA5F77-F708-4FF9-84B0-82A1C59F70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4" y="47368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7050F2-014E-4067-AB50-A4B60BE796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4" y="47368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8B4E10-E72F-46DE-A2C0-1CFEAE18D8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4" y="47368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91FA77-CED7-4450-9BEF-03CDB99414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4" y="47368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13A683-2BCF-43C6-BBB1-7D187A2F21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4" y="47368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6848EA-FEB4-4541-90AC-0507BFE85D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4" y="47368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87D3FF-D46E-4C3E-90C0-CEF9965194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4" y="47368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8A5758-198C-4758-8C9E-09F3D0EB6D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4" y="47368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1A9ECD-B1B7-4799-AF4D-CD5E763036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4" y="47368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F43E95-F5E7-405C-A1CA-457A5937A2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4" y="47368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719C8D-222E-43C3-B404-A5E51A84BF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4" y="47368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1A4078-81A1-4235-8660-30EBCF28F9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4" y="47368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EA257A-C2CE-4099-93D3-EDD77BFA13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4" y="47368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9E3AE4-CF3B-453E-948F-199053513D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4719" y="47167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368585-EFD5-4AB6-B7BF-D832D44742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4719" y="47167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F5ABA4-72A2-47C7-85CA-7E288346BC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4719" y="47167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A80596-93AF-4A24-999E-1E93A547AE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4719" y="47167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52C83D-BF59-400C-8AD4-41617BF7A3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4719" y="47167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D4D7F4-05B9-446E-9870-FDE2A782FB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4719" y="47167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9F8D8E-67FD-471B-AC03-1BB938A96A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4719" y="47167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DEAC6E-CA8C-4BD7-93A3-BD7C66B779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4719" y="47167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296607-5488-4D31-8473-BE017A78E1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4719" y="47167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7950F6-06D2-4B67-80B9-6A1CF8428C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4719" y="47167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9FA53B-4EC9-4CF5-B1B3-C267198657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4719" y="47167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165ECC-C1FD-4F94-9926-7946FAA85E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4719" y="47167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27BF90-B2CB-48E4-A830-24D28D65EE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3611" y="57478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D117B9-A0B4-402F-B993-01FBAAAC7F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3611" y="57478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FB0F55-0EF7-4669-9237-383297AD4A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231" y="5761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104000-D424-4B44-816F-9BE8678AC9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231" y="5761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21BEE3-2B61-445C-873D-B34B5082E7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231" y="5761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2D55EF-B104-4BED-B865-C7CF731BB3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231" y="5761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E9EF3C-E43E-43CE-9DFC-B4B5064A7C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231" y="5761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82C5BD-1EFA-41BC-9225-607D5752D8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231" y="5761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C4194E-C886-4FDF-A4FC-E1C3E36241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231" y="5761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7A222F7-3C22-445D-9073-21E76CE3B7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231" y="5761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B18A0F-4C6E-45AF-BDF6-ABC0708E43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231" y="5761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1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F9D066A-95E8-4508-9B62-75D807E410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231" y="5761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1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7F7366-5487-4943-A2A0-5DFCD9B0C4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231" y="5761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D249E7-4131-4E85-A195-A4101EA442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231" y="5761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198589-A9A4-4854-92F0-7402063F3C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5" y="58094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DEF1F6-17B4-421D-A5BC-540F585F16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5" y="58094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AB1525-75D5-4E75-AC7A-2A13FDA586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5" y="58094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622E15-1A01-4A75-B9C5-A7932BC471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5" y="58094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B17743-4E1A-4347-BAFD-6C417A253A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5" y="58094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532C64-E2B9-4927-A14B-E66CB8A886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5" y="58094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0432B8-EA6D-413F-95AB-C58EC1A3AC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5" y="58094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0ABC0B-2FD1-40A2-BE86-2160323D2B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5" y="58094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434D2B-E45A-4F63-94BF-98BCE6171D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5" y="58094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1E6536-C639-4FD6-8537-FF4D2A0CCA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5" y="58094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9C599B-2477-4BC7-8211-DC7B766C39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5" y="58094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5FE257-5C02-43D9-A216-A058C69B9C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5" y="58094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5FC2A0-0991-43A3-AA4B-3C4ABC458F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5" y="58094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974DD0-4723-4101-8072-D2C741AD0B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5" y="58094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1391B2-F6C5-4D06-9177-44A4DCDC5E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8613" y="55148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AEBE29-DC5C-450E-8958-0545C392E2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8613" y="55148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653CCD-4334-4633-A37D-1CC2AD486C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8613" y="55148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A1BC91-9260-4351-9AC5-BCDA43EE4E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8613" y="55148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0BAD37-49F1-4A77-9CFC-92A858F55E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8613" y="55148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612387-6FA4-49C4-A0BD-8ADE999B69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8613" y="55148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34CC33-D9C0-406D-98EE-D11C2C6599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8613" y="55148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273102-51BF-4A2A-9B5A-DDB069203E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8613" y="55148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6FD5444-D34D-4854-810D-F58074060B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8613" y="55148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6E1728-6AF4-4BE9-9FC6-E7A5D2B715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78613" y="55148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364F27-5B6B-4AE7-8737-4D1866EA65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9535" y="58247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B14C8B-607D-4354-B861-2CC4A39971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9535" y="58247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13929AD-A576-4172-B269-A11C78D64F3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9535" y="58247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A022ADD-4250-4446-94A2-CAB5AAC71E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199535" y="58247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9C20CA-48AC-4CEC-A83A-F036A16488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7" y="50245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B4118E-1CA3-48EF-B4E3-72A4CA7A68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7" y="50245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825BA3-4932-4226-A2CA-89FE5422A0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7" y="50245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96D63F-113E-4BAF-8067-A400C43AD3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7" y="50245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2D3D58-B8BF-428D-9D53-1ADF066E11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4" y="59220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B28186-B6BA-4AD1-9FC1-1CC474C569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4" y="59220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CA1F9D-6D8F-499D-9C3B-E16EFC4526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4" y="59220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E89B10-76F0-4D26-899C-D3E90F78DA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4" y="59220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48A407-2B88-4308-B1DE-B228B1FD17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016" y="58692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C37256-5BF1-430F-B9E9-AEADEC7267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016" y="58692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C28625-F3B1-4340-B7AE-7571A4F1B1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016" y="58692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E16898-649E-4B34-A7CA-B9766D0DA3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016" y="58692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9D09B6-B4FE-41F4-B8E9-0D014BB21C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3067" y="54988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FDC0BC-B1E4-452E-A255-AFE3D9F498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3067" y="54988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F13876-9A7C-4B52-93A2-439A80812B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3067" y="54988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E7D7E18-972C-4E80-8350-4A14BFF239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3067" y="54988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D723E4-DC35-4781-BA4D-5FD7524F8F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808" y="61858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8854EB-AE3E-4E2B-A21A-3F16DD2F42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808" y="61858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10A0F2-34A4-4C50-BE9C-EBB1DC0A97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61" y="59806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6E3210-D153-4B9D-974B-028D41E2A6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61" y="59806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D62D65-0DF6-435A-8650-75275BC435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808" y="61858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CF0CFC-B7B1-451A-AA61-45072F2620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808" y="61858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34587F-F257-4EEF-BBBF-BC702E56AF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808" y="61858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8F73F8-B061-4EAD-BD9C-31EE4621F7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808" y="61858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2BCCA5-C7B0-4512-955E-DA7FF38C1E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4148" y="57243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FEDBA50-1795-48F6-A2D5-586383B8B7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4148" y="57243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6D4D82-9718-4B90-84F3-AAD59650EF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4" y="48952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BD43AD-845C-4495-B051-F96CA41005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4" y="48952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E9B509-55A2-4BA8-89A9-20AE5D820D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4" y="48952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C0BFE6-A35E-462F-A931-6A7F075ED8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4" y="48952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3B23C9-E1A2-43A7-B65C-941F4B211B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1576" y="48737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C5C28F-2FF3-46DD-869A-94CC3639C0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1576" y="48737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11F99C-13BB-4FD0-ABFD-289A862889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5" y="58094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21B072-5E49-4EB4-8257-4B62DEC8CA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5" y="58094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ED336A-8337-450E-8501-353D1F4EBB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5" y="58094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F16AE6-826B-464F-8889-01978FC5B2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5" y="58094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397384-DEAE-4A8A-9F7F-24DF6865BC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1576" y="48737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5CD544-0A0C-4D51-B4F4-3C9AA51811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1576" y="48737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F2F60CD-5D0C-4E4D-82AA-8FF5611B11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5" y="58094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4F00DC-2ADE-4C20-9C94-B3FEF838C8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5" y="58094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01D4150-7E05-4665-963C-02825D5B61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5" y="58094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9789441-980C-4E1B-8200-0ADEE35DDA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5" y="58094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391DEB-F5A6-4972-8039-FCE36B36E1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7" y="50245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417249-DBE2-479D-BA6F-CE3AA80B2E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7" y="50245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CEAFFB-BBEB-4A56-BF03-7F0211F767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6406" y="66091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4D1A4A-2339-428C-95D9-B413718676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6406" y="66091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C6AF7C-9708-4527-A459-176E1F90B5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5082" y="62686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EE3500-C9FA-4525-87F2-9A0865930F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5082" y="62686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4F039D-0410-4E7E-813F-21C87ECB89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6062" y="57152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23968E-4E37-4E41-974C-62F8C891B8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6062" y="57152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EFD900-A3C8-47CE-9DCD-B9BF8B0E5B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6062" y="57152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1A5057-4298-49A8-94AA-B6A5E43ECC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6062" y="57152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34C3DF-E9F4-479A-B680-AEC586135D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6230" y="61765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290A64-2B03-4D0C-9C21-AC50F882D4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6230" y="61765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FC286A-AA8E-4001-93AB-EC44664296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6230" y="61765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8EC074-923C-4055-91F0-97F1FDB6F9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6230" y="61765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9565C4-4FEB-4EE3-845A-21CCF12E26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2972" y="60237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DB7DD3-0161-4E4A-8A3D-749A23F7D6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2972" y="60237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E0D4FA-AD76-4B52-BCF8-DD30A81F22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2972" y="60237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054C7A-95E5-4A4F-803C-552D007C6E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2972" y="60237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E3D20E-D157-46BA-A282-9A0F5A5E0E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7" y="5195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C20CC7-E5EC-468D-8981-63866D6DB4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7" y="5195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BCFA5F-597D-4527-9895-D734CB7C53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7" y="5195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DE9694-2685-4B29-A3AE-F6D7F9D817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7" y="5195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4CC07A-3958-4438-82CF-6DE37ECFEC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2" y="47368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FA2E73-C3AF-4F77-9957-4AE6F3F41C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2" y="47368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3DF198-CEE4-40A1-A183-0725225B55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2" y="47368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6AECC34-53A4-417E-850E-3628532E28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2" y="47368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6B73A0-1C8E-463E-B5CF-9272F8B015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014" y="586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2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652868-F2AB-4566-BD96-D5017078C0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014" y="586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2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C148FB-F5A7-4B2E-A3AF-97A3BA9E52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4146" y="5724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52C624-6394-4A54-BBF9-B9E41DECE1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4146" y="5724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216536-914C-4621-8754-F7E565B84E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3" y="59220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FDB47A-4206-406E-8C1A-808BFF7BD2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3" y="59220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0F5350-50DD-48FA-98CE-9ED66CB6C3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3042" y="50094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915E22-7224-4967-B947-1D34F4B314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03042" y="50094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9960D9-CBFA-4209-9BCB-C524556FBB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31" y="509416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005394-FB2A-4DBC-A92C-1AC41EED78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31" y="509416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F1E1E29-C291-4894-AE04-7A963E907C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5610" y="58205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6C4AEA-0193-4E7B-BFBA-AC50FC99A2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5610" y="58205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DD0259-2C65-425F-A43F-F0BB194B2D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0" y="54630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87EAC5-F421-4EEF-A998-E1B9F3D61C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0" y="54630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C3B3FE-CB86-4179-BE2E-0D60441EF3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0" y="54630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FFA6C5-75D7-4B9F-A459-54AFA84AFF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0" y="54630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8BFBB4-8FC1-4053-9C06-51F3D19972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6" y="51105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699603-7DD9-42A6-8E2C-ADEB9C7F0D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6" y="51105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D52E15-0ADC-4EE4-A171-86B828326F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589" y="475842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569627-8FFC-4CDC-B916-74654CB9B5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589" y="475842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7634C0-A8BD-4943-A332-C73E032A0C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3" y="59220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16C716-BF72-4F22-8FF6-D537380924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3" y="59220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E58CE2E-F91A-4E3F-A7E4-4CE28AB330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4146" y="5724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1A0D04-149B-476C-98AB-B116AB037D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4146" y="5724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33D144-45CE-4CC2-9CE3-AAAEFE161F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806" y="61858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C8EB43-415F-4E7E-8607-C3671B341C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806" y="61858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138B4B-F2AA-453F-9338-DBDB7856EC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60739" y="53459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EA05BE-B231-4FD7-B987-A42F9B3C3F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60739" y="53459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D5AFD6-7A66-4751-A5B4-525126C5C6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60739" y="53459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185E3C-5459-4CD4-939D-C457784E7F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60739" y="53459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562839-CA54-4726-8F75-D09A34DF5E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5609" y="58205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BC89AA-DAFE-4220-9CA0-340652414D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5609" y="58205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B5EFB9-04D5-4FB5-B99E-9FAFFD316C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6056" y="54376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E2AD01-A771-441F-82FE-18152F2908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6056" y="54376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D97189-89A3-4923-919B-E0637468E7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2" y="48952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43B212-2F85-4097-8F28-DC6389660C5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2" y="48952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9C40C4-7A73-4976-AFED-0B883AE571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58" y="59806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EFD4CB-A0B3-4F53-9143-5675C53AB9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58" y="59806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120256-65D5-414C-954A-7AA84B7833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0" y="54630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D33DD9-90F3-49E5-9104-ACB48912C1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0" y="54630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69D6CA-146A-4AA8-8CB4-64AB58B78E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699" y="51143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15D130-C1AD-4636-8011-7712975A05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699" y="51143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27505E-F5EA-43D4-98C0-509458A947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699" y="51143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ADD841-5842-4ED6-BE9E-0199D01780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699" y="51143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3F50ED-D796-4F64-9374-AF0D9CE34B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5079" y="62686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549801A-1866-4F0A-B15E-68E9B8088A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5079" y="62686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0D9B5D-8735-4050-A546-4DFEDC7E32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5079" y="62686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EFEC963-F2CE-44CA-81B6-AB7DFC3992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5079" y="62686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09EC19-B4AD-4BC9-A064-6B5CBC9F19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013" y="586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FEEC82-BD28-44B8-9E49-AC28826AB2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013" y="586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99CA4C-BCE8-4741-A348-FCB056D9E6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013" y="586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40DB39-A074-4945-A4F9-36D4FCFB46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013" y="586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D97D10-EF6D-442C-8061-119C7E0F43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806" y="61858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F4C16D-F22A-4F34-A546-841BE9E11A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806" y="61858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C80EFD-0E95-4A93-B8EA-F120805D6E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806" y="61858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5825032-1D69-48D2-BFD4-B6520674C1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806" y="61858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E107F9-4E5E-40BB-A72C-9307C95DCD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6228" y="61765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3641EEB-28E4-49EC-852F-CC50AB670A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6228" y="61765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6D2A7E-C936-430F-92E6-C5AE311677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6228" y="61765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BEE8A1-3356-435F-AB09-3D150DEE19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6228" y="61765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67DEC1-2E9D-4DC8-8A5D-1E542F34AE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6060" y="57152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72B9C0-78AD-4716-BEB1-B472E420CA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6060" y="57152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6958508-2476-402B-AD6D-ED4F531FC0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6060" y="57152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43AB6C-4292-4DAA-B362-59E25575C5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36060" y="57152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9111A7-1F0C-489E-B8F7-83411DCA2B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58" y="59806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A83AC3-A2C3-468C-858E-6FF509D2C4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58" y="59806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D9F62C-3360-4C0D-8B8A-6CD852807B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58" y="59806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FC74A4-3C68-4BBA-941E-580BB6D2F9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58" y="59806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872097-F747-47D7-A63C-BFADA494BE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3" y="58094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DB9233-DCC4-41CC-8BF3-E1369C559A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3" y="58094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A4D549-D12B-4CDB-A536-03E74DAED1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3" y="58094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84A6F7-789C-42B8-91F4-B524CE740A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3" y="58094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E64B859-994B-4C6F-882F-F8CB15FF08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632" y="60072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1A4A53-B22F-48A2-8140-77C1E8253E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632" y="60072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15E0D9-FA37-4E5C-A3AD-F0180C3F1B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632" y="600721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89BAF3-474F-4173-B845-7CC5990781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05632" y="600721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1EE20F-EABC-4DBE-B958-C73EBA9BC5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5" y="51105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D73BAC-78CC-4810-A28B-FCF95C90EF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5" y="51105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B2DA46-EBB4-4532-8801-74B0287281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5" y="51105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3DD06F3-589F-420A-AC75-39A3469730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5" y="51105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DC527B-076A-4800-B30E-DC5537937E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090" y="57152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83AC3A-10D1-4DE8-8E31-BBAEC39299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090" y="57152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7DB897-4A51-4F10-9600-60965FAFB2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29" y="5094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FC75A7-A33E-48EC-A214-1679AA18DD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29" y="5094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1819BB-F3A7-4B18-8F05-73ADDE124D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29" y="5094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480D4E-015B-46E3-A091-A032E87E22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29" y="5094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8ED39E-AC2E-4007-BD21-3E915E9A7D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1" y="56377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E5FF2F-6E10-4309-811C-F8CF72BD11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1" y="56377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CCB84F-F2B9-4FDB-8D0B-DD19F32DCC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1" y="56377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2C45D6-4420-4214-B4EE-8EFA448974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1" y="56377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A95F5B-8883-41D6-B264-D89A8BD8C3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5081" y="62686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3C2C81-7F42-4FA6-8901-846D52976A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5081" y="62686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8E0943-1898-46B6-8DCE-FC2632463D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6996" y="47374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35E112D-D7B4-43E9-A1EA-3EA193A576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6996" y="47374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B19808-FF85-4391-A3AC-50FFFB5DBD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4718" y="47167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17DB870-D946-42CF-9CC7-2AE20F95CE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4718" y="47167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E934FF-A73C-425E-983B-7A3D3BA332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3290" y="541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54F716-109F-4A5D-9B5A-2C195909D2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3290" y="541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0272984-ACA3-4B79-AE38-FB8B193266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3290" y="541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E00CD9-1F33-45C3-920E-3226B3415C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3290" y="541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1DF4BD-B148-4893-A9D7-6F92EF691A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5596" y="51359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3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9B121E-EF13-45EC-A1D3-0A318F3B9B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5596" y="51359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3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F86289-9307-4005-A0F2-3D570E9E2A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9055" y="51453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BD03C6-6442-4849-B243-4A17CC5383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9055" y="51453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CB8C59-4C72-4376-80BF-AD0E967D32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810" y="55960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04D3FD-9018-4C63-8CBE-293D7F2F0F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810" y="55960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C9C5C3-C746-4E93-AF48-743046CEAA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810" y="55960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DAB85A-BBB3-4C33-97B0-5FC62EE792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810" y="55960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F61126-624C-409C-89E5-2F661F70A5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701" y="51143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ACA516-214B-49C7-AB2D-CB934D6ADE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701" y="51143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55DF0D-209A-4D05-BE41-13BA78FCC3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7" y="51956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80C5DE3-8DD4-4671-94F2-54FF0A05D8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7" y="51956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AF55F23-FD54-46CD-AD6D-6AA8DB472F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7" y="519568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EC2694-07FF-4E68-8147-282E4F356D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7" y="519568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9B2CCB-7ED6-4255-BB1C-83B18BB590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561" y="47781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9203F3-FB83-429C-B4DB-4B5BA5CBF5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561" y="47781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F76D2B-2319-4B23-B6C2-E980638B7D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561" y="47781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8DF1A2-EAEB-4487-8B15-2DDC380436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561" y="47781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624DBD-2787-41EF-869F-35101F20ED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1513" y="50743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3BF5CB-D7E5-4F39-82ED-9D8B3B5AEF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1513" y="50743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B6E5DE-C936-46C3-8A1D-CA20173CDA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7912" y="61823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050D4A-E5D0-4820-A1B6-B733075257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7912" y="61823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95F66F-DF05-45CD-81DF-315F3C0BB0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092" y="57152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0B7E9D-A77C-486E-9847-5806DBFD97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092" y="57152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31B3B7-191E-44E9-A724-C8EB2D9C93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535" y="62506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0967A8-5006-48E6-AD3A-A86F684601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535" y="62506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442BF4-41CA-429B-865C-4402B5242F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561" y="477814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911B92C-A6B0-4514-A25C-F3920997B7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561" y="477814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867C9F-0423-4E15-A916-44A58BF0EA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1513" y="50743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8F8087-2211-447B-9816-D2D2E0376B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1513" y="50743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5ED12EE-FC03-4C6D-ADC3-CCA4DB5148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1513" y="507433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ACAB4B-A794-4626-9AF2-CFC5992777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11513" y="507433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A41977-80B0-4386-9F7B-049B36167C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3" y="592205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DFB099-DBEB-4C26-BC4D-AD783BF7FD5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3" y="592205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CCBFFB-2134-4CA1-9F24-314FD340B5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31" y="5094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AE4604-DC57-4551-9348-495BEE9374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31" y="5094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D72555-2E1B-4C69-8F36-0E3956E191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2" y="5463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01F587-3758-481E-9EEE-0BB863DDEC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2" y="5463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2E9A34-9BA7-4767-8EAE-2EE1DAFDCF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2" y="546305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DB1869-CD8D-45AB-8398-689F0D7DD8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2" y="546305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093BF2-4588-4E8C-A8B5-D85B1C0566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016" y="58692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4C2F880-72BB-4785-A5FA-A7263F8A05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016" y="58692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15D38D-1B96-4495-B6E3-843164CC6C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016" y="58692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86F3AFB-ABCE-43F0-9571-1B226F87B2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016" y="58692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E38830-80A8-49C7-873A-9F92255483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3611" y="57478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2EB10E-6E41-46CB-A836-AF1B5E73B5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3611" y="57478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B19A7A-9FD9-475E-8203-BF0C0A2BBB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093" y="57152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98B182-5F51-4C1E-9210-6411535FAA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093" y="57152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4A3808-6BBC-402E-8BB8-7663EF7D40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32" y="5094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6A41B3-4B99-4CD7-B759-8CD8E81C7C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32" y="5094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E7FF4B-450F-4D3D-98C1-1AC3A78BC1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32" y="5094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5935D5-6449-4D1A-A5A0-047C0EC658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32" y="5094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26F632-AEA8-42A6-BC7B-B8B2439E6A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5612" y="582050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6B7D18-8782-4089-9F10-C2B5823ADB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5612" y="582050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623CD3-C46B-4A38-A073-E2E5BA7EF6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32" y="509416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B23320-B718-432D-971A-46C7C7C070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29132" y="509416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070361E-EA04-4955-9109-AFB170C4CA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7" y="51105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3B57B07-AF63-47B1-93AD-6919F57FB1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7" y="51105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B33D07-88B4-4E8C-B42C-06F4D405CB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7" y="511057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3050AFC-9643-4CEF-8A4A-8DA725D8DE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7" y="511057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B711377-DC00-4E99-887D-0525FF588A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61" y="59806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FF3D20A-7AAC-421D-BB4C-531017B848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61" y="59806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3DDB15-C23A-46AA-ABE2-4941F6F4BD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61" y="59806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FB4476-5AC4-4EE4-9231-16597273F3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61" y="59806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714FD5-90B5-4EE4-BC58-E2CBF1B5EF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231" y="57615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64E8C0F-6D85-4F76-8B57-ED13A458E0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231" y="57615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C7ED60-9B38-4603-9D82-4B0F3A0344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60741" y="53459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2C07E4-4180-4166-AF3D-AD480A7AD3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60741" y="53459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F1C8C8-C36C-4A98-8959-FED67493B7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60741" y="53459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B3EDF9-79EB-4D13-9AF2-BCF863D166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60741" y="53459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31E4D4-BA1A-4E51-A271-4249EDD019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21329" y="51602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C55B5E-8B59-4453-9B18-ED81342519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21329" y="51602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D832C06-4F50-4A31-A4D4-E468CEA41D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3065" y="51540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AAC8C0-3B4E-423F-BBD7-DDBE47BBA5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3065" y="51540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04EFFF-D1DA-49A5-B17F-F7952E3CF4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5611" y="58205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C05BE6-FB39-4741-B528-C7DEE20539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5611" y="58205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5C8F576-3858-4BDB-82DC-529773649E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3922" y="57148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AB793D-2ACE-4FB5-BF42-3ABA5FB614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3922" y="57148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32383C-7A8E-4703-8673-549410EAED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4" y="48952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1B2B45-EB62-464B-86F6-A1AF547CAE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4" y="48952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B73865D-A4C9-47BF-BA85-A3DAB7CC49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2" y="56377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081AB7-C46C-4696-B252-A55E41CAB1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2" y="56377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0E0907-E2BC-4CA5-B77F-1AC7F06D5C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2" y="56377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AACAF0-8FC5-4A64-BEF4-571F986F6C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2" y="56377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BBDD055-24BB-4F53-8B7A-970BD2CC9B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5" y="58094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EC3EAA-03BA-40C6-9975-D38A99EADD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5" y="58094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C176BC-5D5C-47DD-8106-9B596C05E4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3067" y="54988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C14E9D-4014-4723-8794-FF2FF99B15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3067" y="54988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F945B4-0513-4088-8BF4-CAE5BE63BB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3067" y="54988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D517C0E-A721-4505-B2E8-AF1D6F9512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3067" y="54988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26D0E0D-7673-41A7-902A-A76EF0365A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4740" y="5275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352B99-A137-4AD0-BBE0-3095248180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4740" y="5275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6FC444-CED3-4E27-9FA4-0EB23A2354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4740" y="5275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7BFF03-DC35-45FE-889E-76881AE27F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4740" y="5275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9823D43-AE5F-4FBB-A074-9DB05A8B2F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808" y="61858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223320-1F5F-4452-9FD8-AB7443CA7B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808" y="61858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D1C643-E8CB-44A5-A5F6-FA12DA37DC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808" y="61858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6B9B76-4452-49CD-84FC-EE470FD4F4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808" y="61858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39D564-290F-472F-9C75-7328E86159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016" y="586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4C7702-BDBB-49BE-9C30-B86A4E074F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016" y="586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7E6810F-615E-4353-A3E9-6A8DB7C483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016" y="586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4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1165AC-3167-46BF-865E-62073AE0E5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016" y="586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4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CEEFEB-886E-4BA1-97DE-98EB7BFD0F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6998" y="47374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7220FE-FE83-42DF-A8E7-991D441D9B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6998" y="47374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CF1944-2903-486A-89CC-0D8B975804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6998" y="47374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157680-C77A-4846-83A7-18EF1DDCB1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6998" y="47374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159689-F2CC-4085-8168-E3B5C99909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808" y="61858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7F54AFF-7A85-4DE0-B3DC-3E4E9F0232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808" y="61858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411CE79-7F60-430C-B025-FF48315F76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808" y="61858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81C396-FD73-4906-9AAA-560E1AC36E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9808" y="61858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742E26-8249-4B2A-A917-67C2B33A8C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3" y="53110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8F8FB8-7C81-4A14-9EDA-7F4300A26C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3" y="53110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FF5BFA0-8592-4805-99C1-4A37C3FEC6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3" y="53110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A3196A-2CDD-4CF1-A931-3CD68C0DB3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3" y="53110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1A4154-D9FA-471F-9C64-B10CD8DC6C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4740" y="5275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5BA17F-AB7E-47EF-B7B4-CF60E89BC7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4740" y="5275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C02A38-5451-41BF-8BDA-F49B044EF9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4740" y="52757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C2D6C8-2B96-4EA3-824A-505282943D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4740" y="52757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8AA6F8-E274-49FB-B9D9-12BDC8AE89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9055" y="514538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11E186D-018C-47CD-B996-1506AF3BC3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09055" y="514538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C26D66-F726-4786-B3FF-C742D393F2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2" y="54630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0FFD0FC-A2C8-4A1F-8B20-3B4DBAD1A9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2" y="54630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0FD988-2A25-4A58-BF8F-6B927EC6B7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2" y="54630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6F4C71-E859-454D-9F97-4E4818B5EE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2" y="54630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9922B7-5B4D-40F9-90E8-585C7A260C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59" y="59806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C440B9-64D1-47B5-9668-55EAAE7AF4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59" y="59806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33BCFC-215B-4BD3-B0CC-27B5DACB62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59" y="598063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79FBB7-45B3-4429-BC2B-8A00C7DB1C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59" y="598063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D37573-D0E0-4F1A-9831-8EC6CE78DC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4" y="48952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9D2678-EAF1-49D3-9708-37EEBE79D0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4" y="48952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E2C9E8-DB2F-45A7-BF8B-BDD9372261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4" y="48952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7FF2361-AAF6-487E-8E9B-B38B08C454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4" y="48952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62E86C-1A11-4919-BB98-4F63C5F83B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7936" y="62597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A0B837B-84B9-4821-923C-1F40AF884B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37936" y="62597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D10B54-7A81-4193-911D-51117D4917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3067" y="54988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0DEEBCF-DECB-4302-AA38-1568752904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3067" y="54988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C3512B-31A3-4F1B-83FD-6C1AC76F44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3067" y="54988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85E7CE-0620-48CE-8503-8224DA0DA3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3067" y="54988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4BA659D-CD3E-4713-B388-7C8E8C8887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810" y="55960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C9784FA-7723-472F-AF6A-32D50DA11C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810" y="55960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B99809-8335-4340-8DB3-EF3E4B283D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810" y="55960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D8C422-6AE4-4254-A57B-D41DBAFFC3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810" y="55960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DD8592-465A-4810-922C-A3DE36C463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3" y="47368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04BD8F2-0CF9-4677-AB74-D4D8627C20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3" y="47368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EC661C-5E8F-4B4F-9886-6C32BE6D22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6998" y="47374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774AF1-1953-4AE2-885A-A740B5E0B2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6998" y="47374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3261E7-3339-4167-A958-6010F0ED5A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6998" y="47374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52D229-782C-4818-B792-C7C76A96EA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6998" y="47374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BBBC61-D2E2-4FC9-963D-D98D236AD1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3" y="53110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4FE6F98-B94A-43CF-927D-839C24BE4F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3" y="53110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FFF55A-58BD-4FE8-92CC-592BF3717D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3" y="53110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5DDE941-4BAC-4DBB-97DF-3AA84AFE06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3" y="53110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DEB4FD-616A-4154-B020-4E73C5D386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701" y="51143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159B101-94E7-4CEE-B36F-6831ACE63E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701" y="51143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352DC8-FD0D-4E04-B723-A4D075404D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7" y="502451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101B99-69EE-40AB-863C-245B21207C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7" y="502451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E0D8E4C-8D29-4891-9501-051F955693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561" y="47781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C720BE-131A-4100-9476-79C79287B9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561" y="47781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B32893-E92C-4D78-81C0-2800297484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561" y="477814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A0A491-1660-4587-BB1D-6AD50718E5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15561" y="477814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A99ADC9-7F33-4BDC-950A-8A0323F5A2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7" y="51105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E5EC7F3-0F81-4A72-BB1C-B8949C4D09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7" y="51105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D78B7E-F09B-4034-BB4F-C2D749DCDD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015" y="586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35AE98-BF7A-4DE4-B9D2-725E539850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015" y="586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644953-EF4C-405B-919F-285B8C0C12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015" y="586923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F4AE282-6D93-4BDF-98A2-A569C66C46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9015" y="586923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D23ABD7-FF3D-4786-8760-6490AC6CFB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5082" y="62686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2E4B71-B70D-466F-AD69-D302C117E8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5082" y="62686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4E56BED-B7AD-49E7-8107-EF5AFB124E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3921" y="571486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8E5BAA-6DCF-43C1-86A4-3523DCA482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783921" y="571486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6D8CB32-9DE4-4154-B381-975FD7AB1D5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6" y="5195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8EEBD7-91D5-4695-B5E8-3562710D3C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6" y="5195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D3DE20-5583-43C8-BF22-C3B565231E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1575" y="48737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F127D55-4468-42F0-B5DA-87D430D10C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1575" y="48737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D3CB2E-08E0-4CA1-AFE8-67EE56087C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1575" y="48737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04DFEF-67CE-40B0-870A-350002ABFE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1575" y="48737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CBAED32-7F53-4AA0-A2A6-E28F278114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6229" y="61765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8C8EF3D-E89D-4572-A3BE-94D4DD3BFB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6229" y="61765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B7E05D-57D9-4D97-B1D8-D302047EA5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6229" y="61765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547F29F-5E5B-43BA-8E79-0EAFF9E384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6229" y="61765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D0FE73-C40E-466C-BBD2-FA4B253EBC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8978" y="622936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93F9ED0-0E5B-45D4-8C2C-06959B31E4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8978" y="622936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8C5357C-C0F2-4134-BB00-B9151B7920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2677" y="623083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B2EB06-4AEC-414C-A138-02E37D9164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2677" y="623083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061967-47C8-47FF-BAE4-CB5DFDC04C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2" y="47368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689D08D-7848-408F-9D60-82E6E9112E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2" y="47368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899342-1F8B-41E9-861B-6424F55568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2" y="47368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51FD05E-D824-46A7-BAD6-DF6ABB982B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2" y="47368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B02146-F10D-4A94-BFE2-E1C3DC8AC1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4" y="58094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D5CC30-CD65-4772-9149-57A38AF56A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4" y="58094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7773B15-A568-40F3-BEE0-A35FF61C60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6230" y="61765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FE2E83-192A-4960-B52B-206C05A1A8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6230" y="61765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88E0AA8-E1A1-419B-9CB6-EF9A1DF158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6230" y="617653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2D069E-F695-46F0-9403-49FC864AC0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6230" y="617653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795185B-4F96-4DA3-934E-E262AE8A9F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4146" y="5724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D233310-DD59-434B-B025-FC865357CC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4146" y="5724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364A896-A453-4888-BAC5-BEB540FB25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60740" y="53459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6BA103-26B3-404F-8E2A-73782AE14A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60740" y="53459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71CF22-9B59-482D-989A-A6CD6BFF28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60740" y="534593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B96227-C1FA-4B63-8521-D8CF6A72ED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60740" y="534593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7E0B40-1C63-4333-B05F-FA16200C1F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4146" y="5724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5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84CF21-D70F-42A0-9087-2CC6381CAD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4146" y="5724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5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6B72A17-CA7A-40D1-B1FD-75EAAC1129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230" y="57615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AA8487D-3590-4A51-AF5F-D509C9CC99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4230" y="57615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1B1A896-462A-4996-8C39-6F9E863167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3610" y="57478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F8274F-0478-4AED-87AA-9F4D811264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3610" y="57478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DB435EE-B7E2-446A-B088-22D21367C7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5576" y="544259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6851A8D-38EC-4CD0-94D5-A1368D089F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65576" y="544259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91BCA7-D600-477A-9759-296CC03B3C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6057" y="54376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160F7A-650C-4441-9537-B45697F5A9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6057" y="54376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2265CE-79AE-499B-AB12-90807BB27F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0987" y="59914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04FBFD9-DE02-41D3-8983-56591DBE1A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0987" y="59914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6533BB-9FCE-422D-8280-9C0068B0F3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0987" y="59914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79BB88-2261-492A-9F83-E2ADA6BAC1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0987" y="59914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0651BF-D24A-48E1-BDF8-B9C9DEFC76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6404" y="66091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86957D3-9160-4E9F-91AA-AAAC487D6E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6404" y="66091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B82CC72-91A7-4057-806C-97D003F5D4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1" y="59220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A34FE1-5D7E-4560-8F5D-89DB728A69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1" y="59220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E6D2D53-1CA4-4F49-AB66-8C0C673720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1" y="59220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352D67-85B5-462A-8E3F-6FF2286731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1" y="59220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75098AA-9427-4290-8895-5AB3CACA66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4145" y="572434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A53872-190A-4D3F-90C2-F20CDC2C7A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4145" y="572434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086EEB-5C66-4806-AA00-A761E033B0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100" y="47368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178FD0-8AE9-417C-ABB4-F88F521539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100" y="47368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71C0F7-EF7F-4A11-A88A-88DB5F749B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4717" y="47167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CAB405-EA0B-4420-A453-CAFC746168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4717" y="47167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D2D5CA-F6B2-44FA-892F-BD79E8566C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4717" y="471670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893BA42-1261-4B67-8521-2302B237EF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4717" y="471670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138AC0-8DBE-4D0A-A4F3-76AEDF7A49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6995" y="473744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BAB20E0-8F1C-4F93-9225-0D3ED8ED4B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86995" y="473744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0FA4E7-5105-4078-8B15-37645EC836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3608" y="57478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003A34-3E96-4582-AA34-B63FD30046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3608" y="57478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313D672-1B28-41A4-B956-38AFC06FEF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6" y="5195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BFC07E-FD00-480B-81F0-1B078072FD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6" y="5195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2C3869F-EC75-456F-9774-CEF2048CBA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6" y="51956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3FADBE-37E0-453E-B8B4-9DAAD7A229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471966" y="51956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2860814-BE99-461F-BB34-BF8C4E0E08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5" y="51105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F27320-09BE-455F-824E-E8BAD04590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5" y="51105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84C3A8-8B76-4B72-B632-E89BF5029B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1573" y="48737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176253-3027-476B-9BAE-67DA51813C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1573" y="48737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C582266-68DB-4CB7-8FC9-32647D1A9C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7911" y="61823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68C906-5991-4AB6-8EF3-14E4FC18AD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7911" y="61823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1D514A-4606-4F93-9CF2-8C84AF03DE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4738" y="52757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48AD16-B673-4E1C-BD2B-867F66223F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4738" y="52757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720E96-D93C-4A23-A86C-596059E5B8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4738" y="52757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812A5D-98AC-4EC3-BB22-F05008152A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4738" y="52757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52C03F1-10E1-4CF9-B74C-971CC73C94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3" y="58094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A8EFEE-0CF7-4F45-93C8-D41ED4DF66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3" y="58094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B0C4C8-E9D7-47B3-A1BC-549A21E080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3" y="58094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5F6279-A50A-42EE-8DC0-BBC1F02D3D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3" y="58094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CAA7EE-1BCB-4007-B65B-F232481626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58" y="59806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CEB076-0743-46FF-86D9-AF8D99F39B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58" y="59806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4E7399-58E8-4064-91CD-965B64D778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1" y="56377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110E42-F948-4A7F-8D34-A33F6AEB8B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1" y="56377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C2EE5B-82E8-455D-B3AD-6C53E6F6D1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1" y="56377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D83114-B414-4B4C-B7BD-E7825678BD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1" y="56377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62ACBE-68CB-4577-974A-FBFD7A0B85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1" y="53110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D74217-9886-40CF-AD22-3ACF86181D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1" y="53110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0A0FE6-8D2D-4A43-BFDC-92E399F82D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1" y="531106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009AEC-3ED3-4B7A-815B-F86EBDD3A8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1" y="531106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6EC4289-1391-45ED-8B56-CD7BA91BCE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4888" y="57058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C953F3A-6F8F-4089-B77F-20229F9142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4888" y="57058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2631D3A-CBA6-4CB1-9126-2D5ADF475B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4" y="58094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C09C05-2352-4049-99A7-FD89574F47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4" y="58094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CB25890-C21C-4222-8384-5B0BA1FBAF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4" y="58094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59460C-CAD8-47BF-BC56-CE1EB52AD3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06484" y="58094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A50AB4-817A-4BBC-9B2C-D6D468583F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3608" y="57478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315328-B201-4480-ACFD-CEB7E38029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3608" y="57478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E778A9-BCF8-4711-B719-7F502CB9DE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3608" y="57478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65A9566-825E-46CD-9781-CC9228E2AA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3608" y="57478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C3B211-6652-46E9-88FB-388F7469B2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1575" y="487377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F8E951-2D84-4162-B295-92619E45A3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41575" y="487377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5ACD1C-35D2-4EDE-92E6-6A50F8CF9D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3067" y="54988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D4CE3E-D3AB-4ED3-BEB6-F4A93A971B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3067" y="54988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92F91D-0491-4EA7-814B-A5F66550B6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3067" y="54988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7B98E6-D6BE-4340-99EA-B4B5F5444A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3067" y="54988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2824DA-6B93-4E5D-999E-C85CE3BC08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1" y="54630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18A4DB3-63DD-4FE2-8C5C-0ECA7C45D6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1" y="54630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3B01EC7-35DB-4F50-9DCC-8E16979AF0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1" y="546305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FF2F40D-7D91-4931-A30C-8C625D7456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56751" y="546305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14AB65-125B-48B4-ACE3-D3F3889080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4146" y="572434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969E304-8091-4643-9B3A-1107765738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4146" y="572434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A3809BE-1032-4D01-B447-A9D2017D83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3" y="59220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5AE8776-E59D-4990-BA0F-A8F03795C9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3" y="59220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9633AC-BCBF-44F8-8447-DE3AFF9036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733" y="62441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0C4969A-0C44-4A6C-B6B0-93759105B3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733" y="62441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DEE0E5F-4C1F-4877-AC81-6888673F9F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733" y="62441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C136B3-128B-464E-820C-E5CC174E18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733" y="62441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1A46BF-099B-42C2-8578-2D94E1D9B9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5082" y="626860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C0B2AA-A170-4777-A7DD-4C1F674B26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25082" y="626860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BB90FB-742C-4B29-918B-B098080429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4" y="48952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EA0764-C478-4D80-A506-361EB9935D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4" y="48952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7175B8-C3E9-4AE0-BEC3-E9C136C846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7914" y="61823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9277FE-186D-4738-9FDE-090A3D0972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7914" y="61823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B85867-87C5-46A6-82BE-12C4007723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7" y="50245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034B862-8E92-496B-8598-B869B668E6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7" y="50245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F0EE51-2567-4746-9E21-A1B026ADCB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7" y="50245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A2D5B87-D732-4275-B487-3A810C2C80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7" y="50245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815F6C6-F786-45C0-9E99-E1E27BED62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3611" y="57478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DF72B8-5FD3-402A-8889-A40422816A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3611" y="57478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D1B878F-701F-461B-BB6E-B9FA03D1F5A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3611" y="57478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6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DB8203-9500-44B3-874B-B6D47D88149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3611" y="57478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6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EC2F06-3911-4C80-AF94-14AD78DD53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3611" y="57478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48B9EAA-9663-4B61-B47A-6AA7D7861D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3611" y="57478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3B1E97-762A-46B2-B1D7-6634B2D75F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3611" y="574781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9BB7B65-2DF8-4967-973E-5B98A91BCF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73611" y="574781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E5025A-A2B0-4761-800F-E20E8F30F2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4" y="56377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025AED-0983-4A72-BB48-517934F342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4" y="56377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CF78AC-C261-4576-8087-3A1D7270FB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4" y="56377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CECD2DF-C656-4FDC-9327-A94BBE2C72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4" y="56377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228A9E6-3167-42FB-B9D6-56F183B7D4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3067" y="54988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18208C-BD0B-4B01-B969-428E39545D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3067" y="54988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179C8E8-950A-4CEE-87A3-085C549ED7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916" y="61728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CC75E5B-992E-4AD0-979E-8451E6C5A0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916" y="61728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CEB9972-4FB2-4437-BAC2-E15F61B4A1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916" y="61728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6F3B30-F1D5-42A3-A9A8-442AECA8B9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0916" y="61728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C450A1-A20A-4C39-B732-58C6D56909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3" y="531106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FF580E-F232-47BA-9D6C-836858744D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3" y="531106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2A902C-9622-4BA6-A60E-9150DE7C05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3" y="531106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56D693F-FF8F-4670-892D-FDD1C37E85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2063" y="531106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63C3203-2B84-4EEB-A391-85EBEB03FC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092" y="57152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03642E-B540-4145-8951-B9157F9F9D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092" y="57152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2297F6-D159-4A19-8CAF-9ED0DBB2B3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4" y="48952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EBE3B7-1E11-4C4A-A26D-EE6BDC73BD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4" y="48952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E1A89A0-F15F-4612-B60C-4EBA9FA898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4" y="489521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16F7CF-966F-4ECA-AFE4-B8AF22B4D7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2344" y="489521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1D8382B-2007-4DCA-8F81-76C0E88CFF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3065" y="51540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BE1C16C-6188-48A8-91A2-F695BD8F60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3065" y="51540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19265AE-9119-489C-8CDD-7EF4C69BAD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5611" y="58205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04E13BF-D422-4247-98E8-0C132D4973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5611" y="58205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A33ED1-DA37-479E-98B8-A66E9B65C8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6406" y="66091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58D457-2CD6-43AD-BE43-A70686155E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6406" y="66091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BD4CC67-EA50-408E-BC42-761D28580C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6406" y="66091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087E14-97B3-4C14-A49D-926838ACF3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56406" y="66091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DEB77D7-0CF7-4EE0-810B-4E21C3C651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101" y="47368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DB0897B-FB28-4FD2-85DB-7B8970122D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101" y="47368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14D6DF4-E139-4E55-A930-DB8DAC2561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101" y="473687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50E00C-A6D7-4734-A2B0-9B7759F9B2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61101" y="473687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AF77146-562A-48A6-BDD7-F3CBA800DD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590" y="475842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A9880E-DA0C-4987-AAB2-ADBA2F7A17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590" y="475842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F948E9-68E7-4B50-86E3-1FE197B41A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2" y="56377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B07C75-D87A-4D75-BA2F-A02A1C2038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2" y="56377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748F378-1A80-46EA-BA96-59F5103F12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2" y="56377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26B7C2-020F-4CC0-BC2B-66128537EB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882" y="56377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9A92DA7-2800-4548-BE5B-D5B4C7254E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535" y="62506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4BC43BD-5FE4-44E2-8E75-5BE66B6EEF2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535" y="62506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4206D18-218F-4A9E-804E-7A6AE9D5DB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535" y="625068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0B2C6C-078C-4C3F-B71F-16B292CB07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611535" y="625068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8A4E95F-F891-4A17-9BAC-495E9D2995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0987" y="59914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5CAE5CA-5910-4108-A748-78B00B3B2F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0987" y="59914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2EE7320-FB4A-46A7-AB9D-EE3FA2FEDD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0987" y="59914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CB1DDD0-AF9C-44AD-9E34-70F4F7697F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0987" y="59914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79DF63-6072-4BDE-9256-908BC63648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809" y="55960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FFEF75D-FE8D-44A8-80B7-7954096E59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809" y="55960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8B0CCF3-FA9B-4E4E-A1A4-367678A04F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809" y="559608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EA5E349-3436-4ED7-A5CD-34E6B8A3C7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48809" y="559608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BD99EB3-3509-4CFF-B8D9-A18BA875E5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3066" y="54988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DE96AB-E2B7-4DDF-86AF-F8DCD77C77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3066" y="54988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95AE497-0F86-4B61-A975-B242597D42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3066" y="549881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89C5539-0FBC-4497-AA47-317B25152B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23066" y="549881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90BBB1-95B3-4325-ABCF-C7AB6305EF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0987" y="59914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F04542-94F5-4E03-B99D-137BFF340B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0987" y="59914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7F501FC-ADDE-4E3B-9FE6-E3716BE3A4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0987" y="599142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474010-5E2B-468B-BC2C-14A9992A4C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70987" y="599142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E522EA5-1AB1-4208-A46C-A931519FD1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2" y="47368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2847029-CFD1-4B26-B457-3F5EE143C1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2" y="47368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952304-1D36-452B-8038-03CF02C69C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2" y="47368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AB68719-2EEC-4E25-9171-4D73D73313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940432" y="47368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B3C4ECC-D88E-44A1-A04E-6E8230FEFE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7" y="51105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5C6EFA-02BA-4E45-8178-7034F01B06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7" y="51105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C50D98-0E87-42AE-99C5-520479245B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7" y="511057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942BD4-A23F-4EAB-9EFC-5DC8D89720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668087" y="511057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F5E76A-2E3D-401A-99DE-F314353840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5610" y="582050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CC32113-CDB3-4AD1-9EEE-2125E5539F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45610" y="582050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8C9A0FF-2437-4DE9-913A-FB281649CA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3064" y="51540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D70D8F2-735D-4856-AEFF-CB5F30E464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3064" y="51540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FD6FF39-FE6F-496C-B75D-CAE51C1418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700" y="511436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E5230F5-A8E1-4AB0-A879-E560F7F684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700" y="511436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AEDF5B1-5A3C-4CC8-8EAB-FAC3BC3AD7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59" y="5980637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4C5147C-2912-4120-A420-4317CA3283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80959" y="5980637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2B1CD0E-E04D-4F37-9F92-F14CA578D2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9459" y="53933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7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17DBAB-A983-4737-BCD3-AC02601A50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9459" y="53933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7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D1386DD-A843-441C-9E2A-4451FEAFEC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9459" y="53933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8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3109A20-5BC3-442C-BBE6-A1A9F9225A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9459" y="53933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8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2A49FE7-FF30-4713-BD10-F2C802D333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3290" y="541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8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C641B71-50C4-4F58-8E47-DB320A1E67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3290" y="541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8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E7171F3-655E-497C-AB3E-3318FBC2BC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3290" y="541467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8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91C2555-5611-46C2-BCA2-3E6DFF88ED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93290" y="541467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8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2D508B1-D344-4F69-A3DF-9A892D2E7C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7912" y="618234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8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1C0CA9E-D4A6-436B-BF29-2D4EEFB492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47912" y="618234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8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D5FDDE3-7560-45FB-B6BF-D571CDC941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732" y="6244179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8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EABDE6-F300-4D14-8FCE-AA17607927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49732" y="6244179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8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37F92FD-03F5-4B06-AC2F-7E5E717D91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4559" y="6244728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9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0898673-5697-4E35-8398-11E53564B1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4559" y="6244728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9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F916A1-E128-4155-9AB4-3DE93A5470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3064" y="5154055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9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4033BF0-5104-4045-9B16-C1EC9A2D81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43064" y="5154055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9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F14AA9A-6545-487A-B6D0-D5F92E0BE5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4889" y="570580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9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4DE5617-DC3A-4927-B80E-703DC2AFBB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804889" y="570580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9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229188-1C21-4C8E-ABC9-9E6EFC73DC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9460" y="53933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9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2BE4CAD-9A79-4F47-B20C-D46FEA5571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9460" y="53933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9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6307999-96FA-4B0F-9A4B-B23216AADD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9460" y="539339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79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CE61FCB-C9D0-4CB0-9BB6-546C937EA5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89460" y="539339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79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796A1BA-1950-42CC-97EE-411415AF6C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092" y="571526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0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DD88877-2D11-40E4-AC5F-7051867527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092" y="571526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80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741F822-3E1D-43F0-9A29-FE36BA1CC5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3" y="59220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0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59C4D87-2AC9-4753-B8A0-3000E846AE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3" y="59220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80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21A65E-2760-49EF-9C75-1A01837995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3" y="592205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0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3849B6A-B64A-4E08-8915-25FF510E63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45603" y="592205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80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098D0B4-ECCF-442D-8A04-B00ED34FD7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701" y="51143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0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BF58214-E456-43A5-A577-4FE641785D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701" y="51143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80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233FAB-1CBF-4743-B251-6D75DE3C6F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701" y="5114361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0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AFDB3C-B793-439C-B2B5-9D9A471BE4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51701" y="5114361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80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86D8F2-62E5-4DCF-A948-5678F81145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7" y="50245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1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7713906-D757-42D5-95DF-B589C73998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7" y="50245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81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30F70B-F005-47DA-83A7-75C738B4B0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7" y="502451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1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74ADF2E-CCCA-461E-892E-D1103A189B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807087" y="502451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81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6D1E386-E037-4094-9C04-98E9F351A2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3770" y="6007402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1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6834466-79DE-440C-B79D-4FD76E410A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23770" y="6007402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81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EF307B4-37E8-4CD2-BB68-EA0CECF0AF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2972" y="6023713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1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BAD1B2C-686D-4B04-8B7B-88DB1CEE52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32972" y="6023713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81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79DD3B-8BF5-4360-9F29-794EB1DFAD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092" y="5715264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1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5D4DCE7-ABB7-4261-9128-B8EF69DFD1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037092" y="5715264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81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4634B93-FDCA-4089-8064-99F21BACCC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76344" y="4080691"/>
            <a:ext cx="10" cy="3107153"/>
          </a:xfrm>
          <a:custGeom xmlns:a="http://schemas.openxmlformats.org/drawingml/2006/main">
            <a:pathLst>
              <a:path w="1" h="3107153" fill="none">
                <a:moveTo>
                  <a:pt x="0" y="3107153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806" cap="sq">
            <a:solidFill>
              <a:srgbClr val="FFFFFF"/>
            </a:solidFill>
            <a:miter/>
          </a:ln>
        </p:spPr>
      </p:sp>
      <p:sp>
        <p:nvSpPr>
          <p:cNvPr id="1882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B199265-2046-4338-8208-5913CE3A1F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772637" y="4080691"/>
            <a:ext cx="10" cy="3107153"/>
          </a:xfrm>
          <a:custGeom xmlns:a="http://schemas.openxmlformats.org/drawingml/2006/main">
            <a:pathLst>
              <a:path w="1" h="3107153" fill="none">
                <a:moveTo>
                  <a:pt x="0" y="3107153"/>
                </a:moveTo>
                <a:lnTo>
                  <a:pt x="0" y="0"/>
                </a:lnTo>
              </a:path>
            </a:pathLst>
          </a:custGeom>
          <a:noFill xmlns:a="http://schemas.openxmlformats.org/drawingml/2006/main"/>
          <a:ln xmlns:a="http://schemas.openxmlformats.org/drawingml/2006/main" w="7806" cap="sq">
            <a:solidFill>
              <a:srgbClr val="FFFFFF"/>
            </a:solidFill>
            <a:miter/>
          </a:ln>
        </p:spPr>
      </p:sp>
      <p:sp>
        <p:nvSpPr>
          <p:cNvPr id="1882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8A6C9BA8-9245-4BC5-819A-2436D3B9DA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76344" y="7187844"/>
            <a:ext cx="3596293" cy="10"/>
          </a:xfrm>
          <a:custGeom xmlns:a="http://schemas.openxmlformats.org/drawingml/2006/main">
            <a:pathLst>
              <a:path w="3596293" h="1" fill="none">
                <a:moveTo>
                  <a:pt x="0" y="0"/>
                </a:moveTo>
                <a:lnTo>
                  <a:pt x="3596293" y="0"/>
                </a:lnTo>
              </a:path>
            </a:pathLst>
          </a:custGeom>
          <a:noFill xmlns:a="http://schemas.openxmlformats.org/drawingml/2006/main"/>
          <a:ln xmlns:a="http://schemas.openxmlformats.org/drawingml/2006/main" w="7806" cap="sq">
            <a:solidFill>
              <a:srgbClr val="FFFFFF"/>
            </a:solidFill>
            <a:miter/>
          </a:ln>
        </p:spPr>
      </p:sp>
      <p:sp>
        <p:nvSpPr>
          <p:cNvPr id="1882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B3AC154-83CC-444A-80EC-ED48DD045B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76344" y="4080691"/>
            <a:ext cx="3596293" cy="10"/>
          </a:xfrm>
          <a:custGeom xmlns:a="http://schemas.openxmlformats.org/drawingml/2006/main">
            <a:pathLst>
              <a:path w="3596293" h="1" fill="none">
                <a:moveTo>
                  <a:pt x="0" y="0"/>
                </a:moveTo>
                <a:lnTo>
                  <a:pt x="3596293" y="0"/>
                </a:lnTo>
              </a:path>
            </a:pathLst>
          </a:custGeom>
          <a:noFill xmlns:a="http://schemas.openxmlformats.org/drawingml/2006/main"/>
          <a:ln xmlns:a="http://schemas.openxmlformats.org/drawingml/2006/main" w="7806" cap="sq">
            <a:solidFill>
              <a:srgbClr val="FFFFFF"/>
            </a:solidFill>
            <a:miter/>
          </a:ln>
        </p:spPr>
      </p:sp>
      <p:sp>
        <p:nvSpPr>
          <p:cNvPr id="1882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CCAF5EF-CB1C-41F3-AF53-2FC949EEC7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25123" y="4168508"/>
            <a:ext cx="3198727" cy="441950"/>
          </a:xfrm>
          <a:custGeom xmlns:a="http://schemas.openxmlformats.org/drawingml/2006/main">
            <a:pathLst>
              <a:path w="3198727" h="441950">
                <a:moveTo>
                  <a:pt x="27321" y="441950"/>
                </a:moveTo>
                <a:lnTo>
                  <a:pt x="3171406" y="441950"/>
                </a:lnTo>
                <a:cubicBezTo>
                  <a:pt x="3189620" y="441950"/>
                  <a:pt x="3198727" y="432843"/>
                  <a:pt x="3198727" y="414629"/>
                </a:cubicBezTo>
                <a:lnTo>
                  <a:pt x="3198727" y="27321"/>
                </a:lnTo>
                <a:cubicBezTo>
                  <a:pt x="3198727" y="9107"/>
                  <a:pt x="3189620" y="0"/>
                  <a:pt x="3171406" y="0"/>
                </a:cubicBezTo>
                <a:lnTo>
                  <a:pt x="27321" y="0"/>
                </a:lnTo>
                <a:cubicBezTo>
                  <a:pt x="9107" y="0"/>
                  <a:pt x="0" y="9107"/>
                  <a:pt x="0" y="27321"/>
                </a:cubicBezTo>
                <a:lnTo>
                  <a:pt x="0" y="414629"/>
                </a:lnTo>
                <a:cubicBezTo>
                  <a:pt x="0" y="432843"/>
                  <a:pt x="9107" y="441950"/>
                  <a:pt x="27321" y="441950"/>
                </a:cubicBezTo>
                <a:close/>
              </a:path>
            </a:pathLst>
          </a:custGeom>
          <a:solidFill xmlns:a="http://schemas.openxmlformats.org/drawingml/2006/main">
            <a:srgbClr val="4C4D4C">
              <a:alpha val="5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2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4F81E2D-3DE6-4209-B34B-8379B42644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25123" y="4168508"/>
            <a:ext cx="3198727" cy="441950"/>
          </a:xfrm>
          <a:custGeom xmlns:a="http://schemas.openxmlformats.org/drawingml/2006/main">
            <a:pathLst>
              <a:path w="3198727" h="441950" fill="none">
                <a:moveTo>
                  <a:pt x="27321" y="441950"/>
                </a:moveTo>
                <a:lnTo>
                  <a:pt x="3171406" y="441950"/>
                </a:lnTo>
                <a:cubicBezTo>
                  <a:pt x="3189620" y="441950"/>
                  <a:pt x="3198727" y="432843"/>
                  <a:pt x="3198727" y="414629"/>
                </a:cubicBezTo>
                <a:lnTo>
                  <a:pt x="3198727" y="27321"/>
                </a:lnTo>
                <a:cubicBezTo>
                  <a:pt x="3198727" y="9107"/>
                  <a:pt x="3189620" y="0"/>
                  <a:pt x="3171406" y="0"/>
                </a:cubicBezTo>
                <a:lnTo>
                  <a:pt x="27321" y="0"/>
                </a:lnTo>
                <a:cubicBezTo>
                  <a:pt x="9107" y="0"/>
                  <a:pt x="0" y="9107"/>
                  <a:pt x="0" y="27321"/>
                </a:cubicBezTo>
                <a:lnTo>
                  <a:pt x="0" y="414629"/>
                </a:lnTo>
                <a:cubicBezTo>
                  <a:pt x="0" y="432843"/>
                  <a:pt x="9107" y="441950"/>
                  <a:pt x="27321" y="441950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4C4D4C">
                <a:alpha val="50000"/>
              </a:srgbClr>
            </a:solidFill>
            <a:miter/>
          </a:ln>
        </p:spPr>
      </p:sp>
      <p:sp>
        <p:nvSpPr>
          <p:cNvPr id="1882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988C48-4B10-496A-AC10-DE0D73CC75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5608" y="4148993"/>
            <a:ext cx="3198727" cy="441950"/>
          </a:xfrm>
          <a:custGeom xmlns:a="http://schemas.openxmlformats.org/drawingml/2006/main">
            <a:pathLst>
              <a:path w="3198727" h="441950">
                <a:moveTo>
                  <a:pt x="27321" y="441950"/>
                </a:moveTo>
                <a:lnTo>
                  <a:pt x="3171406" y="441950"/>
                </a:lnTo>
                <a:cubicBezTo>
                  <a:pt x="3189620" y="441950"/>
                  <a:pt x="3198727" y="432843"/>
                  <a:pt x="3198727" y="414629"/>
                </a:cubicBezTo>
                <a:lnTo>
                  <a:pt x="3198727" y="27321"/>
                </a:lnTo>
                <a:cubicBezTo>
                  <a:pt x="3198727" y="9107"/>
                  <a:pt x="3189620" y="0"/>
                  <a:pt x="3171406" y="0"/>
                </a:cubicBezTo>
                <a:lnTo>
                  <a:pt x="27321" y="0"/>
                </a:lnTo>
                <a:cubicBezTo>
                  <a:pt x="9107" y="0"/>
                  <a:pt x="0" y="9107"/>
                  <a:pt x="0" y="27321"/>
                </a:cubicBezTo>
                <a:lnTo>
                  <a:pt x="0" y="414629"/>
                </a:lnTo>
                <a:cubicBezTo>
                  <a:pt x="0" y="432843"/>
                  <a:pt x="9107" y="441950"/>
                  <a:pt x="27321" y="441950"/>
                </a:cubicBezTo>
                <a:close/>
              </a:path>
            </a:pathLst>
          </a:custGeom>
          <a:solidFill xmlns:a="http://schemas.openxmlformats.org/drawingml/2006/main">
            <a:srgbClr val="FFFFFF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2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20C2923-2E5C-4238-888C-671FD306E5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505608" y="4148993"/>
            <a:ext cx="3198727" cy="441950"/>
          </a:xfrm>
          <a:custGeom xmlns:a="http://schemas.openxmlformats.org/drawingml/2006/main">
            <a:pathLst>
              <a:path w="3198727" h="441950" fill="none">
                <a:moveTo>
                  <a:pt x="27321" y="441950"/>
                </a:moveTo>
                <a:lnTo>
                  <a:pt x="3171406" y="441950"/>
                </a:lnTo>
                <a:cubicBezTo>
                  <a:pt x="3189620" y="441950"/>
                  <a:pt x="3198727" y="432843"/>
                  <a:pt x="3198727" y="414629"/>
                </a:cubicBezTo>
                <a:lnTo>
                  <a:pt x="3198727" y="27321"/>
                </a:lnTo>
                <a:cubicBezTo>
                  <a:pt x="3198727" y="9107"/>
                  <a:pt x="3189620" y="0"/>
                  <a:pt x="3171406" y="0"/>
                </a:cubicBezTo>
                <a:lnTo>
                  <a:pt x="27321" y="0"/>
                </a:lnTo>
                <a:cubicBezTo>
                  <a:pt x="9107" y="0"/>
                  <a:pt x="0" y="9107"/>
                  <a:pt x="0" y="27321"/>
                </a:cubicBezTo>
                <a:lnTo>
                  <a:pt x="0" y="414629"/>
                </a:lnTo>
                <a:cubicBezTo>
                  <a:pt x="0" y="432843"/>
                  <a:pt x="9107" y="441950"/>
                  <a:pt x="27321" y="441950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CCCCCC"/>
            </a:solidFill>
            <a:miter/>
          </a:ln>
        </p:spPr>
      </p:sp>
      <p:sp>
        <p:nvSpPr>
          <p:cNvPr id="1882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9C35F14-DF3A-4E46-A3B9-F1E24A9155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7581" y="423037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6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6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8E0152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2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94CE03B-6325-43AB-A465-5942CF5E06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7581" y="423037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6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6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8E0152">
                <a:alpha val="70000"/>
              </a:srgbClr>
            </a:solidFill>
            <a:round/>
          </a:ln>
        </p:spPr>
      </p:sp>
      <p:sp>
        <p:nvSpPr>
          <p:cNvPr id="1882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301BD09-094F-41BD-9AD6-0464CBFBDE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15147" y="4207875"/>
            <a:ext cx="64204" cy="99584"/>
          </a:xfrm>
          <a:custGeom xmlns:a="http://schemas.openxmlformats.org/drawingml/2006/main">
            <a:pathLst>
              <a:path w="64204" h="99584">
                <a:moveTo>
                  <a:pt x="0" y="0"/>
                </a:moveTo>
                <a:lnTo>
                  <a:pt x="62974" y="0"/>
                </a:lnTo>
                <a:lnTo>
                  <a:pt x="62974" y="11338"/>
                </a:lnTo>
                <a:lnTo>
                  <a:pt x="13524" y="11338"/>
                </a:lnTo>
                <a:lnTo>
                  <a:pt x="13524" y="40845"/>
                </a:lnTo>
                <a:lnTo>
                  <a:pt x="60925" y="40845"/>
                </a:lnTo>
                <a:lnTo>
                  <a:pt x="60925" y="52183"/>
                </a:lnTo>
                <a:lnTo>
                  <a:pt x="13524" y="52183"/>
                </a:lnTo>
                <a:lnTo>
                  <a:pt x="13524" y="88246"/>
                </a:lnTo>
                <a:lnTo>
                  <a:pt x="64204" y="88246"/>
                </a:lnTo>
                <a:lnTo>
                  <a:pt x="64204" y="99584"/>
                </a:lnTo>
                <a:lnTo>
                  <a:pt x="0" y="9958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3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85AAFC-91CC-428E-BB30-912B18D690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0525" y="4230961"/>
            <a:ext cx="62565" cy="76498"/>
          </a:xfrm>
          <a:custGeom xmlns:a="http://schemas.openxmlformats.org/drawingml/2006/main">
            <a:pathLst>
              <a:path w="62565" h="76498">
                <a:moveTo>
                  <a:pt x="62565" y="31419"/>
                </a:moveTo>
                <a:lnTo>
                  <a:pt x="62565" y="76498"/>
                </a:lnTo>
                <a:lnTo>
                  <a:pt x="50270" y="76498"/>
                </a:lnTo>
                <a:lnTo>
                  <a:pt x="50270" y="31829"/>
                </a:lnTo>
                <a:cubicBezTo>
                  <a:pt x="50270" y="24725"/>
                  <a:pt x="48768" y="19534"/>
                  <a:pt x="46036" y="15983"/>
                </a:cubicBezTo>
                <a:cubicBezTo>
                  <a:pt x="43303" y="12431"/>
                  <a:pt x="39205" y="10655"/>
                  <a:pt x="33741" y="10655"/>
                </a:cubicBezTo>
                <a:cubicBezTo>
                  <a:pt x="27048" y="10655"/>
                  <a:pt x="21857" y="12841"/>
                  <a:pt x="18032" y="17075"/>
                </a:cubicBezTo>
                <a:cubicBezTo>
                  <a:pt x="14207" y="21310"/>
                  <a:pt x="12294" y="27048"/>
                  <a:pt x="12294" y="34288"/>
                </a:cubicBezTo>
                <a:lnTo>
                  <a:pt x="12294" y="76498"/>
                </a:lnTo>
                <a:lnTo>
                  <a:pt x="0" y="76498"/>
                </a:lnTo>
                <a:lnTo>
                  <a:pt x="0" y="1776"/>
                </a:lnTo>
                <a:lnTo>
                  <a:pt x="12294" y="1776"/>
                </a:lnTo>
                <a:lnTo>
                  <a:pt x="12294" y="13387"/>
                </a:lnTo>
                <a:cubicBezTo>
                  <a:pt x="15163" y="9016"/>
                  <a:pt x="18578" y="5601"/>
                  <a:pt x="22676" y="3415"/>
                </a:cubicBezTo>
                <a:cubicBezTo>
                  <a:pt x="26638" y="1229"/>
                  <a:pt x="31282" y="0"/>
                  <a:pt x="36473" y="0"/>
                </a:cubicBezTo>
                <a:cubicBezTo>
                  <a:pt x="44943" y="0"/>
                  <a:pt x="51500" y="2732"/>
                  <a:pt x="55871" y="8060"/>
                </a:cubicBezTo>
                <a:cubicBezTo>
                  <a:pt x="60242" y="13387"/>
                  <a:pt x="62565" y="21174"/>
                  <a:pt x="62565" y="3141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3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D9956927-5621-4108-967E-9A4C881DD4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2214" y="4230961"/>
            <a:ext cx="66799" cy="104775"/>
          </a:xfrm>
          <a:custGeom xmlns:a="http://schemas.openxmlformats.org/drawingml/2006/main">
            <a:pathLst>
              <a:path w="66799" h="104775">
                <a:moveTo>
                  <a:pt x="54505" y="38249"/>
                </a:moveTo>
                <a:cubicBezTo>
                  <a:pt x="54505" y="29506"/>
                  <a:pt x="52592" y="22540"/>
                  <a:pt x="49041" y="17622"/>
                </a:cubicBezTo>
                <a:cubicBezTo>
                  <a:pt x="45352" y="12704"/>
                  <a:pt x="40162" y="10245"/>
                  <a:pt x="33605" y="10245"/>
                </a:cubicBezTo>
                <a:cubicBezTo>
                  <a:pt x="27048" y="10245"/>
                  <a:pt x="21857" y="12704"/>
                  <a:pt x="18168" y="17622"/>
                </a:cubicBezTo>
                <a:cubicBezTo>
                  <a:pt x="14480" y="22540"/>
                  <a:pt x="12704" y="29506"/>
                  <a:pt x="12704" y="38249"/>
                </a:cubicBezTo>
                <a:cubicBezTo>
                  <a:pt x="12704" y="47128"/>
                  <a:pt x="14480" y="53959"/>
                  <a:pt x="18168" y="58876"/>
                </a:cubicBezTo>
                <a:cubicBezTo>
                  <a:pt x="21857" y="63794"/>
                  <a:pt x="27048" y="66253"/>
                  <a:pt x="33605" y="66253"/>
                </a:cubicBezTo>
                <a:cubicBezTo>
                  <a:pt x="40162" y="66253"/>
                  <a:pt x="45352" y="63794"/>
                  <a:pt x="49041" y="58876"/>
                </a:cubicBezTo>
                <a:cubicBezTo>
                  <a:pt x="52592" y="53959"/>
                  <a:pt x="54505" y="47128"/>
                  <a:pt x="54505" y="38249"/>
                </a:cubicBezTo>
                <a:close/>
                <a:moveTo>
                  <a:pt x="66799" y="67209"/>
                </a:moveTo>
                <a:cubicBezTo>
                  <a:pt x="66799" y="79777"/>
                  <a:pt x="63931" y="89202"/>
                  <a:pt x="58330" y="95486"/>
                </a:cubicBezTo>
                <a:cubicBezTo>
                  <a:pt x="52592" y="101633"/>
                  <a:pt x="43986" y="104775"/>
                  <a:pt x="32375" y="104775"/>
                </a:cubicBezTo>
                <a:cubicBezTo>
                  <a:pt x="28004" y="104775"/>
                  <a:pt x="24042" y="104365"/>
                  <a:pt x="20217" y="103819"/>
                </a:cubicBezTo>
                <a:cubicBezTo>
                  <a:pt x="16392" y="103136"/>
                  <a:pt x="12568" y="102180"/>
                  <a:pt x="9016" y="100814"/>
                </a:cubicBezTo>
                <a:lnTo>
                  <a:pt x="9016" y="88929"/>
                </a:lnTo>
                <a:cubicBezTo>
                  <a:pt x="12568" y="90842"/>
                  <a:pt x="16119" y="92208"/>
                  <a:pt x="19671" y="93164"/>
                </a:cubicBezTo>
                <a:cubicBezTo>
                  <a:pt x="23223" y="94120"/>
                  <a:pt x="26774" y="94666"/>
                  <a:pt x="30463" y="94666"/>
                </a:cubicBezTo>
                <a:cubicBezTo>
                  <a:pt x="38386" y="94666"/>
                  <a:pt x="44396" y="92481"/>
                  <a:pt x="48494" y="88383"/>
                </a:cubicBezTo>
                <a:cubicBezTo>
                  <a:pt x="52456" y="84148"/>
                  <a:pt x="54505" y="77864"/>
                  <a:pt x="54505" y="69395"/>
                </a:cubicBezTo>
                <a:lnTo>
                  <a:pt x="54505" y="63384"/>
                </a:lnTo>
                <a:cubicBezTo>
                  <a:pt x="51909" y="67756"/>
                  <a:pt x="48631" y="71034"/>
                  <a:pt x="44669" y="73220"/>
                </a:cubicBezTo>
                <a:cubicBezTo>
                  <a:pt x="40708" y="75405"/>
                  <a:pt x="36063" y="76498"/>
                  <a:pt x="30599" y="76498"/>
                </a:cubicBezTo>
                <a:cubicBezTo>
                  <a:pt x="21310" y="76498"/>
                  <a:pt x="13934" y="73083"/>
                  <a:pt x="8333" y="66116"/>
                </a:cubicBezTo>
                <a:cubicBezTo>
                  <a:pt x="2732" y="59149"/>
                  <a:pt x="0" y="49860"/>
                  <a:pt x="0" y="38249"/>
                </a:cubicBezTo>
                <a:cubicBezTo>
                  <a:pt x="0" y="26774"/>
                  <a:pt x="2732" y="17485"/>
                  <a:pt x="8333" y="10518"/>
                </a:cubicBezTo>
                <a:cubicBezTo>
                  <a:pt x="13934" y="3552"/>
                  <a:pt x="21310" y="0"/>
                  <a:pt x="30599" y="0"/>
                </a:cubicBezTo>
                <a:cubicBezTo>
                  <a:pt x="36063" y="0"/>
                  <a:pt x="40708" y="1093"/>
                  <a:pt x="44669" y="3278"/>
                </a:cubicBezTo>
                <a:cubicBezTo>
                  <a:pt x="48631" y="5464"/>
                  <a:pt x="51909" y="8743"/>
                  <a:pt x="54505" y="13114"/>
                </a:cubicBezTo>
                <a:lnTo>
                  <a:pt x="54505" y="1776"/>
                </a:lnTo>
                <a:lnTo>
                  <a:pt x="66799" y="1776"/>
                </a:lnTo>
                <a:lnTo>
                  <a:pt x="66799" y="67209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3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38D6FFA-DCB3-4FCB-858B-63C49F8968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74285" y="4203641"/>
            <a:ext cx="12294" cy="103819"/>
          </a:xfrm>
          <a:custGeom xmlns:a="http://schemas.openxmlformats.org/drawingml/2006/main">
            <a:pathLst>
              <a:path w="12294" h="103819">
                <a:moveTo>
                  <a:pt x="0" y="0"/>
                </a:moveTo>
                <a:lnTo>
                  <a:pt x="12294" y="0"/>
                </a:lnTo>
                <a:lnTo>
                  <a:pt x="12294" y="103819"/>
                </a:lnTo>
                <a:lnTo>
                  <a:pt x="0" y="103819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3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866C518-396F-40B4-A1D0-6424295685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2261" y="4203641"/>
            <a:ext cx="12294" cy="103819"/>
          </a:xfrm>
          <a:custGeom xmlns:a="http://schemas.openxmlformats.org/drawingml/2006/main">
            <a:pathLst>
              <a:path w="12294" h="103819">
                <a:moveTo>
                  <a:pt x="0" y="29097"/>
                </a:moveTo>
                <a:lnTo>
                  <a:pt x="12294" y="29097"/>
                </a:lnTo>
                <a:lnTo>
                  <a:pt x="12294" y="103819"/>
                </a:lnTo>
                <a:lnTo>
                  <a:pt x="0" y="103819"/>
                </a:lnTo>
                <a:lnTo>
                  <a:pt x="0" y="29097"/>
                </a:lnTo>
                <a:close/>
                <a:moveTo>
                  <a:pt x="0" y="0"/>
                </a:moveTo>
                <a:lnTo>
                  <a:pt x="12294" y="0"/>
                </a:lnTo>
                <a:lnTo>
                  <a:pt x="12294" y="15573"/>
                </a:lnTo>
                <a:lnTo>
                  <a:pt x="0" y="15573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3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D6D945-B84F-424C-A6F0-DE575A3BB0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44773" y="4230961"/>
            <a:ext cx="57100" cy="78274"/>
          </a:xfrm>
          <a:custGeom xmlns:a="http://schemas.openxmlformats.org/drawingml/2006/main">
            <a:pathLst>
              <a:path w="57100" h="78274">
                <a:moveTo>
                  <a:pt x="53139" y="3962"/>
                </a:moveTo>
                <a:lnTo>
                  <a:pt x="53139" y="15573"/>
                </a:lnTo>
                <a:cubicBezTo>
                  <a:pt x="49587" y="13934"/>
                  <a:pt x="46036" y="12568"/>
                  <a:pt x="42347" y="11611"/>
                </a:cubicBezTo>
                <a:cubicBezTo>
                  <a:pt x="38522" y="10792"/>
                  <a:pt x="34697" y="10245"/>
                  <a:pt x="30736" y="10245"/>
                </a:cubicBezTo>
                <a:cubicBezTo>
                  <a:pt x="24589" y="10245"/>
                  <a:pt x="19944" y="11202"/>
                  <a:pt x="16939" y="13114"/>
                </a:cubicBezTo>
                <a:cubicBezTo>
                  <a:pt x="13934" y="15026"/>
                  <a:pt x="12431" y="17759"/>
                  <a:pt x="12431" y="21447"/>
                </a:cubicBezTo>
                <a:cubicBezTo>
                  <a:pt x="12431" y="24315"/>
                  <a:pt x="13524" y="26501"/>
                  <a:pt x="15709" y="28140"/>
                </a:cubicBezTo>
                <a:cubicBezTo>
                  <a:pt x="17895" y="29780"/>
                  <a:pt x="22266" y="31419"/>
                  <a:pt x="28823" y="32785"/>
                </a:cubicBezTo>
                <a:lnTo>
                  <a:pt x="33058" y="33741"/>
                </a:lnTo>
                <a:cubicBezTo>
                  <a:pt x="41801" y="35654"/>
                  <a:pt x="47948" y="38386"/>
                  <a:pt x="51636" y="41664"/>
                </a:cubicBezTo>
                <a:cubicBezTo>
                  <a:pt x="55188" y="45079"/>
                  <a:pt x="57100" y="49860"/>
                  <a:pt x="57100" y="55871"/>
                </a:cubicBezTo>
                <a:cubicBezTo>
                  <a:pt x="57100" y="62838"/>
                  <a:pt x="54368" y="68302"/>
                  <a:pt x="48904" y="72263"/>
                </a:cubicBezTo>
                <a:cubicBezTo>
                  <a:pt x="43440" y="76362"/>
                  <a:pt x="35790" y="78274"/>
                  <a:pt x="26228" y="78274"/>
                </a:cubicBezTo>
                <a:cubicBezTo>
                  <a:pt x="22130" y="78274"/>
                  <a:pt x="18032" y="77864"/>
                  <a:pt x="13660" y="77181"/>
                </a:cubicBezTo>
                <a:cubicBezTo>
                  <a:pt x="9289" y="76498"/>
                  <a:pt x="4781" y="75405"/>
                  <a:pt x="0" y="73766"/>
                </a:cubicBezTo>
                <a:lnTo>
                  <a:pt x="0" y="61062"/>
                </a:lnTo>
                <a:cubicBezTo>
                  <a:pt x="4508" y="63521"/>
                  <a:pt x="9016" y="65297"/>
                  <a:pt x="13387" y="66389"/>
                </a:cubicBezTo>
                <a:cubicBezTo>
                  <a:pt x="17759" y="67619"/>
                  <a:pt x="22130" y="68165"/>
                  <a:pt x="26501" y="68165"/>
                </a:cubicBezTo>
                <a:cubicBezTo>
                  <a:pt x="32239" y="68165"/>
                  <a:pt x="36746" y="67209"/>
                  <a:pt x="39888" y="65297"/>
                </a:cubicBezTo>
                <a:cubicBezTo>
                  <a:pt x="42894" y="63384"/>
                  <a:pt x="44533" y="60516"/>
                  <a:pt x="44533" y="56827"/>
                </a:cubicBezTo>
                <a:cubicBezTo>
                  <a:pt x="44533" y="53549"/>
                  <a:pt x="43303" y="50953"/>
                  <a:pt x="41118" y="49177"/>
                </a:cubicBezTo>
                <a:cubicBezTo>
                  <a:pt x="38932" y="47402"/>
                  <a:pt x="34014" y="45626"/>
                  <a:pt x="26365" y="43986"/>
                </a:cubicBezTo>
                <a:lnTo>
                  <a:pt x="22130" y="43030"/>
                </a:lnTo>
                <a:cubicBezTo>
                  <a:pt x="14480" y="41391"/>
                  <a:pt x="8879" y="38932"/>
                  <a:pt x="5601" y="35654"/>
                </a:cubicBezTo>
                <a:cubicBezTo>
                  <a:pt x="2186" y="32375"/>
                  <a:pt x="546" y="27867"/>
                  <a:pt x="546" y="21993"/>
                </a:cubicBezTo>
                <a:cubicBezTo>
                  <a:pt x="546" y="15026"/>
                  <a:pt x="3005" y="9562"/>
                  <a:pt x="7923" y="5737"/>
                </a:cubicBezTo>
                <a:cubicBezTo>
                  <a:pt x="12841" y="1912"/>
                  <a:pt x="19944" y="0"/>
                  <a:pt x="29233" y="0"/>
                </a:cubicBezTo>
                <a:cubicBezTo>
                  <a:pt x="33741" y="0"/>
                  <a:pt x="37976" y="410"/>
                  <a:pt x="42074" y="1093"/>
                </a:cubicBezTo>
                <a:cubicBezTo>
                  <a:pt x="46036" y="1776"/>
                  <a:pt x="49724" y="2732"/>
                  <a:pt x="53139" y="396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3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DEC37D9-1FF5-4520-B1AA-07B205DD15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20998" y="4203641"/>
            <a:ext cx="62565" cy="103819"/>
          </a:xfrm>
          <a:custGeom xmlns:a="http://schemas.openxmlformats.org/drawingml/2006/main">
            <a:pathLst>
              <a:path w="62565" h="103819">
                <a:moveTo>
                  <a:pt x="62565" y="58740"/>
                </a:moveTo>
                <a:lnTo>
                  <a:pt x="62565" y="103819"/>
                </a:lnTo>
                <a:lnTo>
                  <a:pt x="50270" y="103819"/>
                </a:lnTo>
                <a:lnTo>
                  <a:pt x="50270" y="59149"/>
                </a:lnTo>
                <a:cubicBezTo>
                  <a:pt x="50270" y="52046"/>
                  <a:pt x="48768" y="46855"/>
                  <a:pt x="46036" y="43303"/>
                </a:cubicBezTo>
                <a:cubicBezTo>
                  <a:pt x="43303" y="39752"/>
                  <a:pt x="39205" y="37976"/>
                  <a:pt x="33741" y="37976"/>
                </a:cubicBezTo>
                <a:cubicBezTo>
                  <a:pt x="27048" y="37976"/>
                  <a:pt x="21857" y="40162"/>
                  <a:pt x="18032" y="44396"/>
                </a:cubicBezTo>
                <a:cubicBezTo>
                  <a:pt x="14207" y="48631"/>
                  <a:pt x="12294" y="54368"/>
                  <a:pt x="12294" y="61608"/>
                </a:cubicBezTo>
                <a:lnTo>
                  <a:pt x="12294" y="103819"/>
                </a:lnTo>
                <a:lnTo>
                  <a:pt x="0" y="103819"/>
                </a:lnTo>
                <a:lnTo>
                  <a:pt x="0" y="0"/>
                </a:lnTo>
                <a:lnTo>
                  <a:pt x="12294" y="0"/>
                </a:lnTo>
                <a:lnTo>
                  <a:pt x="12294" y="40708"/>
                </a:lnTo>
                <a:cubicBezTo>
                  <a:pt x="15163" y="36337"/>
                  <a:pt x="18578" y="32922"/>
                  <a:pt x="22676" y="30736"/>
                </a:cubicBezTo>
                <a:cubicBezTo>
                  <a:pt x="26638" y="28550"/>
                  <a:pt x="31282" y="27321"/>
                  <a:pt x="36473" y="27321"/>
                </a:cubicBezTo>
                <a:cubicBezTo>
                  <a:pt x="44943" y="27321"/>
                  <a:pt x="51500" y="30053"/>
                  <a:pt x="55871" y="35380"/>
                </a:cubicBezTo>
                <a:cubicBezTo>
                  <a:pt x="60242" y="40708"/>
                  <a:pt x="62565" y="48494"/>
                  <a:pt x="62565" y="5874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3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FBBA878-6B73-41CB-B144-CED52F2CB7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7581" y="44308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1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1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DE77AE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3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8BBDC2D-27B2-43EE-B10B-B6E18AE215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67581" y="44308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1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1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DE77AE">
                <a:alpha val="70000"/>
              </a:srgbClr>
            </a:solidFill>
            <a:round/>
          </a:ln>
        </p:spPr>
      </p:sp>
      <p:sp>
        <p:nvSpPr>
          <p:cNvPr id="1883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FA88B1-813D-4B9A-ACF9-48D78A1C91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909410" y="4406583"/>
            <a:ext cx="80323" cy="103136"/>
          </a:xfrm>
          <a:custGeom xmlns:a="http://schemas.openxmlformats.org/drawingml/2006/main">
            <a:pathLst>
              <a:path w="80323" h="103136">
                <a:moveTo>
                  <a:pt x="80323" y="9426"/>
                </a:moveTo>
                <a:lnTo>
                  <a:pt x="80323" y="23632"/>
                </a:lnTo>
                <a:cubicBezTo>
                  <a:pt x="75679" y="19534"/>
                  <a:pt x="70897" y="16392"/>
                  <a:pt x="65706" y="14207"/>
                </a:cubicBezTo>
                <a:cubicBezTo>
                  <a:pt x="60516" y="12158"/>
                  <a:pt x="55188" y="11065"/>
                  <a:pt x="49451" y="11065"/>
                </a:cubicBezTo>
                <a:cubicBezTo>
                  <a:pt x="37976" y="11065"/>
                  <a:pt x="29233" y="14617"/>
                  <a:pt x="23223" y="21583"/>
                </a:cubicBezTo>
                <a:cubicBezTo>
                  <a:pt x="17212" y="28550"/>
                  <a:pt x="14207" y="38522"/>
                  <a:pt x="14207" y="51636"/>
                </a:cubicBezTo>
                <a:cubicBezTo>
                  <a:pt x="14207" y="64750"/>
                  <a:pt x="17212" y="74859"/>
                  <a:pt x="23223" y="81826"/>
                </a:cubicBezTo>
                <a:cubicBezTo>
                  <a:pt x="29233" y="88793"/>
                  <a:pt x="37976" y="92208"/>
                  <a:pt x="49451" y="92208"/>
                </a:cubicBezTo>
                <a:cubicBezTo>
                  <a:pt x="55188" y="92208"/>
                  <a:pt x="60516" y="91251"/>
                  <a:pt x="65706" y="89066"/>
                </a:cubicBezTo>
                <a:cubicBezTo>
                  <a:pt x="70897" y="87017"/>
                  <a:pt x="75679" y="83875"/>
                  <a:pt x="80323" y="79640"/>
                </a:cubicBezTo>
                <a:lnTo>
                  <a:pt x="80323" y="93710"/>
                </a:lnTo>
                <a:cubicBezTo>
                  <a:pt x="75542" y="96989"/>
                  <a:pt x="70488" y="99311"/>
                  <a:pt x="65297" y="100814"/>
                </a:cubicBezTo>
                <a:cubicBezTo>
                  <a:pt x="60106" y="102316"/>
                  <a:pt x="54505" y="103136"/>
                  <a:pt x="48631" y="103136"/>
                </a:cubicBezTo>
                <a:cubicBezTo>
                  <a:pt x="33605" y="103136"/>
                  <a:pt x="21720" y="98628"/>
                  <a:pt x="12977" y="89476"/>
                </a:cubicBezTo>
                <a:cubicBezTo>
                  <a:pt x="4235" y="80323"/>
                  <a:pt x="0" y="67756"/>
                  <a:pt x="0" y="51636"/>
                </a:cubicBezTo>
                <a:cubicBezTo>
                  <a:pt x="0" y="35654"/>
                  <a:pt x="4235" y="23086"/>
                  <a:pt x="12977" y="13797"/>
                </a:cubicBezTo>
                <a:cubicBezTo>
                  <a:pt x="21720" y="4645"/>
                  <a:pt x="33605" y="0"/>
                  <a:pt x="48631" y="0"/>
                </a:cubicBezTo>
                <a:cubicBezTo>
                  <a:pt x="54642" y="0"/>
                  <a:pt x="60242" y="820"/>
                  <a:pt x="65433" y="2322"/>
                </a:cubicBezTo>
                <a:cubicBezTo>
                  <a:pt x="70624" y="3962"/>
                  <a:pt x="75679" y="6284"/>
                  <a:pt x="80323" y="9426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3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E949CE6-0CEA-4C68-A166-8D2EFDB333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09540" y="4404124"/>
            <a:ext cx="62565" cy="103819"/>
          </a:xfrm>
          <a:custGeom xmlns:a="http://schemas.openxmlformats.org/drawingml/2006/main">
            <a:pathLst>
              <a:path w="62565" h="103819">
                <a:moveTo>
                  <a:pt x="62565" y="58740"/>
                </a:moveTo>
                <a:lnTo>
                  <a:pt x="62565" y="103819"/>
                </a:lnTo>
                <a:lnTo>
                  <a:pt x="50270" y="103819"/>
                </a:lnTo>
                <a:lnTo>
                  <a:pt x="50270" y="59149"/>
                </a:lnTo>
                <a:cubicBezTo>
                  <a:pt x="50270" y="52046"/>
                  <a:pt x="48768" y="46855"/>
                  <a:pt x="46036" y="43303"/>
                </a:cubicBezTo>
                <a:cubicBezTo>
                  <a:pt x="43303" y="39752"/>
                  <a:pt x="39205" y="37976"/>
                  <a:pt x="33741" y="37976"/>
                </a:cubicBezTo>
                <a:cubicBezTo>
                  <a:pt x="27048" y="37976"/>
                  <a:pt x="21857" y="40162"/>
                  <a:pt x="18032" y="44396"/>
                </a:cubicBezTo>
                <a:cubicBezTo>
                  <a:pt x="14207" y="48631"/>
                  <a:pt x="12294" y="54368"/>
                  <a:pt x="12294" y="61608"/>
                </a:cubicBezTo>
                <a:lnTo>
                  <a:pt x="12294" y="103819"/>
                </a:lnTo>
                <a:lnTo>
                  <a:pt x="0" y="103819"/>
                </a:lnTo>
                <a:lnTo>
                  <a:pt x="0" y="0"/>
                </a:lnTo>
                <a:lnTo>
                  <a:pt x="12294" y="0"/>
                </a:lnTo>
                <a:lnTo>
                  <a:pt x="12294" y="40708"/>
                </a:lnTo>
                <a:cubicBezTo>
                  <a:pt x="15163" y="36337"/>
                  <a:pt x="18578" y="32922"/>
                  <a:pt x="22676" y="30736"/>
                </a:cubicBezTo>
                <a:cubicBezTo>
                  <a:pt x="26638" y="28550"/>
                  <a:pt x="31282" y="27321"/>
                  <a:pt x="36473" y="27321"/>
                </a:cubicBezTo>
                <a:cubicBezTo>
                  <a:pt x="44943" y="27321"/>
                  <a:pt x="51500" y="30053"/>
                  <a:pt x="55871" y="35380"/>
                </a:cubicBezTo>
                <a:cubicBezTo>
                  <a:pt x="60242" y="40708"/>
                  <a:pt x="62565" y="48494"/>
                  <a:pt x="62565" y="5874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4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19B5F40-E3FF-488F-86FB-926D2EDE27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96557" y="4404124"/>
            <a:ext cx="12294" cy="103819"/>
          </a:xfrm>
          <a:custGeom xmlns:a="http://schemas.openxmlformats.org/drawingml/2006/main">
            <a:pathLst>
              <a:path w="12294" h="103819">
                <a:moveTo>
                  <a:pt x="0" y="29097"/>
                </a:moveTo>
                <a:lnTo>
                  <a:pt x="12294" y="29097"/>
                </a:lnTo>
                <a:lnTo>
                  <a:pt x="12294" y="103819"/>
                </a:lnTo>
                <a:lnTo>
                  <a:pt x="0" y="103819"/>
                </a:lnTo>
                <a:lnTo>
                  <a:pt x="0" y="29097"/>
                </a:lnTo>
                <a:close/>
                <a:moveTo>
                  <a:pt x="0" y="0"/>
                </a:moveTo>
                <a:lnTo>
                  <a:pt x="12294" y="0"/>
                </a:lnTo>
                <a:lnTo>
                  <a:pt x="12294" y="15573"/>
                </a:lnTo>
                <a:lnTo>
                  <a:pt x="0" y="15573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4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64EB5A2-9F70-4EB9-B641-3132FA7BB6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134123" y="4431445"/>
            <a:ext cx="62565" cy="76498"/>
          </a:xfrm>
          <a:custGeom xmlns:a="http://schemas.openxmlformats.org/drawingml/2006/main">
            <a:pathLst>
              <a:path w="62565" h="76498">
                <a:moveTo>
                  <a:pt x="62565" y="31419"/>
                </a:moveTo>
                <a:lnTo>
                  <a:pt x="62565" y="76498"/>
                </a:lnTo>
                <a:lnTo>
                  <a:pt x="50270" y="76498"/>
                </a:lnTo>
                <a:lnTo>
                  <a:pt x="50270" y="31829"/>
                </a:lnTo>
                <a:cubicBezTo>
                  <a:pt x="50270" y="24725"/>
                  <a:pt x="48768" y="19534"/>
                  <a:pt x="46036" y="15983"/>
                </a:cubicBezTo>
                <a:cubicBezTo>
                  <a:pt x="43303" y="12431"/>
                  <a:pt x="39205" y="10655"/>
                  <a:pt x="33741" y="10655"/>
                </a:cubicBezTo>
                <a:cubicBezTo>
                  <a:pt x="27048" y="10655"/>
                  <a:pt x="21857" y="12841"/>
                  <a:pt x="18032" y="17075"/>
                </a:cubicBezTo>
                <a:cubicBezTo>
                  <a:pt x="14207" y="21310"/>
                  <a:pt x="12294" y="27048"/>
                  <a:pt x="12294" y="34288"/>
                </a:cubicBezTo>
                <a:lnTo>
                  <a:pt x="12294" y="76498"/>
                </a:lnTo>
                <a:lnTo>
                  <a:pt x="0" y="76498"/>
                </a:lnTo>
                <a:lnTo>
                  <a:pt x="0" y="1776"/>
                </a:lnTo>
                <a:lnTo>
                  <a:pt x="12294" y="1776"/>
                </a:lnTo>
                <a:lnTo>
                  <a:pt x="12294" y="13387"/>
                </a:lnTo>
                <a:cubicBezTo>
                  <a:pt x="15163" y="9016"/>
                  <a:pt x="18578" y="5601"/>
                  <a:pt x="22676" y="3415"/>
                </a:cubicBezTo>
                <a:cubicBezTo>
                  <a:pt x="26638" y="1229"/>
                  <a:pt x="31282" y="0"/>
                  <a:pt x="36473" y="0"/>
                </a:cubicBezTo>
                <a:cubicBezTo>
                  <a:pt x="44943" y="0"/>
                  <a:pt x="51500" y="2732"/>
                  <a:pt x="55871" y="8060"/>
                </a:cubicBezTo>
                <a:cubicBezTo>
                  <a:pt x="60242" y="13387"/>
                  <a:pt x="62565" y="21174"/>
                  <a:pt x="62565" y="3141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4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5C65266B-251F-44D0-808C-76631E328F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15813" y="4431445"/>
            <a:ext cx="69258" cy="78274"/>
          </a:xfrm>
          <a:custGeom xmlns:a="http://schemas.openxmlformats.org/drawingml/2006/main">
            <a:pathLst>
              <a:path w="69258" h="78274">
                <a:moveTo>
                  <a:pt x="69258" y="36063"/>
                </a:moveTo>
                <a:lnTo>
                  <a:pt x="69258" y="42074"/>
                </a:lnTo>
                <a:lnTo>
                  <a:pt x="12841" y="42074"/>
                </a:lnTo>
                <a:cubicBezTo>
                  <a:pt x="13387" y="50543"/>
                  <a:pt x="15846" y="57100"/>
                  <a:pt x="20491" y="61472"/>
                </a:cubicBezTo>
                <a:cubicBezTo>
                  <a:pt x="24999" y="65843"/>
                  <a:pt x="31282" y="68029"/>
                  <a:pt x="39479" y="68029"/>
                </a:cubicBezTo>
                <a:cubicBezTo>
                  <a:pt x="44123" y="68029"/>
                  <a:pt x="48768" y="67482"/>
                  <a:pt x="53139" y="66389"/>
                </a:cubicBezTo>
                <a:cubicBezTo>
                  <a:pt x="57510" y="65297"/>
                  <a:pt x="62018" y="63521"/>
                  <a:pt x="66389" y="61062"/>
                </a:cubicBezTo>
                <a:lnTo>
                  <a:pt x="66389" y="72673"/>
                </a:lnTo>
                <a:cubicBezTo>
                  <a:pt x="62018" y="74586"/>
                  <a:pt x="57510" y="76088"/>
                  <a:pt x="52866" y="76908"/>
                </a:cubicBezTo>
                <a:cubicBezTo>
                  <a:pt x="48221" y="77728"/>
                  <a:pt x="43440" y="78274"/>
                  <a:pt x="38796" y="78274"/>
                </a:cubicBezTo>
                <a:cubicBezTo>
                  <a:pt x="26774" y="78274"/>
                  <a:pt x="17349" y="74859"/>
                  <a:pt x="10382" y="68029"/>
                </a:cubicBezTo>
                <a:cubicBezTo>
                  <a:pt x="3415" y="61199"/>
                  <a:pt x="0" y="51773"/>
                  <a:pt x="0" y="39888"/>
                </a:cubicBezTo>
                <a:cubicBezTo>
                  <a:pt x="0" y="27731"/>
                  <a:pt x="3278" y="18032"/>
                  <a:pt x="9835" y="10792"/>
                </a:cubicBezTo>
                <a:cubicBezTo>
                  <a:pt x="16392" y="3688"/>
                  <a:pt x="25408" y="0"/>
                  <a:pt x="36610" y="0"/>
                </a:cubicBezTo>
                <a:cubicBezTo>
                  <a:pt x="46719" y="0"/>
                  <a:pt x="54642" y="3278"/>
                  <a:pt x="60516" y="9699"/>
                </a:cubicBezTo>
                <a:cubicBezTo>
                  <a:pt x="66253" y="16256"/>
                  <a:pt x="69258" y="24999"/>
                  <a:pt x="69258" y="36063"/>
                </a:cubicBezTo>
                <a:close/>
                <a:moveTo>
                  <a:pt x="56964" y="32512"/>
                </a:moveTo>
                <a:cubicBezTo>
                  <a:pt x="56827" y="25818"/>
                  <a:pt x="54915" y="20491"/>
                  <a:pt x="51363" y="16392"/>
                </a:cubicBezTo>
                <a:cubicBezTo>
                  <a:pt x="47675" y="12431"/>
                  <a:pt x="42757" y="10382"/>
                  <a:pt x="36746" y="10382"/>
                </a:cubicBezTo>
                <a:cubicBezTo>
                  <a:pt x="29916" y="10382"/>
                  <a:pt x="24452" y="12431"/>
                  <a:pt x="20354" y="16256"/>
                </a:cubicBezTo>
                <a:cubicBezTo>
                  <a:pt x="16256" y="20081"/>
                  <a:pt x="13797" y="25545"/>
                  <a:pt x="13251" y="32512"/>
                </a:cubicBezTo>
                <a:lnTo>
                  <a:pt x="56964" y="32512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4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84152BE-561E-4418-A775-DF898A99D2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299688" y="4431445"/>
            <a:ext cx="57100" cy="78274"/>
          </a:xfrm>
          <a:custGeom xmlns:a="http://schemas.openxmlformats.org/drawingml/2006/main">
            <a:pathLst>
              <a:path w="57100" h="78274">
                <a:moveTo>
                  <a:pt x="53139" y="3962"/>
                </a:moveTo>
                <a:lnTo>
                  <a:pt x="53139" y="15573"/>
                </a:lnTo>
                <a:cubicBezTo>
                  <a:pt x="49587" y="13934"/>
                  <a:pt x="46036" y="12568"/>
                  <a:pt x="42347" y="11611"/>
                </a:cubicBezTo>
                <a:cubicBezTo>
                  <a:pt x="38522" y="10792"/>
                  <a:pt x="34697" y="10245"/>
                  <a:pt x="30736" y="10245"/>
                </a:cubicBezTo>
                <a:cubicBezTo>
                  <a:pt x="24589" y="10245"/>
                  <a:pt x="19944" y="11202"/>
                  <a:pt x="16939" y="13114"/>
                </a:cubicBezTo>
                <a:cubicBezTo>
                  <a:pt x="13934" y="15026"/>
                  <a:pt x="12431" y="17759"/>
                  <a:pt x="12431" y="21447"/>
                </a:cubicBezTo>
                <a:cubicBezTo>
                  <a:pt x="12431" y="24315"/>
                  <a:pt x="13524" y="26501"/>
                  <a:pt x="15709" y="28140"/>
                </a:cubicBezTo>
                <a:cubicBezTo>
                  <a:pt x="17895" y="29780"/>
                  <a:pt x="22266" y="31419"/>
                  <a:pt x="28823" y="32785"/>
                </a:cubicBezTo>
                <a:lnTo>
                  <a:pt x="33058" y="33741"/>
                </a:lnTo>
                <a:cubicBezTo>
                  <a:pt x="41801" y="35654"/>
                  <a:pt x="47948" y="38386"/>
                  <a:pt x="51636" y="41664"/>
                </a:cubicBezTo>
                <a:cubicBezTo>
                  <a:pt x="55188" y="45079"/>
                  <a:pt x="57100" y="49860"/>
                  <a:pt x="57100" y="55871"/>
                </a:cubicBezTo>
                <a:cubicBezTo>
                  <a:pt x="57100" y="62838"/>
                  <a:pt x="54368" y="68302"/>
                  <a:pt x="48904" y="72263"/>
                </a:cubicBezTo>
                <a:cubicBezTo>
                  <a:pt x="43440" y="76362"/>
                  <a:pt x="35790" y="78274"/>
                  <a:pt x="26228" y="78274"/>
                </a:cubicBezTo>
                <a:cubicBezTo>
                  <a:pt x="22130" y="78274"/>
                  <a:pt x="18032" y="77864"/>
                  <a:pt x="13660" y="77181"/>
                </a:cubicBezTo>
                <a:cubicBezTo>
                  <a:pt x="9289" y="76498"/>
                  <a:pt x="4781" y="75405"/>
                  <a:pt x="0" y="73766"/>
                </a:cubicBezTo>
                <a:lnTo>
                  <a:pt x="0" y="61062"/>
                </a:lnTo>
                <a:cubicBezTo>
                  <a:pt x="4508" y="63521"/>
                  <a:pt x="9016" y="65297"/>
                  <a:pt x="13387" y="66389"/>
                </a:cubicBezTo>
                <a:cubicBezTo>
                  <a:pt x="17759" y="67619"/>
                  <a:pt x="22130" y="68165"/>
                  <a:pt x="26501" y="68165"/>
                </a:cubicBezTo>
                <a:cubicBezTo>
                  <a:pt x="32239" y="68165"/>
                  <a:pt x="36746" y="67209"/>
                  <a:pt x="39888" y="65297"/>
                </a:cubicBezTo>
                <a:cubicBezTo>
                  <a:pt x="42894" y="63384"/>
                  <a:pt x="44533" y="60516"/>
                  <a:pt x="44533" y="56827"/>
                </a:cubicBezTo>
                <a:cubicBezTo>
                  <a:pt x="44533" y="53549"/>
                  <a:pt x="43303" y="50953"/>
                  <a:pt x="41118" y="49177"/>
                </a:cubicBezTo>
                <a:cubicBezTo>
                  <a:pt x="38932" y="47402"/>
                  <a:pt x="34014" y="45626"/>
                  <a:pt x="26365" y="43986"/>
                </a:cubicBezTo>
                <a:lnTo>
                  <a:pt x="22130" y="43030"/>
                </a:lnTo>
                <a:cubicBezTo>
                  <a:pt x="14480" y="41391"/>
                  <a:pt x="8879" y="38932"/>
                  <a:pt x="5601" y="35654"/>
                </a:cubicBezTo>
                <a:cubicBezTo>
                  <a:pt x="2186" y="32375"/>
                  <a:pt x="546" y="27867"/>
                  <a:pt x="546" y="21993"/>
                </a:cubicBezTo>
                <a:cubicBezTo>
                  <a:pt x="546" y="15026"/>
                  <a:pt x="3005" y="9562"/>
                  <a:pt x="7923" y="5737"/>
                </a:cubicBezTo>
                <a:cubicBezTo>
                  <a:pt x="12841" y="1912"/>
                  <a:pt x="19944" y="0"/>
                  <a:pt x="29233" y="0"/>
                </a:cubicBezTo>
                <a:cubicBezTo>
                  <a:pt x="33741" y="0"/>
                  <a:pt x="37976" y="410"/>
                  <a:pt x="42074" y="1093"/>
                </a:cubicBezTo>
                <a:cubicBezTo>
                  <a:pt x="46036" y="1776"/>
                  <a:pt x="49724" y="2732"/>
                  <a:pt x="53139" y="396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4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AB3BBAE-502B-4F25-999C-896D2164E7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370994" y="4431445"/>
            <a:ext cx="69258" cy="78274"/>
          </a:xfrm>
          <a:custGeom xmlns:a="http://schemas.openxmlformats.org/drawingml/2006/main">
            <a:pathLst>
              <a:path w="69258" h="78274">
                <a:moveTo>
                  <a:pt x="69258" y="36063"/>
                </a:moveTo>
                <a:lnTo>
                  <a:pt x="69258" y="42074"/>
                </a:lnTo>
                <a:lnTo>
                  <a:pt x="12841" y="42074"/>
                </a:lnTo>
                <a:cubicBezTo>
                  <a:pt x="13387" y="50543"/>
                  <a:pt x="15846" y="57100"/>
                  <a:pt x="20491" y="61472"/>
                </a:cubicBezTo>
                <a:cubicBezTo>
                  <a:pt x="24999" y="65843"/>
                  <a:pt x="31282" y="68029"/>
                  <a:pt x="39479" y="68029"/>
                </a:cubicBezTo>
                <a:cubicBezTo>
                  <a:pt x="44123" y="68029"/>
                  <a:pt x="48768" y="67482"/>
                  <a:pt x="53139" y="66389"/>
                </a:cubicBezTo>
                <a:cubicBezTo>
                  <a:pt x="57510" y="65297"/>
                  <a:pt x="62018" y="63521"/>
                  <a:pt x="66389" y="61062"/>
                </a:cubicBezTo>
                <a:lnTo>
                  <a:pt x="66389" y="72673"/>
                </a:lnTo>
                <a:cubicBezTo>
                  <a:pt x="62018" y="74586"/>
                  <a:pt x="57510" y="76088"/>
                  <a:pt x="52866" y="76908"/>
                </a:cubicBezTo>
                <a:cubicBezTo>
                  <a:pt x="48221" y="77728"/>
                  <a:pt x="43440" y="78274"/>
                  <a:pt x="38796" y="78274"/>
                </a:cubicBezTo>
                <a:cubicBezTo>
                  <a:pt x="26774" y="78274"/>
                  <a:pt x="17349" y="74859"/>
                  <a:pt x="10382" y="68029"/>
                </a:cubicBezTo>
                <a:cubicBezTo>
                  <a:pt x="3415" y="61199"/>
                  <a:pt x="0" y="51773"/>
                  <a:pt x="0" y="39888"/>
                </a:cubicBezTo>
                <a:cubicBezTo>
                  <a:pt x="0" y="27731"/>
                  <a:pt x="3278" y="18032"/>
                  <a:pt x="9835" y="10792"/>
                </a:cubicBezTo>
                <a:cubicBezTo>
                  <a:pt x="16392" y="3688"/>
                  <a:pt x="25408" y="0"/>
                  <a:pt x="36610" y="0"/>
                </a:cubicBezTo>
                <a:cubicBezTo>
                  <a:pt x="46719" y="0"/>
                  <a:pt x="54642" y="3278"/>
                  <a:pt x="60516" y="9699"/>
                </a:cubicBezTo>
                <a:cubicBezTo>
                  <a:pt x="66253" y="16256"/>
                  <a:pt x="69258" y="24999"/>
                  <a:pt x="69258" y="36063"/>
                </a:cubicBezTo>
                <a:close/>
                <a:moveTo>
                  <a:pt x="56964" y="32512"/>
                </a:moveTo>
                <a:cubicBezTo>
                  <a:pt x="56827" y="25818"/>
                  <a:pt x="54915" y="20491"/>
                  <a:pt x="51363" y="16392"/>
                </a:cubicBezTo>
                <a:cubicBezTo>
                  <a:pt x="47675" y="12431"/>
                  <a:pt x="42757" y="10382"/>
                  <a:pt x="36746" y="10382"/>
                </a:cubicBezTo>
                <a:cubicBezTo>
                  <a:pt x="29916" y="10382"/>
                  <a:pt x="24452" y="12431"/>
                  <a:pt x="20354" y="16256"/>
                </a:cubicBezTo>
                <a:cubicBezTo>
                  <a:pt x="16256" y="20081"/>
                  <a:pt x="13797" y="25545"/>
                  <a:pt x="13251" y="32512"/>
                </a:cubicBezTo>
                <a:lnTo>
                  <a:pt x="56964" y="32512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4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94815F1-EC65-47E8-9915-AD98DEF29E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8104" y="423037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6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6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FDE0EF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4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F02BFE7-B518-4346-8A75-BFD78FF5B8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8104" y="423037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2"/>
                  <a:pt x="58545" y="37036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6"/>
                  <a:pt x="3084" y="44482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FDE0EF">
                <a:alpha val="70000"/>
              </a:srgbClr>
            </a:solidFill>
            <a:round/>
          </a:ln>
        </p:spPr>
      </p:sp>
      <p:sp>
        <p:nvSpPr>
          <p:cNvPr id="1884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002D1F1-E09F-4C25-853F-86FCF08223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1298" y="4206099"/>
            <a:ext cx="70078" cy="103136"/>
          </a:xfrm>
          <a:custGeom xmlns:a="http://schemas.openxmlformats.org/drawingml/2006/main">
            <a:pathLst>
              <a:path w="70078" h="103136">
                <a:moveTo>
                  <a:pt x="64067" y="5054"/>
                </a:moveTo>
                <a:lnTo>
                  <a:pt x="64067" y="18168"/>
                </a:lnTo>
                <a:cubicBezTo>
                  <a:pt x="58876" y="15709"/>
                  <a:pt x="54095" y="13934"/>
                  <a:pt x="49587" y="12704"/>
                </a:cubicBezTo>
                <a:cubicBezTo>
                  <a:pt x="44943" y="11611"/>
                  <a:pt x="40571" y="10928"/>
                  <a:pt x="36473" y="10928"/>
                </a:cubicBezTo>
                <a:cubicBezTo>
                  <a:pt x="29097" y="10928"/>
                  <a:pt x="23359" y="12431"/>
                  <a:pt x="19398" y="15163"/>
                </a:cubicBezTo>
                <a:cubicBezTo>
                  <a:pt x="15436" y="18032"/>
                  <a:pt x="13524" y="22130"/>
                  <a:pt x="13524" y="27321"/>
                </a:cubicBezTo>
                <a:cubicBezTo>
                  <a:pt x="13524" y="31692"/>
                  <a:pt x="14753" y="35107"/>
                  <a:pt x="17485" y="37293"/>
                </a:cubicBezTo>
                <a:cubicBezTo>
                  <a:pt x="20081" y="39615"/>
                  <a:pt x="25135" y="41391"/>
                  <a:pt x="32512" y="42757"/>
                </a:cubicBezTo>
                <a:lnTo>
                  <a:pt x="40708" y="44396"/>
                </a:lnTo>
                <a:cubicBezTo>
                  <a:pt x="50680" y="46309"/>
                  <a:pt x="58057" y="49724"/>
                  <a:pt x="62838" y="54505"/>
                </a:cubicBezTo>
                <a:cubicBezTo>
                  <a:pt x="67619" y="59423"/>
                  <a:pt x="70078" y="65843"/>
                  <a:pt x="70078" y="73903"/>
                </a:cubicBezTo>
                <a:cubicBezTo>
                  <a:pt x="70078" y="83602"/>
                  <a:pt x="66799" y="90842"/>
                  <a:pt x="60379" y="95759"/>
                </a:cubicBezTo>
                <a:cubicBezTo>
                  <a:pt x="53822" y="100677"/>
                  <a:pt x="44396" y="103136"/>
                  <a:pt x="31965" y="103136"/>
                </a:cubicBezTo>
                <a:cubicBezTo>
                  <a:pt x="27184" y="103136"/>
                  <a:pt x="22130" y="102590"/>
                  <a:pt x="16802" y="101633"/>
                </a:cubicBezTo>
                <a:cubicBezTo>
                  <a:pt x="11475" y="100677"/>
                  <a:pt x="6011" y="99174"/>
                  <a:pt x="410" y="96989"/>
                </a:cubicBezTo>
                <a:lnTo>
                  <a:pt x="410" y="83055"/>
                </a:lnTo>
                <a:cubicBezTo>
                  <a:pt x="5874" y="86197"/>
                  <a:pt x="11202" y="88519"/>
                  <a:pt x="16392" y="90022"/>
                </a:cubicBezTo>
                <a:cubicBezTo>
                  <a:pt x="21583" y="91661"/>
                  <a:pt x="26774" y="92344"/>
                  <a:pt x="31965" y="92344"/>
                </a:cubicBezTo>
                <a:cubicBezTo>
                  <a:pt x="39615" y="92344"/>
                  <a:pt x="45489" y="90842"/>
                  <a:pt x="49724" y="87836"/>
                </a:cubicBezTo>
                <a:cubicBezTo>
                  <a:pt x="53822" y="84831"/>
                  <a:pt x="56008" y="80596"/>
                  <a:pt x="56008" y="74859"/>
                </a:cubicBezTo>
                <a:cubicBezTo>
                  <a:pt x="56008" y="69941"/>
                  <a:pt x="54505" y="66116"/>
                  <a:pt x="51500" y="63384"/>
                </a:cubicBezTo>
                <a:cubicBezTo>
                  <a:pt x="48494" y="60652"/>
                  <a:pt x="43577" y="58603"/>
                  <a:pt x="36746" y="57237"/>
                </a:cubicBezTo>
                <a:lnTo>
                  <a:pt x="28550" y="55598"/>
                </a:lnTo>
                <a:cubicBezTo>
                  <a:pt x="18442" y="53685"/>
                  <a:pt x="11202" y="50543"/>
                  <a:pt x="6694" y="46172"/>
                </a:cubicBezTo>
                <a:cubicBezTo>
                  <a:pt x="2186" y="41937"/>
                  <a:pt x="0" y="36063"/>
                  <a:pt x="0" y="28414"/>
                </a:cubicBezTo>
                <a:cubicBezTo>
                  <a:pt x="0" y="19671"/>
                  <a:pt x="3005" y="12704"/>
                  <a:pt x="9289" y="7650"/>
                </a:cubicBezTo>
                <a:cubicBezTo>
                  <a:pt x="15436" y="2595"/>
                  <a:pt x="24042" y="0"/>
                  <a:pt x="34971" y="0"/>
                </a:cubicBezTo>
                <a:cubicBezTo>
                  <a:pt x="39615" y="0"/>
                  <a:pt x="44260" y="410"/>
                  <a:pt x="49177" y="1229"/>
                </a:cubicBezTo>
                <a:cubicBezTo>
                  <a:pt x="53959" y="2049"/>
                  <a:pt x="58876" y="3415"/>
                  <a:pt x="64067" y="5054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4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1AC5E70E-ED58-4F66-8BA6-B5103F60B2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1458" y="4230961"/>
            <a:ext cx="66799" cy="104775"/>
          </a:xfrm>
          <a:custGeom xmlns:a="http://schemas.openxmlformats.org/drawingml/2006/main">
            <a:pathLst>
              <a:path w="66799" h="104775">
                <a:moveTo>
                  <a:pt x="12294" y="65297"/>
                </a:moveTo>
                <a:lnTo>
                  <a:pt x="12294" y="104775"/>
                </a:lnTo>
                <a:lnTo>
                  <a:pt x="0" y="104775"/>
                </a:lnTo>
                <a:lnTo>
                  <a:pt x="0" y="1776"/>
                </a:lnTo>
                <a:lnTo>
                  <a:pt x="12294" y="1776"/>
                </a:lnTo>
                <a:lnTo>
                  <a:pt x="12294" y="13114"/>
                </a:lnTo>
                <a:cubicBezTo>
                  <a:pt x="14753" y="8743"/>
                  <a:pt x="18032" y="5464"/>
                  <a:pt x="21993" y="3278"/>
                </a:cubicBezTo>
                <a:cubicBezTo>
                  <a:pt x="25955" y="1093"/>
                  <a:pt x="30736" y="0"/>
                  <a:pt x="36200" y="0"/>
                </a:cubicBezTo>
                <a:cubicBezTo>
                  <a:pt x="45216" y="0"/>
                  <a:pt x="52592" y="3688"/>
                  <a:pt x="58330" y="10792"/>
                </a:cubicBezTo>
                <a:cubicBezTo>
                  <a:pt x="63931" y="18032"/>
                  <a:pt x="66799" y="27457"/>
                  <a:pt x="66799" y="39205"/>
                </a:cubicBezTo>
                <a:cubicBezTo>
                  <a:pt x="66799" y="50953"/>
                  <a:pt x="63931" y="60516"/>
                  <a:pt x="58330" y="67619"/>
                </a:cubicBezTo>
                <a:cubicBezTo>
                  <a:pt x="52592" y="74722"/>
                  <a:pt x="45216" y="78274"/>
                  <a:pt x="36200" y="78274"/>
                </a:cubicBezTo>
                <a:cubicBezTo>
                  <a:pt x="30736" y="78274"/>
                  <a:pt x="25955" y="77181"/>
                  <a:pt x="21993" y="75132"/>
                </a:cubicBezTo>
                <a:cubicBezTo>
                  <a:pt x="18032" y="73083"/>
                  <a:pt x="14753" y="69805"/>
                  <a:pt x="12294" y="65297"/>
                </a:cubicBezTo>
                <a:close/>
                <a:moveTo>
                  <a:pt x="54095" y="39205"/>
                </a:moveTo>
                <a:cubicBezTo>
                  <a:pt x="54095" y="30189"/>
                  <a:pt x="52183" y="23223"/>
                  <a:pt x="48494" y="18032"/>
                </a:cubicBezTo>
                <a:cubicBezTo>
                  <a:pt x="44669" y="12841"/>
                  <a:pt x="39615" y="10245"/>
                  <a:pt x="33195" y="10245"/>
                </a:cubicBezTo>
                <a:cubicBezTo>
                  <a:pt x="26638" y="10245"/>
                  <a:pt x="21583" y="12841"/>
                  <a:pt x="17895" y="18032"/>
                </a:cubicBezTo>
                <a:cubicBezTo>
                  <a:pt x="14070" y="23223"/>
                  <a:pt x="12294" y="30189"/>
                  <a:pt x="12294" y="39205"/>
                </a:cubicBezTo>
                <a:cubicBezTo>
                  <a:pt x="12294" y="48221"/>
                  <a:pt x="14070" y="55325"/>
                  <a:pt x="17895" y="60516"/>
                </a:cubicBezTo>
                <a:cubicBezTo>
                  <a:pt x="21583" y="65706"/>
                  <a:pt x="26638" y="68165"/>
                  <a:pt x="33195" y="68165"/>
                </a:cubicBezTo>
                <a:cubicBezTo>
                  <a:pt x="39615" y="68165"/>
                  <a:pt x="44669" y="65706"/>
                  <a:pt x="48494" y="60516"/>
                </a:cubicBezTo>
                <a:cubicBezTo>
                  <a:pt x="52183" y="55325"/>
                  <a:pt x="54095" y="48221"/>
                  <a:pt x="54095" y="3920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4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343BAF-21CF-40A0-844D-95449993D3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3966" y="4230961"/>
            <a:ext cx="63111" cy="78274"/>
          </a:xfrm>
          <a:custGeom xmlns:a="http://schemas.openxmlformats.org/drawingml/2006/main">
            <a:pathLst>
              <a:path w="63111" h="78274">
                <a:moveTo>
                  <a:pt x="38659" y="38932"/>
                </a:moveTo>
                <a:cubicBezTo>
                  <a:pt x="28687" y="38932"/>
                  <a:pt x="21857" y="40162"/>
                  <a:pt x="18032" y="42347"/>
                </a:cubicBezTo>
                <a:cubicBezTo>
                  <a:pt x="14207" y="44669"/>
                  <a:pt x="12294" y="48494"/>
                  <a:pt x="12294" y="53959"/>
                </a:cubicBezTo>
                <a:cubicBezTo>
                  <a:pt x="12294" y="58330"/>
                  <a:pt x="13660" y="61882"/>
                  <a:pt x="16529" y="64340"/>
                </a:cubicBezTo>
                <a:cubicBezTo>
                  <a:pt x="19398" y="66936"/>
                  <a:pt x="23359" y="68165"/>
                  <a:pt x="28277" y="68165"/>
                </a:cubicBezTo>
                <a:cubicBezTo>
                  <a:pt x="35107" y="68165"/>
                  <a:pt x="40571" y="65843"/>
                  <a:pt x="44669" y="60925"/>
                </a:cubicBezTo>
                <a:cubicBezTo>
                  <a:pt x="48768" y="56144"/>
                  <a:pt x="50817" y="49724"/>
                  <a:pt x="50817" y="41664"/>
                </a:cubicBezTo>
                <a:lnTo>
                  <a:pt x="50817" y="38932"/>
                </a:lnTo>
                <a:lnTo>
                  <a:pt x="38659" y="38932"/>
                </a:lnTo>
                <a:close/>
                <a:moveTo>
                  <a:pt x="63111" y="33878"/>
                </a:moveTo>
                <a:lnTo>
                  <a:pt x="63111" y="76498"/>
                </a:lnTo>
                <a:lnTo>
                  <a:pt x="50817" y="76498"/>
                </a:lnTo>
                <a:lnTo>
                  <a:pt x="50817" y="65160"/>
                </a:lnTo>
                <a:cubicBezTo>
                  <a:pt x="47948" y="69805"/>
                  <a:pt x="44396" y="73083"/>
                  <a:pt x="40298" y="75132"/>
                </a:cubicBezTo>
                <a:cubicBezTo>
                  <a:pt x="36200" y="77181"/>
                  <a:pt x="31009" y="78274"/>
                  <a:pt x="24999" y="78274"/>
                </a:cubicBezTo>
                <a:cubicBezTo>
                  <a:pt x="17349" y="78274"/>
                  <a:pt x="11202" y="76225"/>
                  <a:pt x="6694" y="71990"/>
                </a:cubicBezTo>
                <a:cubicBezTo>
                  <a:pt x="2186" y="67756"/>
                  <a:pt x="0" y="62018"/>
                  <a:pt x="0" y="54778"/>
                </a:cubicBezTo>
                <a:cubicBezTo>
                  <a:pt x="0" y="46445"/>
                  <a:pt x="2732" y="40162"/>
                  <a:pt x="8469" y="35790"/>
                </a:cubicBezTo>
                <a:cubicBezTo>
                  <a:pt x="14070" y="31555"/>
                  <a:pt x="22403" y="29370"/>
                  <a:pt x="33605" y="29370"/>
                </a:cubicBezTo>
                <a:lnTo>
                  <a:pt x="50817" y="29370"/>
                </a:lnTo>
                <a:lnTo>
                  <a:pt x="50817" y="28140"/>
                </a:lnTo>
                <a:cubicBezTo>
                  <a:pt x="50817" y="22540"/>
                  <a:pt x="48904" y="18168"/>
                  <a:pt x="45216" y="15026"/>
                </a:cubicBezTo>
                <a:cubicBezTo>
                  <a:pt x="41528" y="12021"/>
                  <a:pt x="36337" y="10382"/>
                  <a:pt x="29643" y="10382"/>
                </a:cubicBezTo>
                <a:cubicBezTo>
                  <a:pt x="25272" y="10382"/>
                  <a:pt x="21174" y="10928"/>
                  <a:pt x="17075" y="12021"/>
                </a:cubicBezTo>
                <a:cubicBezTo>
                  <a:pt x="12977" y="13114"/>
                  <a:pt x="9152" y="14617"/>
                  <a:pt x="5464" y="16529"/>
                </a:cubicBezTo>
                <a:lnTo>
                  <a:pt x="5464" y="5191"/>
                </a:lnTo>
                <a:cubicBezTo>
                  <a:pt x="9835" y="3552"/>
                  <a:pt x="14207" y="2186"/>
                  <a:pt x="18442" y="1366"/>
                </a:cubicBezTo>
                <a:cubicBezTo>
                  <a:pt x="22676" y="546"/>
                  <a:pt x="26774" y="0"/>
                  <a:pt x="30872" y="0"/>
                </a:cubicBezTo>
                <a:cubicBezTo>
                  <a:pt x="41664" y="0"/>
                  <a:pt x="49724" y="2869"/>
                  <a:pt x="55051" y="8469"/>
                </a:cubicBezTo>
                <a:cubicBezTo>
                  <a:pt x="60379" y="14070"/>
                  <a:pt x="63111" y="22540"/>
                  <a:pt x="63111" y="33878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5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399B807-36F9-4AA9-93EB-AA4BFD22B5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31939" y="4230961"/>
            <a:ext cx="62565" cy="76498"/>
          </a:xfrm>
          <a:custGeom xmlns:a="http://schemas.openxmlformats.org/drawingml/2006/main">
            <a:pathLst>
              <a:path w="62565" h="76498">
                <a:moveTo>
                  <a:pt x="62565" y="31419"/>
                </a:moveTo>
                <a:lnTo>
                  <a:pt x="62565" y="76498"/>
                </a:lnTo>
                <a:lnTo>
                  <a:pt x="50270" y="76498"/>
                </a:lnTo>
                <a:lnTo>
                  <a:pt x="50270" y="31829"/>
                </a:lnTo>
                <a:cubicBezTo>
                  <a:pt x="50270" y="24725"/>
                  <a:pt x="48768" y="19534"/>
                  <a:pt x="46036" y="15983"/>
                </a:cubicBezTo>
                <a:cubicBezTo>
                  <a:pt x="43303" y="12431"/>
                  <a:pt x="39205" y="10655"/>
                  <a:pt x="33741" y="10655"/>
                </a:cubicBezTo>
                <a:cubicBezTo>
                  <a:pt x="27048" y="10655"/>
                  <a:pt x="21857" y="12841"/>
                  <a:pt x="18032" y="17075"/>
                </a:cubicBezTo>
                <a:cubicBezTo>
                  <a:pt x="14207" y="21310"/>
                  <a:pt x="12294" y="27048"/>
                  <a:pt x="12294" y="34288"/>
                </a:cubicBezTo>
                <a:lnTo>
                  <a:pt x="12294" y="76498"/>
                </a:lnTo>
                <a:lnTo>
                  <a:pt x="0" y="76498"/>
                </a:lnTo>
                <a:lnTo>
                  <a:pt x="0" y="1776"/>
                </a:lnTo>
                <a:lnTo>
                  <a:pt x="12294" y="1776"/>
                </a:lnTo>
                <a:lnTo>
                  <a:pt x="12294" y="13387"/>
                </a:lnTo>
                <a:cubicBezTo>
                  <a:pt x="15163" y="9016"/>
                  <a:pt x="18578" y="5601"/>
                  <a:pt x="22676" y="3415"/>
                </a:cubicBezTo>
                <a:cubicBezTo>
                  <a:pt x="26638" y="1229"/>
                  <a:pt x="31282" y="0"/>
                  <a:pt x="36473" y="0"/>
                </a:cubicBezTo>
                <a:cubicBezTo>
                  <a:pt x="44943" y="0"/>
                  <a:pt x="51500" y="2732"/>
                  <a:pt x="55871" y="8060"/>
                </a:cubicBezTo>
                <a:cubicBezTo>
                  <a:pt x="60242" y="13387"/>
                  <a:pt x="62565" y="21174"/>
                  <a:pt x="62565" y="3141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5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747AC66-92AF-4AFF-9FD8-4D2278B0BD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18956" y="4203641"/>
            <a:ext cx="12294" cy="103819"/>
          </a:xfrm>
          <a:custGeom xmlns:a="http://schemas.openxmlformats.org/drawingml/2006/main">
            <a:pathLst>
              <a:path w="12294" h="103819">
                <a:moveTo>
                  <a:pt x="0" y="29097"/>
                </a:moveTo>
                <a:lnTo>
                  <a:pt x="12294" y="29097"/>
                </a:lnTo>
                <a:lnTo>
                  <a:pt x="12294" y="103819"/>
                </a:lnTo>
                <a:lnTo>
                  <a:pt x="0" y="103819"/>
                </a:lnTo>
                <a:lnTo>
                  <a:pt x="0" y="29097"/>
                </a:lnTo>
                <a:close/>
                <a:moveTo>
                  <a:pt x="0" y="0"/>
                </a:moveTo>
                <a:lnTo>
                  <a:pt x="12294" y="0"/>
                </a:lnTo>
                <a:lnTo>
                  <a:pt x="12294" y="15573"/>
                </a:lnTo>
                <a:lnTo>
                  <a:pt x="0" y="15573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5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00769D11-3570-4BCE-A8E7-724C74D216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51467" y="4230961"/>
            <a:ext cx="57100" cy="78274"/>
          </a:xfrm>
          <a:custGeom xmlns:a="http://schemas.openxmlformats.org/drawingml/2006/main">
            <a:pathLst>
              <a:path w="57100" h="78274">
                <a:moveTo>
                  <a:pt x="53139" y="3962"/>
                </a:moveTo>
                <a:lnTo>
                  <a:pt x="53139" y="15573"/>
                </a:lnTo>
                <a:cubicBezTo>
                  <a:pt x="49587" y="13934"/>
                  <a:pt x="46036" y="12568"/>
                  <a:pt x="42347" y="11611"/>
                </a:cubicBezTo>
                <a:cubicBezTo>
                  <a:pt x="38522" y="10792"/>
                  <a:pt x="34697" y="10245"/>
                  <a:pt x="30736" y="10245"/>
                </a:cubicBezTo>
                <a:cubicBezTo>
                  <a:pt x="24589" y="10245"/>
                  <a:pt x="19944" y="11202"/>
                  <a:pt x="16939" y="13114"/>
                </a:cubicBezTo>
                <a:cubicBezTo>
                  <a:pt x="13934" y="15026"/>
                  <a:pt x="12431" y="17759"/>
                  <a:pt x="12431" y="21447"/>
                </a:cubicBezTo>
                <a:cubicBezTo>
                  <a:pt x="12431" y="24315"/>
                  <a:pt x="13524" y="26501"/>
                  <a:pt x="15709" y="28140"/>
                </a:cubicBezTo>
                <a:cubicBezTo>
                  <a:pt x="17895" y="29780"/>
                  <a:pt x="22266" y="31419"/>
                  <a:pt x="28823" y="32785"/>
                </a:cubicBezTo>
                <a:lnTo>
                  <a:pt x="33058" y="33741"/>
                </a:lnTo>
                <a:cubicBezTo>
                  <a:pt x="41801" y="35654"/>
                  <a:pt x="47948" y="38386"/>
                  <a:pt x="51636" y="41664"/>
                </a:cubicBezTo>
                <a:cubicBezTo>
                  <a:pt x="55188" y="45079"/>
                  <a:pt x="57100" y="49860"/>
                  <a:pt x="57100" y="55871"/>
                </a:cubicBezTo>
                <a:cubicBezTo>
                  <a:pt x="57100" y="62838"/>
                  <a:pt x="54368" y="68302"/>
                  <a:pt x="48904" y="72263"/>
                </a:cubicBezTo>
                <a:cubicBezTo>
                  <a:pt x="43440" y="76362"/>
                  <a:pt x="35790" y="78274"/>
                  <a:pt x="26228" y="78274"/>
                </a:cubicBezTo>
                <a:cubicBezTo>
                  <a:pt x="22130" y="78274"/>
                  <a:pt x="18032" y="77864"/>
                  <a:pt x="13660" y="77181"/>
                </a:cubicBezTo>
                <a:cubicBezTo>
                  <a:pt x="9289" y="76498"/>
                  <a:pt x="4781" y="75405"/>
                  <a:pt x="0" y="73766"/>
                </a:cubicBezTo>
                <a:lnTo>
                  <a:pt x="0" y="61062"/>
                </a:lnTo>
                <a:cubicBezTo>
                  <a:pt x="4508" y="63521"/>
                  <a:pt x="9016" y="65297"/>
                  <a:pt x="13387" y="66389"/>
                </a:cubicBezTo>
                <a:cubicBezTo>
                  <a:pt x="17759" y="67619"/>
                  <a:pt x="22130" y="68165"/>
                  <a:pt x="26501" y="68165"/>
                </a:cubicBezTo>
                <a:cubicBezTo>
                  <a:pt x="32239" y="68165"/>
                  <a:pt x="36746" y="67209"/>
                  <a:pt x="39888" y="65297"/>
                </a:cubicBezTo>
                <a:cubicBezTo>
                  <a:pt x="42894" y="63384"/>
                  <a:pt x="44533" y="60516"/>
                  <a:pt x="44533" y="56827"/>
                </a:cubicBezTo>
                <a:cubicBezTo>
                  <a:pt x="44533" y="53549"/>
                  <a:pt x="43303" y="50953"/>
                  <a:pt x="41118" y="49177"/>
                </a:cubicBezTo>
                <a:cubicBezTo>
                  <a:pt x="38932" y="47402"/>
                  <a:pt x="34014" y="45626"/>
                  <a:pt x="26365" y="43986"/>
                </a:cubicBezTo>
                <a:lnTo>
                  <a:pt x="22130" y="43030"/>
                </a:lnTo>
                <a:cubicBezTo>
                  <a:pt x="14480" y="41391"/>
                  <a:pt x="8879" y="38932"/>
                  <a:pt x="5601" y="35654"/>
                </a:cubicBezTo>
                <a:cubicBezTo>
                  <a:pt x="2186" y="32375"/>
                  <a:pt x="546" y="27867"/>
                  <a:pt x="546" y="21993"/>
                </a:cubicBezTo>
                <a:cubicBezTo>
                  <a:pt x="546" y="15026"/>
                  <a:pt x="3005" y="9562"/>
                  <a:pt x="7923" y="5737"/>
                </a:cubicBezTo>
                <a:cubicBezTo>
                  <a:pt x="12841" y="1912"/>
                  <a:pt x="19944" y="0"/>
                  <a:pt x="29233" y="0"/>
                </a:cubicBezTo>
                <a:cubicBezTo>
                  <a:pt x="33741" y="0"/>
                  <a:pt x="37976" y="410"/>
                  <a:pt x="42074" y="1093"/>
                </a:cubicBezTo>
                <a:cubicBezTo>
                  <a:pt x="46036" y="1776"/>
                  <a:pt x="49724" y="2732"/>
                  <a:pt x="53139" y="396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5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A70C1D-7148-450D-8889-B8FF9339AB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27692" y="4203641"/>
            <a:ext cx="62565" cy="103819"/>
          </a:xfrm>
          <a:custGeom xmlns:a="http://schemas.openxmlformats.org/drawingml/2006/main">
            <a:pathLst>
              <a:path w="62565" h="103819">
                <a:moveTo>
                  <a:pt x="62565" y="58740"/>
                </a:moveTo>
                <a:lnTo>
                  <a:pt x="62565" y="103819"/>
                </a:lnTo>
                <a:lnTo>
                  <a:pt x="50270" y="103819"/>
                </a:lnTo>
                <a:lnTo>
                  <a:pt x="50270" y="59149"/>
                </a:lnTo>
                <a:cubicBezTo>
                  <a:pt x="50270" y="52046"/>
                  <a:pt x="48768" y="46855"/>
                  <a:pt x="46036" y="43303"/>
                </a:cubicBezTo>
                <a:cubicBezTo>
                  <a:pt x="43303" y="39752"/>
                  <a:pt x="39205" y="37976"/>
                  <a:pt x="33741" y="37976"/>
                </a:cubicBezTo>
                <a:cubicBezTo>
                  <a:pt x="27048" y="37976"/>
                  <a:pt x="21857" y="40162"/>
                  <a:pt x="18032" y="44396"/>
                </a:cubicBezTo>
                <a:cubicBezTo>
                  <a:pt x="14207" y="48631"/>
                  <a:pt x="12294" y="54368"/>
                  <a:pt x="12294" y="61608"/>
                </a:cubicBezTo>
                <a:lnTo>
                  <a:pt x="12294" y="103819"/>
                </a:lnTo>
                <a:lnTo>
                  <a:pt x="0" y="103819"/>
                </a:lnTo>
                <a:lnTo>
                  <a:pt x="0" y="0"/>
                </a:lnTo>
                <a:lnTo>
                  <a:pt x="12294" y="0"/>
                </a:lnTo>
                <a:lnTo>
                  <a:pt x="12294" y="40708"/>
                </a:lnTo>
                <a:cubicBezTo>
                  <a:pt x="15163" y="36337"/>
                  <a:pt x="18578" y="32922"/>
                  <a:pt x="22676" y="30736"/>
                </a:cubicBezTo>
                <a:cubicBezTo>
                  <a:pt x="26638" y="28550"/>
                  <a:pt x="31282" y="27321"/>
                  <a:pt x="36473" y="27321"/>
                </a:cubicBezTo>
                <a:cubicBezTo>
                  <a:pt x="44943" y="27321"/>
                  <a:pt x="51500" y="30053"/>
                  <a:pt x="55871" y="35380"/>
                </a:cubicBezTo>
                <a:cubicBezTo>
                  <a:pt x="60242" y="40708"/>
                  <a:pt x="62565" y="48494"/>
                  <a:pt x="62565" y="58740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5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B10C556-F0EF-493F-8690-82695F3D448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8104" y="44308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1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1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E6F5D0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5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EEE2839-CD8F-405B-92B0-19C650FFFA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828104" y="44308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2" y="55460"/>
                  <a:pt x="49971" y="49971"/>
                </a:cubicBezTo>
                <a:cubicBezTo>
                  <a:pt x="55460" y="44481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2" y="3084"/>
                  <a:pt x="37035" y="0"/>
                  <a:pt x="29272" y="0"/>
                </a:cubicBezTo>
                <a:cubicBezTo>
                  <a:pt x="21509" y="0"/>
                  <a:pt x="14063" y="3084"/>
                  <a:pt x="8574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1"/>
                  <a:pt x="8574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E6F5D0">
                <a:alpha val="70000"/>
              </a:srgbClr>
            </a:solidFill>
            <a:round/>
          </a:ln>
        </p:spPr>
      </p:sp>
      <p:sp>
        <p:nvSpPr>
          <p:cNvPr id="1885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FB66A5E-C570-4DFE-8625-98AA1FAB7E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075670" y="4408359"/>
            <a:ext cx="77591" cy="99584"/>
          </a:xfrm>
          <a:custGeom xmlns:a="http://schemas.openxmlformats.org/drawingml/2006/main">
            <a:pathLst>
              <a:path w="77591" h="99584">
                <a:moveTo>
                  <a:pt x="47265" y="52866"/>
                </a:moveTo>
                <a:cubicBezTo>
                  <a:pt x="50134" y="53959"/>
                  <a:pt x="53002" y="56008"/>
                  <a:pt x="55734" y="59149"/>
                </a:cubicBezTo>
                <a:cubicBezTo>
                  <a:pt x="58466" y="62428"/>
                  <a:pt x="61199" y="66799"/>
                  <a:pt x="63931" y="72400"/>
                </a:cubicBezTo>
                <a:lnTo>
                  <a:pt x="77591" y="99584"/>
                </a:lnTo>
                <a:lnTo>
                  <a:pt x="63111" y="99584"/>
                </a:lnTo>
                <a:lnTo>
                  <a:pt x="50407" y="74039"/>
                </a:lnTo>
                <a:cubicBezTo>
                  <a:pt x="47128" y="67482"/>
                  <a:pt x="43850" y="62974"/>
                  <a:pt x="40845" y="60789"/>
                </a:cubicBezTo>
                <a:cubicBezTo>
                  <a:pt x="37703" y="58603"/>
                  <a:pt x="33468" y="57510"/>
                  <a:pt x="28140" y="57510"/>
                </a:cubicBezTo>
                <a:lnTo>
                  <a:pt x="13524" y="57510"/>
                </a:lnTo>
                <a:lnTo>
                  <a:pt x="13524" y="99584"/>
                </a:lnTo>
                <a:lnTo>
                  <a:pt x="0" y="99584"/>
                </a:lnTo>
                <a:lnTo>
                  <a:pt x="0" y="0"/>
                </a:lnTo>
                <a:lnTo>
                  <a:pt x="30463" y="0"/>
                </a:lnTo>
                <a:cubicBezTo>
                  <a:pt x="41801" y="0"/>
                  <a:pt x="50270" y="2459"/>
                  <a:pt x="55871" y="7103"/>
                </a:cubicBezTo>
                <a:cubicBezTo>
                  <a:pt x="61472" y="11885"/>
                  <a:pt x="64340" y="19125"/>
                  <a:pt x="64340" y="28687"/>
                </a:cubicBezTo>
                <a:cubicBezTo>
                  <a:pt x="64340" y="34971"/>
                  <a:pt x="62838" y="40298"/>
                  <a:pt x="59969" y="44396"/>
                </a:cubicBezTo>
                <a:cubicBezTo>
                  <a:pt x="56964" y="48494"/>
                  <a:pt x="52729" y="51363"/>
                  <a:pt x="47265" y="52866"/>
                </a:cubicBezTo>
                <a:close/>
                <a:moveTo>
                  <a:pt x="13524" y="11065"/>
                </a:moveTo>
                <a:lnTo>
                  <a:pt x="13524" y="46445"/>
                </a:lnTo>
                <a:lnTo>
                  <a:pt x="30463" y="46445"/>
                </a:lnTo>
                <a:cubicBezTo>
                  <a:pt x="36883" y="46445"/>
                  <a:pt x="41801" y="44943"/>
                  <a:pt x="45079" y="41937"/>
                </a:cubicBezTo>
                <a:cubicBezTo>
                  <a:pt x="48358" y="38932"/>
                  <a:pt x="50134" y="34561"/>
                  <a:pt x="50134" y="28687"/>
                </a:cubicBezTo>
                <a:cubicBezTo>
                  <a:pt x="50134" y="22949"/>
                  <a:pt x="48358" y="18578"/>
                  <a:pt x="45079" y="15573"/>
                </a:cubicBezTo>
                <a:cubicBezTo>
                  <a:pt x="41801" y="12568"/>
                  <a:pt x="36883" y="11065"/>
                  <a:pt x="30463" y="11065"/>
                </a:cubicBezTo>
                <a:lnTo>
                  <a:pt x="13524" y="11065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5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A88AF22-59B2-4206-8867-6294D78775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162736" y="4431445"/>
            <a:ext cx="62565" cy="78274"/>
          </a:xfrm>
          <a:custGeom xmlns:a="http://schemas.openxmlformats.org/drawingml/2006/main">
            <a:pathLst>
              <a:path w="62565" h="78274">
                <a:moveTo>
                  <a:pt x="0" y="46992"/>
                </a:moveTo>
                <a:lnTo>
                  <a:pt x="0" y="1776"/>
                </a:lnTo>
                <a:lnTo>
                  <a:pt x="12294" y="1776"/>
                </a:lnTo>
                <a:lnTo>
                  <a:pt x="12294" y="46582"/>
                </a:lnTo>
                <a:cubicBezTo>
                  <a:pt x="12294" y="53685"/>
                  <a:pt x="13660" y="58876"/>
                  <a:pt x="16392" y="62428"/>
                </a:cubicBezTo>
                <a:cubicBezTo>
                  <a:pt x="19125" y="65980"/>
                  <a:pt x="23223" y="67756"/>
                  <a:pt x="28823" y="67756"/>
                </a:cubicBezTo>
                <a:cubicBezTo>
                  <a:pt x="35380" y="67756"/>
                  <a:pt x="40708" y="65706"/>
                  <a:pt x="44533" y="61472"/>
                </a:cubicBezTo>
                <a:cubicBezTo>
                  <a:pt x="48358" y="57237"/>
                  <a:pt x="50270" y="51500"/>
                  <a:pt x="50270" y="44123"/>
                </a:cubicBezTo>
                <a:lnTo>
                  <a:pt x="50270" y="1776"/>
                </a:lnTo>
                <a:lnTo>
                  <a:pt x="62565" y="1776"/>
                </a:lnTo>
                <a:lnTo>
                  <a:pt x="62565" y="76498"/>
                </a:lnTo>
                <a:lnTo>
                  <a:pt x="50270" y="76498"/>
                </a:lnTo>
                <a:lnTo>
                  <a:pt x="50270" y="65023"/>
                </a:lnTo>
                <a:cubicBezTo>
                  <a:pt x="47265" y="69668"/>
                  <a:pt x="43713" y="72946"/>
                  <a:pt x="39888" y="75132"/>
                </a:cubicBezTo>
                <a:cubicBezTo>
                  <a:pt x="35927" y="77181"/>
                  <a:pt x="31419" y="78274"/>
                  <a:pt x="26228" y="78274"/>
                </a:cubicBezTo>
                <a:cubicBezTo>
                  <a:pt x="17622" y="78274"/>
                  <a:pt x="11065" y="75679"/>
                  <a:pt x="6694" y="70351"/>
                </a:cubicBezTo>
                <a:cubicBezTo>
                  <a:pt x="2186" y="65160"/>
                  <a:pt x="0" y="57374"/>
                  <a:pt x="0" y="46992"/>
                </a:cubicBezTo>
                <a:close/>
                <a:moveTo>
                  <a:pt x="30872" y="0"/>
                </a:moveTo>
                <a:lnTo>
                  <a:pt x="30872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5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31E8D53-9337-4754-ADE9-896D2BEF26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245108" y="4431445"/>
            <a:ext cx="57100" cy="78274"/>
          </a:xfrm>
          <a:custGeom xmlns:a="http://schemas.openxmlformats.org/drawingml/2006/main">
            <a:pathLst>
              <a:path w="57100" h="78274">
                <a:moveTo>
                  <a:pt x="53139" y="3962"/>
                </a:moveTo>
                <a:lnTo>
                  <a:pt x="53139" y="15573"/>
                </a:lnTo>
                <a:cubicBezTo>
                  <a:pt x="49587" y="13934"/>
                  <a:pt x="46036" y="12568"/>
                  <a:pt x="42347" y="11611"/>
                </a:cubicBezTo>
                <a:cubicBezTo>
                  <a:pt x="38522" y="10792"/>
                  <a:pt x="34697" y="10245"/>
                  <a:pt x="30736" y="10245"/>
                </a:cubicBezTo>
                <a:cubicBezTo>
                  <a:pt x="24589" y="10245"/>
                  <a:pt x="19944" y="11202"/>
                  <a:pt x="16939" y="13114"/>
                </a:cubicBezTo>
                <a:cubicBezTo>
                  <a:pt x="13934" y="15026"/>
                  <a:pt x="12431" y="17759"/>
                  <a:pt x="12431" y="21447"/>
                </a:cubicBezTo>
                <a:cubicBezTo>
                  <a:pt x="12431" y="24315"/>
                  <a:pt x="13524" y="26501"/>
                  <a:pt x="15709" y="28140"/>
                </a:cubicBezTo>
                <a:cubicBezTo>
                  <a:pt x="17895" y="29780"/>
                  <a:pt x="22266" y="31419"/>
                  <a:pt x="28823" y="32785"/>
                </a:cubicBezTo>
                <a:lnTo>
                  <a:pt x="33058" y="33741"/>
                </a:lnTo>
                <a:cubicBezTo>
                  <a:pt x="41801" y="35654"/>
                  <a:pt x="47948" y="38386"/>
                  <a:pt x="51636" y="41664"/>
                </a:cubicBezTo>
                <a:cubicBezTo>
                  <a:pt x="55188" y="45079"/>
                  <a:pt x="57100" y="49860"/>
                  <a:pt x="57100" y="55871"/>
                </a:cubicBezTo>
                <a:cubicBezTo>
                  <a:pt x="57100" y="62838"/>
                  <a:pt x="54368" y="68302"/>
                  <a:pt x="48904" y="72263"/>
                </a:cubicBezTo>
                <a:cubicBezTo>
                  <a:pt x="43440" y="76362"/>
                  <a:pt x="35790" y="78274"/>
                  <a:pt x="26228" y="78274"/>
                </a:cubicBezTo>
                <a:cubicBezTo>
                  <a:pt x="22130" y="78274"/>
                  <a:pt x="18032" y="77864"/>
                  <a:pt x="13660" y="77181"/>
                </a:cubicBezTo>
                <a:cubicBezTo>
                  <a:pt x="9289" y="76498"/>
                  <a:pt x="4781" y="75405"/>
                  <a:pt x="0" y="73766"/>
                </a:cubicBezTo>
                <a:lnTo>
                  <a:pt x="0" y="61062"/>
                </a:lnTo>
                <a:cubicBezTo>
                  <a:pt x="4508" y="63521"/>
                  <a:pt x="9016" y="65297"/>
                  <a:pt x="13387" y="66389"/>
                </a:cubicBezTo>
                <a:cubicBezTo>
                  <a:pt x="17759" y="67619"/>
                  <a:pt x="22130" y="68165"/>
                  <a:pt x="26501" y="68165"/>
                </a:cubicBezTo>
                <a:cubicBezTo>
                  <a:pt x="32239" y="68165"/>
                  <a:pt x="36746" y="67209"/>
                  <a:pt x="39888" y="65297"/>
                </a:cubicBezTo>
                <a:cubicBezTo>
                  <a:pt x="42894" y="63384"/>
                  <a:pt x="44533" y="60516"/>
                  <a:pt x="44533" y="56827"/>
                </a:cubicBezTo>
                <a:cubicBezTo>
                  <a:pt x="44533" y="53549"/>
                  <a:pt x="43303" y="50953"/>
                  <a:pt x="41118" y="49177"/>
                </a:cubicBezTo>
                <a:cubicBezTo>
                  <a:pt x="38932" y="47402"/>
                  <a:pt x="34014" y="45626"/>
                  <a:pt x="26365" y="43986"/>
                </a:cubicBezTo>
                <a:lnTo>
                  <a:pt x="22130" y="43030"/>
                </a:lnTo>
                <a:cubicBezTo>
                  <a:pt x="14480" y="41391"/>
                  <a:pt x="8879" y="38932"/>
                  <a:pt x="5601" y="35654"/>
                </a:cubicBezTo>
                <a:cubicBezTo>
                  <a:pt x="2186" y="32375"/>
                  <a:pt x="546" y="27867"/>
                  <a:pt x="546" y="21993"/>
                </a:cubicBezTo>
                <a:cubicBezTo>
                  <a:pt x="546" y="15026"/>
                  <a:pt x="3005" y="9562"/>
                  <a:pt x="7923" y="5737"/>
                </a:cubicBezTo>
                <a:cubicBezTo>
                  <a:pt x="12841" y="1912"/>
                  <a:pt x="19944" y="0"/>
                  <a:pt x="29233" y="0"/>
                </a:cubicBezTo>
                <a:cubicBezTo>
                  <a:pt x="33741" y="0"/>
                  <a:pt x="37976" y="410"/>
                  <a:pt x="42074" y="1093"/>
                </a:cubicBezTo>
                <a:cubicBezTo>
                  <a:pt x="46036" y="1776"/>
                  <a:pt x="49724" y="2732"/>
                  <a:pt x="53139" y="396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5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D5DC8DF-7DDF-49CF-A3AF-A6CD051CCE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16279" y="4431445"/>
            <a:ext cx="57100" cy="78274"/>
          </a:xfrm>
          <a:custGeom xmlns:a="http://schemas.openxmlformats.org/drawingml/2006/main">
            <a:pathLst>
              <a:path w="57100" h="78274">
                <a:moveTo>
                  <a:pt x="53139" y="3962"/>
                </a:moveTo>
                <a:lnTo>
                  <a:pt x="53139" y="15573"/>
                </a:lnTo>
                <a:cubicBezTo>
                  <a:pt x="49587" y="13934"/>
                  <a:pt x="46036" y="12568"/>
                  <a:pt x="42347" y="11611"/>
                </a:cubicBezTo>
                <a:cubicBezTo>
                  <a:pt x="38522" y="10792"/>
                  <a:pt x="34697" y="10245"/>
                  <a:pt x="30736" y="10245"/>
                </a:cubicBezTo>
                <a:cubicBezTo>
                  <a:pt x="24589" y="10245"/>
                  <a:pt x="19944" y="11202"/>
                  <a:pt x="16939" y="13114"/>
                </a:cubicBezTo>
                <a:cubicBezTo>
                  <a:pt x="13934" y="15026"/>
                  <a:pt x="12431" y="17759"/>
                  <a:pt x="12431" y="21447"/>
                </a:cubicBezTo>
                <a:cubicBezTo>
                  <a:pt x="12431" y="24315"/>
                  <a:pt x="13524" y="26501"/>
                  <a:pt x="15709" y="28140"/>
                </a:cubicBezTo>
                <a:cubicBezTo>
                  <a:pt x="17895" y="29780"/>
                  <a:pt x="22266" y="31419"/>
                  <a:pt x="28823" y="32785"/>
                </a:cubicBezTo>
                <a:lnTo>
                  <a:pt x="33058" y="33741"/>
                </a:lnTo>
                <a:cubicBezTo>
                  <a:pt x="41801" y="35654"/>
                  <a:pt x="47948" y="38386"/>
                  <a:pt x="51636" y="41664"/>
                </a:cubicBezTo>
                <a:cubicBezTo>
                  <a:pt x="55188" y="45079"/>
                  <a:pt x="57100" y="49860"/>
                  <a:pt x="57100" y="55871"/>
                </a:cubicBezTo>
                <a:cubicBezTo>
                  <a:pt x="57100" y="62838"/>
                  <a:pt x="54368" y="68302"/>
                  <a:pt x="48904" y="72263"/>
                </a:cubicBezTo>
                <a:cubicBezTo>
                  <a:pt x="43440" y="76362"/>
                  <a:pt x="35790" y="78274"/>
                  <a:pt x="26228" y="78274"/>
                </a:cubicBezTo>
                <a:cubicBezTo>
                  <a:pt x="22130" y="78274"/>
                  <a:pt x="18032" y="77864"/>
                  <a:pt x="13660" y="77181"/>
                </a:cubicBezTo>
                <a:cubicBezTo>
                  <a:pt x="9289" y="76498"/>
                  <a:pt x="4781" y="75405"/>
                  <a:pt x="0" y="73766"/>
                </a:cubicBezTo>
                <a:lnTo>
                  <a:pt x="0" y="61062"/>
                </a:lnTo>
                <a:cubicBezTo>
                  <a:pt x="4508" y="63521"/>
                  <a:pt x="9016" y="65297"/>
                  <a:pt x="13387" y="66389"/>
                </a:cubicBezTo>
                <a:cubicBezTo>
                  <a:pt x="17759" y="67619"/>
                  <a:pt x="22130" y="68165"/>
                  <a:pt x="26501" y="68165"/>
                </a:cubicBezTo>
                <a:cubicBezTo>
                  <a:pt x="32239" y="68165"/>
                  <a:pt x="36746" y="67209"/>
                  <a:pt x="39888" y="65297"/>
                </a:cubicBezTo>
                <a:cubicBezTo>
                  <a:pt x="42894" y="63384"/>
                  <a:pt x="44533" y="60516"/>
                  <a:pt x="44533" y="56827"/>
                </a:cubicBezTo>
                <a:cubicBezTo>
                  <a:pt x="44533" y="53549"/>
                  <a:pt x="43303" y="50953"/>
                  <a:pt x="41118" y="49177"/>
                </a:cubicBezTo>
                <a:cubicBezTo>
                  <a:pt x="38932" y="47402"/>
                  <a:pt x="34014" y="45626"/>
                  <a:pt x="26365" y="43986"/>
                </a:cubicBezTo>
                <a:lnTo>
                  <a:pt x="22130" y="43030"/>
                </a:lnTo>
                <a:cubicBezTo>
                  <a:pt x="14480" y="41391"/>
                  <a:pt x="8879" y="38932"/>
                  <a:pt x="5601" y="35654"/>
                </a:cubicBezTo>
                <a:cubicBezTo>
                  <a:pt x="2186" y="32375"/>
                  <a:pt x="546" y="27867"/>
                  <a:pt x="546" y="21993"/>
                </a:cubicBezTo>
                <a:cubicBezTo>
                  <a:pt x="546" y="15026"/>
                  <a:pt x="3005" y="9562"/>
                  <a:pt x="7923" y="5737"/>
                </a:cubicBezTo>
                <a:cubicBezTo>
                  <a:pt x="12841" y="1912"/>
                  <a:pt x="19944" y="0"/>
                  <a:pt x="29233" y="0"/>
                </a:cubicBezTo>
                <a:cubicBezTo>
                  <a:pt x="33741" y="0"/>
                  <a:pt x="37976" y="410"/>
                  <a:pt x="42074" y="1093"/>
                </a:cubicBezTo>
                <a:cubicBezTo>
                  <a:pt x="46036" y="1776"/>
                  <a:pt x="49724" y="2732"/>
                  <a:pt x="53139" y="3962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6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5B68C36-8D0F-4E98-8832-F09E924FB3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392913" y="4404124"/>
            <a:ext cx="12294" cy="103819"/>
          </a:xfrm>
          <a:custGeom xmlns:a="http://schemas.openxmlformats.org/drawingml/2006/main">
            <a:pathLst>
              <a:path w="12294" h="103819">
                <a:moveTo>
                  <a:pt x="0" y="29097"/>
                </a:moveTo>
                <a:lnTo>
                  <a:pt x="12294" y="29097"/>
                </a:lnTo>
                <a:lnTo>
                  <a:pt x="12294" y="103819"/>
                </a:lnTo>
                <a:lnTo>
                  <a:pt x="0" y="103819"/>
                </a:lnTo>
                <a:lnTo>
                  <a:pt x="0" y="29097"/>
                </a:lnTo>
                <a:close/>
                <a:moveTo>
                  <a:pt x="0" y="0"/>
                </a:moveTo>
                <a:lnTo>
                  <a:pt x="12294" y="0"/>
                </a:lnTo>
                <a:lnTo>
                  <a:pt x="12294" y="15573"/>
                </a:lnTo>
                <a:lnTo>
                  <a:pt x="0" y="15573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6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1860BAA-8C65-4DDE-BE9B-84D481ABFA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426244" y="4431445"/>
            <a:ext cx="63111" cy="78274"/>
          </a:xfrm>
          <a:custGeom xmlns:a="http://schemas.openxmlformats.org/drawingml/2006/main">
            <a:pathLst>
              <a:path w="63111" h="78274">
                <a:moveTo>
                  <a:pt x="38659" y="38932"/>
                </a:moveTo>
                <a:cubicBezTo>
                  <a:pt x="28687" y="38932"/>
                  <a:pt x="21857" y="40162"/>
                  <a:pt x="18032" y="42347"/>
                </a:cubicBezTo>
                <a:cubicBezTo>
                  <a:pt x="14207" y="44669"/>
                  <a:pt x="12294" y="48494"/>
                  <a:pt x="12294" y="53959"/>
                </a:cubicBezTo>
                <a:cubicBezTo>
                  <a:pt x="12294" y="58330"/>
                  <a:pt x="13660" y="61882"/>
                  <a:pt x="16529" y="64340"/>
                </a:cubicBezTo>
                <a:cubicBezTo>
                  <a:pt x="19398" y="66936"/>
                  <a:pt x="23359" y="68165"/>
                  <a:pt x="28277" y="68165"/>
                </a:cubicBezTo>
                <a:cubicBezTo>
                  <a:pt x="35107" y="68165"/>
                  <a:pt x="40571" y="65843"/>
                  <a:pt x="44669" y="60925"/>
                </a:cubicBezTo>
                <a:cubicBezTo>
                  <a:pt x="48768" y="56144"/>
                  <a:pt x="50817" y="49724"/>
                  <a:pt x="50817" y="41664"/>
                </a:cubicBezTo>
                <a:lnTo>
                  <a:pt x="50817" y="38932"/>
                </a:lnTo>
                <a:lnTo>
                  <a:pt x="38659" y="38932"/>
                </a:lnTo>
                <a:close/>
                <a:moveTo>
                  <a:pt x="63111" y="33878"/>
                </a:moveTo>
                <a:lnTo>
                  <a:pt x="63111" y="76498"/>
                </a:lnTo>
                <a:lnTo>
                  <a:pt x="50817" y="76498"/>
                </a:lnTo>
                <a:lnTo>
                  <a:pt x="50817" y="65160"/>
                </a:lnTo>
                <a:cubicBezTo>
                  <a:pt x="47948" y="69805"/>
                  <a:pt x="44396" y="73083"/>
                  <a:pt x="40298" y="75132"/>
                </a:cubicBezTo>
                <a:cubicBezTo>
                  <a:pt x="36200" y="77181"/>
                  <a:pt x="31009" y="78274"/>
                  <a:pt x="24999" y="78274"/>
                </a:cubicBezTo>
                <a:cubicBezTo>
                  <a:pt x="17349" y="78274"/>
                  <a:pt x="11202" y="76225"/>
                  <a:pt x="6694" y="71990"/>
                </a:cubicBezTo>
                <a:cubicBezTo>
                  <a:pt x="2186" y="67756"/>
                  <a:pt x="0" y="62018"/>
                  <a:pt x="0" y="54778"/>
                </a:cubicBezTo>
                <a:cubicBezTo>
                  <a:pt x="0" y="46445"/>
                  <a:pt x="2732" y="40162"/>
                  <a:pt x="8469" y="35790"/>
                </a:cubicBezTo>
                <a:cubicBezTo>
                  <a:pt x="14070" y="31555"/>
                  <a:pt x="22403" y="29370"/>
                  <a:pt x="33605" y="29370"/>
                </a:cubicBezTo>
                <a:lnTo>
                  <a:pt x="50817" y="29370"/>
                </a:lnTo>
                <a:lnTo>
                  <a:pt x="50817" y="28140"/>
                </a:lnTo>
                <a:cubicBezTo>
                  <a:pt x="50817" y="22540"/>
                  <a:pt x="48904" y="18168"/>
                  <a:pt x="45216" y="15026"/>
                </a:cubicBezTo>
                <a:cubicBezTo>
                  <a:pt x="41528" y="12021"/>
                  <a:pt x="36337" y="10382"/>
                  <a:pt x="29643" y="10382"/>
                </a:cubicBezTo>
                <a:cubicBezTo>
                  <a:pt x="25272" y="10382"/>
                  <a:pt x="21174" y="10928"/>
                  <a:pt x="17075" y="12021"/>
                </a:cubicBezTo>
                <a:cubicBezTo>
                  <a:pt x="12977" y="13114"/>
                  <a:pt x="9152" y="14617"/>
                  <a:pt x="5464" y="16529"/>
                </a:cubicBezTo>
                <a:lnTo>
                  <a:pt x="5464" y="5191"/>
                </a:lnTo>
                <a:cubicBezTo>
                  <a:pt x="9835" y="3552"/>
                  <a:pt x="14207" y="2186"/>
                  <a:pt x="18442" y="1366"/>
                </a:cubicBezTo>
                <a:cubicBezTo>
                  <a:pt x="22676" y="546"/>
                  <a:pt x="26774" y="0"/>
                  <a:pt x="30872" y="0"/>
                </a:cubicBezTo>
                <a:cubicBezTo>
                  <a:pt x="41664" y="0"/>
                  <a:pt x="49724" y="2869"/>
                  <a:pt x="55051" y="8469"/>
                </a:cubicBezTo>
                <a:cubicBezTo>
                  <a:pt x="60379" y="14070"/>
                  <a:pt x="63111" y="22540"/>
                  <a:pt x="63111" y="33878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6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9DC738B2-4781-4B29-92A4-9D63E61860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514217" y="4431445"/>
            <a:ext cx="62565" cy="76498"/>
          </a:xfrm>
          <a:custGeom xmlns:a="http://schemas.openxmlformats.org/drawingml/2006/main">
            <a:pathLst>
              <a:path w="62565" h="76498">
                <a:moveTo>
                  <a:pt x="62565" y="31419"/>
                </a:moveTo>
                <a:lnTo>
                  <a:pt x="62565" y="76498"/>
                </a:lnTo>
                <a:lnTo>
                  <a:pt x="50270" y="76498"/>
                </a:lnTo>
                <a:lnTo>
                  <a:pt x="50270" y="31829"/>
                </a:lnTo>
                <a:cubicBezTo>
                  <a:pt x="50270" y="24725"/>
                  <a:pt x="48768" y="19534"/>
                  <a:pt x="46036" y="15983"/>
                </a:cubicBezTo>
                <a:cubicBezTo>
                  <a:pt x="43303" y="12431"/>
                  <a:pt x="39205" y="10655"/>
                  <a:pt x="33741" y="10655"/>
                </a:cubicBezTo>
                <a:cubicBezTo>
                  <a:pt x="27048" y="10655"/>
                  <a:pt x="21857" y="12841"/>
                  <a:pt x="18032" y="17075"/>
                </a:cubicBezTo>
                <a:cubicBezTo>
                  <a:pt x="14207" y="21310"/>
                  <a:pt x="12294" y="27048"/>
                  <a:pt x="12294" y="34288"/>
                </a:cubicBezTo>
                <a:lnTo>
                  <a:pt x="12294" y="76498"/>
                </a:lnTo>
                <a:lnTo>
                  <a:pt x="0" y="76498"/>
                </a:lnTo>
                <a:lnTo>
                  <a:pt x="0" y="1776"/>
                </a:lnTo>
                <a:lnTo>
                  <a:pt x="12294" y="1776"/>
                </a:lnTo>
                <a:lnTo>
                  <a:pt x="12294" y="13387"/>
                </a:lnTo>
                <a:cubicBezTo>
                  <a:pt x="15163" y="9016"/>
                  <a:pt x="18578" y="5601"/>
                  <a:pt x="22676" y="3415"/>
                </a:cubicBezTo>
                <a:cubicBezTo>
                  <a:pt x="26638" y="1229"/>
                  <a:pt x="31282" y="0"/>
                  <a:pt x="36473" y="0"/>
                </a:cubicBezTo>
                <a:cubicBezTo>
                  <a:pt x="44943" y="0"/>
                  <a:pt x="51500" y="2732"/>
                  <a:pt x="55871" y="8060"/>
                </a:cubicBezTo>
                <a:cubicBezTo>
                  <a:pt x="60242" y="13387"/>
                  <a:pt x="62565" y="21174"/>
                  <a:pt x="62565" y="3141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6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C409867-02C9-4C46-8432-6FC8AA32F5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2377" y="4230376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1" y="55460"/>
                  <a:pt x="49971" y="49971"/>
                </a:cubicBezTo>
                <a:cubicBezTo>
                  <a:pt x="55460" y="44482"/>
                  <a:pt x="58545" y="37036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1" y="3084"/>
                  <a:pt x="37035" y="0"/>
                  <a:pt x="29272" y="0"/>
                </a:cubicBezTo>
                <a:cubicBezTo>
                  <a:pt x="21509" y="0"/>
                  <a:pt x="14063" y="3084"/>
                  <a:pt x="8573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6"/>
                  <a:pt x="3084" y="44482"/>
                  <a:pt x="8573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7FBC41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6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2C9ED7A-6DEE-4EBC-B391-D3888C86B0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2377" y="4230376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1" y="55460"/>
                  <a:pt x="49971" y="49971"/>
                </a:cubicBezTo>
                <a:cubicBezTo>
                  <a:pt x="55460" y="44482"/>
                  <a:pt x="58545" y="37036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1" y="3084"/>
                  <a:pt x="37035" y="0"/>
                  <a:pt x="29272" y="0"/>
                </a:cubicBezTo>
                <a:cubicBezTo>
                  <a:pt x="21509" y="0"/>
                  <a:pt x="14063" y="3084"/>
                  <a:pt x="8573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6"/>
                  <a:pt x="3084" y="44482"/>
                  <a:pt x="8573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7FBC41">
                <a:alpha val="70000"/>
              </a:srgbClr>
            </a:solidFill>
            <a:round/>
          </a:ln>
        </p:spPr>
      </p:sp>
      <p:sp>
        <p:nvSpPr>
          <p:cNvPr id="1886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45FDFB4-5F2D-4230-B46E-19CACD75CB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17648" y="4207875"/>
            <a:ext cx="91251" cy="99584"/>
          </a:xfrm>
          <a:custGeom xmlns:a="http://schemas.openxmlformats.org/drawingml/2006/main">
            <a:pathLst>
              <a:path w="91251" h="99584">
                <a:moveTo>
                  <a:pt x="45626" y="13251"/>
                </a:moveTo>
                <a:lnTo>
                  <a:pt x="27321" y="62838"/>
                </a:lnTo>
                <a:lnTo>
                  <a:pt x="63931" y="62838"/>
                </a:lnTo>
                <a:lnTo>
                  <a:pt x="45626" y="13251"/>
                </a:lnTo>
                <a:close/>
                <a:moveTo>
                  <a:pt x="37976" y="0"/>
                </a:moveTo>
                <a:lnTo>
                  <a:pt x="53276" y="0"/>
                </a:lnTo>
                <a:lnTo>
                  <a:pt x="91251" y="99584"/>
                </a:lnTo>
                <a:lnTo>
                  <a:pt x="77181" y="99584"/>
                </a:lnTo>
                <a:lnTo>
                  <a:pt x="68165" y="74039"/>
                </a:lnTo>
                <a:lnTo>
                  <a:pt x="23223" y="74039"/>
                </a:lnTo>
                <a:lnTo>
                  <a:pt x="14207" y="99584"/>
                </a:lnTo>
                <a:lnTo>
                  <a:pt x="0" y="99584"/>
                </a:lnTo>
                <a:lnTo>
                  <a:pt x="37976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6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4A0807BE-9F48-4EFF-83F3-EB63630C2E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22424" y="4230961"/>
            <a:ext cx="43713" cy="76498"/>
          </a:xfrm>
          <a:custGeom xmlns:a="http://schemas.openxmlformats.org/drawingml/2006/main">
            <a:pathLst>
              <a:path w="43713" h="76498">
                <a:moveTo>
                  <a:pt x="43713" y="13251"/>
                </a:moveTo>
                <a:cubicBezTo>
                  <a:pt x="42347" y="12431"/>
                  <a:pt x="40845" y="11885"/>
                  <a:pt x="39205" y="11475"/>
                </a:cubicBezTo>
                <a:cubicBezTo>
                  <a:pt x="37566" y="11202"/>
                  <a:pt x="35790" y="10928"/>
                  <a:pt x="33878" y="10928"/>
                </a:cubicBezTo>
                <a:cubicBezTo>
                  <a:pt x="26911" y="10928"/>
                  <a:pt x="21583" y="13251"/>
                  <a:pt x="17895" y="17759"/>
                </a:cubicBezTo>
                <a:cubicBezTo>
                  <a:pt x="14070" y="22266"/>
                  <a:pt x="12294" y="28687"/>
                  <a:pt x="12294" y="37156"/>
                </a:cubicBezTo>
                <a:lnTo>
                  <a:pt x="12294" y="76498"/>
                </a:lnTo>
                <a:lnTo>
                  <a:pt x="0" y="76498"/>
                </a:lnTo>
                <a:lnTo>
                  <a:pt x="0" y="1776"/>
                </a:lnTo>
                <a:lnTo>
                  <a:pt x="12294" y="1776"/>
                </a:lnTo>
                <a:lnTo>
                  <a:pt x="12294" y="13387"/>
                </a:lnTo>
                <a:cubicBezTo>
                  <a:pt x="14753" y="8879"/>
                  <a:pt x="18168" y="5464"/>
                  <a:pt x="22266" y="3278"/>
                </a:cubicBezTo>
                <a:cubicBezTo>
                  <a:pt x="26365" y="1093"/>
                  <a:pt x="31419" y="0"/>
                  <a:pt x="37429" y="0"/>
                </a:cubicBezTo>
                <a:cubicBezTo>
                  <a:pt x="38249" y="0"/>
                  <a:pt x="39205" y="137"/>
                  <a:pt x="40298" y="137"/>
                </a:cubicBezTo>
                <a:cubicBezTo>
                  <a:pt x="41254" y="273"/>
                  <a:pt x="42347" y="410"/>
                  <a:pt x="43713" y="683"/>
                </a:cubicBezTo>
                <a:lnTo>
                  <a:pt x="43713" y="13251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6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72B88697-A788-4224-9B8F-3A4C506E52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74333" y="4230961"/>
            <a:ext cx="63111" cy="78274"/>
          </a:xfrm>
          <a:custGeom xmlns:a="http://schemas.openxmlformats.org/drawingml/2006/main">
            <a:pathLst>
              <a:path w="63111" h="78274">
                <a:moveTo>
                  <a:pt x="38659" y="38932"/>
                </a:moveTo>
                <a:cubicBezTo>
                  <a:pt x="28687" y="38932"/>
                  <a:pt x="21857" y="40162"/>
                  <a:pt x="18032" y="42347"/>
                </a:cubicBezTo>
                <a:cubicBezTo>
                  <a:pt x="14207" y="44669"/>
                  <a:pt x="12294" y="48494"/>
                  <a:pt x="12294" y="53959"/>
                </a:cubicBezTo>
                <a:cubicBezTo>
                  <a:pt x="12294" y="58330"/>
                  <a:pt x="13660" y="61882"/>
                  <a:pt x="16529" y="64340"/>
                </a:cubicBezTo>
                <a:cubicBezTo>
                  <a:pt x="19398" y="66936"/>
                  <a:pt x="23359" y="68165"/>
                  <a:pt x="28277" y="68165"/>
                </a:cubicBezTo>
                <a:cubicBezTo>
                  <a:pt x="35107" y="68165"/>
                  <a:pt x="40571" y="65843"/>
                  <a:pt x="44669" y="60925"/>
                </a:cubicBezTo>
                <a:cubicBezTo>
                  <a:pt x="48768" y="56144"/>
                  <a:pt x="50817" y="49724"/>
                  <a:pt x="50817" y="41664"/>
                </a:cubicBezTo>
                <a:lnTo>
                  <a:pt x="50817" y="38932"/>
                </a:lnTo>
                <a:lnTo>
                  <a:pt x="38659" y="38932"/>
                </a:lnTo>
                <a:close/>
                <a:moveTo>
                  <a:pt x="63111" y="33878"/>
                </a:moveTo>
                <a:lnTo>
                  <a:pt x="63111" y="76498"/>
                </a:lnTo>
                <a:lnTo>
                  <a:pt x="50817" y="76498"/>
                </a:lnTo>
                <a:lnTo>
                  <a:pt x="50817" y="65160"/>
                </a:lnTo>
                <a:cubicBezTo>
                  <a:pt x="47948" y="69805"/>
                  <a:pt x="44396" y="73083"/>
                  <a:pt x="40298" y="75132"/>
                </a:cubicBezTo>
                <a:cubicBezTo>
                  <a:pt x="36200" y="77181"/>
                  <a:pt x="31009" y="78274"/>
                  <a:pt x="24999" y="78274"/>
                </a:cubicBezTo>
                <a:cubicBezTo>
                  <a:pt x="17349" y="78274"/>
                  <a:pt x="11202" y="76225"/>
                  <a:pt x="6694" y="71990"/>
                </a:cubicBezTo>
                <a:cubicBezTo>
                  <a:pt x="2186" y="67756"/>
                  <a:pt x="0" y="62018"/>
                  <a:pt x="0" y="54778"/>
                </a:cubicBezTo>
                <a:cubicBezTo>
                  <a:pt x="0" y="46445"/>
                  <a:pt x="2732" y="40162"/>
                  <a:pt x="8469" y="35790"/>
                </a:cubicBezTo>
                <a:cubicBezTo>
                  <a:pt x="14070" y="31555"/>
                  <a:pt x="22403" y="29370"/>
                  <a:pt x="33605" y="29370"/>
                </a:cubicBezTo>
                <a:lnTo>
                  <a:pt x="50817" y="29370"/>
                </a:lnTo>
                <a:lnTo>
                  <a:pt x="50817" y="28140"/>
                </a:lnTo>
                <a:cubicBezTo>
                  <a:pt x="50817" y="22540"/>
                  <a:pt x="48904" y="18168"/>
                  <a:pt x="45216" y="15026"/>
                </a:cubicBezTo>
                <a:cubicBezTo>
                  <a:pt x="41528" y="12021"/>
                  <a:pt x="36337" y="10382"/>
                  <a:pt x="29643" y="10382"/>
                </a:cubicBezTo>
                <a:cubicBezTo>
                  <a:pt x="25272" y="10382"/>
                  <a:pt x="21174" y="10928"/>
                  <a:pt x="17075" y="12021"/>
                </a:cubicBezTo>
                <a:cubicBezTo>
                  <a:pt x="12977" y="13114"/>
                  <a:pt x="9152" y="14617"/>
                  <a:pt x="5464" y="16529"/>
                </a:cubicBezTo>
                <a:lnTo>
                  <a:pt x="5464" y="5191"/>
                </a:lnTo>
                <a:cubicBezTo>
                  <a:pt x="9835" y="3552"/>
                  <a:pt x="14207" y="2186"/>
                  <a:pt x="18442" y="1366"/>
                </a:cubicBezTo>
                <a:cubicBezTo>
                  <a:pt x="22676" y="546"/>
                  <a:pt x="26774" y="0"/>
                  <a:pt x="30872" y="0"/>
                </a:cubicBezTo>
                <a:cubicBezTo>
                  <a:pt x="41664" y="0"/>
                  <a:pt x="49724" y="2869"/>
                  <a:pt x="55051" y="8469"/>
                </a:cubicBezTo>
                <a:cubicBezTo>
                  <a:pt x="60379" y="14070"/>
                  <a:pt x="63111" y="22540"/>
                  <a:pt x="63111" y="33878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68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05CE6EE-0D2A-44DB-B4D8-AE0EBDB780F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62306" y="4203641"/>
            <a:ext cx="66799" cy="105595"/>
          </a:xfrm>
          <a:custGeom xmlns:a="http://schemas.openxmlformats.org/drawingml/2006/main">
            <a:pathLst>
              <a:path w="66799" h="105595">
                <a:moveTo>
                  <a:pt x="54095" y="66526"/>
                </a:moveTo>
                <a:cubicBezTo>
                  <a:pt x="54095" y="57510"/>
                  <a:pt x="52183" y="50543"/>
                  <a:pt x="48494" y="45352"/>
                </a:cubicBezTo>
                <a:cubicBezTo>
                  <a:pt x="44669" y="40162"/>
                  <a:pt x="39615" y="37566"/>
                  <a:pt x="33195" y="37566"/>
                </a:cubicBezTo>
                <a:cubicBezTo>
                  <a:pt x="26638" y="37566"/>
                  <a:pt x="21583" y="40162"/>
                  <a:pt x="17895" y="45352"/>
                </a:cubicBezTo>
                <a:cubicBezTo>
                  <a:pt x="14070" y="50543"/>
                  <a:pt x="12294" y="57510"/>
                  <a:pt x="12294" y="66526"/>
                </a:cubicBezTo>
                <a:cubicBezTo>
                  <a:pt x="12294" y="75542"/>
                  <a:pt x="14070" y="82645"/>
                  <a:pt x="17895" y="87836"/>
                </a:cubicBezTo>
                <a:cubicBezTo>
                  <a:pt x="21583" y="93027"/>
                  <a:pt x="26638" y="95486"/>
                  <a:pt x="33195" y="95486"/>
                </a:cubicBezTo>
                <a:cubicBezTo>
                  <a:pt x="39615" y="95486"/>
                  <a:pt x="44669" y="93027"/>
                  <a:pt x="48494" y="87836"/>
                </a:cubicBezTo>
                <a:cubicBezTo>
                  <a:pt x="52183" y="82645"/>
                  <a:pt x="54095" y="75542"/>
                  <a:pt x="54095" y="66526"/>
                </a:cubicBezTo>
                <a:close/>
                <a:moveTo>
                  <a:pt x="12294" y="40435"/>
                </a:moveTo>
                <a:cubicBezTo>
                  <a:pt x="14753" y="36063"/>
                  <a:pt x="18032" y="32785"/>
                  <a:pt x="21993" y="30599"/>
                </a:cubicBezTo>
                <a:cubicBezTo>
                  <a:pt x="25955" y="28414"/>
                  <a:pt x="30736" y="27321"/>
                  <a:pt x="36200" y="27321"/>
                </a:cubicBezTo>
                <a:cubicBezTo>
                  <a:pt x="45216" y="27321"/>
                  <a:pt x="52592" y="31009"/>
                  <a:pt x="58330" y="38112"/>
                </a:cubicBezTo>
                <a:cubicBezTo>
                  <a:pt x="63931" y="45352"/>
                  <a:pt x="66799" y="54778"/>
                  <a:pt x="66799" y="66526"/>
                </a:cubicBezTo>
                <a:cubicBezTo>
                  <a:pt x="66799" y="78274"/>
                  <a:pt x="63931" y="87836"/>
                  <a:pt x="58330" y="94940"/>
                </a:cubicBezTo>
                <a:cubicBezTo>
                  <a:pt x="52592" y="102043"/>
                  <a:pt x="45216" y="105595"/>
                  <a:pt x="36200" y="105595"/>
                </a:cubicBezTo>
                <a:cubicBezTo>
                  <a:pt x="30736" y="105595"/>
                  <a:pt x="25955" y="104502"/>
                  <a:pt x="21993" y="102453"/>
                </a:cubicBezTo>
                <a:cubicBezTo>
                  <a:pt x="18032" y="100404"/>
                  <a:pt x="14753" y="97125"/>
                  <a:pt x="12294" y="92617"/>
                </a:cubicBezTo>
                <a:lnTo>
                  <a:pt x="12294" y="103819"/>
                </a:lnTo>
                <a:lnTo>
                  <a:pt x="0" y="103819"/>
                </a:lnTo>
                <a:lnTo>
                  <a:pt x="0" y="0"/>
                </a:lnTo>
                <a:lnTo>
                  <a:pt x="12294" y="0"/>
                </a:lnTo>
                <a:lnTo>
                  <a:pt x="12294" y="40435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69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94787F3-9B00-450C-B3FF-A3FC6E3890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49459" y="4203641"/>
            <a:ext cx="12294" cy="103819"/>
          </a:xfrm>
          <a:custGeom xmlns:a="http://schemas.openxmlformats.org/drawingml/2006/main">
            <a:pathLst>
              <a:path w="12294" h="103819">
                <a:moveTo>
                  <a:pt x="0" y="29097"/>
                </a:moveTo>
                <a:lnTo>
                  <a:pt x="12294" y="29097"/>
                </a:lnTo>
                <a:lnTo>
                  <a:pt x="12294" y="103819"/>
                </a:lnTo>
                <a:lnTo>
                  <a:pt x="0" y="103819"/>
                </a:lnTo>
                <a:lnTo>
                  <a:pt x="0" y="29097"/>
                </a:lnTo>
                <a:close/>
                <a:moveTo>
                  <a:pt x="0" y="0"/>
                </a:moveTo>
                <a:lnTo>
                  <a:pt x="12294" y="0"/>
                </a:lnTo>
                <a:lnTo>
                  <a:pt x="12294" y="15573"/>
                </a:lnTo>
                <a:lnTo>
                  <a:pt x="0" y="15573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70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350D07B6-9B03-42DB-BECC-CBBBE9C672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82108" y="4230961"/>
            <a:ext cx="59149" cy="78274"/>
          </a:xfrm>
          <a:custGeom xmlns:a="http://schemas.openxmlformats.org/drawingml/2006/main">
            <a:pathLst>
              <a:path w="59149" h="78274">
                <a:moveTo>
                  <a:pt x="59149" y="4645"/>
                </a:moveTo>
                <a:lnTo>
                  <a:pt x="59149" y="16119"/>
                </a:lnTo>
                <a:cubicBezTo>
                  <a:pt x="55598" y="14207"/>
                  <a:pt x="52183" y="12841"/>
                  <a:pt x="48631" y="11885"/>
                </a:cubicBezTo>
                <a:cubicBezTo>
                  <a:pt x="45079" y="10928"/>
                  <a:pt x="41664" y="10382"/>
                  <a:pt x="38112" y="10382"/>
                </a:cubicBezTo>
                <a:cubicBezTo>
                  <a:pt x="30189" y="10382"/>
                  <a:pt x="23906" y="12977"/>
                  <a:pt x="19534" y="18032"/>
                </a:cubicBezTo>
                <a:cubicBezTo>
                  <a:pt x="15163" y="23086"/>
                  <a:pt x="12977" y="30189"/>
                  <a:pt x="12977" y="39205"/>
                </a:cubicBezTo>
                <a:cubicBezTo>
                  <a:pt x="12977" y="48358"/>
                  <a:pt x="15163" y="55461"/>
                  <a:pt x="19534" y="60516"/>
                </a:cubicBezTo>
                <a:cubicBezTo>
                  <a:pt x="23906" y="65570"/>
                  <a:pt x="30189" y="68029"/>
                  <a:pt x="38112" y="68029"/>
                </a:cubicBezTo>
                <a:cubicBezTo>
                  <a:pt x="41664" y="68029"/>
                  <a:pt x="45079" y="67619"/>
                  <a:pt x="48631" y="66663"/>
                </a:cubicBezTo>
                <a:cubicBezTo>
                  <a:pt x="52183" y="65706"/>
                  <a:pt x="55598" y="64204"/>
                  <a:pt x="59149" y="62291"/>
                </a:cubicBezTo>
                <a:lnTo>
                  <a:pt x="59149" y="73629"/>
                </a:lnTo>
                <a:cubicBezTo>
                  <a:pt x="55598" y="75269"/>
                  <a:pt x="52046" y="76498"/>
                  <a:pt x="48494" y="77181"/>
                </a:cubicBezTo>
                <a:cubicBezTo>
                  <a:pt x="44806" y="77864"/>
                  <a:pt x="40845" y="78274"/>
                  <a:pt x="36746" y="78274"/>
                </a:cubicBezTo>
                <a:cubicBezTo>
                  <a:pt x="25545" y="78274"/>
                  <a:pt x="16529" y="74859"/>
                  <a:pt x="9972" y="67756"/>
                </a:cubicBezTo>
                <a:cubicBezTo>
                  <a:pt x="3278" y="60789"/>
                  <a:pt x="0" y="51226"/>
                  <a:pt x="0" y="39205"/>
                </a:cubicBezTo>
                <a:cubicBezTo>
                  <a:pt x="0" y="27048"/>
                  <a:pt x="3278" y="17485"/>
                  <a:pt x="9972" y="10518"/>
                </a:cubicBezTo>
                <a:cubicBezTo>
                  <a:pt x="16666" y="3552"/>
                  <a:pt x="25818" y="0"/>
                  <a:pt x="37566" y="0"/>
                </a:cubicBezTo>
                <a:cubicBezTo>
                  <a:pt x="41391" y="0"/>
                  <a:pt x="45079" y="410"/>
                  <a:pt x="48631" y="1229"/>
                </a:cubicBezTo>
                <a:cubicBezTo>
                  <a:pt x="52183" y="2049"/>
                  <a:pt x="55734" y="3142"/>
                  <a:pt x="59149" y="4645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71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255CF144-4A43-4712-B4BB-961AAEBD0E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2377" y="4430860"/>
            <a:ext cx="58545" cy="58545"/>
          </a:xfrm>
          <a:custGeom xmlns:a="http://schemas.openxmlformats.org/drawingml/2006/main">
            <a:pathLst>
              <a:path w="58545" h="58545">
                <a:moveTo>
                  <a:pt x="29272" y="58545"/>
                </a:moveTo>
                <a:cubicBezTo>
                  <a:pt x="37035" y="58545"/>
                  <a:pt x="44481" y="55460"/>
                  <a:pt x="49971" y="49971"/>
                </a:cubicBezTo>
                <a:cubicBezTo>
                  <a:pt x="55460" y="44481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1" y="3084"/>
                  <a:pt x="37035" y="0"/>
                  <a:pt x="29272" y="0"/>
                </a:cubicBezTo>
                <a:cubicBezTo>
                  <a:pt x="21509" y="0"/>
                  <a:pt x="14063" y="3084"/>
                  <a:pt x="8573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1"/>
                  <a:pt x="8573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solidFill xmlns:a="http://schemas.openxmlformats.org/drawingml/2006/main">
            <a:srgbClr val="276419">
              <a:alpha val="70000"/>
            </a:srgbClr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72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F1811D0E-4AF1-446C-9CE3-656B41BAB0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1982377" y="4430860"/>
            <a:ext cx="58545" cy="58545"/>
          </a:xfrm>
          <a:custGeom xmlns:a="http://schemas.openxmlformats.org/drawingml/2006/main">
            <a:pathLst>
              <a:path w="58545" h="58545" fill="none">
                <a:moveTo>
                  <a:pt x="29272" y="58545"/>
                </a:moveTo>
                <a:cubicBezTo>
                  <a:pt x="37035" y="58545"/>
                  <a:pt x="44481" y="55460"/>
                  <a:pt x="49971" y="49971"/>
                </a:cubicBezTo>
                <a:cubicBezTo>
                  <a:pt x="55460" y="44481"/>
                  <a:pt x="58545" y="37035"/>
                  <a:pt x="58545" y="29272"/>
                </a:cubicBezTo>
                <a:cubicBezTo>
                  <a:pt x="58545" y="21509"/>
                  <a:pt x="55460" y="14063"/>
                  <a:pt x="49971" y="8574"/>
                </a:cubicBezTo>
                <a:cubicBezTo>
                  <a:pt x="44481" y="3084"/>
                  <a:pt x="37035" y="0"/>
                  <a:pt x="29272" y="0"/>
                </a:cubicBezTo>
                <a:cubicBezTo>
                  <a:pt x="21509" y="0"/>
                  <a:pt x="14063" y="3084"/>
                  <a:pt x="8573" y="8574"/>
                </a:cubicBezTo>
                <a:cubicBezTo>
                  <a:pt x="3084" y="14063"/>
                  <a:pt x="0" y="21509"/>
                  <a:pt x="0" y="29272"/>
                </a:cubicBezTo>
                <a:cubicBezTo>
                  <a:pt x="0" y="37035"/>
                  <a:pt x="3084" y="44481"/>
                  <a:pt x="8573" y="49971"/>
                </a:cubicBezTo>
                <a:cubicBezTo>
                  <a:pt x="14063" y="55460"/>
                  <a:pt x="21509" y="58545"/>
                  <a:pt x="29272" y="58545"/>
                </a:cubicBezTo>
                <a:close/>
              </a:path>
            </a:pathLst>
          </a:custGeom>
          <a:noFill xmlns:a="http://schemas.openxmlformats.org/drawingml/2006/main"/>
          <a:ln xmlns:a="http://schemas.openxmlformats.org/drawingml/2006/main" w="9757" cap="flat">
            <a:solidFill>
              <a:srgbClr val="276419">
                <a:alpha val="70000"/>
              </a:srgbClr>
            </a:solidFill>
            <a:round/>
          </a:ln>
        </p:spPr>
      </p:sp>
      <p:sp>
        <p:nvSpPr>
          <p:cNvPr id="18873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64A5BDD6-5F83-4340-B4C1-712A9B8C4F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229943" y="4408359"/>
            <a:ext cx="75952" cy="99584"/>
          </a:xfrm>
          <a:custGeom xmlns:a="http://schemas.openxmlformats.org/drawingml/2006/main">
            <a:pathLst>
              <a:path w="75952" h="99584">
                <a:moveTo>
                  <a:pt x="0" y="0"/>
                </a:moveTo>
                <a:lnTo>
                  <a:pt x="13524" y="0"/>
                </a:lnTo>
                <a:lnTo>
                  <a:pt x="13524" y="40845"/>
                </a:lnTo>
                <a:lnTo>
                  <a:pt x="62428" y="40845"/>
                </a:lnTo>
                <a:lnTo>
                  <a:pt x="62428" y="0"/>
                </a:lnTo>
                <a:lnTo>
                  <a:pt x="75952" y="0"/>
                </a:lnTo>
                <a:lnTo>
                  <a:pt x="75952" y="99584"/>
                </a:lnTo>
                <a:lnTo>
                  <a:pt x="62428" y="99584"/>
                </a:lnTo>
                <a:lnTo>
                  <a:pt x="62428" y="52183"/>
                </a:lnTo>
                <a:lnTo>
                  <a:pt x="13524" y="52183"/>
                </a:lnTo>
                <a:lnTo>
                  <a:pt x="13524" y="99584"/>
                </a:lnTo>
                <a:lnTo>
                  <a:pt x="0" y="99584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74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E99E0200-3B9D-4687-993C-C567EA120D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32123" y="4404124"/>
            <a:ext cx="12294" cy="103819"/>
          </a:xfrm>
          <a:custGeom xmlns:a="http://schemas.openxmlformats.org/drawingml/2006/main">
            <a:pathLst>
              <a:path w="12294" h="103819">
                <a:moveTo>
                  <a:pt x="0" y="29097"/>
                </a:moveTo>
                <a:lnTo>
                  <a:pt x="12294" y="29097"/>
                </a:lnTo>
                <a:lnTo>
                  <a:pt x="12294" y="103819"/>
                </a:lnTo>
                <a:lnTo>
                  <a:pt x="0" y="103819"/>
                </a:lnTo>
                <a:lnTo>
                  <a:pt x="0" y="29097"/>
                </a:lnTo>
                <a:close/>
                <a:moveTo>
                  <a:pt x="0" y="0"/>
                </a:moveTo>
                <a:lnTo>
                  <a:pt x="12294" y="0"/>
                </a:lnTo>
                <a:lnTo>
                  <a:pt x="12294" y="15573"/>
                </a:lnTo>
                <a:lnTo>
                  <a:pt x="0" y="15573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75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A718E130-98B6-4B54-8554-03A85105BA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369689" y="4431445"/>
            <a:ext cx="62565" cy="76498"/>
          </a:xfrm>
          <a:custGeom xmlns:a="http://schemas.openxmlformats.org/drawingml/2006/main">
            <a:pathLst>
              <a:path w="62565" h="76498">
                <a:moveTo>
                  <a:pt x="62565" y="31419"/>
                </a:moveTo>
                <a:lnTo>
                  <a:pt x="62565" y="76498"/>
                </a:lnTo>
                <a:lnTo>
                  <a:pt x="50270" y="76498"/>
                </a:lnTo>
                <a:lnTo>
                  <a:pt x="50270" y="31829"/>
                </a:lnTo>
                <a:cubicBezTo>
                  <a:pt x="50270" y="24725"/>
                  <a:pt x="48768" y="19534"/>
                  <a:pt x="46036" y="15983"/>
                </a:cubicBezTo>
                <a:cubicBezTo>
                  <a:pt x="43303" y="12431"/>
                  <a:pt x="39205" y="10655"/>
                  <a:pt x="33741" y="10655"/>
                </a:cubicBezTo>
                <a:cubicBezTo>
                  <a:pt x="27048" y="10655"/>
                  <a:pt x="21857" y="12841"/>
                  <a:pt x="18032" y="17075"/>
                </a:cubicBezTo>
                <a:cubicBezTo>
                  <a:pt x="14207" y="21310"/>
                  <a:pt x="12294" y="27048"/>
                  <a:pt x="12294" y="34288"/>
                </a:cubicBezTo>
                <a:lnTo>
                  <a:pt x="12294" y="76498"/>
                </a:lnTo>
                <a:lnTo>
                  <a:pt x="0" y="76498"/>
                </a:lnTo>
                <a:lnTo>
                  <a:pt x="0" y="1776"/>
                </a:lnTo>
                <a:lnTo>
                  <a:pt x="12294" y="1776"/>
                </a:lnTo>
                <a:lnTo>
                  <a:pt x="12294" y="13387"/>
                </a:lnTo>
                <a:cubicBezTo>
                  <a:pt x="15163" y="9016"/>
                  <a:pt x="18578" y="5601"/>
                  <a:pt x="22676" y="3415"/>
                </a:cubicBezTo>
                <a:cubicBezTo>
                  <a:pt x="26638" y="1229"/>
                  <a:pt x="31282" y="0"/>
                  <a:pt x="36473" y="0"/>
                </a:cubicBezTo>
                <a:cubicBezTo>
                  <a:pt x="44943" y="0"/>
                  <a:pt x="51500" y="2732"/>
                  <a:pt x="55871" y="8060"/>
                </a:cubicBezTo>
                <a:cubicBezTo>
                  <a:pt x="60242" y="13387"/>
                  <a:pt x="62565" y="21174"/>
                  <a:pt x="62565" y="31419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76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BBA890CD-D3B3-44C4-9F20-C9C39AA945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451377" y="4404124"/>
            <a:ext cx="66799" cy="105595"/>
          </a:xfrm>
          <a:custGeom xmlns:a="http://schemas.openxmlformats.org/drawingml/2006/main">
            <a:pathLst>
              <a:path w="66799" h="105595">
                <a:moveTo>
                  <a:pt x="54505" y="40435"/>
                </a:moveTo>
                <a:lnTo>
                  <a:pt x="54505" y="0"/>
                </a:lnTo>
                <a:lnTo>
                  <a:pt x="66799" y="0"/>
                </a:lnTo>
                <a:lnTo>
                  <a:pt x="66799" y="103819"/>
                </a:lnTo>
                <a:lnTo>
                  <a:pt x="54505" y="103819"/>
                </a:lnTo>
                <a:lnTo>
                  <a:pt x="54505" y="92617"/>
                </a:lnTo>
                <a:cubicBezTo>
                  <a:pt x="51909" y="97125"/>
                  <a:pt x="48631" y="100404"/>
                  <a:pt x="44669" y="102453"/>
                </a:cubicBezTo>
                <a:cubicBezTo>
                  <a:pt x="40708" y="104502"/>
                  <a:pt x="36063" y="105595"/>
                  <a:pt x="30599" y="105595"/>
                </a:cubicBezTo>
                <a:cubicBezTo>
                  <a:pt x="21583" y="105595"/>
                  <a:pt x="14207" y="102043"/>
                  <a:pt x="8469" y="94940"/>
                </a:cubicBezTo>
                <a:cubicBezTo>
                  <a:pt x="2732" y="87836"/>
                  <a:pt x="0" y="78274"/>
                  <a:pt x="0" y="66526"/>
                </a:cubicBezTo>
                <a:cubicBezTo>
                  <a:pt x="0" y="54778"/>
                  <a:pt x="2732" y="45352"/>
                  <a:pt x="8469" y="38112"/>
                </a:cubicBezTo>
                <a:cubicBezTo>
                  <a:pt x="14207" y="31009"/>
                  <a:pt x="21583" y="27321"/>
                  <a:pt x="30599" y="27321"/>
                </a:cubicBezTo>
                <a:cubicBezTo>
                  <a:pt x="36063" y="27321"/>
                  <a:pt x="40708" y="28414"/>
                  <a:pt x="44669" y="30599"/>
                </a:cubicBezTo>
                <a:cubicBezTo>
                  <a:pt x="48631" y="32785"/>
                  <a:pt x="51909" y="36063"/>
                  <a:pt x="54505" y="40435"/>
                </a:cubicBezTo>
                <a:close/>
                <a:moveTo>
                  <a:pt x="12704" y="66526"/>
                </a:moveTo>
                <a:cubicBezTo>
                  <a:pt x="12704" y="75542"/>
                  <a:pt x="14480" y="82645"/>
                  <a:pt x="18168" y="87836"/>
                </a:cubicBezTo>
                <a:cubicBezTo>
                  <a:pt x="21857" y="93027"/>
                  <a:pt x="26911" y="95486"/>
                  <a:pt x="33468" y="95486"/>
                </a:cubicBezTo>
                <a:cubicBezTo>
                  <a:pt x="40025" y="95486"/>
                  <a:pt x="45079" y="93027"/>
                  <a:pt x="48904" y="87836"/>
                </a:cubicBezTo>
                <a:cubicBezTo>
                  <a:pt x="52592" y="82645"/>
                  <a:pt x="54505" y="75542"/>
                  <a:pt x="54505" y="66526"/>
                </a:cubicBezTo>
                <a:cubicBezTo>
                  <a:pt x="54505" y="57510"/>
                  <a:pt x="52592" y="50543"/>
                  <a:pt x="48904" y="45352"/>
                </a:cubicBezTo>
                <a:cubicBezTo>
                  <a:pt x="45079" y="40162"/>
                  <a:pt x="40025" y="37566"/>
                  <a:pt x="33468" y="37566"/>
                </a:cubicBezTo>
                <a:cubicBezTo>
                  <a:pt x="26911" y="37566"/>
                  <a:pt x="21857" y="40162"/>
                  <a:pt x="18168" y="45352"/>
                </a:cubicBezTo>
                <a:cubicBezTo>
                  <a:pt x="14480" y="50543"/>
                  <a:pt x="12704" y="57510"/>
                  <a:pt x="12704" y="66526"/>
                </a:cubicBez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77" name="Vector element">
            <a:extLst xmlns:a="http://schemas.openxmlformats.org/drawingml/2006/main">
              <a:ext uri="{FF2B5EF4-FFF2-40B4-BE49-F238E27FC236}">
                <a16:creationId xmlns:a16="http://schemas.microsoft.com/office/drawing/2014/main" id="{C2AC0A9D-13F3-4AED-9D50-42BA7EEACC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2543449" y="4404124"/>
            <a:ext cx="12294" cy="103819"/>
          </a:xfrm>
          <a:custGeom xmlns:a="http://schemas.openxmlformats.org/drawingml/2006/main">
            <a:pathLst>
              <a:path w="12294" h="103819">
                <a:moveTo>
                  <a:pt x="0" y="29097"/>
                </a:moveTo>
                <a:lnTo>
                  <a:pt x="12294" y="29097"/>
                </a:lnTo>
                <a:lnTo>
                  <a:pt x="12294" y="103819"/>
                </a:lnTo>
                <a:lnTo>
                  <a:pt x="0" y="103819"/>
                </a:lnTo>
                <a:lnTo>
                  <a:pt x="0" y="29097"/>
                </a:lnTo>
                <a:close/>
                <a:moveTo>
                  <a:pt x="0" y="0"/>
                </a:moveTo>
                <a:lnTo>
                  <a:pt x="12294" y="0"/>
                </a:lnTo>
                <a:lnTo>
                  <a:pt x="12294" y="15573"/>
                </a:lnTo>
                <a:lnTo>
                  <a:pt x="0" y="15573"/>
                </a:lnTo>
                <a:lnTo>
                  <a:pt x="0" y="0"/>
                </a:lnTo>
                <a:close/>
              </a:path>
            </a:pathLst>
          </a:custGeom>
          <a:solidFill xmlns:a="http://schemas.openxmlformats.org/drawingml/2006/main">
            <a:srgbClr val="262626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78" name="Text (e)TheTSNEplotrevealsmoralandcul-">
            <a:extLst xmlns:a="http://schemas.openxmlformats.org/drawingml/2006/main">
              <a:ext uri="{FF2B5EF4-FFF2-40B4-BE49-F238E27FC236}">
                <a16:creationId xmlns:a16="http://schemas.microsoft.com/office/drawing/2014/main" id="{64A9A754-64B5-421C-AFA3-A698AA87011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99029" y="7634919"/>
            <a:ext cx="4174130" cy="230553"/>
          </a:xfrm>
          <a:custGeom xmlns:a="http://schemas.openxmlformats.org/drawingml/2006/main">
            <a:pathLst>
              <a:path w="4174130" h="230553">
                <a:moveTo>
                  <a:pt x="62405" y="1849"/>
                </a:moveTo>
                <a:cubicBezTo>
                  <a:pt x="43708" y="14149"/>
                  <a:pt x="36129" y="20811"/>
                  <a:pt x="26781" y="32599"/>
                </a:cubicBezTo>
                <a:cubicBezTo>
                  <a:pt x="8843" y="54889"/>
                  <a:pt x="0" y="80513"/>
                  <a:pt x="0" y="110493"/>
                </a:cubicBezTo>
                <a:cubicBezTo>
                  <a:pt x="0" y="143033"/>
                  <a:pt x="9348" y="168142"/>
                  <a:pt x="31580" y="194278"/>
                </a:cubicBezTo>
                <a:cubicBezTo>
                  <a:pt x="41938" y="206578"/>
                  <a:pt x="48507" y="212216"/>
                  <a:pt x="61645" y="220415"/>
                </a:cubicBezTo>
                <a:lnTo>
                  <a:pt x="64675" y="216313"/>
                </a:lnTo>
                <a:cubicBezTo>
                  <a:pt x="44467" y="200170"/>
                  <a:pt x="37393" y="191205"/>
                  <a:pt x="30570" y="171985"/>
                </a:cubicBezTo>
                <a:cubicBezTo>
                  <a:pt x="24506" y="154821"/>
                  <a:pt x="21727" y="135347"/>
                  <a:pt x="21727" y="109723"/>
                </a:cubicBezTo>
                <a:cubicBezTo>
                  <a:pt x="21727" y="82820"/>
                  <a:pt x="25011" y="61809"/>
                  <a:pt x="31834" y="45924"/>
                </a:cubicBezTo>
                <a:cubicBezTo>
                  <a:pt x="38908" y="30035"/>
                  <a:pt x="46487" y="20811"/>
                  <a:pt x="64675" y="5951"/>
                </a:cubicBezTo>
                <a:lnTo>
                  <a:pt x="62405" y="1849"/>
                </a:lnTo>
                <a:close/>
                <a:moveTo>
                  <a:pt x="175079" y="132911"/>
                </a:moveTo>
                <a:cubicBezTo>
                  <a:pt x="162955" y="152393"/>
                  <a:pt x="152088" y="159830"/>
                  <a:pt x="135920" y="159830"/>
                </a:cubicBezTo>
                <a:cubicBezTo>
                  <a:pt x="121522" y="159830"/>
                  <a:pt x="110659" y="152393"/>
                  <a:pt x="103330" y="137783"/>
                </a:cubicBezTo>
                <a:cubicBezTo>
                  <a:pt x="98781" y="128040"/>
                  <a:pt x="97016" y="119579"/>
                  <a:pt x="96511" y="103940"/>
                </a:cubicBezTo>
                <a:lnTo>
                  <a:pt x="174324" y="103940"/>
                </a:lnTo>
                <a:cubicBezTo>
                  <a:pt x="172300" y="87316"/>
                  <a:pt x="169775" y="79911"/>
                  <a:pt x="163460" y="71740"/>
                </a:cubicBezTo>
                <a:cubicBezTo>
                  <a:pt x="155878" y="62532"/>
                  <a:pt x="144259" y="57148"/>
                  <a:pt x="131121" y="57148"/>
                </a:cubicBezTo>
                <a:cubicBezTo>
                  <a:pt x="118488" y="57148"/>
                  <a:pt x="106615" y="61762"/>
                  <a:pt x="97016" y="70461"/>
                </a:cubicBezTo>
                <a:cubicBezTo>
                  <a:pt x="85139" y="80931"/>
                  <a:pt x="78319" y="99072"/>
                  <a:pt x="78319" y="120091"/>
                </a:cubicBezTo>
                <a:cubicBezTo>
                  <a:pt x="78319" y="155470"/>
                  <a:pt x="96511" y="177505"/>
                  <a:pt x="125562" y="177505"/>
                </a:cubicBezTo>
                <a:cubicBezTo>
                  <a:pt x="149563" y="177505"/>
                  <a:pt x="168510" y="162390"/>
                  <a:pt x="179123" y="134706"/>
                </a:cubicBezTo>
                <a:lnTo>
                  <a:pt x="175079" y="132911"/>
                </a:lnTo>
                <a:moveTo>
                  <a:pt x="97016" y="95741"/>
                </a:moveTo>
                <a:cubicBezTo>
                  <a:pt x="99791" y="75825"/>
                  <a:pt x="108384" y="66375"/>
                  <a:pt x="123792" y="66375"/>
                </a:cubicBezTo>
                <a:cubicBezTo>
                  <a:pt x="139205" y="66375"/>
                  <a:pt x="145269" y="73526"/>
                  <a:pt x="148553" y="95741"/>
                </a:cubicBezTo>
                <a:lnTo>
                  <a:pt x="97016" y="95741"/>
                </a:lnTo>
                <a:close/>
                <a:moveTo>
                  <a:pt x="193776" y="220415"/>
                </a:moveTo>
                <a:cubicBezTo>
                  <a:pt x="212473" y="208115"/>
                  <a:pt x="220052" y="201452"/>
                  <a:pt x="229396" y="189665"/>
                </a:cubicBezTo>
                <a:cubicBezTo>
                  <a:pt x="247338" y="167375"/>
                  <a:pt x="256177" y="141751"/>
                  <a:pt x="256177" y="111775"/>
                </a:cubicBezTo>
                <a:cubicBezTo>
                  <a:pt x="256177" y="78976"/>
                  <a:pt x="246829" y="54122"/>
                  <a:pt x="224597" y="27986"/>
                </a:cubicBezTo>
                <a:cubicBezTo>
                  <a:pt x="214239" y="15686"/>
                  <a:pt x="207670" y="10052"/>
                  <a:pt x="194532" y="1849"/>
                </a:cubicBezTo>
                <a:lnTo>
                  <a:pt x="191502" y="5951"/>
                </a:lnTo>
                <a:cubicBezTo>
                  <a:pt x="211714" y="22094"/>
                  <a:pt x="218533" y="31063"/>
                  <a:pt x="225607" y="50279"/>
                </a:cubicBezTo>
                <a:cubicBezTo>
                  <a:pt x="231671" y="67447"/>
                  <a:pt x="234450" y="86917"/>
                  <a:pt x="234450" y="112541"/>
                </a:cubicBezTo>
                <a:cubicBezTo>
                  <a:pt x="234450" y="139190"/>
                  <a:pt x="231166" y="160455"/>
                  <a:pt x="224346" y="176086"/>
                </a:cubicBezTo>
                <a:cubicBezTo>
                  <a:pt x="217273" y="192229"/>
                  <a:pt x="209694" y="201452"/>
                  <a:pt x="191502" y="216313"/>
                </a:cubicBezTo>
                <a:lnTo>
                  <a:pt x="193776" y="220415"/>
                </a:lnTo>
                <a:close/>
                <a:moveTo>
                  <a:pt x="396396" y="16116"/>
                </a:moveTo>
                <a:lnTo>
                  <a:pt x="396396" y="144253"/>
                </a:lnTo>
                <a:cubicBezTo>
                  <a:pt x="396396" y="166038"/>
                  <a:pt x="393616" y="168857"/>
                  <a:pt x="372645" y="170136"/>
                </a:cubicBezTo>
                <a:lnTo>
                  <a:pt x="372645" y="175003"/>
                </a:lnTo>
                <a:lnTo>
                  <a:pt x="446418" y="175003"/>
                </a:lnTo>
                <a:lnTo>
                  <a:pt x="446418" y="170136"/>
                </a:lnTo>
                <a:cubicBezTo>
                  <a:pt x="425701" y="169111"/>
                  <a:pt x="422162" y="165780"/>
                  <a:pt x="422162" y="147072"/>
                </a:cubicBezTo>
                <a:lnTo>
                  <a:pt x="422162" y="16116"/>
                </a:lnTo>
                <a:lnTo>
                  <a:pt x="435805" y="16116"/>
                </a:lnTo>
                <a:cubicBezTo>
                  <a:pt x="464606" y="16116"/>
                  <a:pt x="470165" y="20729"/>
                  <a:pt x="475978" y="48918"/>
                </a:cubicBezTo>
                <a:lnTo>
                  <a:pt x="482038" y="48918"/>
                </a:lnTo>
                <a:lnTo>
                  <a:pt x="480523" y="5352"/>
                </a:lnTo>
                <a:lnTo>
                  <a:pt x="338035" y="5352"/>
                </a:lnTo>
                <a:lnTo>
                  <a:pt x="336520" y="48918"/>
                </a:lnTo>
                <a:lnTo>
                  <a:pt x="342580" y="48918"/>
                </a:lnTo>
                <a:cubicBezTo>
                  <a:pt x="348644" y="20983"/>
                  <a:pt x="354457" y="16116"/>
                  <a:pt x="382753" y="16116"/>
                </a:cubicBezTo>
                <a:lnTo>
                  <a:pt x="396396" y="16116"/>
                </a:lnTo>
                <a:close/>
                <a:moveTo>
                  <a:pt x="526253" y="87128"/>
                </a:moveTo>
                <a:cubicBezTo>
                  <a:pt x="536862" y="75344"/>
                  <a:pt x="544440" y="70985"/>
                  <a:pt x="554294" y="70985"/>
                </a:cubicBezTo>
                <a:cubicBezTo>
                  <a:pt x="566927" y="70985"/>
                  <a:pt x="573241" y="80212"/>
                  <a:pt x="573241" y="98146"/>
                </a:cubicBezTo>
                <a:lnTo>
                  <a:pt x="573241" y="148871"/>
                </a:lnTo>
                <a:cubicBezTo>
                  <a:pt x="573241" y="166292"/>
                  <a:pt x="570716" y="169623"/>
                  <a:pt x="556063" y="171160"/>
                </a:cubicBezTo>
                <a:lnTo>
                  <a:pt x="556063" y="175003"/>
                </a:lnTo>
                <a:lnTo>
                  <a:pt x="609624" y="175003"/>
                </a:lnTo>
                <a:lnTo>
                  <a:pt x="609624" y="171160"/>
                </a:lnTo>
                <a:cubicBezTo>
                  <a:pt x="595982" y="168599"/>
                  <a:pt x="594463" y="166550"/>
                  <a:pt x="594463" y="148871"/>
                </a:cubicBezTo>
                <a:lnTo>
                  <a:pt x="594463" y="97888"/>
                </a:lnTo>
                <a:cubicBezTo>
                  <a:pt x="594463" y="70985"/>
                  <a:pt x="583854" y="57148"/>
                  <a:pt x="563388" y="57148"/>
                </a:cubicBezTo>
                <a:cubicBezTo>
                  <a:pt x="548484" y="57148"/>
                  <a:pt x="537872" y="63298"/>
                  <a:pt x="526253" y="78671"/>
                </a:cubicBezTo>
                <a:lnTo>
                  <a:pt x="526253" y="782"/>
                </a:lnTo>
                <a:lnTo>
                  <a:pt x="524988" y="12"/>
                </a:lnTo>
                <a:cubicBezTo>
                  <a:pt x="516399" y="3085"/>
                  <a:pt x="510081" y="5137"/>
                  <a:pt x="495933" y="9235"/>
                </a:cubicBezTo>
                <a:lnTo>
                  <a:pt x="489114" y="11287"/>
                </a:lnTo>
                <a:lnTo>
                  <a:pt x="489114" y="15385"/>
                </a:lnTo>
                <a:cubicBezTo>
                  <a:pt x="490124" y="15131"/>
                  <a:pt x="490883" y="15131"/>
                  <a:pt x="492144" y="15131"/>
                </a:cubicBezTo>
                <a:cubicBezTo>
                  <a:pt x="503007" y="15131"/>
                  <a:pt x="505031" y="17179"/>
                  <a:pt x="505031" y="28197"/>
                </a:cubicBezTo>
                <a:lnTo>
                  <a:pt x="505031" y="148871"/>
                </a:lnTo>
                <a:cubicBezTo>
                  <a:pt x="505031" y="166804"/>
                  <a:pt x="503512" y="169111"/>
                  <a:pt x="488859" y="171160"/>
                </a:cubicBezTo>
                <a:lnTo>
                  <a:pt x="488859" y="175003"/>
                </a:lnTo>
                <a:lnTo>
                  <a:pt x="543430" y="175003"/>
                </a:lnTo>
                <a:lnTo>
                  <a:pt x="543430" y="171160"/>
                </a:lnTo>
                <a:cubicBezTo>
                  <a:pt x="528778" y="169623"/>
                  <a:pt x="526253" y="166550"/>
                  <a:pt x="526253" y="148871"/>
                </a:cubicBezTo>
                <a:lnTo>
                  <a:pt x="526253" y="87128"/>
                </a:lnTo>
                <a:close/>
                <a:moveTo>
                  <a:pt x="715984" y="132911"/>
                </a:moveTo>
                <a:cubicBezTo>
                  <a:pt x="703860" y="152393"/>
                  <a:pt x="692993" y="159830"/>
                  <a:pt x="676825" y="159830"/>
                </a:cubicBezTo>
                <a:cubicBezTo>
                  <a:pt x="662426" y="159830"/>
                  <a:pt x="651563" y="152393"/>
                  <a:pt x="644235" y="137783"/>
                </a:cubicBezTo>
                <a:cubicBezTo>
                  <a:pt x="639686" y="128040"/>
                  <a:pt x="637920" y="119579"/>
                  <a:pt x="637415" y="103940"/>
                </a:cubicBezTo>
                <a:lnTo>
                  <a:pt x="715228" y="103940"/>
                </a:lnTo>
                <a:cubicBezTo>
                  <a:pt x="713204" y="87316"/>
                  <a:pt x="710679" y="79911"/>
                  <a:pt x="704365" y="71740"/>
                </a:cubicBezTo>
                <a:cubicBezTo>
                  <a:pt x="696782" y="62532"/>
                  <a:pt x="685163" y="57148"/>
                  <a:pt x="672025" y="57148"/>
                </a:cubicBezTo>
                <a:cubicBezTo>
                  <a:pt x="659392" y="57148"/>
                  <a:pt x="647519" y="61762"/>
                  <a:pt x="637920" y="70461"/>
                </a:cubicBezTo>
                <a:cubicBezTo>
                  <a:pt x="626043" y="80931"/>
                  <a:pt x="619224" y="99072"/>
                  <a:pt x="619224" y="120091"/>
                </a:cubicBezTo>
                <a:cubicBezTo>
                  <a:pt x="619224" y="155470"/>
                  <a:pt x="637415" y="177505"/>
                  <a:pt x="666466" y="177505"/>
                </a:cubicBezTo>
                <a:cubicBezTo>
                  <a:pt x="690468" y="177505"/>
                  <a:pt x="709415" y="162390"/>
                  <a:pt x="720028" y="134706"/>
                </a:cubicBezTo>
                <a:lnTo>
                  <a:pt x="715984" y="132911"/>
                </a:lnTo>
                <a:moveTo>
                  <a:pt x="637920" y="95741"/>
                </a:moveTo>
                <a:cubicBezTo>
                  <a:pt x="640696" y="75825"/>
                  <a:pt x="649289" y="66375"/>
                  <a:pt x="664697" y="66375"/>
                </a:cubicBezTo>
                <a:cubicBezTo>
                  <a:pt x="680109" y="66375"/>
                  <a:pt x="686173" y="73526"/>
                  <a:pt x="689458" y="95741"/>
                </a:cubicBezTo>
                <a:lnTo>
                  <a:pt x="637920" y="95741"/>
                </a:lnTo>
                <a:close/>
                <a:moveTo>
                  <a:pt x="853421" y="16116"/>
                </a:moveTo>
                <a:lnTo>
                  <a:pt x="853421" y="144253"/>
                </a:lnTo>
                <a:cubicBezTo>
                  <a:pt x="853421" y="166038"/>
                  <a:pt x="850642" y="168857"/>
                  <a:pt x="829671" y="170136"/>
                </a:cubicBezTo>
                <a:lnTo>
                  <a:pt x="829671" y="175003"/>
                </a:lnTo>
                <a:lnTo>
                  <a:pt x="903444" y="175003"/>
                </a:lnTo>
                <a:lnTo>
                  <a:pt x="903444" y="170136"/>
                </a:lnTo>
                <a:cubicBezTo>
                  <a:pt x="882727" y="169111"/>
                  <a:pt x="879188" y="165780"/>
                  <a:pt x="879188" y="147072"/>
                </a:cubicBezTo>
                <a:lnTo>
                  <a:pt x="879188" y="16116"/>
                </a:lnTo>
                <a:lnTo>
                  <a:pt x="892831" y="16116"/>
                </a:lnTo>
                <a:cubicBezTo>
                  <a:pt x="921632" y="16116"/>
                  <a:pt x="927191" y="20729"/>
                  <a:pt x="933004" y="48918"/>
                </a:cubicBezTo>
                <a:lnTo>
                  <a:pt x="939064" y="48918"/>
                </a:lnTo>
                <a:lnTo>
                  <a:pt x="937549" y="5352"/>
                </a:lnTo>
                <a:lnTo>
                  <a:pt x="795061" y="5352"/>
                </a:lnTo>
                <a:lnTo>
                  <a:pt x="793546" y="48918"/>
                </a:lnTo>
                <a:lnTo>
                  <a:pt x="799606" y="48918"/>
                </a:lnTo>
                <a:cubicBezTo>
                  <a:pt x="805670" y="20983"/>
                  <a:pt x="811483" y="16116"/>
                  <a:pt x="839779" y="16116"/>
                </a:cubicBezTo>
                <a:lnTo>
                  <a:pt x="853421" y="16116"/>
                </a:lnTo>
                <a:close/>
                <a:moveTo>
                  <a:pt x="1056543" y="1767"/>
                </a:moveTo>
                <a:lnTo>
                  <a:pt x="1051239" y="1767"/>
                </a:lnTo>
                <a:cubicBezTo>
                  <a:pt x="1050229" y="7659"/>
                  <a:pt x="1047449" y="10478"/>
                  <a:pt x="1043155" y="10478"/>
                </a:cubicBezTo>
                <a:cubicBezTo>
                  <a:pt x="1040626" y="10478"/>
                  <a:pt x="1036332" y="9454"/>
                  <a:pt x="1032037" y="7405"/>
                </a:cubicBezTo>
                <a:cubicBezTo>
                  <a:pt x="1022689" y="3902"/>
                  <a:pt x="1013340" y="1849"/>
                  <a:pt x="1005256" y="1849"/>
                </a:cubicBezTo>
                <a:cubicBezTo>
                  <a:pt x="994393" y="1849"/>
                  <a:pt x="983279" y="6209"/>
                  <a:pt x="974941" y="13637"/>
                </a:cubicBezTo>
                <a:cubicBezTo>
                  <a:pt x="966098" y="21574"/>
                  <a:pt x="961552" y="32326"/>
                  <a:pt x="961552" y="45638"/>
                </a:cubicBezTo>
                <a:cubicBezTo>
                  <a:pt x="961552" y="66117"/>
                  <a:pt x="972666" y="80450"/>
                  <a:pt x="1000962" y="95558"/>
                </a:cubicBezTo>
                <a:cubicBezTo>
                  <a:pt x="1019154" y="105285"/>
                  <a:pt x="1032292" y="115779"/>
                  <a:pt x="1038606" y="125510"/>
                </a:cubicBezTo>
                <a:cubicBezTo>
                  <a:pt x="1040880" y="128837"/>
                  <a:pt x="1042145" y="134213"/>
                  <a:pt x="1042145" y="140355"/>
                </a:cubicBezTo>
                <a:cubicBezTo>
                  <a:pt x="1042145" y="157507"/>
                  <a:pt x="1029512" y="169283"/>
                  <a:pt x="1011070" y="169283"/>
                </a:cubicBezTo>
                <a:cubicBezTo>
                  <a:pt x="988584" y="169283"/>
                  <a:pt x="972666" y="155204"/>
                  <a:pt x="960034" y="123973"/>
                </a:cubicBezTo>
                <a:lnTo>
                  <a:pt x="954224" y="123973"/>
                </a:lnTo>
                <a:lnTo>
                  <a:pt x="961803" y="178252"/>
                </a:lnTo>
                <a:lnTo>
                  <a:pt x="967362" y="178252"/>
                </a:lnTo>
                <a:cubicBezTo>
                  <a:pt x="967613" y="173467"/>
                  <a:pt x="970646" y="169881"/>
                  <a:pt x="974436" y="169881"/>
                </a:cubicBezTo>
                <a:cubicBezTo>
                  <a:pt x="977215" y="169881"/>
                  <a:pt x="981510" y="170906"/>
                  <a:pt x="986309" y="172700"/>
                </a:cubicBezTo>
                <a:cubicBezTo>
                  <a:pt x="995908" y="176458"/>
                  <a:pt x="1006016" y="178506"/>
                  <a:pt x="1016120" y="178506"/>
                </a:cubicBezTo>
                <a:cubicBezTo>
                  <a:pt x="1045175" y="178506"/>
                  <a:pt x="1067661" y="158277"/>
                  <a:pt x="1067661" y="131906"/>
                </a:cubicBezTo>
                <a:cubicBezTo>
                  <a:pt x="1067661" y="110915"/>
                  <a:pt x="1053764" y="94275"/>
                  <a:pt x="1020414" y="76099"/>
                </a:cubicBezTo>
                <a:cubicBezTo>
                  <a:pt x="993888" y="61254"/>
                  <a:pt x="983279" y="49990"/>
                  <a:pt x="983279" y="36165"/>
                </a:cubicBezTo>
                <a:cubicBezTo>
                  <a:pt x="983279" y="22086"/>
                  <a:pt x="993888" y="12355"/>
                  <a:pt x="1009551" y="12355"/>
                </a:cubicBezTo>
                <a:cubicBezTo>
                  <a:pt x="1020923" y="12355"/>
                  <a:pt x="1031532" y="17222"/>
                  <a:pt x="1040375" y="26438"/>
                </a:cubicBezTo>
                <a:cubicBezTo>
                  <a:pt x="1048205" y="34628"/>
                  <a:pt x="1051744" y="41283"/>
                  <a:pt x="1055788" y="56390"/>
                </a:cubicBezTo>
                <a:lnTo>
                  <a:pt x="1062102" y="56390"/>
                </a:lnTo>
                <a:lnTo>
                  <a:pt x="1056543" y="1767"/>
                </a:lnTo>
                <a:close/>
                <a:moveTo>
                  <a:pt x="1238699" y="177756"/>
                </a:moveTo>
                <a:lnTo>
                  <a:pt x="1238699" y="43011"/>
                </a:lnTo>
                <a:cubicBezTo>
                  <a:pt x="1238699" y="27642"/>
                  <a:pt x="1241224" y="18165"/>
                  <a:pt x="1246024" y="14834"/>
                </a:cubicBezTo>
                <a:cubicBezTo>
                  <a:pt x="1249563" y="12273"/>
                  <a:pt x="1253098" y="11248"/>
                  <a:pt x="1262700" y="10224"/>
                </a:cubicBezTo>
                <a:lnTo>
                  <a:pt x="1262700" y="5352"/>
                </a:lnTo>
                <a:lnTo>
                  <a:pt x="1203330" y="5352"/>
                </a:lnTo>
                <a:lnTo>
                  <a:pt x="1203330" y="10224"/>
                </a:lnTo>
                <a:cubicBezTo>
                  <a:pt x="1212929" y="10990"/>
                  <a:pt x="1216464" y="12015"/>
                  <a:pt x="1220253" y="14321"/>
                </a:cubicBezTo>
                <a:cubicBezTo>
                  <a:pt x="1225307" y="17907"/>
                  <a:pt x="1227581" y="27130"/>
                  <a:pt x="1227581" y="43011"/>
                </a:cubicBezTo>
                <a:lnTo>
                  <a:pt x="1227581" y="129341"/>
                </a:lnTo>
                <a:lnTo>
                  <a:pt x="1130316" y="5352"/>
                </a:lnTo>
                <a:lnTo>
                  <a:pt x="1087113" y="5352"/>
                </a:lnTo>
                <a:lnTo>
                  <a:pt x="1087113" y="10224"/>
                </a:lnTo>
                <a:cubicBezTo>
                  <a:pt x="1097977" y="10224"/>
                  <a:pt x="1101512" y="12273"/>
                  <a:pt x="1111620" y="24311"/>
                </a:cubicBezTo>
                <a:lnTo>
                  <a:pt x="1111620" y="137282"/>
                </a:lnTo>
                <a:cubicBezTo>
                  <a:pt x="1111620" y="163731"/>
                  <a:pt x="1108081" y="168599"/>
                  <a:pt x="1087113" y="170136"/>
                </a:cubicBezTo>
                <a:lnTo>
                  <a:pt x="1087113" y="175003"/>
                </a:lnTo>
                <a:lnTo>
                  <a:pt x="1146484" y="175003"/>
                </a:lnTo>
                <a:lnTo>
                  <a:pt x="1146484" y="170136"/>
                </a:lnTo>
                <a:cubicBezTo>
                  <a:pt x="1127032" y="169111"/>
                  <a:pt x="1122737" y="163219"/>
                  <a:pt x="1122737" y="137341"/>
                </a:cubicBezTo>
                <a:lnTo>
                  <a:pt x="1122737" y="36900"/>
                </a:lnTo>
                <a:lnTo>
                  <a:pt x="1234401" y="177756"/>
                </a:lnTo>
                <a:lnTo>
                  <a:pt x="1238699" y="177756"/>
                </a:lnTo>
                <a:close/>
                <a:moveTo>
                  <a:pt x="1417316" y="131687"/>
                </a:moveTo>
                <a:lnTo>
                  <a:pt x="1410242" y="131687"/>
                </a:lnTo>
                <a:cubicBezTo>
                  <a:pt x="1397609" y="159372"/>
                  <a:pt x="1386746" y="165526"/>
                  <a:pt x="1350617" y="165526"/>
                </a:cubicBezTo>
                <a:lnTo>
                  <a:pt x="1343798" y="165526"/>
                </a:lnTo>
                <a:cubicBezTo>
                  <a:pt x="1331415" y="165526"/>
                  <a:pt x="1320806" y="164244"/>
                  <a:pt x="1319037" y="162449"/>
                </a:cubicBezTo>
                <a:cubicBezTo>
                  <a:pt x="1317772" y="161679"/>
                  <a:pt x="1317267" y="158860"/>
                  <a:pt x="1317267" y="154501"/>
                </a:cubicBezTo>
                <a:lnTo>
                  <a:pt x="1317267" y="91179"/>
                </a:lnTo>
                <a:lnTo>
                  <a:pt x="1356176" y="91179"/>
                </a:lnTo>
                <a:cubicBezTo>
                  <a:pt x="1376893" y="91179"/>
                  <a:pt x="1380682" y="94514"/>
                  <a:pt x="1383966" y="115790"/>
                </a:cubicBezTo>
                <a:lnTo>
                  <a:pt x="1389776" y="115790"/>
                </a:lnTo>
                <a:lnTo>
                  <a:pt x="1389776" y="56339"/>
                </a:lnTo>
                <a:lnTo>
                  <a:pt x="1383966" y="56339"/>
                </a:lnTo>
                <a:cubicBezTo>
                  <a:pt x="1382197" y="66841"/>
                  <a:pt x="1381187" y="70684"/>
                  <a:pt x="1378408" y="74269"/>
                </a:cubicBezTo>
                <a:cubicBezTo>
                  <a:pt x="1375123" y="78625"/>
                  <a:pt x="1368049" y="80677"/>
                  <a:pt x="1356176" y="80677"/>
                </a:cubicBezTo>
                <a:lnTo>
                  <a:pt x="1317267" y="80677"/>
                </a:lnTo>
                <a:lnTo>
                  <a:pt x="1317267" y="23802"/>
                </a:lnTo>
                <a:cubicBezTo>
                  <a:pt x="1317267" y="16628"/>
                  <a:pt x="1318782" y="15092"/>
                  <a:pt x="1325606" y="15092"/>
                </a:cubicBezTo>
                <a:lnTo>
                  <a:pt x="1359711" y="15092"/>
                </a:lnTo>
                <a:cubicBezTo>
                  <a:pt x="1388261" y="15092"/>
                  <a:pt x="1393820" y="18935"/>
                  <a:pt x="1398114" y="41990"/>
                </a:cubicBezTo>
                <a:lnTo>
                  <a:pt x="1404429" y="41990"/>
                </a:lnTo>
                <a:lnTo>
                  <a:pt x="1403673" y="5352"/>
                </a:lnTo>
                <a:lnTo>
                  <a:pt x="1269520" y="5352"/>
                </a:lnTo>
                <a:lnTo>
                  <a:pt x="1269520" y="10224"/>
                </a:lnTo>
                <a:cubicBezTo>
                  <a:pt x="1288216" y="11760"/>
                  <a:pt x="1291501" y="15346"/>
                  <a:pt x="1291501" y="33287"/>
                </a:cubicBezTo>
                <a:lnTo>
                  <a:pt x="1291501" y="147072"/>
                </a:lnTo>
                <a:cubicBezTo>
                  <a:pt x="1291501" y="165010"/>
                  <a:pt x="1287962" y="168857"/>
                  <a:pt x="1269520" y="170136"/>
                </a:cubicBezTo>
                <a:lnTo>
                  <a:pt x="1269520" y="175003"/>
                </a:lnTo>
                <a:lnTo>
                  <a:pt x="1405944" y="175003"/>
                </a:lnTo>
                <a:lnTo>
                  <a:pt x="1417316" y="131687"/>
                </a:lnTo>
                <a:close/>
                <a:moveTo>
                  <a:pt x="1487042" y="74253"/>
                </a:moveTo>
                <a:cubicBezTo>
                  <a:pt x="1489317" y="73999"/>
                  <a:pt x="1491086" y="73999"/>
                  <a:pt x="1493361" y="73999"/>
                </a:cubicBezTo>
                <a:cubicBezTo>
                  <a:pt x="1501950" y="73999"/>
                  <a:pt x="1503719" y="76560"/>
                  <a:pt x="1503719" y="88602"/>
                </a:cubicBezTo>
                <a:lnTo>
                  <a:pt x="1503719" y="208517"/>
                </a:lnTo>
                <a:cubicBezTo>
                  <a:pt x="1503719" y="221842"/>
                  <a:pt x="1500940" y="224661"/>
                  <a:pt x="1486032" y="226197"/>
                </a:cubicBezTo>
                <a:lnTo>
                  <a:pt x="1486032" y="230553"/>
                </a:lnTo>
                <a:lnTo>
                  <a:pt x="1547172" y="230553"/>
                </a:lnTo>
                <a:lnTo>
                  <a:pt x="1547172" y="225943"/>
                </a:lnTo>
                <a:cubicBezTo>
                  <a:pt x="1528225" y="225685"/>
                  <a:pt x="1524941" y="222866"/>
                  <a:pt x="1524941" y="206723"/>
                </a:cubicBezTo>
                <a:lnTo>
                  <a:pt x="1524941" y="166492"/>
                </a:lnTo>
                <a:cubicBezTo>
                  <a:pt x="1533784" y="174945"/>
                  <a:pt x="1539844" y="177505"/>
                  <a:pt x="1550457" y="177505"/>
                </a:cubicBezTo>
                <a:cubicBezTo>
                  <a:pt x="1580267" y="177505"/>
                  <a:pt x="1603509" y="148824"/>
                  <a:pt x="1603509" y="111697"/>
                </a:cubicBezTo>
                <a:cubicBezTo>
                  <a:pt x="1603509" y="79950"/>
                  <a:pt x="1585826" y="57148"/>
                  <a:pt x="1561320" y="57148"/>
                </a:cubicBezTo>
                <a:cubicBezTo>
                  <a:pt x="1547172" y="57148"/>
                  <a:pt x="1536055" y="63556"/>
                  <a:pt x="1524941" y="77389"/>
                </a:cubicBezTo>
                <a:lnTo>
                  <a:pt x="1524941" y="57665"/>
                </a:lnTo>
                <a:lnTo>
                  <a:pt x="1523426" y="57148"/>
                </a:lnTo>
                <a:cubicBezTo>
                  <a:pt x="1509783" y="62532"/>
                  <a:pt x="1500940" y="65863"/>
                  <a:pt x="1487042" y="70219"/>
                </a:cubicBezTo>
                <a:lnTo>
                  <a:pt x="1487042" y="74253"/>
                </a:lnTo>
                <a:moveTo>
                  <a:pt x="1524941" y="89423"/>
                </a:moveTo>
                <a:cubicBezTo>
                  <a:pt x="1524941" y="81741"/>
                  <a:pt x="1539089" y="72525"/>
                  <a:pt x="1550707" y="72525"/>
                </a:cubicBezTo>
                <a:cubicBezTo>
                  <a:pt x="1569404" y="72525"/>
                  <a:pt x="1581782" y="91984"/>
                  <a:pt x="1581782" y="121686"/>
                </a:cubicBezTo>
                <a:cubicBezTo>
                  <a:pt x="1581782" y="150106"/>
                  <a:pt x="1569404" y="169307"/>
                  <a:pt x="1551216" y="169307"/>
                </a:cubicBezTo>
                <a:cubicBezTo>
                  <a:pt x="1539339" y="169307"/>
                  <a:pt x="1524941" y="160091"/>
                  <a:pt x="1524941" y="152409"/>
                </a:cubicBezTo>
                <a:lnTo>
                  <a:pt x="1524941" y="89423"/>
                </a:lnTo>
                <a:close/>
                <a:moveTo>
                  <a:pt x="1615891" y="15373"/>
                </a:moveTo>
                <a:lnTo>
                  <a:pt x="1617406" y="15373"/>
                </a:lnTo>
                <a:cubicBezTo>
                  <a:pt x="1620185" y="15119"/>
                  <a:pt x="1623215" y="14861"/>
                  <a:pt x="1625239" y="14861"/>
                </a:cubicBezTo>
                <a:cubicBezTo>
                  <a:pt x="1633323" y="14861"/>
                  <a:pt x="1635848" y="18450"/>
                  <a:pt x="1635848" y="30492"/>
                </a:cubicBezTo>
                <a:lnTo>
                  <a:pt x="1635848" y="152714"/>
                </a:lnTo>
                <a:cubicBezTo>
                  <a:pt x="1635848" y="166550"/>
                  <a:pt x="1632313" y="169881"/>
                  <a:pt x="1616396" y="171160"/>
                </a:cubicBezTo>
                <a:lnTo>
                  <a:pt x="1616396" y="175003"/>
                </a:lnTo>
                <a:lnTo>
                  <a:pt x="1676017" y="175003"/>
                </a:lnTo>
                <a:lnTo>
                  <a:pt x="1676017" y="171160"/>
                </a:lnTo>
                <a:cubicBezTo>
                  <a:pt x="1660104" y="170136"/>
                  <a:pt x="1657070" y="167575"/>
                  <a:pt x="1657070" y="153480"/>
                </a:cubicBezTo>
                <a:lnTo>
                  <a:pt x="1657070" y="512"/>
                </a:lnTo>
                <a:lnTo>
                  <a:pt x="1656060" y="0"/>
                </a:lnTo>
                <a:cubicBezTo>
                  <a:pt x="1642922" y="4355"/>
                  <a:pt x="1633323" y="6920"/>
                  <a:pt x="1615891" y="11276"/>
                </a:cubicBezTo>
                <a:lnTo>
                  <a:pt x="1615891" y="15373"/>
                </a:lnTo>
                <a:close/>
                <a:moveTo>
                  <a:pt x="1744486" y="57148"/>
                </a:moveTo>
                <a:cubicBezTo>
                  <a:pt x="1711641" y="57148"/>
                  <a:pt x="1688650" y="81737"/>
                  <a:pt x="1688650" y="117073"/>
                </a:cubicBezTo>
                <a:cubicBezTo>
                  <a:pt x="1688650" y="151639"/>
                  <a:pt x="1712146" y="177505"/>
                  <a:pt x="1743977" y="177505"/>
                </a:cubicBezTo>
                <a:cubicBezTo>
                  <a:pt x="1775811" y="177505"/>
                  <a:pt x="1800063" y="150360"/>
                  <a:pt x="1800063" y="115024"/>
                </a:cubicBezTo>
                <a:cubicBezTo>
                  <a:pt x="1800063" y="81479"/>
                  <a:pt x="1776821" y="57148"/>
                  <a:pt x="1744486" y="57148"/>
                </a:cubicBezTo>
                <a:moveTo>
                  <a:pt x="1741201" y="64327"/>
                </a:moveTo>
                <a:cubicBezTo>
                  <a:pt x="1762423" y="64327"/>
                  <a:pt x="1777326" y="88907"/>
                  <a:pt x="1777326" y="123985"/>
                </a:cubicBezTo>
                <a:cubicBezTo>
                  <a:pt x="1777326" y="152921"/>
                  <a:pt x="1765958" y="170331"/>
                  <a:pt x="1747011" y="170331"/>
                </a:cubicBezTo>
                <a:cubicBezTo>
                  <a:pt x="1737158" y="170331"/>
                  <a:pt x="1727809" y="164189"/>
                  <a:pt x="1722505" y="153945"/>
                </a:cubicBezTo>
                <a:cubicBezTo>
                  <a:pt x="1715431" y="140629"/>
                  <a:pt x="1711387" y="122707"/>
                  <a:pt x="1711387" y="104526"/>
                </a:cubicBezTo>
                <a:cubicBezTo>
                  <a:pt x="1711387" y="80200"/>
                  <a:pt x="1723260" y="64327"/>
                  <a:pt x="1741201" y="64327"/>
                </a:cubicBezTo>
                <a:close/>
                <a:moveTo>
                  <a:pt x="1872067" y="59651"/>
                </a:moveTo>
                <a:lnTo>
                  <a:pt x="1846551" y="59651"/>
                </a:lnTo>
                <a:lnTo>
                  <a:pt x="1846551" y="29929"/>
                </a:lnTo>
                <a:cubicBezTo>
                  <a:pt x="1846551" y="27368"/>
                  <a:pt x="1846300" y="26598"/>
                  <a:pt x="1844781" y="26598"/>
                </a:cubicBezTo>
                <a:cubicBezTo>
                  <a:pt x="1843016" y="28905"/>
                  <a:pt x="1841497" y="31211"/>
                  <a:pt x="1839731" y="33772"/>
                </a:cubicBezTo>
                <a:cubicBezTo>
                  <a:pt x="1830128" y="47867"/>
                  <a:pt x="1819265" y="60167"/>
                  <a:pt x="1815225" y="61191"/>
                </a:cubicBezTo>
                <a:cubicBezTo>
                  <a:pt x="1812446" y="62982"/>
                  <a:pt x="1810927" y="64776"/>
                  <a:pt x="1810927" y="66059"/>
                </a:cubicBezTo>
                <a:cubicBezTo>
                  <a:pt x="1810927" y="66829"/>
                  <a:pt x="1811181" y="67341"/>
                  <a:pt x="1811941" y="67853"/>
                </a:cubicBezTo>
                <a:lnTo>
                  <a:pt x="1825329" y="67853"/>
                </a:lnTo>
                <a:lnTo>
                  <a:pt x="1825329" y="144969"/>
                </a:lnTo>
                <a:cubicBezTo>
                  <a:pt x="1825329" y="166488"/>
                  <a:pt x="1832908" y="177505"/>
                  <a:pt x="1847815" y="177505"/>
                </a:cubicBezTo>
                <a:cubicBezTo>
                  <a:pt x="1860193" y="177505"/>
                  <a:pt x="1869792" y="171359"/>
                  <a:pt x="1878131" y="158035"/>
                </a:cubicBezTo>
                <a:lnTo>
                  <a:pt x="1874846" y="155216"/>
                </a:lnTo>
                <a:cubicBezTo>
                  <a:pt x="1869542" y="161620"/>
                  <a:pt x="1865247" y="164185"/>
                  <a:pt x="1859688" y="164185"/>
                </a:cubicBezTo>
                <a:cubicBezTo>
                  <a:pt x="1850340" y="164185"/>
                  <a:pt x="1846551" y="157265"/>
                  <a:pt x="1846551" y="141125"/>
                </a:cubicBezTo>
                <a:lnTo>
                  <a:pt x="1846551" y="67853"/>
                </a:lnTo>
                <a:lnTo>
                  <a:pt x="1872067" y="67853"/>
                </a:lnTo>
                <a:lnTo>
                  <a:pt x="1872067" y="59651"/>
                </a:lnTo>
                <a:close/>
                <a:moveTo>
                  <a:pt x="1943817" y="75086"/>
                </a:moveTo>
                <a:cubicBezTo>
                  <a:pt x="1947356" y="74316"/>
                  <a:pt x="1949630" y="74058"/>
                  <a:pt x="1952660" y="74058"/>
                </a:cubicBezTo>
                <a:cubicBezTo>
                  <a:pt x="1958975" y="74058"/>
                  <a:pt x="1961249" y="78159"/>
                  <a:pt x="1961249" y="89431"/>
                </a:cubicBezTo>
                <a:lnTo>
                  <a:pt x="1961249" y="153484"/>
                </a:lnTo>
                <a:cubicBezTo>
                  <a:pt x="1961249" y="166292"/>
                  <a:pt x="1959480" y="168087"/>
                  <a:pt x="1943312" y="171160"/>
                </a:cubicBezTo>
                <a:lnTo>
                  <a:pt x="1943312" y="175003"/>
                </a:lnTo>
                <a:lnTo>
                  <a:pt x="2003947" y="175003"/>
                </a:lnTo>
                <a:lnTo>
                  <a:pt x="2003947" y="171160"/>
                </a:lnTo>
                <a:cubicBezTo>
                  <a:pt x="1986765" y="170394"/>
                  <a:pt x="1982471" y="166550"/>
                  <a:pt x="1982471" y="151948"/>
                </a:cubicBezTo>
                <a:lnTo>
                  <a:pt x="1982471" y="94299"/>
                </a:lnTo>
                <a:cubicBezTo>
                  <a:pt x="1982471" y="86100"/>
                  <a:pt x="1993334" y="73292"/>
                  <a:pt x="2000157" y="73292"/>
                </a:cubicBezTo>
                <a:cubicBezTo>
                  <a:pt x="2001672" y="73292"/>
                  <a:pt x="2003947" y="74574"/>
                  <a:pt x="2006726" y="77135"/>
                </a:cubicBezTo>
                <a:cubicBezTo>
                  <a:pt x="2010766" y="80720"/>
                  <a:pt x="2013546" y="82257"/>
                  <a:pt x="2016830" y="82257"/>
                </a:cubicBezTo>
                <a:cubicBezTo>
                  <a:pt x="2022894" y="82257"/>
                  <a:pt x="2026684" y="77901"/>
                  <a:pt x="2026684" y="70731"/>
                </a:cubicBezTo>
                <a:cubicBezTo>
                  <a:pt x="2026684" y="62274"/>
                  <a:pt x="2021379" y="57148"/>
                  <a:pt x="2012790" y="57148"/>
                </a:cubicBezTo>
                <a:cubicBezTo>
                  <a:pt x="2002177" y="57148"/>
                  <a:pt x="1994853" y="63044"/>
                  <a:pt x="1982471" y="81232"/>
                </a:cubicBezTo>
                <a:lnTo>
                  <a:pt x="1982471" y="57665"/>
                </a:lnTo>
                <a:lnTo>
                  <a:pt x="1981210" y="57148"/>
                </a:lnTo>
                <a:cubicBezTo>
                  <a:pt x="1967818" y="62786"/>
                  <a:pt x="1958724" y="66117"/>
                  <a:pt x="1943817" y="70985"/>
                </a:cubicBezTo>
                <a:lnTo>
                  <a:pt x="1943817" y="75086"/>
                </a:lnTo>
                <a:close/>
                <a:moveTo>
                  <a:pt x="2129255" y="132911"/>
                </a:moveTo>
                <a:cubicBezTo>
                  <a:pt x="2117131" y="152393"/>
                  <a:pt x="2106264" y="159830"/>
                  <a:pt x="2090096" y="159830"/>
                </a:cubicBezTo>
                <a:cubicBezTo>
                  <a:pt x="2075698" y="159830"/>
                  <a:pt x="2064834" y="152393"/>
                  <a:pt x="2057506" y="137783"/>
                </a:cubicBezTo>
                <a:cubicBezTo>
                  <a:pt x="2052957" y="128040"/>
                  <a:pt x="2051191" y="119579"/>
                  <a:pt x="2050686" y="103940"/>
                </a:cubicBezTo>
                <a:lnTo>
                  <a:pt x="2128499" y="103940"/>
                </a:lnTo>
                <a:cubicBezTo>
                  <a:pt x="2126475" y="87316"/>
                  <a:pt x="2123950" y="79911"/>
                  <a:pt x="2117636" y="71740"/>
                </a:cubicBezTo>
                <a:cubicBezTo>
                  <a:pt x="2110053" y="62532"/>
                  <a:pt x="2098434" y="57148"/>
                  <a:pt x="2085296" y="57148"/>
                </a:cubicBezTo>
                <a:cubicBezTo>
                  <a:pt x="2072664" y="57148"/>
                  <a:pt x="2060790" y="61762"/>
                  <a:pt x="2051191" y="70461"/>
                </a:cubicBezTo>
                <a:cubicBezTo>
                  <a:pt x="2039314" y="80931"/>
                  <a:pt x="2032495" y="99072"/>
                  <a:pt x="2032495" y="120091"/>
                </a:cubicBezTo>
                <a:cubicBezTo>
                  <a:pt x="2032495" y="155470"/>
                  <a:pt x="2050686" y="177505"/>
                  <a:pt x="2079738" y="177505"/>
                </a:cubicBezTo>
                <a:cubicBezTo>
                  <a:pt x="2103739" y="177505"/>
                  <a:pt x="2122686" y="162390"/>
                  <a:pt x="2133299" y="134706"/>
                </a:cubicBezTo>
                <a:lnTo>
                  <a:pt x="2129255" y="132911"/>
                </a:lnTo>
                <a:moveTo>
                  <a:pt x="2051191" y="95741"/>
                </a:moveTo>
                <a:cubicBezTo>
                  <a:pt x="2053967" y="75825"/>
                  <a:pt x="2062560" y="66375"/>
                  <a:pt x="2077968" y="66375"/>
                </a:cubicBezTo>
                <a:cubicBezTo>
                  <a:pt x="2093380" y="66375"/>
                  <a:pt x="2099444" y="73526"/>
                  <a:pt x="2102729" y="95741"/>
                </a:cubicBezTo>
                <a:lnTo>
                  <a:pt x="2051191" y="95741"/>
                </a:lnTo>
                <a:close/>
                <a:moveTo>
                  <a:pt x="2252291" y="59651"/>
                </a:moveTo>
                <a:lnTo>
                  <a:pt x="2217176" y="59651"/>
                </a:lnTo>
                <a:lnTo>
                  <a:pt x="2217176" y="63498"/>
                </a:lnTo>
                <a:cubicBezTo>
                  <a:pt x="2225260" y="64264"/>
                  <a:pt x="2229050" y="66825"/>
                  <a:pt x="2229050" y="71693"/>
                </a:cubicBezTo>
                <a:cubicBezTo>
                  <a:pt x="2229050" y="74253"/>
                  <a:pt x="2228545" y="76814"/>
                  <a:pt x="2227534" y="79379"/>
                </a:cubicBezTo>
                <a:lnTo>
                  <a:pt x="2202523" y="145719"/>
                </a:lnTo>
                <a:lnTo>
                  <a:pt x="2176753" y="80145"/>
                </a:lnTo>
                <a:cubicBezTo>
                  <a:pt x="2175238" y="76560"/>
                  <a:pt x="2174478" y="72975"/>
                  <a:pt x="2174478" y="70668"/>
                </a:cubicBezTo>
                <a:cubicBezTo>
                  <a:pt x="2174478" y="66059"/>
                  <a:pt x="2177258" y="64264"/>
                  <a:pt x="2186101" y="63498"/>
                </a:cubicBezTo>
                <a:lnTo>
                  <a:pt x="2186101" y="59651"/>
                </a:lnTo>
                <a:lnTo>
                  <a:pt x="2136584" y="59651"/>
                </a:lnTo>
                <a:lnTo>
                  <a:pt x="2136584" y="63498"/>
                </a:lnTo>
                <a:cubicBezTo>
                  <a:pt x="2146183" y="64010"/>
                  <a:pt x="2147952" y="66571"/>
                  <a:pt x="2159571" y="92954"/>
                </a:cubicBezTo>
                <a:lnTo>
                  <a:pt x="2189891" y="166468"/>
                </a:lnTo>
                <a:cubicBezTo>
                  <a:pt x="2190396" y="168005"/>
                  <a:pt x="2191151" y="169799"/>
                  <a:pt x="2191911" y="171848"/>
                </a:cubicBezTo>
                <a:cubicBezTo>
                  <a:pt x="2193426" y="176458"/>
                  <a:pt x="2194944" y="178506"/>
                  <a:pt x="2196459" y="178506"/>
                </a:cubicBezTo>
                <a:cubicBezTo>
                  <a:pt x="2197974" y="178506"/>
                  <a:pt x="2199744" y="175179"/>
                  <a:pt x="2203533" y="165698"/>
                </a:cubicBezTo>
                <a:lnTo>
                  <a:pt x="2235869" y="83477"/>
                </a:lnTo>
                <a:cubicBezTo>
                  <a:pt x="2243197" y="66059"/>
                  <a:pt x="2244712" y="64264"/>
                  <a:pt x="2252291" y="63498"/>
                </a:cubicBezTo>
                <a:lnTo>
                  <a:pt x="2252291" y="59651"/>
                </a:lnTo>
                <a:close/>
                <a:moveTo>
                  <a:pt x="2357390" y="132911"/>
                </a:moveTo>
                <a:cubicBezTo>
                  <a:pt x="2345266" y="152393"/>
                  <a:pt x="2334399" y="159830"/>
                  <a:pt x="2318231" y="159830"/>
                </a:cubicBezTo>
                <a:cubicBezTo>
                  <a:pt x="2303833" y="159830"/>
                  <a:pt x="2292969" y="152393"/>
                  <a:pt x="2285641" y="137783"/>
                </a:cubicBezTo>
                <a:cubicBezTo>
                  <a:pt x="2281092" y="128040"/>
                  <a:pt x="2279326" y="119579"/>
                  <a:pt x="2278821" y="103940"/>
                </a:cubicBezTo>
                <a:lnTo>
                  <a:pt x="2356634" y="103940"/>
                </a:lnTo>
                <a:cubicBezTo>
                  <a:pt x="2354611" y="87316"/>
                  <a:pt x="2352086" y="79911"/>
                  <a:pt x="2345771" y="71740"/>
                </a:cubicBezTo>
                <a:cubicBezTo>
                  <a:pt x="2338188" y="62532"/>
                  <a:pt x="2326569" y="57148"/>
                  <a:pt x="2313432" y="57148"/>
                </a:cubicBezTo>
                <a:cubicBezTo>
                  <a:pt x="2300799" y="57148"/>
                  <a:pt x="2288925" y="61762"/>
                  <a:pt x="2279326" y="70461"/>
                </a:cubicBezTo>
                <a:cubicBezTo>
                  <a:pt x="2267449" y="80931"/>
                  <a:pt x="2260630" y="99072"/>
                  <a:pt x="2260630" y="120091"/>
                </a:cubicBezTo>
                <a:cubicBezTo>
                  <a:pt x="2260630" y="155470"/>
                  <a:pt x="2278821" y="177505"/>
                  <a:pt x="2307873" y="177505"/>
                </a:cubicBezTo>
                <a:cubicBezTo>
                  <a:pt x="2331874" y="177505"/>
                  <a:pt x="2350821" y="162390"/>
                  <a:pt x="2361434" y="134706"/>
                </a:cubicBezTo>
                <a:lnTo>
                  <a:pt x="2357390" y="132911"/>
                </a:lnTo>
                <a:moveTo>
                  <a:pt x="2279326" y="95741"/>
                </a:moveTo>
                <a:cubicBezTo>
                  <a:pt x="2282102" y="75825"/>
                  <a:pt x="2290695" y="66375"/>
                  <a:pt x="2306103" y="66375"/>
                </a:cubicBezTo>
                <a:cubicBezTo>
                  <a:pt x="2321515" y="66375"/>
                  <a:pt x="2327579" y="73526"/>
                  <a:pt x="2330864" y="95741"/>
                </a:cubicBezTo>
                <a:lnTo>
                  <a:pt x="2279326" y="95741"/>
                </a:lnTo>
                <a:close/>
                <a:moveTo>
                  <a:pt x="2478151" y="158039"/>
                </a:moveTo>
                <a:cubicBezTo>
                  <a:pt x="2473857" y="161620"/>
                  <a:pt x="2470827" y="162903"/>
                  <a:pt x="2467037" y="162903"/>
                </a:cubicBezTo>
                <a:cubicBezTo>
                  <a:pt x="2461228" y="162903"/>
                  <a:pt x="2459458" y="159317"/>
                  <a:pt x="2459458" y="148053"/>
                </a:cubicBezTo>
                <a:lnTo>
                  <a:pt x="2459458" y="98122"/>
                </a:lnTo>
                <a:cubicBezTo>
                  <a:pt x="2459458" y="84806"/>
                  <a:pt x="2458194" y="77381"/>
                  <a:pt x="2454404" y="71235"/>
                </a:cubicBezTo>
                <a:cubicBezTo>
                  <a:pt x="2448846" y="62020"/>
                  <a:pt x="2437982" y="57148"/>
                  <a:pt x="2423079" y="57148"/>
                </a:cubicBezTo>
                <a:cubicBezTo>
                  <a:pt x="2399328" y="57148"/>
                  <a:pt x="2380635" y="69699"/>
                  <a:pt x="2380635" y="85830"/>
                </a:cubicBezTo>
                <a:cubicBezTo>
                  <a:pt x="2380635" y="91722"/>
                  <a:pt x="2385685" y="96840"/>
                  <a:pt x="2391499" y="96840"/>
                </a:cubicBezTo>
                <a:cubicBezTo>
                  <a:pt x="2397559" y="96840"/>
                  <a:pt x="2402867" y="91722"/>
                  <a:pt x="2402867" y="86088"/>
                </a:cubicBezTo>
                <a:cubicBezTo>
                  <a:pt x="2402867" y="85064"/>
                  <a:pt x="2402613" y="83781"/>
                  <a:pt x="2402362" y="81991"/>
                </a:cubicBezTo>
                <a:cubicBezTo>
                  <a:pt x="2401857" y="79688"/>
                  <a:pt x="2401603" y="77639"/>
                  <a:pt x="2401603" y="75845"/>
                </a:cubicBezTo>
                <a:cubicBezTo>
                  <a:pt x="2401603" y="68932"/>
                  <a:pt x="2409687" y="63298"/>
                  <a:pt x="2419794" y="63298"/>
                </a:cubicBezTo>
                <a:cubicBezTo>
                  <a:pt x="2432173" y="63298"/>
                  <a:pt x="2438992" y="70723"/>
                  <a:pt x="2438992" y="84552"/>
                </a:cubicBezTo>
                <a:lnTo>
                  <a:pt x="2438992" y="100171"/>
                </a:lnTo>
                <a:cubicBezTo>
                  <a:pt x="2400088" y="116045"/>
                  <a:pt x="2395793" y="118093"/>
                  <a:pt x="2384930" y="127825"/>
                </a:cubicBezTo>
                <a:cubicBezTo>
                  <a:pt x="2379371" y="132946"/>
                  <a:pt x="2375832" y="141649"/>
                  <a:pt x="2375832" y="150098"/>
                </a:cubicBezTo>
                <a:cubicBezTo>
                  <a:pt x="2375832" y="166234"/>
                  <a:pt x="2386950" y="177505"/>
                  <a:pt x="2402362" y="177505"/>
                </a:cubicBezTo>
                <a:cubicBezTo>
                  <a:pt x="2413476" y="177505"/>
                  <a:pt x="2423834" y="172126"/>
                  <a:pt x="2439247" y="158801"/>
                </a:cubicBezTo>
                <a:cubicBezTo>
                  <a:pt x="2440511" y="172126"/>
                  <a:pt x="2445056" y="177505"/>
                  <a:pt x="2455415" y="177505"/>
                </a:cubicBezTo>
                <a:cubicBezTo>
                  <a:pt x="2464003" y="177505"/>
                  <a:pt x="2469312" y="174432"/>
                  <a:pt x="2478151" y="164697"/>
                </a:cubicBezTo>
                <a:lnTo>
                  <a:pt x="2478151" y="158039"/>
                </a:lnTo>
                <a:moveTo>
                  <a:pt x="2438992" y="143428"/>
                </a:moveTo>
                <a:cubicBezTo>
                  <a:pt x="2438992" y="151373"/>
                  <a:pt x="2437732" y="153680"/>
                  <a:pt x="2432423" y="156753"/>
                </a:cubicBezTo>
                <a:cubicBezTo>
                  <a:pt x="2426363" y="160342"/>
                  <a:pt x="2419289" y="162645"/>
                  <a:pt x="2413981" y="162645"/>
                </a:cubicBezTo>
                <a:cubicBezTo>
                  <a:pt x="2405142" y="162645"/>
                  <a:pt x="2398068" y="153934"/>
                  <a:pt x="2398068" y="142916"/>
                </a:cubicBezTo>
                <a:lnTo>
                  <a:pt x="2398068" y="141892"/>
                </a:lnTo>
                <a:cubicBezTo>
                  <a:pt x="2398068" y="126773"/>
                  <a:pt x="2408422" y="117550"/>
                  <a:pt x="2438992" y="106274"/>
                </a:cubicBezTo>
                <a:lnTo>
                  <a:pt x="2438992" y="143428"/>
                </a:lnTo>
                <a:close/>
                <a:moveTo>
                  <a:pt x="2483460" y="15373"/>
                </a:moveTo>
                <a:lnTo>
                  <a:pt x="2484975" y="15373"/>
                </a:lnTo>
                <a:cubicBezTo>
                  <a:pt x="2487755" y="15119"/>
                  <a:pt x="2490785" y="14861"/>
                  <a:pt x="2492809" y="14861"/>
                </a:cubicBezTo>
                <a:cubicBezTo>
                  <a:pt x="2500893" y="14861"/>
                  <a:pt x="2503418" y="18450"/>
                  <a:pt x="2503418" y="30492"/>
                </a:cubicBezTo>
                <a:lnTo>
                  <a:pt x="2503418" y="152714"/>
                </a:lnTo>
                <a:cubicBezTo>
                  <a:pt x="2503418" y="166550"/>
                  <a:pt x="2499883" y="169881"/>
                  <a:pt x="2483965" y="171160"/>
                </a:cubicBezTo>
                <a:lnTo>
                  <a:pt x="2483965" y="175003"/>
                </a:lnTo>
                <a:lnTo>
                  <a:pt x="2543587" y="175003"/>
                </a:lnTo>
                <a:lnTo>
                  <a:pt x="2543587" y="171160"/>
                </a:lnTo>
                <a:cubicBezTo>
                  <a:pt x="2527673" y="170136"/>
                  <a:pt x="2524639" y="167575"/>
                  <a:pt x="2524639" y="153480"/>
                </a:cubicBezTo>
                <a:lnTo>
                  <a:pt x="2524639" y="512"/>
                </a:lnTo>
                <a:lnTo>
                  <a:pt x="2523629" y="0"/>
                </a:lnTo>
                <a:cubicBezTo>
                  <a:pt x="2510491" y="4355"/>
                  <a:pt x="2500893" y="6920"/>
                  <a:pt x="2483460" y="11276"/>
                </a:cubicBezTo>
                <a:lnTo>
                  <a:pt x="2483460" y="15373"/>
                </a:lnTo>
                <a:close/>
                <a:moveTo>
                  <a:pt x="2628473" y="94498"/>
                </a:moveTo>
                <a:lnTo>
                  <a:pt x="2627463" y="59651"/>
                </a:lnTo>
                <a:lnTo>
                  <a:pt x="2624683" y="59651"/>
                </a:lnTo>
                <a:lnTo>
                  <a:pt x="2624178" y="60167"/>
                </a:lnTo>
                <a:cubicBezTo>
                  <a:pt x="2621904" y="61957"/>
                  <a:pt x="2621653" y="62215"/>
                  <a:pt x="2620643" y="62215"/>
                </a:cubicBezTo>
                <a:cubicBezTo>
                  <a:pt x="2619128" y="62215"/>
                  <a:pt x="2616599" y="61703"/>
                  <a:pt x="2613820" y="60421"/>
                </a:cubicBezTo>
                <a:cubicBezTo>
                  <a:pt x="2608261" y="58427"/>
                  <a:pt x="2602706" y="57399"/>
                  <a:pt x="2596137" y="57399"/>
                </a:cubicBezTo>
                <a:cubicBezTo>
                  <a:pt x="2576176" y="57399"/>
                  <a:pt x="2561778" y="70465"/>
                  <a:pt x="2561778" y="88903"/>
                </a:cubicBezTo>
                <a:cubicBezTo>
                  <a:pt x="2561778" y="103240"/>
                  <a:pt x="2569861" y="113484"/>
                  <a:pt x="2591338" y="125776"/>
                </a:cubicBezTo>
                <a:lnTo>
                  <a:pt x="2605990" y="134229"/>
                </a:lnTo>
                <a:cubicBezTo>
                  <a:pt x="2614830" y="139350"/>
                  <a:pt x="2619128" y="145496"/>
                  <a:pt x="2619128" y="153433"/>
                </a:cubicBezTo>
                <a:cubicBezTo>
                  <a:pt x="2619128" y="164701"/>
                  <a:pt x="2611040" y="171871"/>
                  <a:pt x="2598157" y="171871"/>
                </a:cubicBezTo>
                <a:cubicBezTo>
                  <a:pt x="2589568" y="171871"/>
                  <a:pt x="2581735" y="168540"/>
                  <a:pt x="2576935" y="162906"/>
                </a:cubicBezTo>
                <a:cubicBezTo>
                  <a:pt x="2571631" y="156506"/>
                  <a:pt x="2569356" y="150614"/>
                  <a:pt x="2566072" y="136019"/>
                </a:cubicBezTo>
                <a:lnTo>
                  <a:pt x="2562028" y="136019"/>
                </a:lnTo>
                <a:lnTo>
                  <a:pt x="2562028" y="175969"/>
                </a:lnTo>
                <a:lnTo>
                  <a:pt x="2565313" y="175969"/>
                </a:lnTo>
                <a:cubicBezTo>
                  <a:pt x="2567082" y="173408"/>
                  <a:pt x="2568092" y="172896"/>
                  <a:pt x="2571126" y="172896"/>
                </a:cubicBezTo>
                <a:cubicBezTo>
                  <a:pt x="2573400" y="172954"/>
                  <a:pt x="2576935" y="173467"/>
                  <a:pt x="2582745" y="175003"/>
                </a:cubicBezTo>
                <a:cubicBezTo>
                  <a:pt x="2589819" y="176481"/>
                  <a:pt x="2596642" y="177505"/>
                  <a:pt x="2601187" y="177505"/>
                </a:cubicBezTo>
                <a:cubicBezTo>
                  <a:pt x="2620643" y="177505"/>
                  <a:pt x="2636811" y="162652"/>
                  <a:pt x="2636811" y="144726"/>
                </a:cubicBezTo>
                <a:cubicBezTo>
                  <a:pt x="2636811" y="131922"/>
                  <a:pt x="2630747" y="123473"/>
                  <a:pt x="2615589" y="114254"/>
                </a:cubicBezTo>
                <a:lnTo>
                  <a:pt x="2588304" y="97864"/>
                </a:lnTo>
                <a:cubicBezTo>
                  <a:pt x="2581230" y="93767"/>
                  <a:pt x="2577440" y="87367"/>
                  <a:pt x="2577440" y="80450"/>
                </a:cubicBezTo>
                <a:cubicBezTo>
                  <a:pt x="2577440" y="70207"/>
                  <a:pt x="2585274" y="63036"/>
                  <a:pt x="2596893" y="63036"/>
                </a:cubicBezTo>
                <a:cubicBezTo>
                  <a:pt x="2611295" y="63036"/>
                  <a:pt x="2618874" y="71743"/>
                  <a:pt x="2624683" y="94537"/>
                </a:cubicBezTo>
                <a:lnTo>
                  <a:pt x="2628473" y="94498"/>
                </a:lnTo>
                <a:close/>
                <a:moveTo>
                  <a:pt x="2716141" y="73038"/>
                </a:moveTo>
                <a:cubicBezTo>
                  <a:pt x="2719426" y="72267"/>
                  <a:pt x="2721446" y="72013"/>
                  <a:pt x="2724225" y="72013"/>
                </a:cubicBezTo>
                <a:cubicBezTo>
                  <a:pt x="2730794" y="72013"/>
                  <a:pt x="2733069" y="76111"/>
                  <a:pt x="2733069" y="88407"/>
                </a:cubicBezTo>
                <a:lnTo>
                  <a:pt x="2733069" y="153226"/>
                </a:lnTo>
                <a:cubicBezTo>
                  <a:pt x="2733069" y="167063"/>
                  <a:pt x="2729530" y="170906"/>
                  <a:pt x="2715382" y="171160"/>
                </a:cubicBezTo>
                <a:lnTo>
                  <a:pt x="2715382" y="175003"/>
                </a:lnTo>
                <a:lnTo>
                  <a:pt x="2771468" y="175003"/>
                </a:lnTo>
                <a:lnTo>
                  <a:pt x="2771468" y="171160"/>
                </a:lnTo>
                <a:cubicBezTo>
                  <a:pt x="2758080" y="170648"/>
                  <a:pt x="2754290" y="167833"/>
                  <a:pt x="2754290" y="157839"/>
                </a:cubicBezTo>
                <a:lnTo>
                  <a:pt x="2754290" y="85592"/>
                </a:lnTo>
                <a:cubicBezTo>
                  <a:pt x="2754290" y="85080"/>
                  <a:pt x="2756310" y="82515"/>
                  <a:pt x="2758080" y="80724"/>
                </a:cubicBezTo>
                <a:cubicBezTo>
                  <a:pt x="2764394" y="74828"/>
                  <a:pt x="2775258" y="70473"/>
                  <a:pt x="2784101" y="70473"/>
                </a:cubicBezTo>
                <a:cubicBezTo>
                  <a:pt x="2795215" y="70473"/>
                  <a:pt x="2800774" y="79442"/>
                  <a:pt x="2800774" y="97376"/>
                </a:cubicBezTo>
                <a:lnTo>
                  <a:pt x="2800774" y="152972"/>
                </a:lnTo>
                <a:cubicBezTo>
                  <a:pt x="2800774" y="167321"/>
                  <a:pt x="2797994" y="170136"/>
                  <a:pt x="2783596" y="171160"/>
                </a:cubicBezTo>
                <a:lnTo>
                  <a:pt x="2783596" y="175003"/>
                </a:lnTo>
                <a:lnTo>
                  <a:pt x="2840187" y="175003"/>
                </a:lnTo>
                <a:lnTo>
                  <a:pt x="2840187" y="171160"/>
                </a:lnTo>
                <a:cubicBezTo>
                  <a:pt x="2825785" y="170906"/>
                  <a:pt x="2821995" y="166550"/>
                  <a:pt x="2821995" y="150665"/>
                </a:cubicBezTo>
                <a:lnTo>
                  <a:pt x="2821995" y="86104"/>
                </a:lnTo>
                <a:cubicBezTo>
                  <a:pt x="2829574" y="75086"/>
                  <a:pt x="2837913" y="70473"/>
                  <a:pt x="2849535" y="70473"/>
                </a:cubicBezTo>
                <a:cubicBezTo>
                  <a:pt x="2863934" y="70473"/>
                  <a:pt x="2868483" y="77393"/>
                  <a:pt x="2868483" y="98658"/>
                </a:cubicBezTo>
                <a:lnTo>
                  <a:pt x="2868483" y="152714"/>
                </a:lnTo>
                <a:cubicBezTo>
                  <a:pt x="2868483" y="167321"/>
                  <a:pt x="2866463" y="169369"/>
                  <a:pt x="2851810" y="171160"/>
                </a:cubicBezTo>
                <a:lnTo>
                  <a:pt x="2851810" y="175003"/>
                </a:lnTo>
                <a:lnTo>
                  <a:pt x="2907137" y="175003"/>
                </a:lnTo>
                <a:lnTo>
                  <a:pt x="2907137" y="171160"/>
                </a:lnTo>
                <a:lnTo>
                  <a:pt x="2900568" y="170648"/>
                </a:lnTo>
                <a:cubicBezTo>
                  <a:pt x="2892989" y="170136"/>
                  <a:pt x="2889704" y="165526"/>
                  <a:pt x="2889704" y="155533"/>
                </a:cubicBezTo>
                <a:lnTo>
                  <a:pt x="2889704" y="102755"/>
                </a:lnTo>
                <a:cubicBezTo>
                  <a:pt x="2889704" y="72525"/>
                  <a:pt x="2879851" y="57148"/>
                  <a:pt x="2860399" y="57148"/>
                </a:cubicBezTo>
                <a:cubicBezTo>
                  <a:pt x="2845746" y="57148"/>
                  <a:pt x="2832859" y="63811"/>
                  <a:pt x="2819216" y="78671"/>
                </a:cubicBezTo>
                <a:cubicBezTo>
                  <a:pt x="2814671" y="64069"/>
                  <a:pt x="2806082" y="57148"/>
                  <a:pt x="2792439" y="57148"/>
                </a:cubicBezTo>
                <a:cubicBezTo>
                  <a:pt x="2781321" y="57148"/>
                  <a:pt x="2774248" y="60738"/>
                  <a:pt x="2753276" y="76881"/>
                </a:cubicBezTo>
                <a:lnTo>
                  <a:pt x="2753276" y="57665"/>
                </a:lnTo>
                <a:lnTo>
                  <a:pt x="2751511" y="57148"/>
                </a:lnTo>
                <a:cubicBezTo>
                  <a:pt x="2738624" y="62020"/>
                  <a:pt x="2730035" y="64839"/>
                  <a:pt x="2716141" y="68682"/>
                </a:cubicBezTo>
                <a:lnTo>
                  <a:pt x="2716141" y="73038"/>
                </a:lnTo>
                <a:close/>
                <a:moveTo>
                  <a:pt x="2971056" y="57148"/>
                </a:moveTo>
                <a:cubicBezTo>
                  <a:pt x="2938212" y="57148"/>
                  <a:pt x="2915221" y="81737"/>
                  <a:pt x="2915221" y="117073"/>
                </a:cubicBezTo>
                <a:cubicBezTo>
                  <a:pt x="2915221" y="151639"/>
                  <a:pt x="2938717" y="177505"/>
                  <a:pt x="2970547" y="177505"/>
                </a:cubicBezTo>
                <a:cubicBezTo>
                  <a:pt x="3002382" y="177505"/>
                  <a:pt x="3026634" y="150360"/>
                  <a:pt x="3026634" y="115024"/>
                </a:cubicBezTo>
                <a:cubicBezTo>
                  <a:pt x="3026634" y="81479"/>
                  <a:pt x="3003392" y="57148"/>
                  <a:pt x="2971056" y="57148"/>
                </a:cubicBezTo>
                <a:moveTo>
                  <a:pt x="2967772" y="64327"/>
                </a:moveTo>
                <a:cubicBezTo>
                  <a:pt x="2988994" y="64327"/>
                  <a:pt x="3003897" y="88907"/>
                  <a:pt x="3003897" y="123985"/>
                </a:cubicBezTo>
                <a:cubicBezTo>
                  <a:pt x="3003897" y="152921"/>
                  <a:pt x="2992529" y="170331"/>
                  <a:pt x="2973581" y="170331"/>
                </a:cubicBezTo>
                <a:cubicBezTo>
                  <a:pt x="2963728" y="170331"/>
                  <a:pt x="2954380" y="164189"/>
                  <a:pt x="2949075" y="153945"/>
                </a:cubicBezTo>
                <a:cubicBezTo>
                  <a:pt x="2942001" y="140629"/>
                  <a:pt x="2937957" y="122707"/>
                  <a:pt x="2937957" y="104526"/>
                </a:cubicBezTo>
                <a:cubicBezTo>
                  <a:pt x="2937957" y="80200"/>
                  <a:pt x="2949831" y="64327"/>
                  <a:pt x="2967772" y="64327"/>
                </a:cubicBezTo>
                <a:close/>
                <a:moveTo>
                  <a:pt x="3035983" y="75086"/>
                </a:moveTo>
                <a:cubicBezTo>
                  <a:pt x="3039522" y="74316"/>
                  <a:pt x="3041796" y="74058"/>
                  <a:pt x="3044826" y="74058"/>
                </a:cubicBezTo>
                <a:cubicBezTo>
                  <a:pt x="3051140" y="74058"/>
                  <a:pt x="3053415" y="78159"/>
                  <a:pt x="3053415" y="89431"/>
                </a:cubicBezTo>
                <a:lnTo>
                  <a:pt x="3053415" y="153484"/>
                </a:lnTo>
                <a:cubicBezTo>
                  <a:pt x="3053415" y="166292"/>
                  <a:pt x="3051645" y="168087"/>
                  <a:pt x="3035478" y="171160"/>
                </a:cubicBezTo>
                <a:lnTo>
                  <a:pt x="3035478" y="175003"/>
                </a:lnTo>
                <a:lnTo>
                  <a:pt x="3096113" y="175003"/>
                </a:lnTo>
                <a:lnTo>
                  <a:pt x="3096113" y="171160"/>
                </a:lnTo>
                <a:cubicBezTo>
                  <a:pt x="3078931" y="170394"/>
                  <a:pt x="3074637" y="166550"/>
                  <a:pt x="3074637" y="151948"/>
                </a:cubicBezTo>
                <a:lnTo>
                  <a:pt x="3074637" y="94299"/>
                </a:lnTo>
                <a:cubicBezTo>
                  <a:pt x="3074637" y="86100"/>
                  <a:pt x="3085500" y="73292"/>
                  <a:pt x="3092323" y="73292"/>
                </a:cubicBezTo>
                <a:cubicBezTo>
                  <a:pt x="3093838" y="73292"/>
                  <a:pt x="3096113" y="74574"/>
                  <a:pt x="3098892" y="77135"/>
                </a:cubicBezTo>
                <a:cubicBezTo>
                  <a:pt x="3102932" y="80720"/>
                  <a:pt x="3105712" y="82257"/>
                  <a:pt x="3108996" y="82257"/>
                </a:cubicBezTo>
                <a:cubicBezTo>
                  <a:pt x="3115060" y="82257"/>
                  <a:pt x="3118850" y="77901"/>
                  <a:pt x="3118850" y="70731"/>
                </a:cubicBezTo>
                <a:cubicBezTo>
                  <a:pt x="3118850" y="62274"/>
                  <a:pt x="3113545" y="57148"/>
                  <a:pt x="3104956" y="57148"/>
                </a:cubicBezTo>
                <a:cubicBezTo>
                  <a:pt x="3094343" y="57148"/>
                  <a:pt x="3087019" y="63044"/>
                  <a:pt x="3074637" y="81232"/>
                </a:cubicBezTo>
                <a:lnTo>
                  <a:pt x="3074637" y="57665"/>
                </a:lnTo>
                <a:lnTo>
                  <a:pt x="3073376" y="57148"/>
                </a:lnTo>
                <a:cubicBezTo>
                  <a:pt x="3059984" y="62786"/>
                  <a:pt x="3050890" y="66117"/>
                  <a:pt x="3035983" y="70985"/>
                </a:cubicBezTo>
                <a:lnTo>
                  <a:pt x="3035983" y="75086"/>
                </a:lnTo>
                <a:close/>
                <a:moveTo>
                  <a:pt x="3230009" y="158039"/>
                </a:moveTo>
                <a:cubicBezTo>
                  <a:pt x="3225714" y="161620"/>
                  <a:pt x="3222684" y="162903"/>
                  <a:pt x="3218895" y="162903"/>
                </a:cubicBezTo>
                <a:cubicBezTo>
                  <a:pt x="3213086" y="162903"/>
                  <a:pt x="3211316" y="159317"/>
                  <a:pt x="3211316" y="148053"/>
                </a:cubicBezTo>
                <a:lnTo>
                  <a:pt x="3211316" y="98122"/>
                </a:lnTo>
                <a:cubicBezTo>
                  <a:pt x="3211316" y="84806"/>
                  <a:pt x="3210052" y="77381"/>
                  <a:pt x="3206262" y="71235"/>
                </a:cubicBezTo>
                <a:cubicBezTo>
                  <a:pt x="3200703" y="62020"/>
                  <a:pt x="3189840" y="57148"/>
                  <a:pt x="3174937" y="57148"/>
                </a:cubicBezTo>
                <a:cubicBezTo>
                  <a:pt x="3151186" y="57148"/>
                  <a:pt x="3132493" y="69699"/>
                  <a:pt x="3132493" y="85830"/>
                </a:cubicBezTo>
                <a:cubicBezTo>
                  <a:pt x="3132493" y="91722"/>
                  <a:pt x="3137543" y="96840"/>
                  <a:pt x="3143356" y="96840"/>
                </a:cubicBezTo>
                <a:cubicBezTo>
                  <a:pt x="3149417" y="96840"/>
                  <a:pt x="3154725" y="91722"/>
                  <a:pt x="3154725" y="86088"/>
                </a:cubicBezTo>
                <a:cubicBezTo>
                  <a:pt x="3154725" y="85064"/>
                  <a:pt x="3154470" y="83781"/>
                  <a:pt x="3154220" y="81991"/>
                </a:cubicBezTo>
                <a:cubicBezTo>
                  <a:pt x="3153715" y="79688"/>
                  <a:pt x="3153460" y="77639"/>
                  <a:pt x="3153460" y="75845"/>
                </a:cubicBezTo>
                <a:cubicBezTo>
                  <a:pt x="3153460" y="68932"/>
                  <a:pt x="3161544" y="63298"/>
                  <a:pt x="3171652" y="63298"/>
                </a:cubicBezTo>
                <a:cubicBezTo>
                  <a:pt x="3184030" y="63298"/>
                  <a:pt x="3190850" y="70723"/>
                  <a:pt x="3190850" y="84552"/>
                </a:cubicBezTo>
                <a:lnTo>
                  <a:pt x="3190850" y="100171"/>
                </a:lnTo>
                <a:cubicBezTo>
                  <a:pt x="3151945" y="116045"/>
                  <a:pt x="3147651" y="118093"/>
                  <a:pt x="3136788" y="127825"/>
                </a:cubicBezTo>
                <a:cubicBezTo>
                  <a:pt x="3131229" y="132946"/>
                  <a:pt x="3127690" y="141649"/>
                  <a:pt x="3127690" y="150098"/>
                </a:cubicBezTo>
                <a:cubicBezTo>
                  <a:pt x="3127690" y="166234"/>
                  <a:pt x="3138808" y="177505"/>
                  <a:pt x="3154220" y="177505"/>
                </a:cubicBezTo>
                <a:cubicBezTo>
                  <a:pt x="3165334" y="177505"/>
                  <a:pt x="3175692" y="172126"/>
                  <a:pt x="3191104" y="158801"/>
                </a:cubicBezTo>
                <a:cubicBezTo>
                  <a:pt x="3192369" y="172126"/>
                  <a:pt x="3196914" y="177505"/>
                  <a:pt x="3207272" y="177505"/>
                </a:cubicBezTo>
                <a:cubicBezTo>
                  <a:pt x="3215861" y="177505"/>
                  <a:pt x="3221169" y="174432"/>
                  <a:pt x="3230009" y="164697"/>
                </a:cubicBezTo>
                <a:lnTo>
                  <a:pt x="3230009" y="158039"/>
                </a:lnTo>
                <a:moveTo>
                  <a:pt x="3190850" y="143428"/>
                </a:moveTo>
                <a:cubicBezTo>
                  <a:pt x="3190850" y="151373"/>
                  <a:pt x="3189589" y="153680"/>
                  <a:pt x="3184281" y="156753"/>
                </a:cubicBezTo>
                <a:cubicBezTo>
                  <a:pt x="3178221" y="160342"/>
                  <a:pt x="3171147" y="162645"/>
                  <a:pt x="3165839" y="162645"/>
                </a:cubicBezTo>
                <a:cubicBezTo>
                  <a:pt x="3156999" y="162645"/>
                  <a:pt x="3149925" y="153934"/>
                  <a:pt x="3149925" y="142916"/>
                </a:cubicBezTo>
                <a:lnTo>
                  <a:pt x="3149925" y="141892"/>
                </a:lnTo>
                <a:cubicBezTo>
                  <a:pt x="3149925" y="126773"/>
                  <a:pt x="3160280" y="117550"/>
                  <a:pt x="3190850" y="106274"/>
                </a:cubicBezTo>
                <a:lnTo>
                  <a:pt x="3190850" y="143428"/>
                </a:lnTo>
                <a:close/>
                <a:moveTo>
                  <a:pt x="3235318" y="15373"/>
                </a:moveTo>
                <a:lnTo>
                  <a:pt x="3236833" y="15373"/>
                </a:lnTo>
                <a:cubicBezTo>
                  <a:pt x="3239612" y="15119"/>
                  <a:pt x="3242642" y="14861"/>
                  <a:pt x="3244666" y="14861"/>
                </a:cubicBezTo>
                <a:cubicBezTo>
                  <a:pt x="3252750" y="14861"/>
                  <a:pt x="3255275" y="18450"/>
                  <a:pt x="3255275" y="30492"/>
                </a:cubicBezTo>
                <a:lnTo>
                  <a:pt x="3255275" y="152714"/>
                </a:lnTo>
                <a:cubicBezTo>
                  <a:pt x="3255275" y="166550"/>
                  <a:pt x="3251740" y="169881"/>
                  <a:pt x="3235823" y="171160"/>
                </a:cubicBezTo>
                <a:lnTo>
                  <a:pt x="3235823" y="175003"/>
                </a:lnTo>
                <a:lnTo>
                  <a:pt x="3295444" y="175003"/>
                </a:lnTo>
                <a:lnTo>
                  <a:pt x="3295444" y="171160"/>
                </a:lnTo>
                <a:cubicBezTo>
                  <a:pt x="3279531" y="170136"/>
                  <a:pt x="3276497" y="167575"/>
                  <a:pt x="3276497" y="153480"/>
                </a:cubicBezTo>
                <a:lnTo>
                  <a:pt x="3276497" y="512"/>
                </a:lnTo>
                <a:lnTo>
                  <a:pt x="3275487" y="0"/>
                </a:lnTo>
                <a:cubicBezTo>
                  <a:pt x="3262349" y="4355"/>
                  <a:pt x="3252750" y="6920"/>
                  <a:pt x="3235318" y="11276"/>
                </a:cubicBezTo>
                <a:lnTo>
                  <a:pt x="3235318" y="15373"/>
                </a:lnTo>
                <a:close/>
                <a:moveTo>
                  <a:pt x="3476335" y="158039"/>
                </a:moveTo>
                <a:cubicBezTo>
                  <a:pt x="3472041" y="161620"/>
                  <a:pt x="3469011" y="162903"/>
                  <a:pt x="3465221" y="162903"/>
                </a:cubicBezTo>
                <a:cubicBezTo>
                  <a:pt x="3459412" y="162903"/>
                  <a:pt x="3457642" y="159317"/>
                  <a:pt x="3457642" y="148053"/>
                </a:cubicBezTo>
                <a:lnTo>
                  <a:pt x="3457642" y="98122"/>
                </a:lnTo>
                <a:cubicBezTo>
                  <a:pt x="3457642" y="84806"/>
                  <a:pt x="3456378" y="77381"/>
                  <a:pt x="3452588" y="71235"/>
                </a:cubicBezTo>
                <a:cubicBezTo>
                  <a:pt x="3447030" y="62020"/>
                  <a:pt x="3436166" y="57148"/>
                  <a:pt x="3421263" y="57148"/>
                </a:cubicBezTo>
                <a:cubicBezTo>
                  <a:pt x="3397512" y="57148"/>
                  <a:pt x="3378819" y="69699"/>
                  <a:pt x="3378819" y="85830"/>
                </a:cubicBezTo>
                <a:cubicBezTo>
                  <a:pt x="3378819" y="91722"/>
                  <a:pt x="3383869" y="96840"/>
                  <a:pt x="3389683" y="96840"/>
                </a:cubicBezTo>
                <a:cubicBezTo>
                  <a:pt x="3395743" y="96840"/>
                  <a:pt x="3401051" y="91722"/>
                  <a:pt x="3401051" y="86088"/>
                </a:cubicBezTo>
                <a:cubicBezTo>
                  <a:pt x="3401051" y="85064"/>
                  <a:pt x="3400797" y="83781"/>
                  <a:pt x="3400546" y="81991"/>
                </a:cubicBezTo>
                <a:cubicBezTo>
                  <a:pt x="3400041" y="79688"/>
                  <a:pt x="3399787" y="77639"/>
                  <a:pt x="3399787" y="75845"/>
                </a:cubicBezTo>
                <a:cubicBezTo>
                  <a:pt x="3399787" y="68932"/>
                  <a:pt x="3407871" y="63298"/>
                  <a:pt x="3417978" y="63298"/>
                </a:cubicBezTo>
                <a:cubicBezTo>
                  <a:pt x="3430357" y="63298"/>
                  <a:pt x="3437176" y="70723"/>
                  <a:pt x="3437176" y="84552"/>
                </a:cubicBezTo>
                <a:lnTo>
                  <a:pt x="3437176" y="100171"/>
                </a:lnTo>
                <a:cubicBezTo>
                  <a:pt x="3398272" y="116045"/>
                  <a:pt x="3393977" y="118093"/>
                  <a:pt x="3383114" y="127825"/>
                </a:cubicBezTo>
                <a:cubicBezTo>
                  <a:pt x="3377555" y="132946"/>
                  <a:pt x="3374016" y="141649"/>
                  <a:pt x="3374016" y="150098"/>
                </a:cubicBezTo>
                <a:cubicBezTo>
                  <a:pt x="3374016" y="166234"/>
                  <a:pt x="3385134" y="177505"/>
                  <a:pt x="3400546" y="177505"/>
                </a:cubicBezTo>
                <a:cubicBezTo>
                  <a:pt x="3411660" y="177505"/>
                  <a:pt x="3422018" y="172126"/>
                  <a:pt x="3437431" y="158801"/>
                </a:cubicBezTo>
                <a:cubicBezTo>
                  <a:pt x="3438695" y="172126"/>
                  <a:pt x="3443240" y="177505"/>
                  <a:pt x="3453598" y="177505"/>
                </a:cubicBezTo>
                <a:cubicBezTo>
                  <a:pt x="3462187" y="177505"/>
                  <a:pt x="3467496" y="174432"/>
                  <a:pt x="3476335" y="164697"/>
                </a:cubicBezTo>
                <a:lnTo>
                  <a:pt x="3476335" y="158039"/>
                </a:lnTo>
                <a:moveTo>
                  <a:pt x="3437176" y="143428"/>
                </a:moveTo>
                <a:cubicBezTo>
                  <a:pt x="3437176" y="151373"/>
                  <a:pt x="3435916" y="153680"/>
                  <a:pt x="3430607" y="156753"/>
                </a:cubicBezTo>
                <a:cubicBezTo>
                  <a:pt x="3424547" y="160342"/>
                  <a:pt x="3417473" y="162645"/>
                  <a:pt x="3412165" y="162645"/>
                </a:cubicBezTo>
                <a:cubicBezTo>
                  <a:pt x="3403326" y="162645"/>
                  <a:pt x="3396252" y="153934"/>
                  <a:pt x="3396252" y="142916"/>
                </a:cubicBezTo>
                <a:lnTo>
                  <a:pt x="3396252" y="141892"/>
                </a:lnTo>
                <a:cubicBezTo>
                  <a:pt x="3396252" y="126773"/>
                  <a:pt x="3406606" y="117550"/>
                  <a:pt x="3437176" y="106274"/>
                </a:cubicBezTo>
                <a:lnTo>
                  <a:pt x="3437176" y="143428"/>
                </a:lnTo>
                <a:close/>
                <a:moveTo>
                  <a:pt x="3480884" y="73038"/>
                </a:moveTo>
                <a:cubicBezTo>
                  <a:pt x="3482399" y="72267"/>
                  <a:pt x="3484927" y="72013"/>
                  <a:pt x="3487707" y="72013"/>
                </a:cubicBezTo>
                <a:cubicBezTo>
                  <a:pt x="3494781" y="72013"/>
                  <a:pt x="3497051" y="75856"/>
                  <a:pt x="3497051" y="88407"/>
                </a:cubicBezTo>
                <a:lnTo>
                  <a:pt x="3497051" y="151948"/>
                </a:lnTo>
                <a:cubicBezTo>
                  <a:pt x="3497051" y="166550"/>
                  <a:pt x="3494272" y="170136"/>
                  <a:pt x="3481389" y="171160"/>
                </a:cubicBezTo>
                <a:lnTo>
                  <a:pt x="3481389" y="175003"/>
                </a:lnTo>
                <a:lnTo>
                  <a:pt x="3534950" y="175003"/>
                </a:lnTo>
                <a:lnTo>
                  <a:pt x="3534950" y="171160"/>
                </a:lnTo>
                <a:cubicBezTo>
                  <a:pt x="3522063" y="170136"/>
                  <a:pt x="3518273" y="167063"/>
                  <a:pt x="3518273" y="157839"/>
                </a:cubicBezTo>
                <a:lnTo>
                  <a:pt x="3518273" y="85846"/>
                </a:lnTo>
                <a:cubicBezTo>
                  <a:pt x="3530401" y="74316"/>
                  <a:pt x="3535960" y="71243"/>
                  <a:pt x="3544298" y="71243"/>
                </a:cubicBezTo>
                <a:cubicBezTo>
                  <a:pt x="3556677" y="71243"/>
                  <a:pt x="3562740" y="79184"/>
                  <a:pt x="3562740" y="96093"/>
                </a:cubicBezTo>
                <a:lnTo>
                  <a:pt x="3562740" y="149641"/>
                </a:lnTo>
                <a:cubicBezTo>
                  <a:pt x="3562740" y="165780"/>
                  <a:pt x="3559456" y="170136"/>
                  <a:pt x="3546823" y="171160"/>
                </a:cubicBezTo>
                <a:lnTo>
                  <a:pt x="3546823" y="175003"/>
                </a:lnTo>
                <a:lnTo>
                  <a:pt x="3599374" y="175003"/>
                </a:lnTo>
                <a:lnTo>
                  <a:pt x="3599374" y="171160"/>
                </a:lnTo>
                <a:cubicBezTo>
                  <a:pt x="3586992" y="169881"/>
                  <a:pt x="3583962" y="166804"/>
                  <a:pt x="3583962" y="154254"/>
                </a:cubicBezTo>
                <a:lnTo>
                  <a:pt x="3583962" y="95581"/>
                </a:lnTo>
                <a:cubicBezTo>
                  <a:pt x="3583962" y="71501"/>
                  <a:pt x="3572844" y="57148"/>
                  <a:pt x="3554151" y="57148"/>
                </a:cubicBezTo>
                <a:cubicBezTo>
                  <a:pt x="3542529" y="57148"/>
                  <a:pt x="3534695" y="61508"/>
                  <a:pt x="3517518" y="77905"/>
                </a:cubicBezTo>
                <a:lnTo>
                  <a:pt x="3517518" y="57665"/>
                </a:lnTo>
                <a:lnTo>
                  <a:pt x="3515748" y="57148"/>
                </a:lnTo>
                <a:cubicBezTo>
                  <a:pt x="3503370" y="61762"/>
                  <a:pt x="3494781" y="64581"/>
                  <a:pt x="3480884" y="68682"/>
                </a:cubicBezTo>
                <a:lnTo>
                  <a:pt x="3480884" y="73038"/>
                </a:lnTo>
                <a:close/>
                <a:moveTo>
                  <a:pt x="3690071" y="177505"/>
                </a:moveTo>
                <a:lnTo>
                  <a:pt x="3727210" y="164185"/>
                </a:lnTo>
                <a:lnTo>
                  <a:pt x="3727210" y="160088"/>
                </a:lnTo>
                <a:cubicBezTo>
                  <a:pt x="3722661" y="160342"/>
                  <a:pt x="3722156" y="160342"/>
                  <a:pt x="3721396" y="160342"/>
                </a:cubicBezTo>
                <a:cubicBezTo>
                  <a:pt x="3712302" y="160342"/>
                  <a:pt x="3710282" y="157527"/>
                  <a:pt x="3710282" y="145747"/>
                </a:cubicBezTo>
                <a:lnTo>
                  <a:pt x="3710282" y="524"/>
                </a:lnTo>
                <a:lnTo>
                  <a:pt x="3709018" y="12"/>
                </a:lnTo>
                <a:cubicBezTo>
                  <a:pt x="3696890" y="4367"/>
                  <a:pt x="3688051" y="6928"/>
                  <a:pt x="3671879" y="11287"/>
                </a:cubicBezTo>
                <a:lnTo>
                  <a:pt x="3671879" y="15385"/>
                </a:lnTo>
                <a:cubicBezTo>
                  <a:pt x="3673903" y="15131"/>
                  <a:pt x="3675418" y="15131"/>
                  <a:pt x="3677438" y="15131"/>
                </a:cubicBezTo>
                <a:cubicBezTo>
                  <a:pt x="3686786" y="15131"/>
                  <a:pt x="3689061" y="17692"/>
                  <a:pt x="3689061" y="28197"/>
                </a:cubicBezTo>
                <a:lnTo>
                  <a:pt x="3689061" y="68166"/>
                </a:lnTo>
                <a:cubicBezTo>
                  <a:pt x="3679458" y="59967"/>
                  <a:pt x="3672639" y="57148"/>
                  <a:pt x="3662531" y="57148"/>
                </a:cubicBezTo>
                <a:cubicBezTo>
                  <a:pt x="3633480" y="57148"/>
                  <a:pt x="3609983" y="86088"/>
                  <a:pt x="3609983" y="122449"/>
                </a:cubicBezTo>
                <a:cubicBezTo>
                  <a:pt x="3609983" y="155220"/>
                  <a:pt x="3628931" y="177505"/>
                  <a:pt x="3656721" y="177505"/>
                </a:cubicBezTo>
                <a:cubicBezTo>
                  <a:pt x="3670869" y="177505"/>
                  <a:pt x="3680472" y="172384"/>
                  <a:pt x="3689061" y="160342"/>
                </a:cubicBezTo>
                <a:lnTo>
                  <a:pt x="3689061" y="176739"/>
                </a:lnTo>
                <a:lnTo>
                  <a:pt x="3690071" y="177505"/>
                </a:lnTo>
                <a:moveTo>
                  <a:pt x="3689061" y="148820"/>
                </a:moveTo>
                <a:cubicBezTo>
                  <a:pt x="3689061" y="150614"/>
                  <a:pt x="3687291" y="153687"/>
                  <a:pt x="3684766" y="156502"/>
                </a:cubicBezTo>
                <a:cubicBezTo>
                  <a:pt x="3680217" y="161624"/>
                  <a:pt x="3673903" y="164185"/>
                  <a:pt x="3666575" y="164185"/>
                </a:cubicBezTo>
                <a:cubicBezTo>
                  <a:pt x="3645607" y="164185"/>
                  <a:pt x="3631710" y="143698"/>
                  <a:pt x="3631710" y="112205"/>
                </a:cubicBezTo>
                <a:cubicBezTo>
                  <a:pt x="3631710" y="83273"/>
                  <a:pt x="3644088" y="64327"/>
                  <a:pt x="3663290" y="64327"/>
                </a:cubicBezTo>
                <a:cubicBezTo>
                  <a:pt x="3676682" y="64327"/>
                  <a:pt x="3689061" y="76357"/>
                  <a:pt x="3689061" y="89928"/>
                </a:cubicBezTo>
                <a:lnTo>
                  <a:pt x="3689061" y="148820"/>
                </a:lnTo>
                <a:close/>
                <a:moveTo>
                  <a:pt x="3893952" y="134991"/>
                </a:moveTo>
                <a:cubicBezTo>
                  <a:pt x="3881825" y="152913"/>
                  <a:pt x="3872731" y="159059"/>
                  <a:pt x="3858329" y="159059"/>
                </a:cubicBezTo>
                <a:cubicBezTo>
                  <a:pt x="3835337" y="159059"/>
                  <a:pt x="3819170" y="138576"/>
                  <a:pt x="3819170" y="109132"/>
                </a:cubicBezTo>
                <a:cubicBezTo>
                  <a:pt x="3819170" y="82761"/>
                  <a:pt x="3833067" y="64581"/>
                  <a:pt x="3853529" y="64581"/>
                </a:cubicBezTo>
                <a:cubicBezTo>
                  <a:pt x="3862623" y="64581"/>
                  <a:pt x="3865907" y="67396"/>
                  <a:pt x="3868436" y="76869"/>
                </a:cubicBezTo>
                <a:lnTo>
                  <a:pt x="3869951" y="82503"/>
                </a:lnTo>
                <a:cubicBezTo>
                  <a:pt x="3871971" y="89673"/>
                  <a:pt x="3876520" y="94283"/>
                  <a:pt x="3881825" y="94283"/>
                </a:cubicBezTo>
                <a:cubicBezTo>
                  <a:pt x="3888394" y="94283"/>
                  <a:pt x="3893952" y="89415"/>
                  <a:pt x="3893952" y="83527"/>
                </a:cubicBezTo>
                <a:cubicBezTo>
                  <a:pt x="3893952" y="69190"/>
                  <a:pt x="3876266" y="57148"/>
                  <a:pt x="3855044" y="57148"/>
                </a:cubicBezTo>
                <a:cubicBezTo>
                  <a:pt x="3842666" y="57148"/>
                  <a:pt x="3829782" y="62274"/>
                  <a:pt x="3819424" y="71493"/>
                </a:cubicBezTo>
                <a:cubicBezTo>
                  <a:pt x="3806791" y="82761"/>
                  <a:pt x="3799717" y="100171"/>
                  <a:pt x="3799717" y="120396"/>
                </a:cubicBezTo>
                <a:cubicBezTo>
                  <a:pt x="3799717" y="153683"/>
                  <a:pt x="3819675" y="177505"/>
                  <a:pt x="3847720" y="177505"/>
                </a:cubicBezTo>
                <a:cubicBezTo>
                  <a:pt x="3859088" y="177505"/>
                  <a:pt x="3869192" y="173408"/>
                  <a:pt x="3878290" y="165463"/>
                </a:cubicBezTo>
                <a:cubicBezTo>
                  <a:pt x="3885109" y="159313"/>
                  <a:pt x="3889909" y="152401"/>
                  <a:pt x="3897488" y="137294"/>
                </a:cubicBezTo>
                <a:lnTo>
                  <a:pt x="3893952" y="134991"/>
                </a:lnTo>
                <a:close/>
                <a:moveTo>
                  <a:pt x="4026588" y="162144"/>
                </a:moveTo>
                <a:lnTo>
                  <a:pt x="4025327" y="162144"/>
                </a:lnTo>
                <a:cubicBezTo>
                  <a:pt x="4013705" y="162144"/>
                  <a:pt x="4010925" y="159325"/>
                  <a:pt x="4010925" y="147537"/>
                </a:cubicBezTo>
                <a:lnTo>
                  <a:pt x="4010925" y="59651"/>
                </a:lnTo>
                <a:lnTo>
                  <a:pt x="3971007" y="59651"/>
                </a:lnTo>
                <a:lnTo>
                  <a:pt x="3971007" y="64010"/>
                </a:lnTo>
                <a:cubicBezTo>
                  <a:pt x="3986673" y="64776"/>
                  <a:pt x="3989703" y="67341"/>
                  <a:pt x="3989703" y="80149"/>
                </a:cubicBezTo>
                <a:lnTo>
                  <a:pt x="3989703" y="140355"/>
                </a:lnTo>
                <a:cubicBezTo>
                  <a:pt x="3989703" y="147530"/>
                  <a:pt x="3988439" y="151119"/>
                  <a:pt x="3984904" y="153934"/>
                </a:cubicBezTo>
                <a:cubicBezTo>
                  <a:pt x="3978081" y="159571"/>
                  <a:pt x="3970251" y="162645"/>
                  <a:pt x="3962672" y="162645"/>
                </a:cubicBezTo>
                <a:cubicBezTo>
                  <a:pt x="3952819" y="162645"/>
                  <a:pt x="3944735" y="153934"/>
                  <a:pt x="3944735" y="143174"/>
                </a:cubicBezTo>
                <a:lnTo>
                  <a:pt x="3944735" y="59651"/>
                </a:lnTo>
                <a:lnTo>
                  <a:pt x="3907847" y="59651"/>
                </a:lnTo>
                <a:lnTo>
                  <a:pt x="3907847" y="63240"/>
                </a:lnTo>
                <a:cubicBezTo>
                  <a:pt x="3919974" y="64010"/>
                  <a:pt x="3923513" y="67853"/>
                  <a:pt x="3923513" y="79637"/>
                </a:cubicBezTo>
                <a:lnTo>
                  <a:pt x="3923513" y="144198"/>
                </a:lnTo>
                <a:cubicBezTo>
                  <a:pt x="3923513" y="164439"/>
                  <a:pt x="3935637" y="177505"/>
                  <a:pt x="3954079" y="177505"/>
                </a:cubicBezTo>
                <a:cubicBezTo>
                  <a:pt x="3963428" y="177505"/>
                  <a:pt x="3973281" y="173408"/>
                  <a:pt x="3980104" y="166488"/>
                </a:cubicBezTo>
                <a:lnTo>
                  <a:pt x="3990968" y="155474"/>
                </a:lnTo>
                <a:lnTo>
                  <a:pt x="3990968" y="176739"/>
                </a:lnTo>
                <a:lnTo>
                  <a:pt x="3991978" y="177255"/>
                </a:lnTo>
                <a:cubicBezTo>
                  <a:pt x="4004611" y="172133"/>
                  <a:pt x="4013705" y="169315"/>
                  <a:pt x="4026588" y="165725"/>
                </a:cubicBezTo>
                <a:lnTo>
                  <a:pt x="4026588" y="162144"/>
                </a:lnTo>
                <a:close/>
                <a:moveTo>
                  <a:pt x="4036696" y="15373"/>
                </a:moveTo>
                <a:lnTo>
                  <a:pt x="4038211" y="15373"/>
                </a:lnTo>
                <a:cubicBezTo>
                  <a:pt x="4040990" y="15119"/>
                  <a:pt x="4044020" y="14861"/>
                  <a:pt x="4046044" y="14861"/>
                </a:cubicBezTo>
                <a:cubicBezTo>
                  <a:pt x="4054128" y="14861"/>
                  <a:pt x="4056653" y="18450"/>
                  <a:pt x="4056653" y="30492"/>
                </a:cubicBezTo>
                <a:lnTo>
                  <a:pt x="4056653" y="152714"/>
                </a:lnTo>
                <a:cubicBezTo>
                  <a:pt x="4056653" y="166550"/>
                  <a:pt x="4053118" y="169881"/>
                  <a:pt x="4037201" y="171160"/>
                </a:cubicBezTo>
                <a:lnTo>
                  <a:pt x="4037201" y="175003"/>
                </a:lnTo>
                <a:lnTo>
                  <a:pt x="4096822" y="175003"/>
                </a:lnTo>
                <a:lnTo>
                  <a:pt x="4096822" y="171160"/>
                </a:lnTo>
                <a:cubicBezTo>
                  <a:pt x="4080908" y="170136"/>
                  <a:pt x="4077875" y="167575"/>
                  <a:pt x="4077875" y="153480"/>
                </a:cubicBezTo>
                <a:lnTo>
                  <a:pt x="4077875" y="512"/>
                </a:lnTo>
                <a:lnTo>
                  <a:pt x="4076865" y="0"/>
                </a:lnTo>
                <a:cubicBezTo>
                  <a:pt x="4063727" y="4355"/>
                  <a:pt x="4054128" y="6920"/>
                  <a:pt x="4036696" y="11276"/>
                </a:cubicBezTo>
                <a:lnTo>
                  <a:pt x="4036696" y="15373"/>
                </a:lnTo>
                <a:close/>
                <a:moveTo>
                  <a:pt x="4111980" y="109195"/>
                </a:moveTo>
                <a:lnTo>
                  <a:pt x="4111980" y="125338"/>
                </a:lnTo>
                <a:lnTo>
                  <a:pt x="4174130" y="125338"/>
                </a:lnTo>
                <a:lnTo>
                  <a:pt x="4174130" y="109195"/>
                </a:lnTo>
                <a:lnTo>
                  <a:pt x="4111980" y="109195"/>
                </a:ln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  <p:sp>
        <p:nvSpPr>
          <p:cNvPr id="18879" name="Text tural(dis)similaritiesbetweenlanguages.">
            <a:extLst xmlns:a="http://schemas.openxmlformats.org/drawingml/2006/main">
              <a:ext uri="{FF2B5EF4-FFF2-40B4-BE49-F238E27FC236}">
                <a16:creationId xmlns:a16="http://schemas.microsoft.com/office/drawing/2014/main" id="{AFBED96B-6C51-4E40-B94C-1E57117E6E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698638" y="7919626"/>
            <a:ext cx="4126842" cy="230897"/>
          </a:xfrm>
          <a:custGeom xmlns:a="http://schemas.openxmlformats.org/drawingml/2006/main">
            <a:pathLst>
              <a:path w="4126842" h="230897">
                <a:moveTo>
                  <a:pt x="61016" y="59651"/>
                </a:moveTo>
                <a:lnTo>
                  <a:pt x="35552" y="59651"/>
                </a:lnTo>
                <a:lnTo>
                  <a:pt x="35552" y="29929"/>
                </a:lnTo>
                <a:cubicBezTo>
                  <a:pt x="35552" y="27368"/>
                  <a:pt x="35302" y="26598"/>
                  <a:pt x="33786" y="26598"/>
                </a:cubicBezTo>
                <a:cubicBezTo>
                  <a:pt x="32024" y="28905"/>
                  <a:pt x="30508" y="31211"/>
                  <a:pt x="28746" y="33772"/>
                </a:cubicBezTo>
                <a:cubicBezTo>
                  <a:pt x="19163" y="47867"/>
                  <a:pt x="8321" y="60167"/>
                  <a:pt x="4290" y="61191"/>
                </a:cubicBezTo>
                <a:cubicBezTo>
                  <a:pt x="1516" y="62982"/>
                  <a:pt x="0" y="64776"/>
                  <a:pt x="0" y="66059"/>
                </a:cubicBezTo>
                <a:cubicBezTo>
                  <a:pt x="0" y="66829"/>
                  <a:pt x="254" y="67341"/>
                  <a:pt x="1012" y="67853"/>
                </a:cubicBezTo>
                <a:lnTo>
                  <a:pt x="14373" y="67853"/>
                </a:lnTo>
                <a:lnTo>
                  <a:pt x="14373" y="144969"/>
                </a:lnTo>
                <a:cubicBezTo>
                  <a:pt x="14373" y="166488"/>
                  <a:pt x="21937" y="177505"/>
                  <a:pt x="36814" y="177505"/>
                </a:cubicBezTo>
                <a:cubicBezTo>
                  <a:pt x="49167" y="177505"/>
                  <a:pt x="58746" y="171359"/>
                  <a:pt x="67068" y="158035"/>
                </a:cubicBezTo>
                <a:lnTo>
                  <a:pt x="63790" y="155216"/>
                </a:lnTo>
                <a:cubicBezTo>
                  <a:pt x="58496" y="161620"/>
                  <a:pt x="54210" y="164185"/>
                  <a:pt x="48663" y="164185"/>
                </a:cubicBezTo>
                <a:cubicBezTo>
                  <a:pt x="39333" y="164185"/>
                  <a:pt x="35552" y="157265"/>
                  <a:pt x="35552" y="141125"/>
                </a:cubicBezTo>
                <a:lnTo>
                  <a:pt x="35552" y="67853"/>
                </a:lnTo>
                <a:lnTo>
                  <a:pt x="61016" y="67853"/>
                </a:lnTo>
                <a:lnTo>
                  <a:pt x="61016" y="59651"/>
                </a:lnTo>
                <a:close/>
                <a:moveTo>
                  <a:pt x="187585" y="162144"/>
                </a:moveTo>
                <a:lnTo>
                  <a:pt x="186327" y="162144"/>
                </a:lnTo>
                <a:cubicBezTo>
                  <a:pt x="174728" y="162144"/>
                  <a:pt x="171954" y="159325"/>
                  <a:pt x="171954" y="147537"/>
                </a:cubicBezTo>
                <a:lnTo>
                  <a:pt x="171954" y="59651"/>
                </a:lnTo>
                <a:lnTo>
                  <a:pt x="132117" y="59651"/>
                </a:lnTo>
                <a:lnTo>
                  <a:pt x="132117" y="64010"/>
                </a:lnTo>
                <a:cubicBezTo>
                  <a:pt x="147751" y="64776"/>
                  <a:pt x="150775" y="67341"/>
                  <a:pt x="150775" y="80149"/>
                </a:cubicBezTo>
                <a:lnTo>
                  <a:pt x="150775" y="140355"/>
                </a:lnTo>
                <a:cubicBezTo>
                  <a:pt x="150775" y="147530"/>
                  <a:pt x="149513" y="151119"/>
                  <a:pt x="145986" y="153934"/>
                </a:cubicBezTo>
                <a:cubicBezTo>
                  <a:pt x="139176" y="159571"/>
                  <a:pt x="131362" y="162645"/>
                  <a:pt x="123799" y="162645"/>
                </a:cubicBezTo>
                <a:cubicBezTo>
                  <a:pt x="113966" y="162645"/>
                  <a:pt x="105898" y="153934"/>
                  <a:pt x="105898" y="143174"/>
                </a:cubicBezTo>
                <a:lnTo>
                  <a:pt x="105898" y="59651"/>
                </a:lnTo>
                <a:lnTo>
                  <a:pt x="69085" y="59651"/>
                </a:lnTo>
                <a:lnTo>
                  <a:pt x="69085" y="63240"/>
                </a:lnTo>
                <a:cubicBezTo>
                  <a:pt x="81188" y="64010"/>
                  <a:pt x="84719" y="67853"/>
                  <a:pt x="84719" y="79637"/>
                </a:cubicBezTo>
                <a:lnTo>
                  <a:pt x="84719" y="144198"/>
                </a:lnTo>
                <a:cubicBezTo>
                  <a:pt x="84719" y="164439"/>
                  <a:pt x="96819" y="177505"/>
                  <a:pt x="115224" y="177505"/>
                </a:cubicBezTo>
                <a:cubicBezTo>
                  <a:pt x="124553" y="177505"/>
                  <a:pt x="134386" y="173408"/>
                  <a:pt x="141196" y="166488"/>
                </a:cubicBezTo>
                <a:lnTo>
                  <a:pt x="152037" y="155474"/>
                </a:lnTo>
                <a:lnTo>
                  <a:pt x="152037" y="176739"/>
                </a:lnTo>
                <a:lnTo>
                  <a:pt x="153045" y="177255"/>
                </a:lnTo>
                <a:cubicBezTo>
                  <a:pt x="165652" y="172133"/>
                  <a:pt x="174728" y="169315"/>
                  <a:pt x="187585" y="165725"/>
                </a:cubicBezTo>
                <a:lnTo>
                  <a:pt x="187585" y="162144"/>
                </a:lnTo>
                <a:close/>
                <a:moveTo>
                  <a:pt x="194644" y="75086"/>
                </a:moveTo>
                <a:cubicBezTo>
                  <a:pt x="198176" y="74316"/>
                  <a:pt x="200446" y="74058"/>
                  <a:pt x="203469" y="74058"/>
                </a:cubicBezTo>
                <a:cubicBezTo>
                  <a:pt x="209771" y="74058"/>
                  <a:pt x="212041" y="78159"/>
                  <a:pt x="212041" y="89431"/>
                </a:cubicBezTo>
                <a:lnTo>
                  <a:pt x="212041" y="153484"/>
                </a:lnTo>
                <a:cubicBezTo>
                  <a:pt x="212041" y="166292"/>
                  <a:pt x="210275" y="168087"/>
                  <a:pt x="194140" y="171160"/>
                </a:cubicBezTo>
                <a:lnTo>
                  <a:pt x="194140" y="175003"/>
                </a:lnTo>
                <a:lnTo>
                  <a:pt x="254652" y="175003"/>
                </a:lnTo>
                <a:lnTo>
                  <a:pt x="254652" y="171160"/>
                </a:lnTo>
                <a:cubicBezTo>
                  <a:pt x="237505" y="170394"/>
                  <a:pt x="233220" y="166550"/>
                  <a:pt x="233220" y="151948"/>
                </a:cubicBezTo>
                <a:lnTo>
                  <a:pt x="233220" y="94299"/>
                </a:lnTo>
                <a:cubicBezTo>
                  <a:pt x="233220" y="86100"/>
                  <a:pt x="244061" y="73292"/>
                  <a:pt x="250870" y="73292"/>
                </a:cubicBezTo>
                <a:cubicBezTo>
                  <a:pt x="252382" y="73292"/>
                  <a:pt x="254652" y="74574"/>
                  <a:pt x="257426" y="77135"/>
                </a:cubicBezTo>
                <a:cubicBezTo>
                  <a:pt x="261458" y="80720"/>
                  <a:pt x="264232" y="82257"/>
                  <a:pt x="267509" y="82257"/>
                </a:cubicBezTo>
                <a:cubicBezTo>
                  <a:pt x="273561" y="82257"/>
                  <a:pt x="277343" y="77901"/>
                  <a:pt x="277343" y="70731"/>
                </a:cubicBezTo>
                <a:cubicBezTo>
                  <a:pt x="277343" y="62274"/>
                  <a:pt x="272049" y="57148"/>
                  <a:pt x="263478" y="57148"/>
                </a:cubicBezTo>
                <a:cubicBezTo>
                  <a:pt x="252886" y="57148"/>
                  <a:pt x="245577" y="63044"/>
                  <a:pt x="233220" y="81232"/>
                </a:cubicBezTo>
                <a:lnTo>
                  <a:pt x="233220" y="57665"/>
                </a:lnTo>
                <a:lnTo>
                  <a:pt x="231962" y="57148"/>
                </a:lnTo>
                <a:cubicBezTo>
                  <a:pt x="218596" y="62786"/>
                  <a:pt x="209521" y="66117"/>
                  <a:pt x="194644" y="70985"/>
                </a:cubicBezTo>
                <a:lnTo>
                  <a:pt x="194644" y="75086"/>
                </a:lnTo>
                <a:close/>
                <a:moveTo>
                  <a:pt x="388278" y="158039"/>
                </a:moveTo>
                <a:cubicBezTo>
                  <a:pt x="383992" y="161620"/>
                  <a:pt x="380969" y="162903"/>
                  <a:pt x="377187" y="162903"/>
                </a:cubicBezTo>
                <a:cubicBezTo>
                  <a:pt x="371389" y="162903"/>
                  <a:pt x="369623" y="159317"/>
                  <a:pt x="369623" y="148053"/>
                </a:cubicBezTo>
                <a:lnTo>
                  <a:pt x="369623" y="98122"/>
                </a:lnTo>
                <a:cubicBezTo>
                  <a:pt x="369623" y="84806"/>
                  <a:pt x="368361" y="77381"/>
                  <a:pt x="364580" y="71235"/>
                </a:cubicBezTo>
                <a:cubicBezTo>
                  <a:pt x="359032" y="62020"/>
                  <a:pt x="348191" y="57148"/>
                  <a:pt x="333318" y="57148"/>
                </a:cubicBezTo>
                <a:cubicBezTo>
                  <a:pt x="309615" y="57148"/>
                  <a:pt x="290960" y="69699"/>
                  <a:pt x="290960" y="85830"/>
                </a:cubicBezTo>
                <a:cubicBezTo>
                  <a:pt x="290960" y="91722"/>
                  <a:pt x="296000" y="96840"/>
                  <a:pt x="301801" y="96840"/>
                </a:cubicBezTo>
                <a:cubicBezTo>
                  <a:pt x="307849" y="96840"/>
                  <a:pt x="313147" y="91722"/>
                  <a:pt x="313147" y="86088"/>
                </a:cubicBezTo>
                <a:cubicBezTo>
                  <a:pt x="313147" y="85064"/>
                  <a:pt x="312893" y="83781"/>
                  <a:pt x="312643" y="81991"/>
                </a:cubicBezTo>
                <a:cubicBezTo>
                  <a:pt x="312139" y="79688"/>
                  <a:pt x="311885" y="77639"/>
                  <a:pt x="311885" y="75845"/>
                </a:cubicBezTo>
                <a:cubicBezTo>
                  <a:pt x="311885" y="68932"/>
                  <a:pt x="319952" y="63298"/>
                  <a:pt x="330040" y="63298"/>
                </a:cubicBezTo>
                <a:cubicBezTo>
                  <a:pt x="342393" y="63298"/>
                  <a:pt x="349199" y="70723"/>
                  <a:pt x="349199" y="84552"/>
                </a:cubicBezTo>
                <a:lnTo>
                  <a:pt x="349199" y="100171"/>
                </a:lnTo>
                <a:cubicBezTo>
                  <a:pt x="310373" y="116045"/>
                  <a:pt x="306087" y="118093"/>
                  <a:pt x="295246" y="127825"/>
                </a:cubicBezTo>
                <a:cubicBezTo>
                  <a:pt x="289698" y="132946"/>
                  <a:pt x="286167" y="141649"/>
                  <a:pt x="286167" y="150098"/>
                </a:cubicBezTo>
                <a:cubicBezTo>
                  <a:pt x="286167" y="166234"/>
                  <a:pt x="297262" y="177505"/>
                  <a:pt x="312643" y="177505"/>
                </a:cubicBezTo>
                <a:cubicBezTo>
                  <a:pt x="323734" y="177505"/>
                  <a:pt x="334072" y="172126"/>
                  <a:pt x="349453" y="158801"/>
                </a:cubicBezTo>
                <a:cubicBezTo>
                  <a:pt x="350714" y="172126"/>
                  <a:pt x="355250" y="177505"/>
                  <a:pt x="365588" y="177505"/>
                </a:cubicBezTo>
                <a:cubicBezTo>
                  <a:pt x="374159" y="177505"/>
                  <a:pt x="379457" y="174432"/>
                  <a:pt x="388278" y="164697"/>
                </a:cubicBezTo>
                <a:lnTo>
                  <a:pt x="388278" y="158039"/>
                </a:lnTo>
                <a:moveTo>
                  <a:pt x="349199" y="143428"/>
                </a:moveTo>
                <a:cubicBezTo>
                  <a:pt x="349199" y="151373"/>
                  <a:pt x="347941" y="153680"/>
                  <a:pt x="342643" y="156753"/>
                </a:cubicBezTo>
                <a:cubicBezTo>
                  <a:pt x="336595" y="160342"/>
                  <a:pt x="329536" y="162645"/>
                  <a:pt x="324238" y="162645"/>
                </a:cubicBezTo>
                <a:cubicBezTo>
                  <a:pt x="315417" y="162645"/>
                  <a:pt x="308357" y="153934"/>
                  <a:pt x="308357" y="142916"/>
                </a:cubicBezTo>
                <a:lnTo>
                  <a:pt x="308357" y="141892"/>
                </a:lnTo>
                <a:cubicBezTo>
                  <a:pt x="308357" y="126773"/>
                  <a:pt x="318691" y="117550"/>
                  <a:pt x="349199" y="106274"/>
                </a:cubicBezTo>
                <a:lnTo>
                  <a:pt x="349199" y="143428"/>
                </a:lnTo>
                <a:close/>
                <a:moveTo>
                  <a:pt x="393576" y="15373"/>
                </a:moveTo>
                <a:lnTo>
                  <a:pt x="395088" y="15373"/>
                </a:lnTo>
                <a:cubicBezTo>
                  <a:pt x="397862" y="15119"/>
                  <a:pt x="400886" y="14861"/>
                  <a:pt x="402905" y="14861"/>
                </a:cubicBezTo>
                <a:cubicBezTo>
                  <a:pt x="410973" y="14861"/>
                  <a:pt x="413493" y="18450"/>
                  <a:pt x="413493" y="30492"/>
                </a:cubicBezTo>
                <a:lnTo>
                  <a:pt x="413493" y="152714"/>
                </a:lnTo>
                <a:cubicBezTo>
                  <a:pt x="413493" y="166550"/>
                  <a:pt x="409965" y="169881"/>
                  <a:pt x="394080" y="171160"/>
                </a:cubicBezTo>
                <a:lnTo>
                  <a:pt x="394080" y="175003"/>
                </a:lnTo>
                <a:lnTo>
                  <a:pt x="453580" y="175003"/>
                </a:lnTo>
                <a:lnTo>
                  <a:pt x="453580" y="171160"/>
                </a:lnTo>
                <a:cubicBezTo>
                  <a:pt x="437699" y="170136"/>
                  <a:pt x="434671" y="167575"/>
                  <a:pt x="434671" y="153480"/>
                </a:cubicBezTo>
                <a:lnTo>
                  <a:pt x="434671" y="512"/>
                </a:lnTo>
                <a:lnTo>
                  <a:pt x="433663" y="0"/>
                </a:lnTo>
                <a:cubicBezTo>
                  <a:pt x="420552" y="4355"/>
                  <a:pt x="410973" y="6920"/>
                  <a:pt x="393576" y="11276"/>
                </a:cubicBezTo>
                <a:lnTo>
                  <a:pt x="393576" y="15373"/>
                </a:lnTo>
                <a:close/>
                <a:moveTo>
                  <a:pt x="597044" y="1849"/>
                </a:moveTo>
                <a:cubicBezTo>
                  <a:pt x="578385" y="14149"/>
                  <a:pt x="570822" y="20811"/>
                  <a:pt x="561493" y="32599"/>
                </a:cubicBezTo>
                <a:cubicBezTo>
                  <a:pt x="543592" y="54889"/>
                  <a:pt x="534766" y="80513"/>
                  <a:pt x="534766" y="110493"/>
                </a:cubicBezTo>
                <a:cubicBezTo>
                  <a:pt x="534766" y="143033"/>
                  <a:pt x="544096" y="168142"/>
                  <a:pt x="566282" y="194278"/>
                </a:cubicBezTo>
                <a:cubicBezTo>
                  <a:pt x="576620" y="206578"/>
                  <a:pt x="583175" y="212216"/>
                  <a:pt x="596286" y="220415"/>
                </a:cubicBezTo>
                <a:lnTo>
                  <a:pt x="599310" y="216313"/>
                </a:lnTo>
                <a:cubicBezTo>
                  <a:pt x="579143" y="200170"/>
                  <a:pt x="572084" y="191205"/>
                  <a:pt x="565274" y="171985"/>
                </a:cubicBezTo>
                <a:cubicBezTo>
                  <a:pt x="559223" y="154821"/>
                  <a:pt x="556449" y="135347"/>
                  <a:pt x="556449" y="109723"/>
                </a:cubicBezTo>
                <a:cubicBezTo>
                  <a:pt x="556449" y="82820"/>
                  <a:pt x="559727" y="61809"/>
                  <a:pt x="566536" y="45924"/>
                </a:cubicBezTo>
                <a:cubicBezTo>
                  <a:pt x="573596" y="30035"/>
                  <a:pt x="581159" y="20811"/>
                  <a:pt x="599310" y="5951"/>
                </a:cubicBezTo>
                <a:lnTo>
                  <a:pt x="597044" y="1849"/>
                </a:lnTo>
                <a:close/>
                <a:moveTo>
                  <a:pt x="693357" y="177505"/>
                </a:moveTo>
                <a:lnTo>
                  <a:pt x="730420" y="164185"/>
                </a:lnTo>
                <a:lnTo>
                  <a:pt x="730420" y="160088"/>
                </a:lnTo>
                <a:cubicBezTo>
                  <a:pt x="725881" y="160342"/>
                  <a:pt x="725377" y="160342"/>
                  <a:pt x="724619" y="160342"/>
                </a:cubicBezTo>
                <a:cubicBezTo>
                  <a:pt x="715543" y="160342"/>
                  <a:pt x="713527" y="157527"/>
                  <a:pt x="713527" y="145747"/>
                </a:cubicBezTo>
                <a:lnTo>
                  <a:pt x="713527" y="524"/>
                </a:lnTo>
                <a:lnTo>
                  <a:pt x="712265" y="12"/>
                </a:lnTo>
                <a:cubicBezTo>
                  <a:pt x="700162" y="4367"/>
                  <a:pt x="691341" y="6928"/>
                  <a:pt x="675202" y="11287"/>
                </a:cubicBezTo>
                <a:lnTo>
                  <a:pt x="675202" y="15385"/>
                </a:lnTo>
                <a:cubicBezTo>
                  <a:pt x="677222" y="15131"/>
                  <a:pt x="678733" y="15131"/>
                  <a:pt x="680749" y="15131"/>
                </a:cubicBezTo>
                <a:cubicBezTo>
                  <a:pt x="690079" y="15131"/>
                  <a:pt x="692349" y="17692"/>
                  <a:pt x="692349" y="28197"/>
                </a:cubicBezTo>
                <a:lnTo>
                  <a:pt x="692349" y="68166"/>
                </a:lnTo>
                <a:cubicBezTo>
                  <a:pt x="682765" y="59967"/>
                  <a:pt x="675960" y="57148"/>
                  <a:pt x="665872" y="57148"/>
                </a:cubicBezTo>
                <a:cubicBezTo>
                  <a:pt x="636880" y="57148"/>
                  <a:pt x="613432" y="86088"/>
                  <a:pt x="613432" y="122449"/>
                </a:cubicBezTo>
                <a:cubicBezTo>
                  <a:pt x="613432" y="155220"/>
                  <a:pt x="632340" y="177505"/>
                  <a:pt x="660075" y="177505"/>
                </a:cubicBezTo>
                <a:cubicBezTo>
                  <a:pt x="674194" y="177505"/>
                  <a:pt x="683777" y="172384"/>
                  <a:pt x="692349" y="160342"/>
                </a:cubicBezTo>
                <a:lnTo>
                  <a:pt x="692349" y="176739"/>
                </a:lnTo>
                <a:lnTo>
                  <a:pt x="693357" y="177505"/>
                </a:lnTo>
                <a:moveTo>
                  <a:pt x="692349" y="148820"/>
                </a:moveTo>
                <a:cubicBezTo>
                  <a:pt x="692349" y="150614"/>
                  <a:pt x="690583" y="153687"/>
                  <a:pt x="688063" y="156502"/>
                </a:cubicBezTo>
                <a:cubicBezTo>
                  <a:pt x="683523" y="161624"/>
                  <a:pt x="677222" y="164185"/>
                  <a:pt x="669908" y="164185"/>
                </a:cubicBezTo>
                <a:cubicBezTo>
                  <a:pt x="648983" y="164185"/>
                  <a:pt x="635114" y="143698"/>
                  <a:pt x="635114" y="112205"/>
                </a:cubicBezTo>
                <a:cubicBezTo>
                  <a:pt x="635114" y="83273"/>
                  <a:pt x="647468" y="64327"/>
                  <a:pt x="666630" y="64327"/>
                </a:cubicBezTo>
                <a:cubicBezTo>
                  <a:pt x="679995" y="64327"/>
                  <a:pt x="692349" y="76357"/>
                  <a:pt x="692349" y="89928"/>
                </a:cubicBezTo>
                <a:lnTo>
                  <a:pt x="692349" y="148820"/>
                </a:lnTo>
                <a:close/>
                <a:moveTo>
                  <a:pt x="776809" y="57148"/>
                </a:moveTo>
                <a:lnTo>
                  <a:pt x="737729" y="71161"/>
                </a:lnTo>
                <a:lnTo>
                  <a:pt x="737729" y="75008"/>
                </a:lnTo>
                <a:lnTo>
                  <a:pt x="739749" y="74750"/>
                </a:lnTo>
                <a:cubicBezTo>
                  <a:pt x="742773" y="74238"/>
                  <a:pt x="746051" y="73980"/>
                  <a:pt x="748321" y="73980"/>
                </a:cubicBezTo>
                <a:cubicBezTo>
                  <a:pt x="754372" y="73980"/>
                  <a:pt x="756638" y="78081"/>
                  <a:pt x="756638" y="89365"/>
                </a:cubicBezTo>
                <a:lnTo>
                  <a:pt x="756638" y="148855"/>
                </a:lnTo>
                <a:cubicBezTo>
                  <a:pt x="756638" y="167317"/>
                  <a:pt x="754118" y="170136"/>
                  <a:pt x="736721" y="171160"/>
                </a:cubicBezTo>
                <a:lnTo>
                  <a:pt x="736721" y="175003"/>
                </a:lnTo>
                <a:lnTo>
                  <a:pt x="796476" y="175003"/>
                </a:lnTo>
                <a:lnTo>
                  <a:pt x="796476" y="171160"/>
                </a:lnTo>
                <a:cubicBezTo>
                  <a:pt x="779837" y="169881"/>
                  <a:pt x="777817" y="167317"/>
                  <a:pt x="777817" y="148855"/>
                </a:cubicBezTo>
                <a:lnTo>
                  <a:pt x="777817" y="57919"/>
                </a:lnTo>
                <a:lnTo>
                  <a:pt x="776809" y="57148"/>
                </a:lnTo>
                <a:moveTo>
                  <a:pt x="764960" y="98"/>
                </a:moveTo>
                <a:cubicBezTo>
                  <a:pt x="758154" y="98"/>
                  <a:pt x="752352" y="5994"/>
                  <a:pt x="752352" y="13168"/>
                </a:cubicBezTo>
                <a:cubicBezTo>
                  <a:pt x="752352" y="20342"/>
                  <a:pt x="757900" y="26234"/>
                  <a:pt x="764960" y="26234"/>
                </a:cubicBezTo>
                <a:cubicBezTo>
                  <a:pt x="772273" y="26234"/>
                  <a:pt x="778071" y="20596"/>
                  <a:pt x="778071" y="13168"/>
                </a:cubicBezTo>
                <a:cubicBezTo>
                  <a:pt x="778071" y="5994"/>
                  <a:pt x="772273" y="98"/>
                  <a:pt x="764960" y="98"/>
                </a:cubicBezTo>
                <a:close/>
                <a:moveTo>
                  <a:pt x="882199" y="94498"/>
                </a:moveTo>
                <a:lnTo>
                  <a:pt x="881191" y="59651"/>
                </a:lnTo>
                <a:lnTo>
                  <a:pt x="878417" y="59651"/>
                </a:lnTo>
                <a:lnTo>
                  <a:pt x="877913" y="60167"/>
                </a:lnTo>
                <a:cubicBezTo>
                  <a:pt x="875643" y="61957"/>
                  <a:pt x="875393" y="62215"/>
                  <a:pt x="874385" y="62215"/>
                </a:cubicBezTo>
                <a:cubicBezTo>
                  <a:pt x="872874" y="62215"/>
                  <a:pt x="870350" y="61703"/>
                  <a:pt x="867576" y="60421"/>
                </a:cubicBezTo>
                <a:cubicBezTo>
                  <a:pt x="862028" y="58427"/>
                  <a:pt x="856485" y="57399"/>
                  <a:pt x="849929" y="57399"/>
                </a:cubicBezTo>
                <a:cubicBezTo>
                  <a:pt x="830008" y="57399"/>
                  <a:pt x="815639" y="70465"/>
                  <a:pt x="815639" y="88903"/>
                </a:cubicBezTo>
                <a:cubicBezTo>
                  <a:pt x="815639" y="103240"/>
                  <a:pt x="823707" y="113484"/>
                  <a:pt x="845139" y="125776"/>
                </a:cubicBezTo>
                <a:lnTo>
                  <a:pt x="859762" y="134229"/>
                </a:lnTo>
                <a:cubicBezTo>
                  <a:pt x="868584" y="139350"/>
                  <a:pt x="872874" y="145496"/>
                  <a:pt x="872874" y="153433"/>
                </a:cubicBezTo>
                <a:cubicBezTo>
                  <a:pt x="872874" y="164701"/>
                  <a:pt x="864802" y="171871"/>
                  <a:pt x="851945" y="171871"/>
                </a:cubicBezTo>
                <a:cubicBezTo>
                  <a:pt x="843373" y="171871"/>
                  <a:pt x="835556" y="168540"/>
                  <a:pt x="830766" y="162906"/>
                </a:cubicBezTo>
                <a:cubicBezTo>
                  <a:pt x="825473" y="156506"/>
                  <a:pt x="823203" y="150614"/>
                  <a:pt x="819925" y="136019"/>
                </a:cubicBezTo>
                <a:lnTo>
                  <a:pt x="815889" y="136019"/>
                </a:lnTo>
                <a:lnTo>
                  <a:pt x="815889" y="175969"/>
                </a:lnTo>
                <a:lnTo>
                  <a:pt x="819167" y="175969"/>
                </a:lnTo>
                <a:cubicBezTo>
                  <a:pt x="820933" y="173408"/>
                  <a:pt x="821941" y="172896"/>
                  <a:pt x="824969" y="172896"/>
                </a:cubicBezTo>
                <a:cubicBezTo>
                  <a:pt x="827238" y="172954"/>
                  <a:pt x="830766" y="173467"/>
                  <a:pt x="836564" y="175003"/>
                </a:cubicBezTo>
                <a:cubicBezTo>
                  <a:pt x="843623" y="176481"/>
                  <a:pt x="850433" y="177505"/>
                  <a:pt x="854969" y="177505"/>
                </a:cubicBezTo>
                <a:cubicBezTo>
                  <a:pt x="874385" y="177505"/>
                  <a:pt x="890520" y="162652"/>
                  <a:pt x="890520" y="144726"/>
                </a:cubicBezTo>
                <a:cubicBezTo>
                  <a:pt x="890520" y="131922"/>
                  <a:pt x="884469" y="123473"/>
                  <a:pt x="869342" y="114254"/>
                </a:cubicBezTo>
                <a:lnTo>
                  <a:pt x="842112" y="97864"/>
                </a:lnTo>
                <a:cubicBezTo>
                  <a:pt x="835052" y="93767"/>
                  <a:pt x="831270" y="87367"/>
                  <a:pt x="831270" y="80450"/>
                </a:cubicBezTo>
                <a:cubicBezTo>
                  <a:pt x="831270" y="70207"/>
                  <a:pt x="839088" y="63036"/>
                  <a:pt x="850683" y="63036"/>
                </a:cubicBezTo>
                <a:cubicBezTo>
                  <a:pt x="865056" y="63036"/>
                  <a:pt x="872620" y="71743"/>
                  <a:pt x="878417" y="94537"/>
                </a:cubicBezTo>
                <a:lnTo>
                  <a:pt x="882199" y="94498"/>
                </a:lnTo>
                <a:close/>
                <a:moveTo>
                  <a:pt x="910439" y="220415"/>
                </a:moveTo>
                <a:cubicBezTo>
                  <a:pt x="929097" y="208115"/>
                  <a:pt x="936661" y="201452"/>
                  <a:pt x="945986" y="189665"/>
                </a:cubicBezTo>
                <a:cubicBezTo>
                  <a:pt x="963891" y="167375"/>
                  <a:pt x="972713" y="141751"/>
                  <a:pt x="972713" y="111775"/>
                </a:cubicBezTo>
                <a:cubicBezTo>
                  <a:pt x="972713" y="78976"/>
                  <a:pt x="963383" y="54122"/>
                  <a:pt x="941197" y="27986"/>
                </a:cubicBezTo>
                <a:cubicBezTo>
                  <a:pt x="930859" y="15686"/>
                  <a:pt x="924304" y="10052"/>
                  <a:pt x="911193" y="1849"/>
                </a:cubicBezTo>
                <a:lnTo>
                  <a:pt x="908169" y="5951"/>
                </a:lnTo>
                <a:cubicBezTo>
                  <a:pt x="928339" y="22094"/>
                  <a:pt x="935145" y="31063"/>
                  <a:pt x="942205" y="50279"/>
                </a:cubicBezTo>
                <a:cubicBezTo>
                  <a:pt x="948256" y="67447"/>
                  <a:pt x="951030" y="86917"/>
                  <a:pt x="951030" y="112541"/>
                </a:cubicBezTo>
                <a:cubicBezTo>
                  <a:pt x="951030" y="139190"/>
                  <a:pt x="947752" y="160455"/>
                  <a:pt x="940947" y="176086"/>
                </a:cubicBezTo>
                <a:cubicBezTo>
                  <a:pt x="933887" y="192229"/>
                  <a:pt x="926323" y="201452"/>
                  <a:pt x="908169" y="216313"/>
                </a:cubicBezTo>
                <a:lnTo>
                  <a:pt x="910439" y="220415"/>
                </a:lnTo>
                <a:close/>
                <a:moveTo>
                  <a:pt x="1064235" y="94498"/>
                </a:moveTo>
                <a:lnTo>
                  <a:pt x="1063227" y="59651"/>
                </a:lnTo>
                <a:lnTo>
                  <a:pt x="1060453" y="59651"/>
                </a:lnTo>
                <a:lnTo>
                  <a:pt x="1059949" y="60167"/>
                </a:lnTo>
                <a:cubicBezTo>
                  <a:pt x="1057680" y="61957"/>
                  <a:pt x="1057430" y="62215"/>
                  <a:pt x="1056422" y="62215"/>
                </a:cubicBezTo>
                <a:cubicBezTo>
                  <a:pt x="1054910" y="62215"/>
                  <a:pt x="1052386" y="61703"/>
                  <a:pt x="1049612" y="60421"/>
                </a:cubicBezTo>
                <a:cubicBezTo>
                  <a:pt x="1044065" y="58427"/>
                  <a:pt x="1038521" y="57399"/>
                  <a:pt x="1031965" y="57399"/>
                </a:cubicBezTo>
                <a:cubicBezTo>
                  <a:pt x="1012045" y="57399"/>
                  <a:pt x="997675" y="70465"/>
                  <a:pt x="997675" y="88903"/>
                </a:cubicBezTo>
                <a:cubicBezTo>
                  <a:pt x="997675" y="103240"/>
                  <a:pt x="1005743" y="113484"/>
                  <a:pt x="1027175" y="125776"/>
                </a:cubicBezTo>
                <a:lnTo>
                  <a:pt x="1041799" y="134229"/>
                </a:lnTo>
                <a:cubicBezTo>
                  <a:pt x="1050620" y="139350"/>
                  <a:pt x="1054910" y="145496"/>
                  <a:pt x="1054910" y="153433"/>
                </a:cubicBezTo>
                <a:cubicBezTo>
                  <a:pt x="1054910" y="164701"/>
                  <a:pt x="1046838" y="171871"/>
                  <a:pt x="1033981" y="171871"/>
                </a:cubicBezTo>
                <a:cubicBezTo>
                  <a:pt x="1025410" y="171871"/>
                  <a:pt x="1017592" y="168540"/>
                  <a:pt x="1012802" y="162906"/>
                </a:cubicBezTo>
                <a:cubicBezTo>
                  <a:pt x="1007509" y="156506"/>
                  <a:pt x="1005239" y="150614"/>
                  <a:pt x="1001961" y="136019"/>
                </a:cubicBezTo>
                <a:lnTo>
                  <a:pt x="997925" y="136019"/>
                </a:lnTo>
                <a:lnTo>
                  <a:pt x="997925" y="175969"/>
                </a:lnTo>
                <a:lnTo>
                  <a:pt x="1001203" y="175969"/>
                </a:lnTo>
                <a:cubicBezTo>
                  <a:pt x="1002969" y="173408"/>
                  <a:pt x="1003977" y="172896"/>
                  <a:pt x="1007005" y="172896"/>
                </a:cubicBezTo>
                <a:cubicBezTo>
                  <a:pt x="1009275" y="172954"/>
                  <a:pt x="1012802" y="173467"/>
                  <a:pt x="1018600" y="175003"/>
                </a:cubicBezTo>
                <a:cubicBezTo>
                  <a:pt x="1025660" y="176481"/>
                  <a:pt x="1032469" y="177505"/>
                  <a:pt x="1037005" y="177505"/>
                </a:cubicBezTo>
                <a:cubicBezTo>
                  <a:pt x="1056422" y="177505"/>
                  <a:pt x="1072557" y="162652"/>
                  <a:pt x="1072557" y="144726"/>
                </a:cubicBezTo>
                <a:cubicBezTo>
                  <a:pt x="1072557" y="131922"/>
                  <a:pt x="1066505" y="123473"/>
                  <a:pt x="1051378" y="114254"/>
                </a:cubicBezTo>
                <a:lnTo>
                  <a:pt x="1024148" y="97864"/>
                </a:lnTo>
                <a:cubicBezTo>
                  <a:pt x="1017088" y="93767"/>
                  <a:pt x="1013306" y="87367"/>
                  <a:pt x="1013306" y="80450"/>
                </a:cubicBezTo>
                <a:cubicBezTo>
                  <a:pt x="1013306" y="70207"/>
                  <a:pt x="1021124" y="63036"/>
                  <a:pt x="1032719" y="63036"/>
                </a:cubicBezTo>
                <a:cubicBezTo>
                  <a:pt x="1047092" y="63036"/>
                  <a:pt x="1054656" y="71743"/>
                  <a:pt x="1060453" y="94537"/>
                </a:cubicBezTo>
                <a:lnTo>
                  <a:pt x="1064235" y="94498"/>
                </a:lnTo>
                <a:close/>
                <a:moveTo>
                  <a:pt x="1127015" y="57148"/>
                </a:moveTo>
                <a:lnTo>
                  <a:pt x="1087936" y="71161"/>
                </a:lnTo>
                <a:lnTo>
                  <a:pt x="1087936" y="75008"/>
                </a:lnTo>
                <a:lnTo>
                  <a:pt x="1089956" y="74750"/>
                </a:lnTo>
                <a:cubicBezTo>
                  <a:pt x="1092980" y="74238"/>
                  <a:pt x="1096257" y="73980"/>
                  <a:pt x="1098527" y="73980"/>
                </a:cubicBezTo>
                <a:cubicBezTo>
                  <a:pt x="1104579" y="73980"/>
                  <a:pt x="1106845" y="78081"/>
                  <a:pt x="1106845" y="89365"/>
                </a:cubicBezTo>
                <a:lnTo>
                  <a:pt x="1106845" y="148855"/>
                </a:lnTo>
                <a:cubicBezTo>
                  <a:pt x="1106845" y="167317"/>
                  <a:pt x="1104325" y="170136"/>
                  <a:pt x="1086928" y="171160"/>
                </a:cubicBezTo>
                <a:lnTo>
                  <a:pt x="1086928" y="175003"/>
                </a:lnTo>
                <a:lnTo>
                  <a:pt x="1146682" y="175003"/>
                </a:lnTo>
                <a:lnTo>
                  <a:pt x="1146682" y="171160"/>
                </a:lnTo>
                <a:cubicBezTo>
                  <a:pt x="1130043" y="169881"/>
                  <a:pt x="1128023" y="167317"/>
                  <a:pt x="1128023" y="148855"/>
                </a:cubicBezTo>
                <a:lnTo>
                  <a:pt x="1128023" y="57919"/>
                </a:lnTo>
                <a:lnTo>
                  <a:pt x="1127015" y="57148"/>
                </a:lnTo>
                <a:moveTo>
                  <a:pt x="1115166" y="98"/>
                </a:moveTo>
                <a:cubicBezTo>
                  <a:pt x="1108361" y="98"/>
                  <a:pt x="1102559" y="5994"/>
                  <a:pt x="1102559" y="13168"/>
                </a:cubicBezTo>
                <a:cubicBezTo>
                  <a:pt x="1102559" y="20342"/>
                  <a:pt x="1108107" y="26234"/>
                  <a:pt x="1115166" y="26234"/>
                </a:cubicBezTo>
                <a:cubicBezTo>
                  <a:pt x="1122480" y="26234"/>
                  <a:pt x="1128277" y="20596"/>
                  <a:pt x="1128277" y="13168"/>
                </a:cubicBezTo>
                <a:cubicBezTo>
                  <a:pt x="1128277" y="5994"/>
                  <a:pt x="1122480" y="98"/>
                  <a:pt x="1115166" y="98"/>
                </a:cubicBezTo>
                <a:close/>
                <a:moveTo>
                  <a:pt x="1157778" y="73038"/>
                </a:moveTo>
                <a:cubicBezTo>
                  <a:pt x="1161056" y="72267"/>
                  <a:pt x="1163072" y="72013"/>
                  <a:pt x="1165846" y="72013"/>
                </a:cubicBezTo>
                <a:cubicBezTo>
                  <a:pt x="1172401" y="72013"/>
                  <a:pt x="1174671" y="76111"/>
                  <a:pt x="1174671" y="88407"/>
                </a:cubicBezTo>
                <a:lnTo>
                  <a:pt x="1174671" y="153226"/>
                </a:lnTo>
                <a:cubicBezTo>
                  <a:pt x="1174671" y="167063"/>
                  <a:pt x="1171140" y="170906"/>
                  <a:pt x="1157020" y="171160"/>
                </a:cubicBezTo>
                <a:lnTo>
                  <a:pt x="1157020" y="175003"/>
                </a:lnTo>
                <a:lnTo>
                  <a:pt x="1212993" y="175003"/>
                </a:lnTo>
                <a:lnTo>
                  <a:pt x="1212993" y="171160"/>
                </a:lnTo>
                <a:cubicBezTo>
                  <a:pt x="1199632" y="170648"/>
                  <a:pt x="1195850" y="167833"/>
                  <a:pt x="1195850" y="157839"/>
                </a:cubicBezTo>
                <a:lnTo>
                  <a:pt x="1195850" y="85592"/>
                </a:lnTo>
                <a:cubicBezTo>
                  <a:pt x="1195850" y="85080"/>
                  <a:pt x="1197866" y="82515"/>
                  <a:pt x="1199632" y="80724"/>
                </a:cubicBezTo>
                <a:cubicBezTo>
                  <a:pt x="1205933" y="74828"/>
                  <a:pt x="1216775" y="70473"/>
                  <a:pt x="1225600" y="70473"/>
                </a:cubicBezTo>
                <a:cubicBezTo>
                  <a:pt x="1236691" y="70473"/>
                  <a:pt x="1242239" y="79442"/>
                  <a:pt x="1242239" y="97376"/>
                </a:cubicBezTo>
                <a:lnTo>
                  <a:pt x="1242239" y="152972"/>
                </a:lnTo>
                <a:cubicBezTo>
                  <a:pt x="1242239" y="167321"/>
                  <a:pt x="1239465" y="170136"/>
                  <a:pt x="1225096" y="171160"/>
                </a:cubicBezTo>
                <a:lnTo>
                  <a:pt x="1225096" y="175003"/>
                </a:lnTo>
                <a:lnTo>
                  <a:pt x="1281572" y="175003"/>
                </a:lnTo>
                <a:lnTo>
                  <a:pt x="1281572" y="171160"/>
                </a:lnTo>
                <a:cubicBezTo>
                  <a:pt x="1267199" y="170906"/>
                  <a:pt x="1263418" y="166550"/>
                  <a:pt x="1263418" y="150665"/>
                </a:cubicBezTo>
                <a:lnTo>
                  <a:pt x="1263418" y="86104"/>
                </a:lnTo>
                <a:cubicBezTo>
                  <a:pt x="1270981" y="75086"/>
                  <a:pt x="1279303" y="70473"/>
                  <a:pt x="1290902" y="70473"/>
                </a:cubicBezTo>
                <a:cubicBezTo>
                  <a:pt x="1305271" y="70473"/>
                  <a:pt x="1309811" y="77393"/>
                  <a:pt x="1309811" y="98658"/>
                </a:cubicBezTo>
                <a:lnTo>
                  <a:pt x="1309811" y="152714"/>
                </a:lnTo>
                <a:cubicBezTo>
                  <a:pt x="1309811" y="167321"/>
                  <a:pt x="1307795" y="169369"/>
                  <a:pt x="1293172" y="171160"/>
                </a:cubicBezTo>
                <a:lnTo>
                  <a:pt x="1293172" y="175003"/>
                </a:lnTo>
                <a:lnTo>
                  <a:pt x="1348386" y="175003"/>
                </a:lnTo>
                <a:lnTo>
                  <a:pt x="1348386" y="171160"/>
                </a:lnTo>
                <a:lnTo>
                  <a:pt x="1341831" y="170648"/>
                </a:lnTo>
                <a:cubicBezTo>
                  <a:pt x="1334267" y="170136"/>
                  <a:pt x="1330989" y="165526"/>
                  <a:pt x="1330989" y="155533"/>
                </a:cubicBezTo>
                <a:lnTo>
                  <a:pt x="1330989" y="102755"/>
                </a:lnTo>
                <a:cubicBezTo>
                  <a:pt x="1330989" y="72525"/>
                  <a:pt x="1321156" y="57148"/>
                  <a:pt x="1301743" y="57148"/>
                </a:cubicBezTo>
                <a:cubicBezTo>
                  <a:pt x="1287120" y="57148"/>
                  <a:pt x="1274259" y="63811"/>
                  <a:pt x="1260644" y="78671"/>
                </a:cubicBezTo>
                <a:cubicBezTo>
                  <a:pt x="1256108" y="64069"/>
                  <a:pt x="1247537" y="57148"/>
                  <a:pt x="1233921" y="57148"/>
                </a:cubicBezTo>
                <a:cubicBezTo>
                  <a:pt x="1222826" y="57148"/>
                  <a:pt x="1215767" y="60738"/>
                  <a:pt x="1194838" y="76881"/>
                </a:cubicBezTo>
                <a:lnTo>
                  <a:pt x="1194838" y="57665"/>
                </a:lnTo>
                <a:lnTo>
                  <a:pt x="1193076" y="57148"/>
                </a:lnTo>
                <a:cubicBezTo>
                  <a:pt x="1180215" y="62020"/>
                  <a:pt x="1171643" y="64839"/>
                  <a:pt x="1157778" y="68682"/>
                </a:cubicBezTo>
                <a:lnTo>
                  <a:pt x="1157778" y="73038"/>
                </a:lnTo>
                <a:close/>
                <a:moveTo>
                  <a:pt x="1393264" y="57148"/>
                </a:moveTo>
                <a:lnTo>
                  <a:pt x="1354184" y="71161"/>
                </a:lnTo>
                <a:lnTo>
                  <a:pt x="1354184" y="75008"/>
                </a:lnTo>
                <a:lnTo>
                  <a:pt x="1356204" y="74750"/>
                </a:lnTo>
                <a:cubicBezTo>
                  <a:pt x="1359228" y="74238"/>
                  <a:pt x="1362506" y="73980"/>
                  <a:pt x="1364776" y="73980"/>
                </a:cubicBezTo>
                <a:cubicBezTo>
                  <a:pt x="1370827" y="73980"/>
                  <a:pt x="1373093" y="78081"/>
                  <a:pt x="1373093" y="89365"/>
                </a:cubicBezTo>
                <a:lnTo>
                  <a:pt x="1373093" y="148855"/>
                </a:lnTo>
                <a:cubicBezTo>
                  <a:pt x="1373093" y="167317"/>
                  <a:pt x="1370573" y="170136"/>
                  <a:pt x="1353176" y="171160"/>
                </a:cubicBezTo>
                <a:lnTo>
                  <a:pt x="1353176" y="175003"/>
                </a:lnTo>
                <a:lnTo>
                  <a:pt x="1412931" y="175003"/>
                </a:lnTo>
                <a:lnTo>
                  <a:pt x="1412931" y="171160"/>
                </a:lnTo>
                <a:cubicBezTo>
                  <a:pt x="1396292" y="169881"/>
                  <a:pt x="1394272" y="167317"/>
                  <a:pt x="1394272" y="148855"/>
                </a:cubicBezTo>
                <a:lnTo>
                  <a:pt x="1394272" y="57919"/>
                </a:lnTo>
                <a:lnTo>
                  <a:pt x="1393264" y="57148"/>
                </a:lnTo>
                <a:moveTo>
                  <a:pt x="1381415" y="98"/>
                </a:moveTo>
                <a:cubicBezTo>
                  <a:pt x="1374609" y="98"/>
                  <a:pt x="1368807" y="5994"/>
                  <a:pt x="1368807" y="13168"/>
                </a:cubicBezTo>
                <a:cubicBezTo>
                  <a:pt x="1368807" y="20342"/>
                  <a:pt x="1374355" y="26234"/>
                  <a:pt x="1381415" y="26234"/>
                </a:cubicBezTo>
                <a:cubicBezTo>
                  <a:pt x="1388728" y="26234"/>
                  <a:pt x="1394526" y="20596"/>
                  <a:pt x="1394526" y="13168"/>
                </a:cubicBezTo>
                <a:cubicBezTo>
                  <a:pt x="1394526" y="5994"/>
                  <a:pt x="1388728" y="98"/>
                  <a:pt x="1381415" y="98"/>
                </a:cubicBezTo>
                <a:close/>
                <a:moveTo>
                  <a:pt x="1424026" y="15373"/>
                </a:moveTo>
                <a:lnTo>
                  <a:pt x="1425538" y="15373"/>
                </a:lnTo>
                <a:cubicBezTo>
                  <a:pt x="1428312" y="15119"/>
                  <a:pt x="1431336" y="14861"/>
                  <a:pt x="1433356" y="14861"/>
                </a:cubicBezTo>
                <a:cubicBezTo>
                  <a:pt x="1441423" y="14861"/>
                  <a:pt x="1443943" y="18450"/>
                  <a:pt x="1443943" y="30492"/>
                </a:cubicBezTo>
                <a:lnTo>
                  <a:pt x="1443943" y="152714"/>
                </a:lnTo>
                <a:cubicBezTo>
                  <a:pt x="1443943" y="166550"/>
                  <a:pt x="1440415" y="169881"/>
                  <a:pt x="1424530" y="171160"/>
                </a:cubicBezTo>
                <a:lnTo>
                  <a:pt x="1424530" y="175003"/>
                </a:lnTo>
                <a:lnTo>
                  <a:pt x="1484030" y="175003"/>
                </a:lnTo>
                <a:lnTo>
                  <a:pt x="1484030" y="171160"/>
                </a:lnTo>
                <a:cubicBezTo>
                  <a:pt x="1468149" y="170136"/>
                  <a:pt x="1465122" y="167575"/>
                  <a:pt x="1465122" y="153480"/>
                </a:cubicBezTo>
                <a:lnTo>
                  <a:pt x="1465122" y="512"/>
                </a:lnTo>
                <a:lnTo>
                  <a:pt x="1464114" y="0"/>
                </a:lnTo>
                <a:cubicBezTo>
                  <a:pt x="1451002" y="4355"/>
                  <a:pt x="1441423" y="6920"/>
                  <a:pt x="1424026" y="11276"/>
                </a:cubicBezTo>
                <a:lnTo>
                  <a:pt x="1424026" y="15373"/>
                </a:lnTo>
                <a:close/>
                <a:moveTo>
                  <a:pt x="1600765" y="158039"/>
                </a:moveTo>
                <a:cubicBezTo>
                  <a:pt x="1596480" y="161620"/>
                  <a:pt x="1593456" y="162903"/>
                  <a:pt x="1589674" y="162903"/>
                </a:cubicBezTo>
                <a:cubicBezTo>
                  <a:pt x="1583876" y="162903"/>
                  <a:pt x="1582110" y="159317"/>
                  <a:pt x="1582110" y="148053"/>
                </a:cubicBezTo>
                <a:lnTo>
                  <a:pt x="1582110" y="98122"/>
                </a:lnTo>
                <a:cubicBezTo>
                  <a:pt x="1582110" y="84806"/>
                  <a:pt x="1580849" y="77381"/>
                  <a:pt x="1577067" y="71235"/>
                </a:cubicBezTo>
                <a:cubicBezTo>
                  <a:pt x="1571519" y="62020"/>
                  <a:pt x="1560678" y="57148"/>
                  <a:pt x="1545805" y="57148"/>
                </a:cubicBezTo>
                <a:cubicBezTo>
                  <a:pt x="1522102" y="57148"/>
                  <a:pt x="1503447" y="69699"/>
                  <a:pt x="1503447" y="85830"/>
                </a:cubicBezTo>
                <a:cubicBezTo>
                  <a:pt x="1503447" y="91722"/>
                  <a:pt x="1508487" y="96840"/>
                  <a:pt x="1514289" y="96840"/>
                </a:cubicBezTo>
                <a:cubicBezTo>
                  <a:pt x="1520337" y="96840"/>
                  <a:pt x="1525634" y="91722"/>
                  <a:pt x="1525634" y="86088"/>
                </a:cubicBezTo>
                <a:cubicBezTo>
                  <a:pt x="1525634" y="85064"/>
                  <a:pt x="1525380" y="83781"/>
                  <a:pt x="1525130" y="81991"/>
                </a:cubicBezTo>
                <a:cubicBezTo>
                  <a:pt x="1524626" y="79688"/>
                  <a:pt x="1524372" y="77639"/>
                  <a:pt x="1524372" y="75845"/>
                </a:cubicBezTo>
                <a:cubicBezTo>
                  <a:pt x="1524372" y="68932"/>
                  <a:pt x="1532440" y="63298"/>
                  <a:pt x="1542527" y="63298"/>
                </a:cubicBezTo>
                <a:cubicBezTo>
                  <a:pt x="1554880" y="63298"/>
                  <a:pt x="1561686" y="70723"/>
                  <a:pt x="1561686" y="84552"/>
                </a:cubicBezTo>
                <a:lnTo>
                  <a:pt x="1561686" y="100171"/>
                </a:lnTo>
                <a:cubicBezTo>
                  <a:pt x="1522860" y="116045"/>
                  <a:pt x="1518575" y="118093"/>
                  <a:pt x="1507733" y="127825"/>
                </a:cubicBezTo>
                <a:cubicBezTo>
                  <a:pt x="1502186" y="132946"/>
                  <a:pt x="1498654" y="141649"/>
                  <a:pt x="1498654" y="150098"/>
                </a:cubicBezTo>
                <a:cubicBezTo>
                  <a:pt x="1498654" y="166234"/>
                  <a:pt x="1509749" y="177505"/>
                  <a:pt x="1525130" y="177505"/>
                </a:cubicBezTo>
                <a:cubicBezTo>
                  <a:pt x="1536221" y="177505"/>
                  <a:pt x="1546559" y="172126"/>
                  <a:pt x="1561940" y="158801"/>
                </a:cubicBezTo>
                <a:cubicBezTo>
                  <a:pt x="1563202" y="172126"/>
                  <a:pt x="1567737" y="177505"/>
                  <a:pt x="1578075" y="177505"/>
                </a:cubicBezTo>
                <a:cubicBezTo>
                  <a:pt x="1586646" y="177505"/>
                  <a:pt x="1591944" y="174432"/>
                  <a:pt x="1600765" y="164697"/>
                </a:cubicBezTo>
                <a:lnTo>
                  <a:pt x="1600765" y="158039"/>
                </a:lnTo>
                <a:moveTo>
                  <a:pt x="1561686" y="143428"/>
                </a:moveTo>
                <a:cubicBezTo>
                  <a:pt x="1561686" y="151373"/>
                  <a:pt x="1560428" y="153680"/>
                  <a:pt x="1555130" y="156753"/>
                </a:cubicBezTo>
                <a:cubicBezTo>
                  <a:pt x="1549083" y="160342"/>
                  <a:pt x="1542023" y="162645"/>
                  <a:pt x="1536725" y="162645"/>
                </a:cubicBezTo>
                <a:cubicBezTo>
                  <a:pt x="1527904" y="162645"/>
                  <a:pt x="1520844" y="153934"/>
                  <a:pt x="1520844" y="142916"/>
                </a:cubicBezTo>
                <a:lnTo>
                  <a:pt x="1520844" y="141892"/>
                </a:lnTo>
                <a:cubicBezTo>
                  <a:pt x="1520844" y="126773"/>
                  <a:pt x="1531178" y="117550"/>
                  <a:pt x="1561686" y="106274"/>
                </a:cubicBezTo>
                <a:lnTo>
                  <a:pt x="1561686" y="143428"/>
                </a:lnTo>
                <a:close/>
                <a:moveTo>
                  <a:pt x="1603036" y="75086"/>
                </a:moveTo>
                <a:cubicBezTo>
                  <a:pt x="1606567" y="74316"/>
                  <a:pt x="1608837" y="74058"/>
                  <a:pt x="1611861" y="74058"/>
                </a:cubicBezTo>
                <a:cubicBezTo>
                  <a:pt x="1618163" y="74058"/>
                  <a:pt x="1620433" y="78159"/>
                  <a:pt x="1620433" y="89431"/>
                </a:cubicBezTo>
                <a:lnTo>
                  <a:pt x="1620433" y="153484"/>
                </a:lnTo>
                <a:cubicBezTo>
                  <a:pt x="1620433" y="166292"/>
                  <a:pt x="1618667" y="168087"/>
                  <a:pt x="1602532" y="171160"/>
                </a:cubicBezTo>
                <a:lnTo>
                  <a:pt x="1602532" y="175003"/>
                </a:lnTo>
                <a:lnTo>
                  <a:pt x="1663044" y="175003"/>
                </a:lnTo>
                <a:lnTo>
                  <a:pt x="1663044" y="171160"/>
                </a:lnTo>
                <a:cubicBezTo>
                  <a:pt x="1645897" y="170394"/>
                  <a:pt x="1641611" y="166550"/>
                  <a:pt x="1641611" y="151948"/>
                </a:cubicBezTo>
                <a:lnTo>
                  <a:pt x="1641611" y="94299"/>
                </a:lnTo>
                <a:cubicBezTo>
                  <a:pt x="1641611" y="86100"/>
                  <a:pt x="1652453" y="73292"/>
                  <a:pt x="1659262" y="73292"/>
                </a:cubicBezTo>
                <a:cubicBezTo>
                  <a:pt x="1660774" y="73292"/>
                  <a:pt x="1663044" y="74574"/>
                  <a:pt x="1665818" y="77135"/>
                </a:cubicBezTo>
                <a:cubicBezTo>
                  <a:pt x="1669850" y="80720"/>
                  <a:pt x="1672623" y="82257"/>
                  <a:pt x="1675901" y="82257"/>
                </a:cubicBezTo>
                <a:cubicBezTo>
                  <a:pt x="1681953" y="82257"/>
                  <a:pt x="1685734" y="77901"/>
                  <a:pt x="1685734" y="70731"/>
                </a:cubicBezTo>
                <a:cubicBezTo>
                  <a:pt x="1685734" y="62274"/>
                  <a:pt x="1680441" y="57148"/>
                  <a:pt x="1671869" y="57148"/>
                </a:cubicBezTo>
                <a:cubicBezTo>
                  <a:pt x="1661278" y="57148"/>
                  <a:pt x="1653968" y="63044"/>
                  <a:pt x="1641611" y="81232"/>
                </a:cubicBezTo>
                <a:lnTo>
                  <a:pt x="1641611" y="57665"/>
                </a:lnTo>
                <a:lnTo>
                  <a:pt x="1640353" y="57148"/>
                </a:lnTo>
                <a:cubicBezTo>
                  <a:pt x="1626988" y="62786"/>
                  <a:pt x="1617913" y="66117"/>
                  <a:pt x="1603036" y="70985"/>
                </a:cubicBezTo>
                <a:lnTo>
                  <a:pt x="1603036" y="75086"/>
                </a:lnTo>
                <a:close/>
                <a:moveTo>
                  <a:pt x="1729351" y="57148"/>
                </a:moveTo>
                <a:lnTo>
                  <a:pt x="1690271" y="71161"/>
                </a:lnTo>
                <a:lnTo>
                  <a:pt x="1690271" y="75008"/>
                </a:lnTo>
                <a:lnTo>
                  <a:pt x="1692291" y="74750"/>
                </a:lnTo>
                <a:cubicBezTo>
                  <a:pt x="1695315" y="74238"/>
                  <a:pt x="1698593" y="73980"/>
                  <a:pt x="1700862" y="73980"/>
                </a:cubicBezTo>
                <a:cubicBezTo>
                  <a:pt x="1706914" y="73980"/>
                  <a:pt x="1709180" y="78081"/>
                  <a:pt x="1709180" y="89365"/>
                </a:cubicBezTo>
                <a:lnTo>
                  <a:pt x="1709180" y="148855"/>
                </a:lnTo>
                <a:cubicBezTo>
                  <a:pt x="1709180" y="167317"/>
                  <a:pt x="1706660" y="170136"/>
                  <a:pt x="1689263" y="171160"/>
                </a:cubicBezTo>
                <a:lnTo>
                  <a:pt x="1689263" y="175003"/>
                </a:lnTo>
                <a:lnTo>
                  <a:pt x="1749017" y="175003"/>
                </a:lnTo>
                <a:lnTo>
                  <a:pt x="1749017" y="171160"/>
                </a:lnTo>
                <a:cubicBezTo>
                  <a:pt x="1732378" y="169881"/>
                  <a:pt x="1730359" y="167317"/>
                  <a:pt x="1730359" y="148855"/>
                </a:cubicBezTo>
                <a:lnTo>
                  <a:pt x="1730359" y="57919"/>
                </a:lnTo>
                <a:lnTo>
                  <a:pt x="1729351" y="57148"/>
                </a:lnTo>
                <a:moveTo>
                  <a:pt x="1717501" y="98"/>
                </a:moveTo>
                <a:cubicBezTo>
                  <a:pt x="1710696" y="98"/>
                  <a:pt x="1704894" y="5994"/>
                  <a:pt x="1704894" y="13168"/>
                </a:cubicBezTo>
                <a:cubicBezTo>
                  <a:pt x="1704894" y="20342"/>
                  <a:pt x="1710442" y="26234"/>
                  <a:pt x="1717501" y="26234"/>
                </a:cubicBezTo>
                <a:cubicBezTo>
                  <a:pt x="1724815" y="26234"/>
                  <a:pt x="1730613" y="20596"/>
                  <a:pt x="1730613" y="13168"/>
                </a:cubicBezTo>
                <a:cubicBezTo>
                  <a:pt x="1730613" y="5994"/>
                  <a:pt x="1724815" y="98"/>
                  <a:pt x="1717501" y="98"/>
                </a:cubicBezTo>
                <a:close/>
                <a:moveTo>
                  <a:pt x="1819614" y="59651"/>
                </a:moveTo>
                <a:lnTo>
                  <a:pt x="1794150" y="59651"/>
                </a:lnTo>
                <a:lnTo>
                  <a:pt x="1794150" y="29929"/>
                </a:lnTo>
                <a:cubicBezTo>
                  <a:pt x="1794150" y="27368"/>
                  <a:pt x="1793900" y="26598"/>
                  <a:pt x="1792384" y="26598"/>
                </a:cubicBezTo>
                <a:cubicBezTo>
                  <a:pt x="1790622" y="28905"/>
                  <a:pt x="1789106" y="31211"/>
                  <a:pt x="1787344" y="33772"/>
                </a:cubicBezTo>
                <a:cubicBezTo>
                  <a:pt x="1777761" y="47867"/>
                  <a:pt x="1766920" y="60167"/>
                  <a:pt x="1762888" y="61191"/>
                </a:cubicBezTo>
                <a:cubicBezTo>
                  <a:pt x="1760114" y="62982"/>
                  <a:pt x="1758598" y="64776"/>
                  <a:pt x="1758598" y="66059"/>
                </a:cubicBezTo>
                <a:cubicBezTo>
                  <a:pt x="1758598" y="66829"/>
                  <a:pt x="1758852" y="67341"/>
                  <a:pt x="1759610" y="67853"/>
                </a:cubicBezTo>
                <a:lnTo>
                  <a:pt x="1772971" y="67853"/>
                </a:lnTo>
                <a:lnTo>
                  <a:pt x="1772971" y="144969"/>
                </a:lnTo>
                <a:cubicBezTo>
                  <a:pt x="1772971" y="166488"/>
                  <a:pt x="1780535" y="177505"/>
                  <a:pt x="1795412" y="177505"/>
                </a:cubicBezTo>
                <a:cubicBezTo>
                  <a:pt x="1807765" y="177505"/>
                  <a:pt x="1817344" y="171359"/>
                  <a:pt x="1825666" y="158035"/>
                </a:cubicBezTo>
                <a:lnTo>
                  <a:pt x="1822388" y="155216"/>
                </a:lnTo>
                <a:cubicBezTo>
                  <a:pt x="1817094" y="161620"/>
                  <a:pt x="1812809" y="164185"/>
                  <a:pt x="1807261" y="164185"/>
                </a:cubicBezTo>
                <a:cubicBezTo>
                  <a:pt x="1797932" y="164185"/>
                  <a:pt x="1794150" y="157265"/>
                  <a:pt x="1794150" y="141125"/>
                </a:cubicBezTo>
                <a:lnTo>
                  <a:pt x="1794150" y="67853"/>
                </a:lnTo>
                <a:lnTo>
                  <a:pt x="1819614" y="67853"/>
                </a:lnTo>
                <a:lnTo>
                  <a:pt x="1819614" y="59651"/>
                </a:lnTo>
                <a:close/>
                <a:moveTo>
                  <a:pt x="1869535" y="57148"/>
                </a:moveTo>
                <a:lnTo>
                  <a:pt x="1830456" y="71161"/>
                </a:lnTo>
                <a:lnTo>
                  <a:pt x="1830456" y="75008"/>
                </a:lnTo>
                <a:lnTo>
                  <a:pt x="1832476" y="74750"/>
                </a:lnTo>
                <a:cubicBezTo>
                  <a:pt x="1835499" y="74238"/>
                  <a:pt x="1838777" y="73980"/>
                  <a:pt x="1841047" y="73980"/>
                </a:cubicBezTo>
                <a:cubicBezTo>
                  <a:pt x="1847099" y="73980"/>
                  <a:pt x="1849365" y="78081"/>
                  <a:pt x="1849365" y="89365"/>
                </a:cubicBezTo>
                <a:lnTo>
                  <a:pt x="1849365" y="148855"/>
                </a:lnTo>
                <a:cubicBezTo>
                  <a:pt x="1849365" y="167317"/>
                  <a:pt x="1846845" y="170136"/>
                  <a:pt x="1829448" y="171160"/>
                </a:cubicBezTo>
                <a:lnTo>
                  <a:pt x="1829448" y="175003"/>
                </a:lnTo>
                <a:lnTo>
                  <a:pt x="1889202" y="175003"/>
                </a:lnTo>
                <a:lnTo>
                  <a:pt x="1889202" y="171160"/>
                </a:lnTo>
                <a:cubicBezTo>
                  <a:pt x="1872563" y="169881"/>
                  <a:pt x="1870543" y="167317"/>
                  <a:pt x="1870543" y="148855"/>
                </a:cubicBezTo>
                <a:lnTo>
                  <a:pt x="1870543" y="57919"/>
                </a:lnTo>
                <a:lnTo>
                  <a:pt x="1869535" y="57148"/>
                </a:lnTo>
                <a:moveTo>
                  <a:pt x="1857686" y="98"/>
                </a:moveTo>
                <a:cubicBezTo>
                  <a:pt x="1850880" y="98"/>
                  <a:pt x="1845079" y="5994"/>
                  <a:pt x="1845079" y="13168"/>
                </a:cubicBezTo>
                <a:cubicBezTo>
                  <a:pt x="1845079" y="20342"/>
                  <a:pt x="1850627" y="26234"/>
                  <a:pt x="1857686" y="26234"/>
                </a:cubicBezTo>
                <a:cubicBezTo>
                  <a:pt x="1865000" y="26234"/>
                  <a:pt x="1870797" y="20596"/>
                  <a:pt x="1870797" y="13168"/>
                </a:cubicBezTo>
                <a:cubicBezTo>
                  <a:pt x="1870797" y="5994"/>
                  <a:pt x="1865000" y="98"/>
                  <a:pt x="1857686" y="98"/>
                </a:cubicBezTo>
                <a:close/>
                <a:moveTo>
                  <a:pt x="1998374" y="132911"/>
                </a:moveTo>
                <a:cubicBezTo>
                  <a:pt x="1986274" y="152393"/>
                  <a:pt x="1975429" y="159830"/>
                  <a:pt x="1959294" y="159830"/>
                </a:cubicBezTo>
                <a:cubicBezTo>
                  <a:pt x="1944925" y="159830"/>
                  <a:pt x="1934084" y="152393"/>
                  <a:pt x="1926770" y="137783"/>
                </a:cubicBezTo>
                <a:cubicBezTo>
                  <a:pt x="1922230" y="128040"/>
                  <a:pt x="1920468" y="119579"/>
                  <a:pt x="1919964" y="103940"/>
                </a:cubicBezTo>
                <a:lnTo>
                  <a:pt x="1997620" y="103940"/>
                </a:lnTo>
                <a:cubicBezTo>
                  <a:pt x="1995600" y="87316"/>
                  <a:pt x="1993080" y="79911"/>
                  <a:pt x="1986778" y="71740"/>
                </a:cubicBezTo>
                <a:cubicBezTo>
                  <a:pt x="1979211" y="62532"/>
                  <a:pt x="1967615" y="57148"/>
                  <a:pt x="1954504" y="57148"/>
                </a:cubicBezTo>
                <a:cubicBezTo>
                  <a:pt x="1941897" y="57148"/>
                  <a:pt x="1930048" y="61762"/>
                  <a:pt x="1920468" y="70461"/>
                </a:cubicBezTo>
                <a:cubicBezTo>
                  <a:pt x="1908615" y="80931"/>
                  <a:pt x="1901810" y="99072"/>
                  <a:pt x="1901810" y="120091"/>
                </a:cubicBezTo>
                <a:cubicBezTo>
                  <a:pt x="1901810" y="155470"/>
                  <a:pt x="1919964" y="177505"/>
                  <a:pt x="1948957" y="177505"/>
                </a:cubicBezTo>
                <a:cubicBezTo>
                  <a:pt x="1972909" y="177505"/>
                  <a:pt x="1991818" y="162390"/>
                  <a:pt x="2002409" y="134706"/>
                </a:cubicBezTo>
                <a:lnTo>
                  <a:pt x="1998374" y="132911"/>
                </a:lnTo>
                <a:moveTo>
                  <a:pt x="1920468" y="95741"/>
                </a:moveTo>
                <a:cubicBezTo>
                  <a:pt x="1923238" y="75825"/>
                  <a:pt x="1931814" y="66375"/>
                  <a:pt x="1947191" y="66375"/>
                </a:cubicBezTo>
                <a:cubicBezTo>
                  <a:pt x="1962572" y="66375"/>
                  <a:pt x="1968623" y="73526"/>
                  <a:pt x="1971901" y="95741"/>
                </a:cubicBezTo>
                <a:lnTo>
                  <a:pt x="1920468" y="95741"/>
                </a:lnTo>
                <a:close/>
                <a:moveTo>
                  <a:pt x="2086870" y="94498"/>
                </a:moveTo>
                <a:lnTo>
                  <a:pt x="2085863" y="59651"/>
                </a:lnTo>
                <a:lnTo>
                  <a:pt x="2083089" y="59651"/>
                </a:lnTo>
                <a:lnTo>
                  <a:pt x="2082585" y="60167"/>
                </a:lnTo>
                <a:cubicBezTo>
                  <a:pt x="2080315" y="61957"/>
                  <a:pt x="2080065" y="62215"/>
                  <a:pt x="2079057" y="62215"/>
                </a:cubicBezTo>
                <a:cubicBezTo>
                  <a:pt x="2077545" y="62215"/>
                  <a:pt x="2075021" y="61703"/>
                  <a:pt x="2072247" y="60421"/>
                </a:cubicBezTo>
                <a:cubicBezTo>
                  <a:pt x="2066700" y="58427"/>
                  <a:pt x="2061156" y="57399"/>
                  <a:pt x="2054600" y="57399"/>
                </a:cubicBezTo>
                <a:cubicBezTo>
                  <a:pt x="2034680" y="57399"/>
                  <a:pt x="2020311" y="70465"/>
                  <a:pt x="2020311" y="88903"/>
                </a:cubicBezTo>
                <a:cubicBezTo>
                  <a:pt x="2020311" y="103240"/>
                  <a:pt x="2028378" y="113484"/>
                  <a:pt x="2049811" y="125776"/>
                </a:cubicBezTo>
                <a:lnTo>
                  <a:pt x="2064434" y="134229"/>
                </a:lnTo>
                <a:cubicBezTo>
                  <a:pt x="2073255" y="139350"/>
                  <a:pt x="2077545" y="145496"/>
                  <a:pt x="2077545" y="153433"/>
                </a:cubicBezTo>
                <a:cubicBezTo>
                  <a:pt x="2077545" y="164701"/>
                  <a:pt x="2069474" y="171871"/>
                  <a:pt x="2056616" y="171871"/>
                </a:cubicBezTo>
                <a:cubicBezTo>
                  <a:pt x="2048045" y="171871"/>
                  <a:pt x="2040227" y="168540"/>
                  <a:pt x="2035438" y="162906"/>
                </a:cubicBezTo>
                <a:cubicBezTo>
                  <a:pt x="2030144" y="156506"/>
                  <a:pt x="2027874" y="150614"/>
                  <a:pt x="2024596" y="136019"/>
                </a:cubicBezTo>
                <a:lnTo>
                  <a:pt x="2020561" y="136019"/>
                </a:lnTo>
                <a:lnTo>
                  <a:pt x="2020561" y="175969"/>
                </a:lnTo>
                <a:lnTo>
                  <a:pt x="2023838" y="175969"/>
                </a:lnTo>
                <a:cubicBezTo>
                  <a:pt x="2025604" y="173408"/>
                  <a:pt x="2026612" y="172896"/>
                  <a:pt x="2029640" y="172896"/>
                </a:cubicBezTo>
                <a:cubicBezTo>
                  <a:pt x="2031910" y="172954"/>
                  <a:pt x="2035438" y="173467"/>
                  <a:pt x="2041235" y="175003"/>
                </a:cubicBezTo>
                <a:cubicBezTo>
                  <a:pt x="2048295" y="176481"/>
                  <a:pt x="2055104" y="177505"/>
                  <a:pt x="2059640" y="177505"/>
                </a:cubicBezTo>
                <a:cubicBezTo>
                  <a:pt x="2079057" y="177505"/>
                  <a:pt x="2095192" y="162652"/>
                  <a:pt x="2095192" y="144726"/>
                </a:cubicBezTo>
                <a:cubicBezTo>
                  <a:pt x="2095192" y="131922"/>
                  <a:pt x="2089140" y="123473"/>
                  <a:pt x="2074013" y="114254"/>
                </a:cubicBezTo>
                <a:lnTo>
                  <a:pt x="2046783" y="97864"/>
                </a:lnTo>
                <a:cubicBezTo>
                  <a:pt x="2039723" y="93767"/>
                  <a:pt x="2035942" y="87367"/>
                  <a:pt x="2035942" y="80450"/>
                </a:cubicBezTo>
                <a:cubicBezTo>
                  <a:pt x="2035942" y="70207"/>
                  <a:pt x="2043759" y="63036"/>
                  <a:pt x="2055354" y="63036"/>
                </a:cubicBezTo>
                <a:cubicBezTo>
                  <a:pt x="2069727" y="63036"/>
                  <a:pt x="2077291" y="71743"/>
                  <a:pt x="2083089" y="94537"/>
                </a:cubicBezTo>
                <a:lnTo>
                  <a:pt x="2086870" y="94498"/>
                </a:lnTo>
                <a:close/>
                <a:moveTo>
                  <a:pt x="2207643" y="524"/>
                </a:moveTo>
                <a:lnTo>
                  <a:pt x="2206381" y="12"/>
                </a:lnTo>
                <a:cubicBezTo>
                  <a:pt x="2195790" y="3855"/>
                  <a:pt x="2188984" y="5904"/>
                  <a:pt x="2177135" y="9235"/>
                </a:cubicBezTo>
                <a:lnTo>
                  <a:pt x="2169822" y="11287"/>
                </a:lnTo>
                <a:lnTo>
                  <a:pt x="2169822" y="15385"/>
                </a:lnTo>
                <a:cubicBezTo>
                  <a:pt x="2171334" y="15131"/>
                  <a:pt x="2172342" y="15131"/>
                  <a:pt x="2174107" y="15131"/>
                </a:cubicBezTo>
                <a:cubicBezTo>
                  <a:pt x="2184195" y="15131"/>
                  <a:pt x="2186461" y="17433"/>
                  <a:pt x="2186461" y="28197"/>
                </a:cubicBezTo>
                <a:lnTo>
                  <a:pt x="2186461" y="161116"/>
                </a:lnTo>
                <a:cubicBezTo>
                  <a:pt x="2186461" y="169053"/>
                  <a:pt x="2207893" y="177505"/>
                  <a:pt x="2228064" y="177505"/>
                </a:cubicBezTo>
                <a:cubicBezTo>
                  <a:pt x="2261346" y="177505"/>
                  <a:pt x="2287060" y="149336"/>
                  <a:pt x="2287060" y="112721"/>
                </a:cubicBezTo>
                <a:cubicBezTo>
                  <a:pt x="2287060" y="81228"/>
                  <a:pt x="2267901" y="57148"/>
                  <a:pt x="2242687" y="57148"/>
                </a:cubicBezTo>
                <a:cubicBezTo>
                  <a:pt x="2227306" y="57148"/>
                  <a:pt x="2212683" y="66375"/>
                  <a:pt x="2207643" y="78926"/>
                </a:cubicBezTo>
                <a:lnTo>
                  <a:pt x="2207643" y="524"/>
                </a:lnTo>
                <a:moveTo>
                  <a:pt x="2207643" y="92496"/>
                </a:moveTo>
                <a:cubicBezTo>
                  <a:pt x="2207643" y="82511"/>
                  <a:pt x="2219492" y="73292"/>
                  <a:pt x="2232604" y="73292"/>
                </a:cubicBezTo>
                <a:cubicBezTo>
                  <a:pt x="2252266" y="73292"/>
                  <a:pt x="2264874" y="93263"/>
                  <a:pt x="2264874" y="124501"/>
                </a:cubicBezTo>
                <a:cubicBezTo>
                  <a:pt x="2264874" y="152921"/>
                  <a:pt x="2252770" y="169307"/>
                  <a:pt x="2232100" y="169307"/>
                </a:cubicBezTo>
                <a:cubicBezTo>
                  <a:pt x="2218988" y="169307"/>
                  <a:pt x="2207643" y="163419"/>
                  <a:pt x="2207643" y="157018"/>
                </a:cubicBezTo>
                <a:lnTo>
                  <a:pt x="2207643" y="92496"/>
                </a:lnTo>
                <a:close/>
                <a:moveTo>
                  <a:pt x="2397997" y="132911"/>
                </a:moveTo>
                <a:cubicBezTo>
                  <a:pt x="2385898" y="152393"/>
                  <a:pt x="2375053" y="159830"/>
                  <a:pt x="2358918" y="159830"/>
                </a:cubicBezTo>
                <a:cubicBezTo>
                  <a:pt x="2344548" y="159830"/>
                  <a:pt x="2333707" y="152393"/>
                  <a:pt x="2326394" y="137783"/>
                </a:cubicBezTo>
                <a:cubicBezTo>
                  <a:pt x="2321854" y="128040"/>
                  <a:pt x="2320092" y="119579"/>
                  <a:pt x="2319588" y="103940"/>
                </a:cubicBezTo>
                <a:lnTo>
                  <a:pt x="2397243" y="103940"/>
                </a:lnTo>
                <a:cubicBezTo>
                  <a:pt x="2395223" y="87316"/>
                  <a:pt x="2392704" y="79911"/>
                  <a:pt x="2386402" y="71740"/>
                </a:cubicBezTo>
                <a:cubicBezTo>
                  <a:pt x="2378834" y="62532"/>
                  <a:pt x="2367239" y="57148"/>
                  <a:pt x="2354128" y="57148"/>
                </a:cubicBezTo>
                <a:cubicBezTo>
                  <a:pt x="2341521" y="57148"/>
                  <a:pt x="2329671" y="61762"/>
                  <a:pt x="2320092" y="70461"/>
                </a:cubicBezTo>
                <a:cubicBezTo>
                  <a:pt x="2308239" y="80931"/>
                  <a:pt x="2301433" y="99072"/>
                  <a:pt x="2301433" y="120091"/>
                </a:cubicBezTo>
                <a:cubicBezTo>
                  <a:pt x="2301433" y="155470"/>
                  <a:pt x="2319588" y="177505"/>
                  <a:pt x="2348580" y="177505"/>
                </a:cubicBezTo>
                <a:cubicBezTo>
                  <a:pt x="2372533" y="177505"/>
                  <a:pt x="2391442" y="162390"/>
                  <a:pt x="2402033" y="134706"/>
                </a:cubicBezTo>
                <a:lnTo>
                  <a:pt x="2397997" y="132911"/>
                </a:lnTo>
                <a:moveTo>
                  <a:pt x="2320092" y="95741"/>
                </a:moveTo>
                <a:cubicBezTo>
                  <a:pt x="2322862" y="75825"/>
                  <a:pt x="2331437" y="66375"/>
                  <a:pt x="2346814" y="66375"/>
                </a:cubicBezTo>
                <a:cubicBezTo>
                  <a:pt x="2362195" y="66375"/>
                  <a:pt x="2368247" y="73526"/>
                  <a:pt x="2371525" y="95741"/>
                </a:cubicBezTo>
                <a:lnTo>
                  <a:pt x="2320092" y="95741"/>
                </a:lnTo>
                <a:close/>
                <a:moveTo>
                  <a:pt x="2471367" y="59651"/>
                </a:moveTo>
                <a:lnTo>
                  <a:pt x="2445903" y="59651"/>
                </a:lnTo>
                <a:lnTo>
                  <a:pt x="2445903" y="29929"/>
                </a:lnTo>
                <a:cubicBezTo>
                  <a:pt x="2445903" y="27368"/>
                  <a:pt x="2445653" y="26598"/>
                  <a:pt x="2444137" y="26598"/>
                </a:cubicBezTo>
                <a:cubicBezTo>
                  <a:pt x="2442375" y="28905"/>
                  <a:pt x="2440859" y="31211"/>
                  <a:pt x="2439097" y="33772"/>
                </a:cubicBezTo>
                <a:cubicBezTo>
                  <a:pt x="2429514" y="47867"/>
                  <a:pt x="2418672" y="60167"/>
                  <a:pt x="2414641" y="61191"/>
                </a:cubicBezTo>
                <a:cubicBezTo>
                  <a:pt x="2411867" y="62982"/>
                  <a:pt x="2410351" y="64776"/>
                  <a:pt x="2410351" y="66059"/>
                </a:cubicBezTo>
                <a:cubicBezTo>
                  <a:pt x="2410351" y="66829"/>
                  <a:pt x="2410605" y="67341"/>
                  <a:pt x="2411363" y="67853"/>
                </a:cubicBezTo>
                <a:lnTo>
                  <a:pt x="2424724" y="67853"/>
                </a:lnTo>
                <a:lnTo>
                  <a:pt x="2424724" y="144969"/>
                </a:lnTo>
                <a:cubicBezTo>
                  <a:pt x="2424724" y="166488"/>
                  <a:pt x="2432288" y="177505"/>
                  <a:pt x="2447165" y="177505"/>
                </a:cubicBezTo>
                <a:cubicBezTo>
                  <a:pt x="2459518" y="177505"/>
                  <a:pt x="2469097" y="171359"/>
                  <a:pt x="2477419" y="158035"/>
                </a:cubicBezTo>
                <a:lnTo>
                  <a:pt x="2474141" y="155216"/>
                </a:lnTo>
                <a:cubicBezTo>
                  <a:pt x="2468847" y="161620"/>
                  <a:pt x="2464561" y="164185"/>
                  <a:pt x="2459014" y="164185"/>
                </a:cubicBezTo>
                <a:cubicBezTo>
                  <a:pt x="2449684" y="164185"/>
                  <a:pt x="2445903" y="157265"/>
                  <a:pt x="2445903" y="141125"/>
                </a:cubicBezTo>
                <a:lnTo>
                  <a:pt x="2445903" y="67853"/>
                </a:lnTo>
                <a:lnTo>
                  <a:pt x="2471367" y="67853"/>
                </a:lnTo>
                <a:lnTo>
                  <a:pt x="2471367" y="59651"/>
                </a:lnTo>
                <a:close/>
                <a:moveTo>
                  <a:pt x="2621134" y="59651"/>
                </a:moveTo>
                <a:lnTo>
                  <a:pt x="2621134" y="63498"/>
                </a:lnTo>
                <a:cubicBezTo>
                  <a:pt x="2629705" y="65288"/>
                  <a:pt x="2632225" y="67083"/>
                  <a:pt x="2632225" y="71438"/>
                </a:cubicBezTo>
                <a:cubicBezTo>
                  <a:pt x="2632225" y="75278"/>
                  <a:pt x="2630713" y="81428"/>
                  <a:pt x="2627939" y="88344"/>
                </a:cubicBezTo>
                <a:lnTo>
                  <a:pt x="2605249" y="145207"/>
                </a:lnTo>
                <a:lnTo>
                  <a:pt x="2584070" y="87832"/>
                </a:lnTo>
                <a:cubicBezTo>
                  <a:pt x="2579784" y="76048"/>
                  <a:pt x="2579784" y="76048"/>
                  <a:pt x="2579784" y="72717"/>
                </a:cubicBezTo>
                <a:cubicBezTo>
                  <a:pt x="2579784" y="67083"/>
                  <a:pt x="2582558" y="65288"/>
                  <a:pt x="2594408" y="63498"/>
                </a:cubicBezTo>
                <a:lnTo>
                  <a:pt x="2594408" y="59651"/>
                </a:lnTo>
                <a:lnTo>
                  <a:pt x="2543225" y="59651"/>
                </a:lnTo>
                <a:lnTo>
                  <a:pt x="2543225" y="63498"/>
                </a:lnTo>
                <a:cubicBezTo>
                  <a:pt x="2552554" y="64522"/>
                  <a:pt x="2555578" y="67337"/>
                  <a:pt x="2560622" y="81170"/>
                </a:cubicBezTo>
                <a:cubicBezTo>
                  <a:pt x="2562388" y="86037"/>
                  <a:pt x="2564150" y="90905"/>
                  <a:pt x="2565665" y="95515"/>
                </a:cubicBezTo>
                <a:lnTo>
                  <a:pt x="2542721" y="146490"/>
                </a:lnTo>
                <a:lnTo>
                  <a:pt x="2517760" y="79633"/>
                </a:lnTo>
                <a:cubicBezTo>
                  <a:pt x="2516752" y="77072"/>
                  <a:pt x="2516248" y="74512"/>
                  <a:pt x="2516248" y="71951"/>
                </a:cubicBezTo>
                <a:cubicBezTo>
                  <a:pt x="2516248" y="66571"/>
                  <a:pt x="2519272" y="64522"/>
                  <a:pt x="2527844" y="63498"/>
                </a:cubicBezTo>
                <a:lnTo>
                  <a:pt x="2527844" y="59651"/>
                </a:lnTo>
                <a:lnTo>
                  <a:pt x="2482463" y="59651"/>
                </a:lnTo>
                <a:lnTo>
                  <a:pt x="2482463" y="63498"/>
                </a:lnTo>
                <a:cubicBezTo>
                  <a:pt x="2488260" y="64010"/>
                  <a:pt x="2490276" y="66571"/>
                  <a:pt x="2495824" y="79633"/>
                </a:cubicBezTo>
                <a:lnTo>
                  <a:pt x="2529864" y="167235"/>
                </a:lnTo>
                <a:cubicBezTo>
                  <a:pt x="2532887" y="174921"/>
                  <a:pt x="2534903" y="178506"/>
                  <a:pt x="2536415" y="178506"/>
                </a:cubicBezTo>
                <a:cubicBezTo>
                  <a:pt x="2537677" y="178506"/>
                  <a:pt x="2539693" y="175179"/>
                  <a:pt x="2542721" y="168517"/>
                </a:cubicBezTo>
                <a:lnTo>
                  <a:pt x="2570959" y="107040"/>
                </a:lnTo>
                <a:lnTo>
                  <a:pt x="2593904" y="167493"/>
                </a:lnTo>
                <a:cubicBezTo>
                  <a:pt x="2597431" y="176970"/>
                  <a:pt x="2598439" y="178506"/>
                  <a:pt x="2599955" y="178506"/>
                </a:cubicBezTo>
                <a:cubicBezTo>
                  <a:pt x="2601717" y="178506"/>
                  <a:pt x="2602979" y="176203"/>
                  <a:pt x="2607015" y="165956"/>
                </a:cubicBezTo>
                <a:lnTo>
                  <a:pt x="2641809" y="77327"/>
                </a:lnTo>
                <a:cubicBezTo>
                  <a:pt x="2646344" y="66571"/>
                  <a:pt x="2647102" y="65288"/>
                  <a:pt x="2652146" y="63498"/>
                </a:cubicBezTo>
                <a:lnTo>
                  <a:pt x="2652146" y="59651"/>
                </a:lnTo>
                <a:lnTo>
                  <a:pt x="2621134" y="59651"/>
                </a:lnTo>
                <a:close/>
                <a:moveTo>
                  <a:pt x="2762070" y="132911"/>
                </a:moveTo>
                <a:cubicBezTo>
                  <a:pt x="2749971" y="152393"/>
                  <a:pt x="2739126" y="159830"/>
                  <a:pt x="2722991" y="159830"/>
                </a:cubicBezTo>
                <a:cubicBezTo>
                  <a:pt x="2708621" y="159830"/>
                  <a:pt x="2697780" y="152393"/>
                  <a:pt x="2690467" y="137783"/>
                </a:cubicBezTo>
                <a:cubicBezTo>
                  <a:pt x="2685927" y="128040"/>
                  <a:pt x="2684165" y="119579"/>
                  <a:pt x="2683661" y="103940"/>
                </a:cubicBezTo>
                <a:lnTo>
                  <a:pt x="2761316" y="103940"/>
                </a:lnTo>
                <a:cubicBezTo>
                  <a:pt x="2759296" y="87316"/>
                  <a:pt x="2756776" y="79911"/>
                  <a:pt x="2750475" y="71740"/>
                </a:cubicBezTo>
                <a:cubicBezTo>
                  <a:pt x="2742907" y="62532"/>
                  <a:pt x="2731312" y="57148"/>
                  <a:pt x="2718201" y="57148"/>
                </a:cubicBezTo>
                <a:cubicBezTo>
                  <a:pt x="2705594" y="57148"/>
                  <a:pt x="2693744" y="61762"/>
                  <a:pt x="2684165" y="70461"/>
                </a:cubicBezTo>
                <a:cubicBezTo>
                  <a:pt x="2672312" y="80931"/>
                  <a:pt x="2665506" y="99072"/>
                  <a:pt x="2665506" y="120091"/>
                </a:cubicBezTo>
                <a:cubicBezTo>
                  <a:pt x="2665506" y="155470"/>
                  <a:pt x="2683661" y="177505"/>
                  <a:pt x="2712653" y="177505"/>
                </a:cubicBezTo>
                <a:cubicBezTo>
                  <a:pt x="2736606" y="177505"/>
                  <a:pt x="2755515" y="162390"/>
                  <a:pt x="2766106" y="134706"/>
                </a:cubicBezTo>
                <a:lnTo>
                  <a:pt x="2762070" y="132911"/>
                </a:lnTo>
                <a:moveTo>
                  <a:pt x="2684165" y="95741"/>
                </a:moveTo>
                <a:cubicBezTo>
                  <a:pt x="2686935" y="75825"/>
                  <a:pt x="2695510" y="66375"/>
                  <a:pt x="2710887" y="66375"/>
                </a:cubicBezTo>
                <a:cubicBezTo>
                  <a:pt x="2726268" y="66375"/>
                  <a:pt x="2732320" y="73526"/>
                  <a:pt x="2735598" y="95741"/>
                </a:cubicBezTo>
                <a:lnTo>
                  <a:pt x="2684165" y="95741"/>
                </a:lnTo>
                <a:close/>
                <a:moveTo>
                  <a:pt x="2874016" y="132911"/>
                </a:moveTo>
                <a:cubicBezTo>
                  <a:pt x="2861916" y="152393"/>
                  <a:pt x="2851071" y="159830"/>
                  <a:pt x="2834936" y="159830"/>
                </a:cubicBezTo>
                <a:cubicBezTo>
                  <a:pt x="2820567" y="159830"/>
                  <a:pt x="2809726" y="152393"/>
                  <a:pt x="2802412" y="137783"/>
                </a:cubicBezTo>
                <a:cubicBezTo>
                  <a:pt x="2797872" y="128040"/>
                  <a:pt x="2796110" y="119579"/>
                  <a:pt x="2795606" y="103940"/>
                </a:cubicBezTo>
                <a:lnTo>
                  <a:pt x="2873262" y="103940"/>
                </a:lnTo>
                <a:cubicBezTo>
                  <a:pt x="2871242" y="87316"/>
                  <a:pt x="2868722" y="79911"/>
                  <a:pt x="2862420" y="71740"/>
                </a:cubicBezTo>
                <a:cubicBezTo>
                  <a:pt x="2854853" y="62532"/>
                  <a:pt x="2843257" y="57148"/>
                  <a:pt x="2830146" y="57148"/>
                </a:cubicBezTo>
                <a:cubicBezTo>
                  <a:pt x="2817539" y="57148"/>
                  <a:pt x="2805690" y="61762"/>
                  <a:pt x="2796110" y="70461"/>
                </a:cubicBezTo>
                <a:cubicBezTo>
                  <a:pt x="2784257" y="80931"/>
                  <a:pt x="2777452" y="99072"/>
                  <a:pt x="2777452" y="120091"/>
                </a:cubicBezTo>
                <a:cubicBezTo>
                  <a:pt x="2777452" y="155470"/>
                  <a:pt x="2795606" y="177505"/>
                  <a:pt x="2824599" y="177505"/>
                </a:cubicBezTo>
                <a:cubicBezTo>
                  <a:pt x="2848551" y="177505"/>
                  <a:pt x="2867460" y="162390"/>
                  <a:pt x="2878051" y="134706"/>
                </a:cubicBezTo>
                <a:lnTo>
                  <a:pt x="2874016" y="132911"/>
                </a:lnTo>
                <a:moveTo>
                  <a:pt x="2796110" y="95741"/>
                </a:moveTo>
                <a:cubicBezTo>
                  <a:pt x="2798880" y="75825"/>
                  <a:pt x="2807456" y="66375"/>
                  <a:pt x="2822833" y="66375"/>
                </a:cubicBezTo>
                <a:cubicBezTo>
                  <a:pt x="2838214" y="66375"/>
                  <a:pt x="2844265" y="73526"/>
                  <a:pt x="2847543" y="95741"/>
                </a:cubicBezTo>
                <a:lnTo>
                  <a:pt x="2796110" y="95741"/>
                </a:lnTo>
                <a:close/>
                <a:moveTo>
                  <a:pt x="2887127" y="73038"/>
                </a:moveTo>
                <a:cubicBezTo>
                  <a:pt x="2888639" y="72267"/>
                  <a:pt x="2891162" y="72013"/>
                  <a:pt x="2893936" y="72013"/>
                </a:cubicBezTo>
                <a:cubicBezTo>
                  <a:pt x="2900996" y="72013"/>
                  <a:pt x="2903262" y="75856"/>
                  <a:pt x="2903262" y="88407"/>
                </a:cubicBezTo>
                <a:lnTo>
                  <a:pt x="2903262" y="151948"/>
                </a:lnTo>
                <a:cubicBezTo>
                  <a:pt x="2903262" y="166550"/>
                  <a:pt x="2900488" y="170136"/>
                  <a:pt x="2887631" y="171160"/>
                </a:cubicBezTo>
                <a:lnTo>
                  <a:pt x="2887631" y="175003"/>
                </a:lnTo>
                <a:lnTo>
                  <a:pt x="2941083" y="175003"/>
                </a:lnTo>
                <a:lnTo>
                  <a:pt x="2941083" y="171160"/>
                </a:lnTo>
                <a:cubicBezTo>
                  <a:pt x="2928222" y="170136"/>
                  <a:pt x="2924440" y="167063"/>
                  <a:pt x="2924440" y="157839"/>
                </a:cubicBezTo>
                <a:lnTo>
                  <a:pt x="2924440" y="85846"/>
                </a:lnTo>
                <a:cubicBezTo>
                  <a:pt x="2936544" y="74316"/>
                  <a:pt x="2942091" y="71243"/>
                  <a:pt x="2950413" y="71243"/>
                </a:cubicBezTo>
                <a:cubicBezTo>
                  <a:pt x="2962766" y="71243"/>
                  <a:pt x="2968817" y="79184"/>
                  <a:pt x="2968817" y="96093"/>
                </a:cubicBezTo>
                <a:lnTo>
                  <a:pt x="2968817" y="149641"/>
                </a:lnTo>
                <a:cubicBezTo>
                  <a:pt x="2968817" y="165780"/>
                  <a:pt x="2965540" y="170136"/>
                  <a:pt x="2952932" y="171160"/>
                </a:cubicBezTo>
                <a:lnTo>
                  <a:pt x="2952932" y="175003"/>
                </a:lnTo>
                <a:lnTo>
                  <a:pt x="3005377" y="175003"/>
                </a:lnTo>
                <a:lnTo>
                  <a:pt x="3005377" y="171160"/>
                </a:lnTo>
                <a:cubicBezTo>
                  <a:pt x="2993020" y="169881"/>
                  <a:pt x="2989996" y="166804"/>
                  <a:pt x="2989996" y="154254"/>
                </a:cubicBezTo>
                <a:lnTo>
                  <a:pt x="2989996" y="95581"/>
                </a:lnTo>
                <a:cubicBezTo>
                  <a:pt x="2989996" y="71501"/>
                  <a:pt x="2978901" y="57148"/>
                  <a:pt x="2960246" y="57148"/>
                </a:cubicBezTo>
                <a:cubicBezTo>
                  <a:pt x="2948647" y="57148"/>
                  <a:pt x="2940829" y="61508"/>
                  <a:pt x="2923686" y="77905"/>
                </a:cubicBezTo>
                <a:lnTo>
                  <a:pt x="2923686" y="57665"/>
                </a:lnTo>
                <a:lnTo>
                  <a:pt x="2921920" y="57148"/>
                </a:lnTo>
                <a:cubicBezTo>
                  <a:pt x="2909567" y="61762"/>
                  <a:pt x="2900996" y="64581"/>
                  <a:pt x="2887127" y="68682"/>
                </a:cubicBezTo>
                <a:lnTo>
                  <a:pt x="2887127" y="73038"/>
                </a:lnTo>
                <a:close/>
                <a:moveTo>
                  <a:pt x="3077737" y="15373"/>
                </a:moveTo>
                <a:lnTo>
                  <a:pt x="3079249" y="15373"/>
                </a:lnTo>
                <a:cubicBezTo>
                  <a:pt x="3082023" y="15119"/>
                  <a:pt x="3085047" y="14861"/>
                  <a:pt x="3087067" y="14861"/>
                </a:cubicBezTo>
                <a:cubicBezTo>
                  <a:pt x="3095134" y="14861"/>
                  <a:pt x="3097654" y="18450"/>
                  <a:pt x="3097654" y="30492"/>
                </a:cubicBezTo>
                <a:lnTo>
                  <a:pt x="3097654" y="152714"/>
                </a:lnTo>
                <a:cubicBezTo>
                  <a:pt x="3097654" y="166550"/>
                  <a:pt x="3094126" y="169881"/>
                  <a:pt x="3078241" y="171160"/>
                </a:cubicBezTo>
                <a:lnTo>
                  <a:pt x="3078241" y="175003"/>
                </a:lnTo>
                <a:lnTo>
                  <a:pt x="3137741" y="175003"/>
                </a:lnTo>
                <a:lnTo>
                  <a:pt x="3137741" y="171160"/>
                </a:lnTo>
                <a:cubicBezTo>
                  <a:pt x="3121860" y="170136"/>
                  <a:pt x="3118833" y="167575"/>
                  <a:pt x="3118833" y="153480"/>
                </a:cubicBezTo>
                <a:lnTo>
                  <a:pt x="3118833" y="512"/>
                </a:lnTo>
                <a:lnTo>
                  <a:pt x="3117825" y="0"/>
                </a:lnTo>
                <a:cubicBezTo>
                  <a:pt x="3104713" y="4355"/>
                  <a:pt x="3095134" y="6920"/>
                  <a:pt x="3077737" y="11276"/>
                </a:cubicBezTo>
                <a:lnTo>
                  <a:pt x="3077737" y="15373"/>
                </a:lnTo>
                <a:close/>
                <a:moveTo>
                  <a:pt x="3254476" y="158039"/>
                </a:moveTo>
                <a:cubicBezTo>
                  <a:pt x="3250191" y="161620"/>
                  <a:pt x="3247167" y="162903"/>
                  <a:pt x="3243385" y="162903"/>
                </a:cubicBezTo>
                <a:cubicBezTo>
                  <a:pt x="3237587" y="162903"/>
                  <a:pt x="3235821" y="159317"/>
                  <a:pt x="3235821" y="148053"/>
                </a:cubicBezTo>
                <a:lnTo>
                  <a:pt x="3235821" y="98122"/>
                </a:lnTo>
                <a:cubicBezTo>
                  <a:pt x="3235821" y="84806"/>
                  <a:pt x="3234560" y="77381"/>
                  <a:pt x="3230778" y="71235"/>
                </a:cubicBezTo>
                <a:cubicBezTo>
                  <a:pt x="3225230" y="62020"/>
                  <a:pt x="3214389" y="57148"/>
                  <a:pt x="3199516" y="57148"/>
                </a:cubicBezTo>
                <a:cubicBezTo>
                  <a:pt x="3175813" y="57148"/>
                  <a:pt x="3157158" y="69699"/>
                  <a:pt x="3157158" y="85830"/>
                </a:cubicBezTo>
                <a:cubicBezTo>
                  <a:pt x="3157158" y="91722"/>
                  <a:pt x="3162198" y="96840"/>
                  <a:pt x="3168000" y="96840"/>
                </a:cubicBezTo>
                <a:cubicBezTo>
                  <a:pt x="3174047" y="96840"/>
                  <a:pt x="3179345" y="91722"/>
                  <a:pt x="3179345" y="86088"/>
                </a:cubicBezTo>
                <a:cubicBezTo>
                  <a:pt x="3179345" y="85064"/>
                  <a:pt x="3179091" y="83781"/>
                  <a:pt x="3178841" y="81991"/>
                </a:cubicBezTo>
                <a:cubicBezTo>
                  <a:pt x="3178337" y="79688"/>
                  <a:pt x="3178083" y="77639"/>
                  <a:pt x="3178083" y="75845"/>
                </a:cubicBezTo>
                <a:cubicBezTo>
                  <a:pt x="3178083" y="68932"/>
                  <a:pt x="3186151" y="63298"/>
                  <a:pt x="3196238" y="63298"/>
                </a:cubicBezTo>
                <a:cubicBezTo>
                  <a:pt x="3208591" y="63298"/>
                  <a:pt x="3215397" y="70723"/>
                  <a:pt x="3215397" y="84552"/>
                </a:cubicBezTo>
                <a:lnTo>
                  <a:pt x="3215397" y="100171"/>
                </a:lnTo>
                <a:cubicBezTo>
                  <a:pt x="3176571" y="116045"/>
                  <a:pt x="3172285" y="118093"/>
                  <a:pt x="3161444" y="127825"/>
                </a:cubicBezTo>
                <a:cubicBezTo>
                  <a:pt x="3155897" y="132946"/>
                  <a:pt x="3152365" y="141649"/>
                  <a:pt x="3152365" y="150098"/>
                </a:cubicBezTo>
                <a:cubicBezTo>
                  <a:pt x="3152365" y="166234"/>
                  <a:pt x="3163460" y="177505"/>
                  <a:pt x="3178841" y="177505"/>
                </a:cubicBezTo>
                <a:cubicBezTo>
                  <a:pt x="3189932" y="177505"/>
                  <a:pt x="3200270" y="172126"/>
                  <a:pt x="3215651" y="158801"/>
                </a:cubicBezTo>
                <a:cubicBezTo>
                  <a:pt x="3216913" y="172126"/>
                  <a:pt x="3221448" y="177505"/>
                  <a:pt x="3231786" y="177505"/>
                </a:cubicBezTo>
                <a:cubicBezTo>
                  <a:pt x="3240357" y="177505"/>
                  <a:pt x="3245655" y="174432"/>
                  <a:pt x="3254476" y="164697"/>
                </a:cubicBezTo>
                <a:lnTo>
                  <a:pt x="3254476" y="158039"/>
                </a:lnTo>
                <a:moveTo>
                  <a:pt x="3215397" y="143428"/>
                </a:moveTo>
                <a:cubicBezTo>
                  <a:pt x="3215397" y="151373"/>
                  <a:pt x="3214139" y="153680"/>
                  <a:pt x="3208841" y="156753"/>
                </a:cubicBezTo>
                <a:cubicBezTo>
                  <a:pt x="3202794" y="160342"/>
                  <a:pt x="3195734" y="162645"/>
                  <a:pt x="3190436" y="162645"/>
                </a:cubicBezTo>
                <a:cubicBezTo>
                  <a:pt x="3181615" y="162645"/>
                  <a:pt x="3174555" y="153934"/>
                  <a:pt x="3174555" y="142916"/>
                </a:cubicBezTo>
                <a:lnTo>
                  <a:pt x="3174555" y="141892"/>
                </a:lnTo>
                <a:cubicBezTo>
                  <a:pt x="3174555" y="126773"/>
                  <a:pt x="3184889" y="117550"/>
                  <a:pt x="3215397" y="106274"/>
                </a:cubicBezTo>
                <a:lnTo>
                  <a:pt x="3215397" y="143428"/>
                </a:lnTo>
                <a:close/>
                <a:moveTo>
                  <a:pt x="3259016" y="73038"/>
                </a:moveTo>
                <a:cubicBezTo>
                  <a:pt x="3260528" y="72267"/>
                  <a:pt x="3263051" y="72013"/>
                  <a:pt x="3265825" y="72013"/>
                </a:cubicBezTo>
                <a:cubicBezTo>
                  <a:pt x="3272885" y="72013"/>
                  <a:pt x="3275151" y="75856"/>
                  <a:pt x="3275151" y="88407"/>
                </a:cubicBezTo>
                <a:lnTo>
                  <a:pt x="3275151" y="151948"/>
                </a:lnTo>
                <a:cubicBezTo>
                  <a:pt x="3275151" y="166550"/>
                  <a:pt x="3272377" y="170136"/>
                  <a:pt x="3259520" y="171160"/>
                </a:cubicBezTo>
                <a:lnTo>
                  <a:pt x="3259520" y="175003"/>
                </a:lnTo>
                <a:lnTo>
                  <a:pt x="3312972" y="175003"/>
                </a:lnTo>
                <a:lnTo>
                  <a:pt x="3312972" y="171160"/>
                </a:lnTo>
                <a:cubicBezTo>
                  <a:pt x="3300111" y="170136"/>
                  <a:pt x="3296329" y="167063"/>
                  <a:pt x="3296329" y="157839"/>
                </a:cubicBezTo>
                <a:lnTo>
                  <a:pt x="3296329" y="85846"/>
                </a:lnTo>
                <a:cubicBezTo>
                  <a:pt x="3308433" y="74316"/>
                  <a:pt x="3313980" y="71243"/>
                  <a:pt x="3322302" y="71243"/>
                </a:cubicBezTo>
                <a:cubicBezTo>
                  <a:pt x="3334655" y="71243"/>
                  <a:pt x="3340706" y="79184"/>
                  <a:pt x="3340706" y="96093"/>
                </a:cubicBezTo>
                <a:lnTo>
                  <a:pt x="3340706" y="149641"/>
                </a:lnTo>
                <a:cubicBezTo>
                  <a:pt x="3340706" y="165780"/>
                  <a:pt x="3337429" y="170136"/>
                  <a:pt x="3324822" y="171160"/>
                </a:cubicBezTo>
                <a:lnTo>
                  <a:pt x="3324822" y="175003"/>
                </a:lnTo>
                <a:lnTo>
                  <a:pt x="3377266" y="175003"/>
                </a:lnTo>
                <a:lnTo>
                  <a:pt x="3377266" y="171160"/>
                </a:lnTo>
                <a:cubicBezTo>
                  <a:pt x="3364909" y="169881"/>
                  <a:pt x="3361885" y="166804"/>
                  <a:pt x="3361885" y="154254"/>
                </a:cubicBezTo>
                <a:lnTo>
                  <a:pt x="3361885" y="95581"/>
                </a:lnTo>
                <a:cubicBezTo>
                  <a:pt x="3361885" y="71501"/>
                  <a:pt x="3350790" y="57148"/>
                  <a:pt x="3332135" y="57148"/>
                </a:cubicBezTo>
                <a:cubicBezTo>
                  <a:pt x="3320536" y="57148"/>
                  <a:pt x="3312718" y="61508"/>
                  <a:pt x="3295575" y="77905"/>
                </a:cubicBezTo>
                <a:lnTo>
                  <a:pt x="3295575" y="57665"/>
                </a:lnTo>
                <a:lnTo>
                  <a:pt x="3293809" y="57148"/>
                </a:lnTo>
                <a:cubicBezTo>
                  <a:pt x="3281456" y="61762"/>
                  <a:pt x="3272885" y="64581"/>
                  <a:pt x="3259016" y="68682"/>
                </a:cubicBezTo>
                <a:lnTo>
                  <a:pt x="3259016" y="73038"/>
                </a:lnTo>
                <a:close/>
                <a:moveTo>
                  <a:pt x="3499545" y="75649"/>
                </a:moveTo>
                <a:lnTo>
                  <a:pt x="3499545" y="65656"/>
                </a:lnTo>
                <a:lnTo>
                  <a:pt x="3480132" y="65656"/>
                </a:lnTo>
                <a:cubicBezTo>
                  <a:pt x="3475088" y="65656"/>
                  <a:pt x="3471306" y="64858"/>
                  <a:pt x="3466267" y="63044"/>
                </a:cubicBezTo>
                <a:lnTo>
                  <a:pt x="3460719" y="60996"/>
                </a:lnTo>
                <a:cubicBezTo>
                  <a:pt x="3453909" y="58431"/>
                  <a:pt x="3447104" y="57148"/>
                  <a:pt x="3440548" y="57148"/>
                </a:cubicBezTo>
                <a:cubicBezTo>
                  <a:pt x="3417100" y="57148"/>
                  <a:pt x="3398441" y="75649"/>
                  <a:pt x="3398441" y="98959"/>
                </a:cubicBezTo>
                <a:cubicBezTo>
                  <a:pt x="3398441" y="115098"/>
                  <a:pt x="3405250" y="124830"/>
                  <a:pt x="3421889" y="133283"/>
                </a:cubicBezTo>
                <a:cubicBezTo>
                  <a:pt x="3417100" y="137896"/>
                  <a:pt x="3412564" y="142244"/>
                  <a:pt x="3411048" y="143522"/>
                </a:cubicBezTo>
                <a:cubicBezTo>
                  <a:pt x="3402731" y="150939"/>
                  <a:pt x="3399453" y="156057"/>
                  <a:pt x="3399453" y="161171"/>
                </a:cubicBezTo>
                <a:cubicBezTo>
                  <a:pt x="3399453" y="166543"/>
                  <a:pt x="3402477" y="169612"/>
                  <a:pt x="3412814" y="174737"/>
                </a:cubicBezTo>
                <a:cubicBezTo>
                  <a:pt x="3394913" y="188073"/>
                  <a:pt x="3388107" y="196542"/>
                  <a:pt x="3388107" y="206031"/>
                </a:cubicBezTo>
                <a:cubicBezTo>
                  <a:pt x="3388107" y="219621"/>
                  <a:pt x="3407770" y="230897"/>
                  <a:pt x="3431723" y="230897"/>
                </a:cubicBezTo>
                <a:cubicBezTo>
                  <a:pt x="3450632" y="230897"/>
                  <a:pt x="3470298" y="224234"/>
                  <a:pt x="3483410" y="213471"/>
                </a:cubicBezTo>
                <a:cubicBezTo>
                  <a:pt x="3492993" y="205519"/>
                  <a:pt x="3497279" y="197308"/>
                  <a:pt x="3497279" y="187561"/>
                </a:cubicBezTo>
                <a:cubicBezTo>
                  <a:pt x="3497279" y="171660"/>
                  <a:pt x="3485425" y="160916"/>
                  <a:pt x="3466771" y="160150"/>
                </a:cubicBezTo>
                <a:lnTo>
                  <a:pt x="3434247" y="158614"/>
                </a:lnTo>
                <a:cubicBezTo>
                  <a:pt x="3420881" y="158101"/>
                  <a:pt x="3414580" y="155799"/>
                  <a:pt x="3414580" y="151709"/>
                </a:cubicBezTo>
                <a:cubicBezTo>
                  <a:pt x="3414580" y="146591"/>
                  <a:pt x="3422897" y="137638"/>
                  <a:pt x="3429707" y="135589"/>
                </a:cubicBezTo>
                <a:cubicBezTo>
                  <a:pt x="3431977" y="135847"/>
                  <a:pt x="3433743" y="136101"/>
                  <a:pt x="3434497" y="136101"/>
                </a:cubicBezTo>
                <a:cubicBezTo>
                  <a:pt x="3439286" y="136614"/>
                  <a:pt x="3442564" y="136872"/>
                  <a:pt x="3444080" y="136872"/>
                </a:cubicBezTo>
                <a:cubicBezTo>
                  <a:pt x="3453405" y="136872"/>
                  <a:pt x="3463493" y="133028"/>
                  <a:pt x="3471306" y="126112"/>
                </a:cubicBezTo>
                <a:cubicBezTo>
                  <a:pt x="3479628" y="118938"/>
                  <a:pt x="3483410" y="109973"/>
                  <a:pt x="3483410" y="97168"/>
                </a:cubicBezTo>
                <a:cubicBezTo>
                  <a:pt x="3483410" y="89740"/>
                  <a:pt x="3482148" y="83848"/>
                  <a:pt x="3478620" y="75649"/>
                </a:cubicBezTo>
                <a:lnTo>
                  <a:pt x="3499545" y="75649"/>
                </a:lnTo>
                <a:moveTo>
                  <a:pt x="3418108" y="175504"/>
                </a:moveTo>
                <a:cubicBezTo>
                  <a:pt x="3426429" y="177302"/>
                  <a:pt x="3446600" y="178839"/>
                  <a:pt x="3458953" y="178839"/>
                </a:cubicBezTo>
                <a:cubicBezTo>
                  <a:pt x="3481898" y="178839"/>
                  <a:pt x="3490219" y="182174"/>
                  <a:pt x="3490219" y="191408"/>
                </a:cubicBezTo>
                <a:cubicBezTo>
                  <a:pt x="3490219" y="206289"/>
                  <a:pt x="3471056" y="216290"/>
                  <a:pt x="3442564" y="216290"/>
                </a:cubicBezTo>
                <a:cubicBezTo>
                  <a:pt x="3420378" y="216290"/>
                  <a:pt x="3405754" y="208854"/>
                  <a:pt x="3405754" y="197566"/>
                </a:cubicBezTo>
                <a:cubicBezTo>
                  <a:pt x="3405754" y="191666"/>
                  <a:pt x="3407520" y="188331"/>
                  <a:pt x="3418108" y="175504"/>
                </a:cubicBezTo>
                <a:moveTo>
                  <a:pt x="3419370" y="88458"/>
                </a:moveTo>
                <a:cubicBezTo>
                  <a:pt x="3419370" y="73346"/>
                  <a:pt x="3426429" y="64327"/>
                  <a:pt x="3438028" y="64327"/>
                </a:cubicBezTo>
                <a:cubicBezTo>
                  <a:pt x="3445842" y="64327"/>
                  <a:pt x="3452397" y="68733"/>
                  <a:pt x="3456433" y="76419"/>
                </a:cubicBezTo>
                <a:cubicBezTo>
                  <a:pt x="3460969" y="85384"/>
                  <a:pt x="3463997" y="97168"/>
                  <a:pt x="3463997" y="107158"/>
                </a:cubicBezTo>
                <a:cubicBezTo>
                  <a:pt x="3463997" y="121499"/>
                  <a:pt x="3456683" y="130464"/>
                  <a:pt x="3445088" y="130464"/>
                </a:cubicBezTo>
                <a:cubicBezTo>
                  <a:pt x="3429961" y="130464"/>
                  <a:pt x="3419370" y="113816"/>
                  <a:pt x="3419370" y="89228"/>
                </a:cubicBezTo>
                <a:lnTo>
                  <a:pt x="3419370" y="88458"/>
                </a:lnTo>
                <a:close/>
                <a:moveTo>
                  <a:pt x="3627879" y="162144"/>
                </a:moveTo>
                <a:lnTo>
                  <a:pt x="3626621" y="162144"/>
                </a:lnTo>
                <a:cubicBezTo>
                  <a:pt x="3615022" y="162144"/>
                  <a:pt x="3612248" y="159325"/>
                  <a:pt x="3612248" y="147537"/>
                </a:cubicBezTo>
                <a:lnTo>
                  <a:pt x="3612248" y="59651"/>
                </a:lnTo>
                <a:lnTo>
                  <a:pt x="3572411" y="59651"/>
                </a:lnTo>
                <a:lnTo>
                  <a:pt x="3572411" y="64010"/>
                </a:lnTo>
                <a:cubicBezTo>
                  <a:pt x="3588045" y="64776"/>
                  <a:pt x="3591069" y="67341"/>
                  <a:pt x="3591069" y="80149"/>
                </a:cubicBezTo>
                <a:lnTo>
                  <a:pt x="3591069" y="140355"/>
                </a:lnTo>
                <a:cubicBezTo>
                  <a:pt x="3591069" y="147530"/>
                  <a:pt x="3589807" y="151119"/>
                  <a:pt x="3586280" y="153934"/>
                </a:cubicBezTo>
                <a:cubicBezTo>
                  <a:pt x="3579470" y="159571"/>
                  <a:pt x="3571656" y="162645"/>
                  <a:pt x="3564093" y="162645"/>
                </a:cubicBezTo>
                <a:cubicBezTo>
                  <a:pt x="3554260" y="162645"/>
                  <a:pt x="3546192" y="153934"/>
                  <a:pt x="3546192" y="143174"/>
                </a:cubicBezTo>
                <a:lnTo>
                  <a:pt x="3546192" y="59651"/>
                </a:lnTo>
                <a:lnTo>
                  <a:pt x="3509378" y="59651"/>
                </a:lnTo>
                <a:lnTo>
                  <a:pt x="3509378" y="63240"/>
                </a:lnTo>
                <a:cubicBezTo>
                  <a:pt x="3521482" y="64010"/>
                  <a:pt x="3525013" y="67853"/>
                  <a:pt x="3525013" y="79637"/>
                </a:cubicBezTo>
                <a:lnTo>
                  <a:pt x="3525013" y="144198"/>
                </a:lnTo>
                <a:cubicBezTo>
                  <a:pt x="3525013" y="164439"/>
                  <a:pt x="3537113" y="177505"/>
                  <a:pt x="3555518" y="177505"/>
                </a:cubicBezTo>
                <a:cubicBezTo>
                  <a:pt x="3564847" y="177505"/>
                  <a:pt x="3574680" y="173408"/>
                  <a:pt x="3581490" y="166488"/>
                </a:cubicBezTo>
                <a:lnTo>
                  <a:pt x="3592331" y="155474"/>
                </a:lnTo>
                <a:lnTo>
                  <a:pt x="3592331" y="176739"/>
                </a:lnTo>
                <a:lnTo>
                  <a:pt x="3593339" y="177255"/>
                </a:lnTo>
                <a:cubicBezTo>
                  <a:pt x="3605946" y="172133"/>
                  <a:pt x="3615022" y="169315"/>
                  <a:pt x="3627879" y="165725"/>
                </a:cubicBezTo>
                <a:lnTo>
                  <a:pt x="3627879" y="162144"/>
                </a:lnTo>
                <a:close/>
                <a:moveTo>
                  <a:pt x="3744613" y="158039"/>
                </a:moveTo>
                <a:cubicBezTo>
                  <a:pt x="3740328" y="161620"/>
                  <a:pt x="3737304" y="162903"/>
                  <a:pt x="3733522" y="162903"/>
                </a:cubicBezTo>
                <a:cubicBezTo>
                  <a:pt x="3727724" y="162903"/>
                  <a:pt x="3725958" y="159317"/>
                  <a:pt x="3725958" y="148053"/>
                </a:cubicBezTo>
                <a:lnTo>
                  <a:pt x="3725958" y="98122"/>
                </a:lnTo>
                <a:cubicBezTo>
                  <a:pt x="3725958" y="84806"/>
                  <a:pt x="3724697" y="77381"/>
                  <a:pt x="3720915" y="71235"/>
                </a:cubicBezTo>
                <a:cubicBezTo>
                  <a:pt x="3715367" y="62020"/>
                  <a:pt x="3704526" y="57148"/>
                  <a:pt x="3689653" y="57148"/>
                </a:cubicBezTo>
                <a:cubicBezTo>
                  <a:pt x="3665950" y="57148"/>
                  <a:pt x="3647295" y="69699"/>
                  <a:pt x="3647295" y="85830"/>
                </a:cubicBezTo>
                <a:cubicBezTo>
                  <a:pt x="3647295" y="91722"/>
                  <a:pt x="3652335" y="96840"/>
                  <a:pt x="3658137" y="96840"/>
                </a:cubicBezTo>
                <a:cubicBezTo>
                  <a:pt x="3664184" y="96840"/>
                  <a:pt x="3669482" y="91722"/>
                  <a:pt x="3669482" y="86088"/>
                </a:cubicBezTo>
                <a:cubicBezTo>
                  <a:pt x="3669482" y="85064"/>
                  <a:pt x="3669228" y="83781"/>
                  <a:pt x="3668978" y="81991"/>
                </a:cubicBezTo>
                <a:cubicBezTo>
                  <a:pt x="3668474" y="79688"/>
                  <a:pt x="3668220" y="77639"/>
                  <a:pt x="3668220" y="75845"/>
                </a:cubicBezTo>
                <a:cubicBezTo>
                  <a:pt x="3668220" y="68932"/>
                  <a:pt x="3676288" y="63298"/>
                  <a:pt x="3686375" y="63298"/>
                </a:cubicBezTo>
                <a:cubicBezTo>
                  <a:pt x="3698728" y="63298"/>
                  <a:pt x="3705534" y="70723"/>
                  <a:pt x="3705534" y="84552"/>
                </a:cubicBezTo>
                <a:lnTo>
                  <a:pt x="3705534" y="100171"/>
                </a:lnTo>
                <a:cubicBezTo>
                  <a:pt x="3666708" y="116045"/>
                  <a:pt x="3662422" y="118093"/>
                  <a:pt x="3651581" y="127825"/>
                </a:cubicBezTo>
                <a:cubicBezTo>
                  <a:pt x="3646034" y="132946"/>
                  <a:pt x="3642502" y="141649"/>
                  <a:pt x="3642502" y="150098"/>
                </a:cubicBezTo>
                <a:cubicBezTo>
                  <a:pt x="3642502" y="166234"/>
                  <a:pt x="3653597" y="177505"/>
                  <a:pt x="3668978" y="177505"/>
                </a:cubicBezTo>
                <a:cubicBezTo>
                  <a:pt x="3680069" y="177505"/>
                  <a:pt x="3690407" y="172126"/>
                  <a:pt x="3705788" y="158801"/>
                </a:cubicBezTo>
                <a:cubicBezTo>
                  <a:pt x="3707050" y="172126"/>
                  <a:pt x="3711585" y="177505"/>
                  <a:pt x="3721923" y="177505"/>
                </a:cubicBezTo>
                <a:cubicBezTo>
                  <a:pt x="3730494" y="177505"/>
                  <a:pt x="3735792" y="174432"/>
                  <a:pt x="3744613" y="164697"/>
                </a:cubicBezTo>
                <a:lnTo>
                  <a:pt x="3744613" y="158039"/>
                </a:lnTo>
                <a:moveTo>
                  <a:pt x="3705534" y="143428"/>
                </a:moveTo>
                <a:cubicBezTo>
                  <a:pt x="3705534" y="151373"/>
                  <a:pt x="3704276" y="153680"/>
                  <a:pt x="3698978" y="156753"/>
                </a:cubicBezTo>
                <a:cubicBezTo>
                  <a:pt x="3692930" y="160342"/>
                  <a:pt x="3685871" y="162645"/>
                  <a:pt x="3680573" y="162645"/>
                </a:cubicBezTo>
                <a:cubicBezTo>
                  <a:pt x="3671752" y="162645"/>
                  <a:pt x="3664692" y="153934"/>
                  <a:pt x="3664692" y="142916"/>
                </a:cubicBezTo>
                <a:lnTo>
                  <a:pt x="3664692" y="141892"/>
                </a:lnTo>
                <a:cubicBezTo>
                  <a:pt x="3664692" y="126773"/>
                  <a:pt x="3675026" y="117550"/>
                  <a:pt x="3705534" y="106274"/>
                </a:cubicBezTo>
                <a:lnTo>
                  <a:pt x="3705534" y="143428"/>
                </a:lnTo>
                <a:close/>
                <a:moveTo>
                  <a:pt x="3863617" y="75649"/>
                </a:moveTo>
                <a:lnTo>
                  <a:pt x="3863617" y="65656"/>
                </a:lnTo>
                <a:lnTo>
                  <a:pt x="3844204" y="65656"/>
                </a:lnTo>
                <a:cubicBezTo>
                  <a:pt x="3839160" y="65656"/>
                  <a:pt x="3835379" y="64858"/>
                  <a:pt x="3830339" y="63044"/>
                </a:cubicBezTo>
                <a:lnTo>
                  <a:pt x="3824791" y="60996"/>
                </a:lnTo>
                <a:cubicBezTo>
                  <a:pt x="3817982" y="58431"/>
                  <a:pt x="3811176" y="57148"/>
                  <a:pt x="3804621" y="57148"/>
                </a:cubicBezTo>
                <a:cubicBezTo>
                  <a:pt x="3781172" y="57148"/>
                  <a:pt x="3762513" y="75649"/>
                  <a:pt x="3762513" y="98959"/>
                </a:cubicBezTo>
                <a:cubicBezTo>
                  <a:pt x="3762513" y="115098"/>
                  <a:pt x="3769323" y="124830"/>
                  <a:pt x="3785962" y="133283"/>
                </a:cubicBezTo>
                <a:cubicBezTo>
                  <a:pt x="3781172" y="137896"/>
                  <a:pt x="3776636" y="142244"/>
                  <a:pt x="3775120" y="143522"/>
                </a:cubicBezTo>
                <a:cubicBezTo>
                  <a:pt x="3766803" y="150939"/>
                  <a:pt x="3763525" y="156057"/>
                  <a:pt x="3763525" y="161171"/>
                </a:cubicBezTo>
                <a:cubicBezTo>
                  <a:pt x="3763525" y="166543"/>
                  <a:pt x="3766549" y="169612"/>
                  <a:pt x="3776886" y="174737"/>
                </a:cubicBezTo>
                <a:cubicBezTo>
                  <a:pt x="3758985" y="188073"/>
                  <a:pt x="3752180" y="196542"/>
                  <a:pt x="3752180" y="206031"/>
                </a:cubicBezTo>
                <a:cubicBezTo>
                  <a:pt x="3752180" y="219621"/>
                  <a:pt x="3771843" y="230897"/>
                  <a:pt x="3795795" y="230897"/>
                </a:cubicBezTo>
                <a:cubicBezTo>
                  <a:pt x="3814704" y="230897"/>
                  <a:pt x="3834371" y="224234"/>
                  <a:pt x="3847482" y="213471"/>
                </a:cubicBezTo>
                <a:cubicBezTo>
                  <a:pt x="3857065" y="205519"/>
                  <a:pt x="3861351" y="197308"/>
                  <a:pt x="3861351" y="187561"/>
                </a:cubicBezTo>
                <a:cubicBezTo>
                  <a:pt x="3861351" y="171660"/>
                  <a:pt x="3849498" y="160916"/>
                  <a:pt x="3830843" y="160150"/>
                </a:cubicBezTo>
                <a:lnTo>
                  <a:pt x="3798319" y="158614"/>
                </a:lnTo>
                <a:cubicBezTo>
                  <a:pt x="3784954" y="158101"/>
                  <a:pt x="3778652" y="155799"/>
                  <a:pt x="3778652" y="151709"/>
                </a:cubicBezTo>
                <a:cubicBezTo>
                  <a:pt x="3778652" y="146591"/>
                  <a:pt x="3786970" y="137638"/>
                  <a:pt x="3793779" y="135589"/>
                </a:cubicBezTo>
                <a:cubicBezTo>
                  <a:pt x="3796049" y="135847"/>
                  <a:pt x="3797815" y="136101"/>
                  <a:pt x="3798569" y="136101"/>
                </a:cubicBezTo>
                <a:cubicBezTo>
                  <a:pt x="3803359" y="136614"/>
                  <a:pt x="3806636" y="136872"/>
                  <a:pt x="3808152" y="136872"/>
                </a:cubicBezTo>
                <a:cubicBezTo>
                  <a:pt x="3817478" y="136872"/>
                  <a:pt x="3827565" y="133028"/>
                  <a:pt x="3835379" y="126112"/>
                </a:cubicBezTo>
                <a:cubicBezTo>
                  <a:pt x="3843700" y="118938"/>
                  <a:pt x="3847482" y="109973"/>
                  <a:pt x="3847482" y="97168"/>
                </a:cubicBezTo>
                <a:cubicBezTo>
                  <a:pt x="3847482" y="89740"/>
                  <a:pt x="3846220" y="83848"/>
                  <a:pt x="3842692" y="75649"/>
                </a:cubicBezTo>
                <a:lnTo>
                  <a:pt x="3863617" y="75649"/>
                </a:lnTo>
                <a:moveTo>
                  <a:pt x="3782180" y="175504"/>
                </a:moveTo>
                <a:cubicBezTo>
                  <a:pt x="3790501" y="177302"/>
                  <a:pt x="3810672" y="178839"/>
                  <a:pt x="3823025" y="178839"/>
                </a:cubicBezTo>
                <a:cubicBezTo>
                  <a:pt x="3845970" y="178839"/>
                  <a:pt x="3854291" y="182174"/>
                  <a:pt x="3854291" y="191408"/>
                </a:cubicBezTo>
                <a:cubicBezTo>
                  <a:pt x="3854291" y="206289"/>
                  <a:pt x="3835129" y="216290"/>
                  <a:pt x="3806636" y="216290"/>
                </a:cubicBezTo>
                <a:cubicBezTo>
                  <a:pt x="3784450" y="216290"/>
                  <a:pt x="3769827" y="208854"/>
                  <a:pt x="3769827" y="197566"/>
                </a:cubicBezTo>
                <a:cubicBezTo>
                  <a:pt x="3769827" y="191666"/>
                  <a:pt x="3771593" y="188331"/>
                  <a:pt x="3782180" y="175504"/>
                </a:cubicBezTo>
                <a:moveTo>
                  <a:pt x="3783442" y="88458"/>
                </a:moveTo>
                <a:cubicBezTo>
                  <a:pt x="3783442" y="73346"/>
                  <a:pt x="3790501" y="64327"/>
                  <a:pt x="3802101" y="64327"/>
                </a:cubicBezTo>
                <a:cubicBezTo>
                  <a:pt x="3809914" y="64327"/>
                  <a:pt x="3816470" y="68733"/>
                  <a:pt x="3820506" y="76419"/>
                </a:cubicBezTo>
                <a:cubicBezTo>
                  <a:pt x="3825041" y="85384"/>
                  <a:pt x="3828069" y="97168"/>
                  <a:pt x="3828069" y="107158"/>
                </a:cubicBezTo>
                <a:cubicBezTo>
                  <a:pt x="3828069" y="121499"/>
                  <a:pt x="3820756" y="130464"/>
                  <a:pt x="3809160" y="130464"/>
                </a:cubicBezTo>
                <a:cubicBezTo>
                  <a:pt x="3794033" y="130464"/>
                  <a:pt x="3783442" y="113816"/>
                  <a:pt x="3783442" y="89228"/>
                </a:cubicBezTo>
                <a:lnTo>
                  <a:pt x="3783442" y="88458"/>
                </a:lnTo>
                <a:close/>
                <a:moveTo>
                  <a:pt x="3974051" y="132911"/>
                </a:moveTo>
                <a:cubicBezTo>
                  <a:pt x="3961952" y="152393"/>
                  <a:pt x="3951107" y="159830"/>
                  <a:pt x="3934972" y="159830"/>
                </a:cubicBezTo>
                <a:cubicBezTo>
                  <a:pt x="3920602" y="159830"/>
                  <a:pt x="3909761" y="152393"/>
                  <a:pt x="3902448" y="137783"/>
                </a:cubicBezTo>
                <a:cubicBezTo>
                  <a:pt x="3897908" y="128040"/>
                  <a:pt x="3896146" y="119579"/>
                  <a:pt x="3895642" y="103940"/>
                </a:cubicBezTo>
                <a:lnTo>
                  <a:pt x="3973297" y="103940"/>
                </a:lnTo>
                <a:cubicBezTo>
                  <a:pt x="3971277" y="87316"/>
                  <a:pt x="3968757" y="79911"/>
                  <a:pt x="3962456" y="71740"/>
                </a:cubicBezTo>
                <a:cubicBezTo>
                  <a:pt x="3954888" y="62532"/>
                  <a:pt x="3943293" y="57148"/>
                  <a:pt x="3930182" y="57148"/>
                </a:cubicBezTo>
                <a:cubicBezTo>
                  <a:pt x="3917575" y="57148"/>
                  <a:pt x="3905725" y="61762"/>
                  <a:pt x="3896146" y="70461"/>
                </a:cubicBezTo>
                <a:cubicBezTo>
                  <a:pt x="3884293" y="80931"/>
                  <a:pt x="3877487" y="99072"/>
                  <a:pt x="3877487" y="120091"/>
                </a:cubicBezTo>
                <a:cubicBezTo>
                  <a:pt x="3877487" y="155470"/>
                  <a:pt x="3895642" y="177505"/>
                  <a:pt x="3924634" y="177505"/>
                </a:cubicBezTo>
                <a:cubicBezTo>
                  <a:pt x="3948587" y="177505"/>
                  <a:pt x="3967495" y="162390"/>
                  <a:pt x="3978087" y="134706"/>
                </a:cubicBezTo>
                <a:lnTo>
                  <a:pt x="3974051" y="132911"/>
                </a:lnTo>
                <a:moveTo>
                  <a:pt x="3896146" y="95741"/>
                </a:moveTo>
                <a:cubicBezTo>
                  <a:pt x="3898916" y="75825"/>
                  <a:pt x="3907491" y="66375"/>
                  <a:pt x="3922868" y="66375"/>
                </a:cubicBezTo>
                <a:cubicBezTo>
                  <a:pt x="3938249" y="66375"/>
                  <a:pt x="3944301" y="73526"/>
                  <a:pt x="3947579" y="95741"/>
                </a:cubicBezTo>
                <a:lnTo>
                  <a:pt x="3896146" y="95741"/>
                </a:lnTo>
                <a:close/>
                <a:moveTo>
                  <a:pt x="4062546" y="94498"/>
                </a:moveTo>
                <a:lnTo>
                  <a:pt x="4061538" y="59651"/>
                </a:lnTo>
                <a:lnTo>
                  <a:pt x="4058764" y="59651"/>
                </a:lnTo>
                <a:lnTo>
                  <a:pt x="4058260" y="60167"/>
                </a:lnTo>
                <a:cubicBezTo>
                  <a:pt x="4055990" y="61957"/>
                  <a:pt x="4055740" y="62215"/>
                  <a:pt x="4054732" y="62215"/>
                </a:cubicBezTo>
                <a:cubicBezTo>
                  <a:pt x="4053220" y="62215"/>
                  <a:pt x="4050696" y="61703"/>
                  <a:pt x="4047923" y="60421"/>
                </a:cubicBezTo>
                <a:cubicBezTo>
                  <a:pt x="4042375" y="58427"/>
                  <a:pt x="4036831" y="57399"/>
                  <a:pt x="4030276" y="57399"/>
                </a:cubicBezTo>
                <a:cubicBezTo>
                  <a:pt x="4010355" y="57399"/>
                  <a:pt x="3995986" y="70465"/>
                  <a:pt x="3995986" y="88903"/>
                </a:cubicBezTo>
                <a:cubicBezTo>
                  <a:pt x="3995986" y="103240"/>
                  <a:pt x="4004053" y="113484"/>
                  <a:pt x="4025486" y="125776"/>
                </a:cubicBezTo>
                <a:lnTo>
                  <a:pt x="4040109" y="134229"/>
                </a:lnTo>
                <a:cubicBezTo>
                  <a:pt x="4048931" y="139350"/>
                  <a:pt x="4053220" y="145496"/>
                  <a:pt x="4053220" y="153433"/>
                </a:cubicBezTo>
                <a:cubicBezTo>
                  <a:pt x="4053220" y="164701"/>
                  <a:pt x="4045149" y="171871"/>
                  <a:pt x="4032292" y="171871"/>
                </a:cubicBezTo>
                <a:cubicBezTo>
                  <a:pt x="4023720" y="171871"/>
                  <a:pt x="4015903" y="168540"/>
                  <a:pt x="4011113" y="162906"/>
                </a:cubicBezTo>
                <a:cubicBezTo>
                  <a:pt x="4005819" y="156506"/>
                  <a:pt x="4003549" y="150614"/>
                  <a:pt x="4000272" y="136019"/>
                </a:cubicBezTo>
                <a:lnTo>
                  <a:pt x="3996236" y="136019"/>
                </a:lnTo>
                <a:lnTo>
                  <a:pt x="3996236" y="175969"/>
                </a:lnTo>
                <a:lnTo>
                  <a:pt x="3999514" y="175969"/>
                </a:lnTo>
                <a:cubicBezTo>
                  <a:pt x="4001280" y="173408"/>
                  <a:pt x="4002287" y="172896"/>
                  <a:pt x="4005315" y="172896"/>
                </a:cubicBezTo>
                <a:cubicBezTo>
                  <a:pt x="4007585" y="172954"/>
                  <a:pt x="4011113" y="173467"/>
                  <a:pt x="4016911" y="175003"/>
                </a:cubicBezTo>
                <a:cubicBezTo>
                  <a:pt x="4023970" y="176481"/>
                  <a:pt x="4030780" y="177505"/>
                  <a:pt x="4035315" y="177505"/>
                </a:cubicBezTo>
                <a:cubicBezTo>
                  <a:pt x="4054732" y="177505"/>
                  <a:pt x="4070867" y="162652"/>
                  <a:pt x="4070867" y="144726"/>
                </a:cubicBezTo>
                <a:cubicBezTo>
                  <a:pt x="4070867" y="131922"/>
                  <a:pt x="4064816" y="123473"/>
                  <a:pt x="4049688" y="114254"/>
                </a:cubicBezTo>
                <a:lnTo>
                  <a:pt x="4022458" y="97864"/>
                </a:lnTo>
                <a:cubicBezTo>
                  <a:pt x="4015399" y="93767"/>
                  <a:pt x="4011617" y="87367"/>
                  <a:pt x="4011617" y="80450"/>
                </a:cubicBezTo>
                <a:cubicBezTo>
                  <a:pt x="4011617" y="70207"/>
                  <a:pt x="4019434" y="63036"/>
                  <a:pt x="4031030" y="63036"/>
                </a:cubicBezTo>
                <a:cubicBezTo>
                  <a:pt x="4045403" y="63036"/>
                  <a:pt x="4052966" y="71743"/>
                  <a:pt x="4058764" y="94537"/>
                </a:cubicBezTo>
                <a:lnTo>
                  <a:pt x="4062546" y="94498"/>
                </a:lnTo>
                <a:close/>
                <a:moveTo>
                  <a:pt x="4112723" y="149316"/>
                </a:moveTo>
                <a:cubicBezTo>
                  <a:pt x="4105155" y="149316"/>
                  <a:pt x="4098854" y="155978"/>
                  <a:pt x="4098854" y="163923"/>
                </a:cubicBezTo>
                <a:cubicBezTo>
                  <a:pt x="4098854" y="171351"/>
                  <a:pt x="4105155" y="177756"/>
                  <a:pt x="4112469" y="177756"/>
                </a:cubicBezTo>
                <a:cubicBezTo>
                  <a:pt x="4120286" y="177756"/>
                  <a:pt x="4126842" y="171351"/>
                  <a:pt x="4126842" y="163923"/>
                </a:cubicBezTo>
                <a:cubicBezTo>
                  <a:pt x="4126842" y="155978"/>
                  <a:pt x="4120286" y="149316"/>
                  <a:pt x="4112723" y="149316"/>
                </a:cubicBezTo>
                <a:close/>
              </a:path>
            </a:pathLst>
          </a:custGeom>
          <a:solidFill xmlns:a="http://schemas.openxmlformats.org/drawingml/2006/main">
            <a:srgbClr val="000000"/>
          </a:solidFill>
          <a:ln xmlns:a="http://schemas.openxmlformats.org/drawingml/2006/main" w="0" cap="flat">
            <a:noFill/>
            <a:miter/>
          </a:ln>
        </p:spPr>
      </p:sp>
    </p:spTree>
    <p:extLst>
      <p:ext uri="{BB962C8B-B14F-4D97-AF65-F5344CB8AC3E}">
        <p14:creationId xmlns:p14="http://schemas.microsoft.com/office/powerpoint/2010/main" val="1184759252"/>
      </p:ext>
    </p:extLst>
  </p:cSld>
</p:sld>
</file>

<file path=ppt/theme/theme1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Calibri Light"/>
        <a:ea typeface="Calibri Light"/>
        <a:cs typeface="Calibri Light"/>
      </a:majorFont>
      <a:minorFont>
        <a:latin typeface="Calibri"/>
        <a:ea typeface="Calibri"/>
        <a:cs typeface="Calibri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docProps/app.xml><?xml version="1.0" encoding="utf-8"?>
<ap:Properties xmlns:ap="http://schemas.openxmlformats.org/officeDocument/2006/extended-properties">
  <ap:Application>Walnut Exporter</ap:Application>
  <ap:PresentationFormat>Converted Presentation</ap:PresentationFormat>
  <ap:Slides>0</ap:Slides>
  <ap:Notes>0</ap:Notes>
  <ap:HiddenSlides>0</ap:HiddenSlides>
  <ap:SharedDoc>false</ap:SharedDoc>
  <ap:DocSecurity>0</ap:DocSecurity>
</ap:Properties>
</file>

<file path=docProps/core.xml><?xml version="1.0" encoding="utf-8"?>
<coreProperties xmlns:dc="http://purl.org/dc/elements/1.1/" xmlns:dcterms="http://purl.org/dc/terms/" xmlns:xsi="http://www.w3.org/2001/XMLSchema-instance" xmlns="http://schemas.openxmlformats.org/package/2006/metadata/core-properties">
  <dc:creator>Walnut Exporter</dc:creator>
  <lastModifiedBy>Walnut Exporter</lastModifiedBy>
  <dc:title>Presentation</dc:title>
  <dcterms:created xsi:type="dcterms:W3CDTF">2026-09-05T17:18:41.4050000Z</dcterms:created>
  <dcterms:modified xsi:type="dcterms:W3CDTF">2026-09-05T17:18:41.4050000Z</dcterms:modified>
</coreProperties>
</file>